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Ex1.xml" ContentType="application/vnd.ms-office.chartex+xml"/>
  <Override PartName="/ppt/charts/style7.xml" ContentType="application/vnd.ms-office.chartstyle+xml"/>
  <Override PartName="/ppt/charts/colors7.xml" ContentType="application/vnd.ms-office.chartcolorstyle+xml"/>
  <Override PartName="/ppt/charts/chart7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Ex2.xml" ContentType="application/vnd.ms-office.chartex+xml"/>
  <Override PartName="/ppt/charts/style10.xml" ContentType="application/vnd.ms-office.chartstyle+xml"/>
  <Override PartName="/ppt/charts/colors10.xml" ContentType="application/vnd.ms-office.chartcolorstyle+xml"/>
  <Override PartName="/ppt/charts/chartEx3.xml" ContentType="application/vnd.ms-office.chartex+xml"/>
  <Override PartName="/ppt/charts/style11.xml" ContentType="application/vnd.ms-office.chartstyle+xml"/>
  <Override PartName="/ppt/charts/colors11.xml" ContentType="application/vnd.ms-office.chartcolorstyle+xml"/>
  <Override PartName="/ppt/charts/chartEx4.xml" ContentType="application/vnd.ms-office.chartex+xml"/>
  <Override PartName="/ppt/charts/style12.xml" ContentType="application/vnd.ms-office.chartstyle+xml"/>
  <Override PartName="/ppt/charts/colors12.xml" ContentType="application/vnd.ms-office.chartcolorstyle+xml"/>
  <Override PartName="/ppt/charts/chartEx5.xml" ContentType="application/vnd.ms-office.chartex+xml"/>
  <Override PartName="/ppt/charts/style13.xml" ContentType="application/vnd.ms-office.chartstyle+xml"/>
  <Override PartName="/ppt/charts/colors13.xml" ContentType="application/vnd.ms-office.chartcolorstyle+xml"/>
  <Override PartName="/ppt/charts/chartEx6.xml" ContentType="application/vnd.ms-office.chartex+xml"/>
  <Override PartName="/ppt/charts/style14.xml" ContentType="application/vnd.ms-office.chartstyle+xml"/>
  <Override PartName="/ppt/charts/colors14.xml" ContentType="application/vnd.ms-office.chartcolorstyle+xml"/>
  <Override PartName="/ppt/charts/chartEx7.xml" ContentType="application/vnd.ms-office.chartex+xml"/>
  <Override PartName="/ppt/charts/style15.xml" ContentType="application/vnd.ms-office.chartstyle+xml"/>
  <Override PartName="/ppt/charts/colors15.xml" ContentType="application/vnd.ms-office.chartcolorstyle+xml"/>
  <Override PartName="/ppt/charts/chart10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7" autoAdjust="0"/>
    <p:restoredTop sz="94660"/>
  </p:normalViewPr>
  <p:slideViewPr>
    <p:cSldViewPr snapToGrid="0" showGuides="1">
      <p:cViewPr varScale="1">
        <p:scale>
          <a:sx n="91" d="100"/>
          <a:sy n="91" d="100"/>
        </p:scale>
        <p:origin x="72" y="3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package" Target="../embeddings/Microsoft_Excel_Worksheet6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10.xml"/><Relationship Id="rId2" Type="http://schemas.microsoft.com/office/2011/relationships/chartStyle" Target="style10.xml"/><Relationship Id="rId1" Type="http://schemas.openxmlformats.org/officeDocument/2006/relationships/package" Target="../embeddings/Microsoft_Excel_Worksheet10.xlsx"/></Relationships>
</file>

<file path=ppt/charts/_rels/chartEx3.xml.rels><?xml version="1.0" encoding="UTF-8" standalone="yes"?>
<Relationships xmlns="http://schemas.openxmlformats.org/package/2006/relationships"><Relationship Id="rId3" Type="http://schemas.microsoft.com/office/2011/relationships/chartColorStyle" Target="colors11.xml"/><Relationship Id="rId2" Type="http://schemas.microsoft.com/office/2011/relationships/chartStyle" Target="style11.xml"/><Relationship Id="rId1" Type="http://schemas.openxmlformats.org/officeDocument/2006/relationships/package" Target="../embeddings/Microsoft_Excel_Worksheet11.xlsx"/></Relationships>
</file>

<file path=ppt/charts/_rels/chartEx4.xml.rels><?xml version="1.0" encoding="UTF-8" standalone="yes"?>
<Relationships xmlns="http://schemas.openxmlformats.org/package/2006/relationships"><Relationship Id="rId3" Type="http://schemas.microsoft.com/office/2011/relationships/chartColorStyle" Target="colors12.xml"/><Relationship Id="rId2" Type="http://schemas.microsoft.com/office/2011/relationships/chartStyle" Target="style12.xml"/><Relationship Id="rId1" Type="http://schemas.openxmlformats.org/officeDocument/2006/relationships/package" Target="../embeddings/Microsoft_Excel_Worksheet12.xlsx"/></Relationships>
</file>

<file path=ppt/charts/_rels/chartEx5.xml.rels><?xml version="1.0" encoding="UTF-8" standalone="yes"?>
<Relationships xmlns="http://schemas.openxmlformats.org/package/2006/relationships"><Relationship Id="rId3" Type="http://schemas.microsoft.com/office/2011/relationships/chartColorStyle" Target="colors13.xml"/><Relationship Id="rId2" Type="http://schemas.microsoft.com/office/2011/relationships/chartStyle" Target="style13.xml"/><Relationship Id="rId1" Type="http://schemas.openxmlformats.org/officeDocument/2006/relationships/package" Target="../embeddings/Microsoft_Excel_Worksheet13.xlsx"/></Relationships>
</file>

<file path=ppt/charts/_rels/chartEx6.xml.rels><?xml version="1.0" encoding="UTF-8" standalone="yes"?>
<Relationships xmlns="http://schemas.openxmlformats.org/package/2006/relationships"><Relationship Id="rId3" Type="http://schemas.microsoft.com/office/2011/relationships/chartColorStyle" Target="colors14.xml"/><Relationship Id="rId2" Type="http://schemas.microsoft.com/office/2011/relationships/chartStyle" Target="style14.xml"/><Relationship Id="rId1" Type="http://schemas.openxmlformats.org/officeDocument/2006/relationships/package" Target="../embeddings/Microsoft_Excel_Worksheet14.xlsx"/></Relationships>
</file>

<file path=ppt/charts/_rels/chartEx7.xml.rels><?xml version="1.0" encoding="UTF-8" standalone="yes"?>
<Relationships xmlns="http://schemas.openxmlformats.org/package/2006/relationships"><Relationship Id="rId3" Type="http://schemas.microsoft.com/office/2011/relationships/chartColorStyle" Target="colors15.xml"/><Relationship Id="rId2" Type="http://schemas.microsoft.com/office/2011/relationships/chartStyle" Target="style15.xml"/><Relationship Id="rId1" Type="http://schemas.openxmlformats.org/officeDocument/2006/relationships/package" Target="../embeddings/Microsoft_Excel_Work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forward val="2"/>
            <c:dispRSqr val="0"/>
            <c:dispEq val="0"/>
          </c:trendline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8E-45C8-BF2F-3CEE3566F4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8E-45C8-BF2F-3CEE3566F47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계열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88E-45C8-BF2F-3CEE3566F4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47393616"/>
        <c:axId val="447395056"/>
      </c:barChart>
      <c:catAx>
        <c:axId val="4473936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7395056"/>
        <c:crosses val="autoZero"/>
        <c:auto val="1"/>
        <c:lblAlgn val="ctr"/>
        <c:lblOffset val="100"/>
        <c:noMultiLvlLbl val="0"/>
      </c:catAx>
      <c:valAx>
        <c:axId val="4473950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73936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BA8-4175-AAE5-E847723EDFD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BA8-4175-AAE5-E847723EDFD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계열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BA8-4175-AAE5-E847723EDF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60787032"/>
        <c:axId val="446825784"/>
      </c:lineChart>
      <c:catAx>
        <c:axId val="6607870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6825784"/>
        <c:crosses val="autoZero"/>
        <c:auto val="1"/>
        <c:lblAlgn val="ctr"/>
        <c:lblOffset val="100"/>
        <c:noMultiLvlLbl val="0"/>
      </c:catAx>
      <c:valAx>
        <c:axId val="446825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607870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A1-4B1F-828B-7023A864C5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BB-4D7F-948B-260D3D1087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9BB-4D7F-948B-260D3D1087B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계열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9BB-4D7F-948B-260D3D1087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99917696"/>
        <c:axId val="799918056"/>
      </c:barChart>
      <c:catAx>
        <c:axId val="7999176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99918056"/>
        <c:crosses val="autoZero"/>
        <c:auto val="1"/>
        <c:lblAlgn val="ctr"/>
        <c:lblOffset val="100"/>
        <c:noMultiLvlLbl val="0"/>
      </c:catAx>
      <c:valAx>
        <c:axId val="7999180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99917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16-48D7-8BDE-03C9637266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16-48D7-8BDE-03C9637266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99912656"/>
        <c:axId val="799909056"/>
      </c:areaChart>
      <c:dateAx>
        <c:axId val="79991265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99909056"/>
        <c:crosses val="autoZero"/>
        <c:auto val="1"/>
        <c:lblOffset val="100"/>
        <c:baseTimeUnit val="months"/>
      </c:dateAx>
      <c:valAx>
        <c:axId val="7999090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9991265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값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F20-469E-A263-1D5921B06E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03540344"/>
        <c:axId val="803545744"/>
      </c:scatterChart>
      <c:valAx>
        <c:axId val="8035403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03545744"/>
        <c:crosses val="autoZero"/>
        <c:crossBetween val="midCat"/>
      </c:valAx>
      <c:valAx>
        <c:axId val="803545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035403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tockChart>
        <c:ser>
          <c:idx val="0"/>
          <c:order val="0"/>
          <c:tx>
            <c:strRef>
              <c:f>Sheet1!$B$1</c:f>
              <c:strCache>
                <c:ptCount val="1"/>
                <c:pt idx="0">
                  <c:v>높음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</c:v>
                </c:pt>
                <c:pt idx="1">
                  <c:v>57</c:v>
                </c:pt>
                <c:pt idx="2">
                  <c:v>57</c:v>
                </c:pt>
                <c:pt idx="3">
                  <c:v>58</c:v>
                </c:pt>
                <c:pt idx="4">
                  <c:v>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079-48E0-BDD5-DB1DDA5FFB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저가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</c:v>
                </c:pt>
                <c:pt idx="1">
                  <c:v>12</c:v>
                </c:pt>
                <c:pt idx="2">
                  <c:v>13</c:v>
                </c:pt>
                <c:pt idx="3">
                  <c:v>11</c:v>
                </c:pt>
                <c:pt idx="4">
                  <c:v>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079-48E0-BDD5-DB1DDA5FFB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종가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dot"/>
            <c:size val="3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32</c:v>
                </c:pt>
                <c:pt idx="1">
                  <c:v>35</c:v>
                </c:pt>
                <c:pt idx="2">
                  <c:v>34</c:v>
                </c:pt>
                <c:pt idx="3">
                  <c:v>35</c:v>
                </c:pt>
                <c:pt idx="4">
                  <c:v>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079-48E0-BDD5-DB1DDA5FFB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</c:hiLowLines>
        <c:axId val="799915536"/>
        <c:axId val="799916976"/>
      </c:stockChart>
      <c:dateAx>
        <c:axId val="79991553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99916976"/>
        <c:crosses val="autoZero"/>
        <c:auto val="1"/>
        <c:lblOffset val="100"/>
        <c:baseTimeUnit val="months"/>
      </c:dateAx>
      <c:valAx>
        <c:axId val="799916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99915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surface3DChart>
        <c:wireframe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1"/>
            </a:solidFill>
            <a:ln/>
            <a:effectLst/>
            <a:sp3d/>
          </c:spPr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20-4AEF-8CB7-3F76F8A15E1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solidFill>
              <a:schemeClr val="accent2"/>
            </a:solidFill>
            <a:ln/>
            <a:effectLst/>
            <a:sp3d/>
          </c:spPr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620-4AEF-8CB7-3F76F8A15E1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계열 3</c:v>
                </c:pt>
              </c:strCache>
            </c:strRef>
          </c:tx>
          <c:spPr>
            <a:solidFill>
              <a:schemeClr val="accent3"/>
            </a:solidFill>
            <a:ln/>
            <a:effectLst/>
            <a:sp3d/>
          </c:spPr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620-4AEF-8CB7-3F76F8A15E14}"/>
            </c:ext>
          </c:extLst>
        </c:ser>
        <c:bandFmts>
          <c:bandFmt>
            <c:idx val="0"/>
            <c:spPr>
              <a:solidFill>
                <a:schemeClr val="accent1"/>
              </a:solidFill>
              <a:ln/>
              <a:effectLst/>
              <a:sp3d/>
            </c:spPr>
          </c:bandFmt>
          <c:bandFmt>
            <c:idx val="1"/>
            <c:spPr>
              <a:solidFill>
                <a:schemeClr val="accent2"/>
              </a:solidFill>
              <a:ln/>
              <a:effectLst/>
              <a:sp3d/>
            </c:spPr>
          </c:bandFmt>
          <c:bandFmt>
            <c:idx val="2"/>
            <c:spPr>
              <a:solidFill>
                <a:schemeClr val="accent3"/>
              </a:solidFill>
              <a:ln/>
              <a:effectLst/>
              <a:sp3d/>
            </c:spPr>
          </c:bandFmt>
          <c:bandFmt>
            <c:idx val="3"/>
            <c:spPr>
              <a:solidFill>
                <a:schemeClr val="accent4"/>
              </a:solidFill>
              <a:ln/>
              <a:effectLst/>
              <a:sp3d/>
            </c:spPr>
          </c:bandFmt>
          <c:bandFmt>
            <c:idx val="4"/>
            <c:spPr>
              <a:solidFill>
                <a:schemeClr val="accent5"/>
              </a:solidFill>
              <a:ln/>
              <a:effectLst/>
              <a:sp3d/>
            </c:spPr>
          </c:bandFmt>
          <c:bandFmt>
            <c:idx val="5"/>
            <c:spPr>
              <a:solidFill>
                <a:schemeClr val="accent6"/>
              </a:solidFill>
              <a:ln/>
              <a:effectLst/>
              <a:sp3d/>
            </c:spPr>
          </c:bandFmt>
          <c:bandFmt>
            <c:idx val="6"/>
            <c:spPr>
              <a:solidFill>
                <a:schemeClr val="accent1">
                  <a:lumMod val="60000"/>
                </a:schemeClr>
              </a:solidFill>
              <a:ln/>
              <a:effectLst/>
              <a:sp3d/>
            </c:spPr>
          </c:bandFmt>
          <c:bandFmt>
            <c:idx val="7"/>
            <c:spPr>
              <a:solidFill>
                <a:schemeClr val="accent2">
                  <a:lumMod val="60000"/>
                </a:schemeClr>
              </a:solidFill>
              <a:ln/>
              <a:effectLst/>
              <a:sp3d/>
            </c:spPr>
          </c:bandFmt>
          <c:bandFmt>
            <c:idx val="8"/>
            <c:spPr>
              <a:solidFill>
                <a:schemeClr val="accent3">
                  <a:lumMod val="60000"/>
                </a:schemeClr>
              </a:solidFill>
              <a:ln/>
              <a:effectLst/>
              <a:sp3d/>
            </c:spPr>
          </c:bandFmt>
          <c:bandFmt>
            <c:idx val="9"/>
            <c:spPr>
              <a:solidFill>
                <a:schemeClr val="accent4">
                  <a:lumMod val="60000"/>
                </a:schemeClr>
              </a:solidFill>
              <a:ln/>
              <a:effectLst/>
              <a:sp3d/>
            </c:spPr>
          </c:bandFmt>
          <c:bandFmt>
            <c:idx val="10"/>
            <c:spPr>
              <a:solidFill>
                <a:schemeClr val="accent5">
                  <a:lumMod val="60000"/>
                </a:schemeClr>
              </a:solidFill>
              <a:ln/>
              <a:effectLst/>
              <a:sp3d/>
            </c:spPr>
          </c:bandFmt>
          <c:bandFmt>
            <c:idx val="11"/>
            <c:spPr>
              <a:solidFill>
                <a:schemeClr val="accent6">
                  <a:lumMod val="60000"/>
                </a:schemeClr>
              </a:solidFill>
              <a:ln/>
              <a:effectLst/>
              <a:sp3d/>
            </c:spPr>
          </c:bandFmt>
          <c:bandFmt>
            <c:idx val="12"/>
            <c:spPr>
              <a:solidFill>
                <a:schemeClr val="accent1">
                  <a:lumMod val="80000"/>
                  <a:lumOff val="20000"/>
                </a:schemeClr>
              </a:solidFill>
              <a:ln/>
              <a:effectLst/>
              <a:sp3d/>
            </c:spPr>
          </c:bandFmt>
          <c:bandFmt>
            <c:idx val="13"/>
            <c:spPr>
              <a:solidFill>
                <a:schemeClr val="accent2">
                  <a:lumMod val="80000"/>
                  <a:lumOff val="20000"/>
                </a:schemeClr>
              </a:solidFill>
              <a:ln/>
              <a:effectLst/>
              <a:sp3d/>
            </c:spPr>
          </c:bandFmt>
          <c:bandFmt>
            <c:idx val="14"/>
            <c:spPr>
              <a:solidFill>
                <a:schemeClr val="accent3">
                  <a:lumMod val="80000"/>
                  <a:lumOff val="20000"/>
                </a:schemeClr>
              </a:solidFill>
              <a:ln/>
              <a:effectLst/>
              <a:sp3d/>
            </c:spPr>
          </c:bandFmt>
        </c:bandFmts>
        <c:axId val="802230784"/>
        <c:axId val="802237984"/>
        <c:axId val="1049716664"/>
      </c:surface3DChart>
      <c:catAx>
        <c:axId val="8022307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02237984"/>
        <c:crosses val="autoZero"/>
        <c:auto val="1"/>
        <c:lblAlgn val="ctr"/>
        <c:lblOffset val="100"/>
        <c:noMultiLvlLbl val="0"/>
      </c:catAx>
      <c:valAx>
        <c:axId val="802237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02230784"/>
        <c:crosses val="autoZero"/>
        <c:crossBetween val="midCat"/>
      </c:valAx>
      <c:serAx>
        <c:axId val="104971666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02237984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92-4425-8078-9072759C214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C92-4425-8078-9072759C21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53729840"/>
        <c:axId val="653735960"/>
      </c:radarChart>
      <c:catAx>
        <c:axId val="653729840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53735960"/>
        <c:crosses val="autoZero"/>
        <c:auto val="1"/>
        <c:lblAlgn val="ctr"/>
        <c:lblOffset val="100"/>
        <c:noMultiLvlLbl val="0"/>
      </c:catAx>
      <c:valAx>
        <c:axId val="653735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537298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83-40C6-B147-EC59E53325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F83-40C6-B147-EC59E53325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53736320"/>
        <c:axId val="6537316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계열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F83-40C6-B147-EC59E53325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53736320"/>
        <c:axId val="653731640"/>
      </c:lineChart>
      <c:catAx>
        <c:axId val="653736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53731640"/>
        <c:crosses val="autoZero"/>
        <c:auto val="1"/>
        <c:lblAlgn val="ctr"/>
        <c:lblOffset val="100"/>
        <c:noMultiLvlLbl val="0"/>
      </c:catAx>
      <c:valAx>
        <c:axId val="6537316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53736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Sheet1!$A$2:$A$13</cx:f>
        <cx:lvl ptCount="12">
          <cx:pt idx="0">미국</cx:pt>
          <cx:pt idx="1">멕시코</cx:pt>
          <cx:pt idx="2">브라질</cx:pt>
          <cx:pt idx="3">아르헨티나</cx:pt>
          <cx:pt idx="4">오스트레일리아</cx:pt>
          <cx:pt idx="5">중국</cx:pt>
          <cx:pt idx="6">러시아</cx:pt>
          <cx:pt idx="7">인도</cx:pt>
          <cx:pt idx="8">스웨덴</cx:pt>
          <cx:pt idx="9">프랑스</cx:pt>
          <cx:pt idx="10">아랍에미리트</cx:pt>
          <cx:pt idx="11">나미비아</cx:pt>
        </cx:lvl>
      </cx:strDim>
      <cx:numDim type="colorVal">
        <cx:f>Sheet1!$B$2:$B$13</cx:f>
        <cx:lvl ptCount="12" formatCode="G/표준">
          <cx:pt idx="0">8</cx:pt>
          <cx:pt idx="1">10</cx:pt>
          <cx:pt idx="2">7</cx:pt>
          <cx:pt idx="3">9</cx:pt>
          <cx:pt idx="4">12</cx:pt>
          <cx:pt idx="5">11</cx:pt>
          <cx:pt idx="6">8</cx:pt>
          <cx:pt idx="7">9</cx:pt>
          <cx:pt idx="8">6</cx:pt>
          <cx:pt idx="9">7</cx:pt>
          <cx:pt idx="10">9</cx:pt>
          <cx:pt idx="11">11</cx:pt>
        </cx:lvl>
      </cx:numDim>
    </cx:data>
  </cx:chartData>
  <cx:chart>
    <cx:title pos="t" align="ctr" overlay="0"/>
    <cx:plotArea>
      <cx:plotAreaRegion>
        <cx:series layoutId="regionMap" uniqueId="{CB7543A7-8E60-44F7-9A16-F0B5112AB05B}">
          <cx:tx>
            <cx:txData>
              <cx:f>Sheet1!$B$1</cx:f>
              <cx:v>계열1</cx:v>
            </cx:txData>
          </cx:tx>
          <cx:dataId val="0"/>
          <cx:layoutPr>
            <cx:geography cultureLanguage="ko-KR" cultureRegion="KR" attribution="제공: Bing">
              <cx:geoCache provider="{E9337A44-BEBE-4D9F-B70C-5C5E7DAFC167}">
                <cx:binary>fHpLkqU6t95UTlTbnCOQxOOPe9wQsF+581mZlVXVUWRlZYGQhCSEENC+A/AA7LYn4RldD8Krft+4
4QiH3ayCDUha63ut/Jf39R/v6uNt+mPVavT/eF///tTPs/3HX3/59/5Dv/k/tXifjDe/5j/fjf7L
/Pol3j/++jm9RTF2f2UoJX+992/T/LF++s//Ak/rPkzzNr+14yzm7TF8TNvThw9q9v/fq/+Pi398
/PMxz5v9+PvTuwnj/PtxnTDjp3+/dP7596eU5p/++Ov/fMS/X7x70/C7f/vv/+Xf/tv/+J//9V//
r998vPn570+Y/lmlJc2LnBakQAXCn/6IH/+8kv2ZF1leFhQjmha0KD/9MZpp7v/+lFR/4rzMqoqU
JKNZlVXFpz+8Cf+8lhZ/pllFqzKHH1FcpOl/7M2DUVtnxv/YjX//9x9j0A9GjLP/+1OW5vTTH/Z/
3/h7fTTPKUkLgjDBBKHyn99h39+e4ATg/vQ/aT4Mw57tK6vWshhqXhm3X32G0IFLbr70I4qRwRpi
25dkOqyqpOd+1P5BVCFvxjLTNz6b1HM+i/KwymS6uBTtzdjZ9Oqr1DGad7Hudr96RhY3X7pVmbO1
89bk1VCP0d1Mebyhuc4+smr7ppepdjt/mvexhY+ztTFL2eQxUwyt9guZ0QZfsjqWOXJR8HYb0nqO
8R5PK202O7pzUo2KdWoOLJG2OsRtuUGT1CxPk19JVr0GIw/dHlqf9Ol5S71ia/QsWJK0a5Lbi40x
sH4Qpt2rqWOLL5tNTvzZubdtw0yugp5CNqyHjuTwfpd+7rQ8VNjczSQhhx3p5zVXx86OTb/uJ8vd
aR7mppq2k0lzWQckq3aJ3jPX9/djEtnE/d70GamDyG9JIl940nqvGdGquk+VeO2RrB1e66hEayRp
utx+5/k2Mz3nPRtw9oG877+hLh8bNNPttNE0abRN9zo4hc+iK0q28qpeq7ItYqdPm5aYibGXT+PU
3xADrYqwvpFVmbRJ8H09OmLZFNA7nknfzPRnb/NLj5JHq5/p0DdUHxYZbqvZNFrF+DbRGI4Uk+6p
TKc7J/3Fzq+jvPCtks3gZVcjTAeWRXOOc/oVKmqst3K5yar5aczGq418Y3jJsqMK+cM+bh9TUQ0N
9uO5WtblRM36o4vbSc7SNQWXlxj6vZ52/VOI8N4Rer/nUEtTKZlGTtSDSHitt/iLQm3VAxnPmvID
1nFjHu34YEgYTqtSTVLQoZ2GdWNyQShjdpyG+wF1Iwvdoi7K79dsLMhxjFEcIuZPU64OfkyZGrBj
nAt5Qtbf+SgCI8q985C+j4Y0YdvOWIbLUOQj45USbErTifHZ6tp2w0OQ8sML+phO+68s8sCKbl5b
k4oPMuFDla0M7VtVU1ttbPTipSTzixz8XWfRZ5LAHbrUrJi3tMkyp5pyxW3B+7PZ3aXPxx8+iL0t
9i5/W8j0gyzL16XCUtbrkN5PUTRjNT1XBje4FCxNFGVpn9UDn39281xnRQJNn38W0zo+uE4MDOPR
DAyF9DR02bvscXbpk6lsxrUamDU2b4ZEXZykb1nE7aR3qJ2U7du52h1bxMPe3dBO1IX3zShKtqUn
Lis2VenPfKOXjHdHGy5hOezpypaVdk1IshKaX7FcTCzX+jxOR1wktd6nxkz8sK3T9xRDzcQydXDQ
M4tqaVaMrqN6xf6zWYtm0ikbiGaZgG+Hlq+le4vk6JWqC/u6lPnPXikrmVkKBDflbLeuJh3CrAqm
sN/jHNMK2nM0Scok3zPLcjkNnWPK0NBLtuF+eyrRlmyXZdqVhW3aBH2nw0IqcSCAOoNkYyJKcq74
ivrvaBjzqOtyK+T4iHJPxvsitdp9M1bo9NQLwsWlmlyqDfOFtsWJb9m21WHGXN7sapM58zHrsgYh
kjmA1L6Hj5o7/GOyurxHVS+mJk2S5XHuA0nqjBJ7XgczVgzveqH1PKx9x8p5KPtj7wh+VVKtGYsb
stPRO5y/d6hDop7GYcetH5YF0HnY3YxZPnWuqpNpIHmrRuV8nXd4WBq/bIlu55Co4bAD39DGZ2Fl
1tmOV2ycMZoYwco87BktWu6n8tgr0n3TXjC+KWj4ktYo7buO5WQZb/nkzwq6nG6z/Kp2qt78nt6N
g7on5ZDcGj/iZ8NxV1vDh4yRfPuMU0sYJcX8zUzl2Kycf8GVHmoRw8+KEHua7arv03mB1pklm6it
y2o9jdl0SXRfXdx+2KKv51XezDTeErGwSnS1zm2dBwDRxZ+WYWg7ucDGm4eIPVuq6igxnHuS1onl
ugWk3U7dfknjONe8O4xFom+Xah0aaednIYQUbOHfPBZtxW1xjQv8R/AfO1GnotSIxbw/aVGc4hSY
y2jZrIOYp7qQhzAI5jAxtUri3EYb+CXpVcOneMRhod+LssMsW7FgK83nww5ddM678CXvTT0ty14T
cfG7baJ0nK0LtGTm+qdc8NvSdod9UZ85oojZosTP3dbr67qtuM5QwvJufVQm0Wei1I2e5MwEWXmd
U76wJfIjnOYxmGCZ3fwHV+pXKYeU4SkVp37ZbJNWUp1wt6naF0U7Kbqy1W6tXaH39qjakvf6Iert
kC761xSSK+nmI899Iyd0V/bfMNn8oTPiRnv7MI+0xrivJQ5sE8MxdPejypd2KasvfbJerd2fcmU4
A32xNNOkgXTypZ6tPCq7nwo0/ULb/FBgre5HeHGzkv3o06ls0zW5LjTcFdM81JOsNspCbsRzRdY3
Hu+5lD2jQ1Ido04PvdB1tV+nXDdhXJoF5BJQabn8NHT+QoZB1LYA8J/XtG8Tnc2HfsWHoh/H1m7u
ZS7Wy94v+x1P9ClHU3fN8XagInuYadezsdILS1b9oKmUx4UMz3v/Ni5zq0U4LHs8FzymzYYC49Ze
+Dp80zuqN1zWiRmBXlyozuk83JSGbG0BO2AL8eTpCHh8zAvA5RXpky9NVwubVzeJ7H8VeG8VSX6o
yZxKA4Vk0zauqrFmq+fK6XpyUABhC/IoxfbFZu6wma7pUHrqCv2t49OtNf3JcWgQVLAtGT+Gpauj
1q1aQIsReKsw8hXT+ZRT6EU+3kvloQ1RVx5Kuo5nTNcjdua0+fUQ++rHLIuGiAfPr72A2nKOJZsE
qAcwrp79aq/7ikDfvCyEtxzlxzm+OuxPaMvVl2ARsOB9taPqqGdzdjw5ZVnC1qSqsfY1LfJX5N4W
nbxXsgfqvxq+oA+hzU0ms5p4zug6N4pXxyCSF51q3nZDkR1HWeovNlavaUTqM/RkyboCWM50y62h
6Nip/Fc+4BbNIGlcFQF9Rc+AKtd67Kcn0Xu3NZ72hlH7mrhyqilP23KL45EawkFDj003ARSWGwPF
x5lP7vSAYcnf867N5I0Xj1rQdlhox7zY+9qIvXuI1rzSUtyFAcmGzuQIpVawrs9QLXi4WWagDGTe
VmJv7FzeVTJNzk7Yia3DdJJFme91hyjt2QYI1qrJH/Tg969RLCMw7XerKtN0Lu3aKi5tKI6dByJf
0B2Zk7EuMlyeeOb4yxD5qRInO65fd50/qtSvTWLIt8r9WJRrQtafFrPN7caLx8KK2CCMABn8whDh
PZtl8Ich50XTx1gLutVkgPrZMpab/K5KybGrdt8IihxoIj29mHFUBUM52d9taaoR0Gtbrnhdhia4
dT+UcxabNEvkrR+japwlz9MEFJNa+mD0tn7bM7//EgKeGSJDKe5vB6ihdgoP1Rxf9s2Bsq4uxe7O
inLHhmyqp1TWmxPNsHVXrIrDYvPDNMaGurmlRM11oovkcd/ymVW6X76ofn/WGSisZLtxc/TtyKdQ
m17VXKSvCc9vpoKfsF7O0zw1qkwU00V1Ldf+OoiK9dVwl4zla9Dru/XDXT8+VoH+4EL8Jpevbk2b
XpctD6EdSqCnyKf8maZjctpzKpgn6px00ymfzU067LfZ0KWA/hHWwbNahLFdKPqc5tm9ju6w8rHZ
CQKfAMaVZchNJ1umIEPA39XdYFikxYMtk2NPSFNt8/uiTX4C99DXfra1y7uT90NtiYn1YmHzPM0N
6xa5ndJyfcEogJnTJWFols8VkGyv5XHK+BnH8AJC8BKMNgfuycCc2y4iKtAEr64MVY16mt2PnrxT
kVwi4Bcf9Y9qLPo2KH7cN9HO9BFo5ZnCjyYSYitxNrNpIoQldGFx4eFi1/AqcVLnItztNh1qOqW/
4iQ+uhUdQjd8CVW4hh6NbEzFV+LXW7It0NvVaYNjyflpVhsoju+8OIgJPAEBeWuGHPgVtbPK0noA
c9cqNb46E6ovwxbmKybliehirZ0KB5Ki+10AI4vCbcwO4Ak7HF9zi7+PiqRNUYk7NSdvbhftNOqX
3q1bPeiqTkX6M8xVrbArLn65d9lW82I6ucmhGiWuiZY8lEU/fXZkPAyTimzPQJ3awj4qVx7iXjiG
RfzV7RMskWcGIGKXbM4AV1EFiFWFpXVr9oa4DExv+Cfv84kZ2tN6WvUpket4mKhsMJ8P+WgWhksw
H7hY9E26elCJ5I0UI+BIVYLDp9vncsc/usk8g71PiU7qYlkhWzjMIRy0crLxsjgQ0z3FYA+UZ09x
6NolK1oah9YE/HP006mM6+ec268WhLtKFUgl8Eijql15UylymGb1ws119PqxqKh74rRoxLKcJjL/
ljjM9j/Cro4ivobAi9vJOcrmPR++S1lOLUn5aljSu6cuXwI4hYdQVP171wu0AGyr/qPDYb8dyMA7
hsyYnqGiEtPOQ4ADBkHCehPxuV941W6izJ59mtkHlO7oKiXUnuOO1AqJ8KpHFWpKSnRWRb410wbm
me/7rdMgcYkt8tpTYw6g53tw1FDAIuvSJi+iP+578MAV6BAr9IOTfusZQl16ljqtakfdenKFUMdp
4d+TrB9f0mRKwNB12Q+1Kvfqi7Q49pNeDlVXiOPIbckIKf2ZyGAewMKmjxwn8cR5Tk/cLT3svXb4
0PclfsH9SGOd9MhJlnRb9kR3PlB4vwGbk0DQ9MyByi52LCq2JyORrOoygHm1cFD1km5AGrk0V6AW
6Y7FsKsm/o45vJzDbW/79H7MebzosRT6gKLcfuYVKeppc+sZEMicO99v58V0yWWfR/AeM6mNnzoI
DER22FAVWtQX66usdn2mMlu/elusHdsXAwQAn/mUr2v8xUFPNaKixXHECz8hEdf7levtp6QVmF6k
t3Yzo7K1H7uyqosBXJCBlZmrHLq+TY3dj3PfrXUxdeUxgXp464LPjxXd5A8A8ssiVd+6fUGnEpXz
2gBTrR+ElvbrvCy0qjOZ4+eYz1u9hpFcMV6RZYYTflpKI07IkazRYNX9MGmAzAXLeh8t+F+nn0vg
Q816MfBDgM2/1aMfa9Qltg5pQBAiFQvN2O980QKU5PgzhDBc1nKnd3k2Fz/WTA/PSEvYrxxnw7FC
NjnYDPHnJfbmxgwWX7VYZKNTdCMTIR3bczS2OCHwmIjM/FgQi753tA/f+iJDgKnzvD8WwoEhKaNW
PzoxgthYvUmaDNTtqXBzLtmw4ZMjK5hYTQX9OSK1bEw4HPua81meHRXTzSS9vNDEDNcB5NHXWcbt
PARMbxIhuokVvMqT2mQZv2B4K9vL2ZGDMhMFuW4cfgX/ZJhNgGQ4Ks5CjO3M9zOt8seUQg2MU/W0
BvOW8enoJn6JcuqOfZotLC/TYgbB4Ut9nvk8a7b5AAmAKUxZ1krT7cYKCTDCF2B/tuJ+2Ot+rI6l
iEsDRn55zpOYNVOJkWAF+PqxyeeCgvcY+aGaE1QTsNNHAgEuboa84E8mjv0Rwa5sdFsaCz1wlHzu
VBNkALPTxYQfE3jPYSpt2mjfK8/KIr6Vs3ldlip9SNBKQAeMNwrHW5sUI8ukmhtZVcNjuu/FbUKK
J0P0QZfj47b65TjjfQ4n49zSHacYitu1mJ1uJuXD52603+WY/u7U2M9nLQZPapxttmCJncSNQxlV
7SwBUlW5T0e7kh+Uz1uElKhcbzs6VivblM6voJDTdtwSSFs1zkbJxDK7S2qNY8HM/JhP1SprbEf7
U2U7ZJ57kXdwoita6zBOjxGB1M4y8FIgRsLyrbd6G9ke1A7ox0PJkmx1vBEpIvXuxukl8c5urIDn
Xng3Da1ICnXdC7Kchqw7z1VRMNehcBszW7Y4XbJnTPbf0mMvl3MkqYJMseDbZYagAuhVWn+7cuIP
ISX0mlmeTQAhaXXAERwi9NaeQqgyz2cIZVqhwQaOAbVLF9BxKpbwI3VBND6CGx7y3LLZmbbKl0PS
42Nw8WpCFp+yWYO7Dxit74UyiFEFOgQMs6Q7+Ouyrwcg8TPYK/dBhe8Pe+kHBV/RTbUStL9ddb/e
7LmHuCTL+sXVNpjukm/mgZbUgvjR3fSoKpx978CDVcwFN47gIQl029Dd4BQQe5DTcp8V3RcS3Is0
HoLFuXtMl3SuxyTLG7ebGhsw9BB3ENjeITKTTlDd+POcHfeJx28VT8xVYUjaVKEuGWAtWBvxHadJ
f4pq+pbr4SFd5+eFp78ARuoIWwmyFHx4crdMhQVhYSCtIbFxyH+FCAxu2fjXmaeqzVUZ62wYoJZM
2SCT1wkZwYaFV6q6HaqU66srvmWGfIYkKT3yyRFWKfwQ12JjKJqjpkXtpUlOItIv3qm+6XYyP0LO
9CDG9SAgWx3QM97T4mqo/LEC/qVqgrw3ocRdw5i4xySBMN3TRLT7BgfJZhAnC3RSmSQsLSCv67d4
6DOefeeb6RmQQV7HfSlexJS3pU9qGdDzBvk8W8vyfvWgHGil3xXJ7hAxtgaFHZpQmprQYTtYisw7
hVqxgMoNDuoeycW3veNtqXETi/hZ5WQ+7mi0T0tAZZuR9epk9jru+N3P+ds8vHhe1IibVuwLPqri
1SiYQISVQ+Y0a1V30m5NSt/2KodNFMVLRNXtturIEggApm2pIUXcmUMphCmDZ3aOjYFsjHbmYYGU
b/H2tFrbwlIPFBCBw/RFz+gAvvnLuhXA65osNXfDpYqjZmJYNQSu5KlwI4fYdHqOIdzzKvQMDPQ1
7vgoEPgFoTLUik199H6ZIIssnhbkhpMEnXaFvOFkyk7cyhREXlniA05G/oBT8AVpNX3gHATpbsz4
AAHx0wqqn+ULeGUe6eec0stmIdx2oqjaGaXgkuMJZjrkazALuAL7ReX9AXyRa+ZSf0QxxKPq7dwA
Mw3oXgxj8oKzcjzHiuf6iPPkGyQHN2GErDot45cyC/VerOsJLf7RbeanDUHUO48g0Yz+5bsB4i30
ax3T19KFoTHYd1Dxw8JER8VxKnt5gETlJQpIzVHnHjtk5QXi5/02EdwddOz8gSht6yIvQuM8vppt
/Z4rda66FHYO0jAWtXmGND5hXqMLz8V8nFZCar95GB7BMONMN10b4l3BMk7NrQk5biqZN7svjwhz
1KDUwc7x2ixZz2CfKWQ569eNyq4Zl+oqw57dJh4NTCZlfFxDmtQzAhfbV9th2w1pwRlsbA2zhBXu
JXDufrVOPXIrynbtsucicyVLhyH7HmgfTyii/A6PXSdYVW3DfT4kA1twjlgJk7V6nX+Wk6fnPZH+
87Yv8hsQ+XpjTP9jT7j4RvauvOOen8YA5dIlOdgT93s8MnR1Z90FXBF3kreCl6JOg+oYlhh6ovTb
Na9kcsA4a4gyVx7GY9htm5bV2+ogsIPYI4FICgZjFd5uZ5qyuMaPDHDZKfm1hzmMgfFQvazytEOK
A4jGa5UZ1PZ9oLdZDn1q17T1RP7Mhv4wbrBqkHmsiPygsHxx05yfVWprkkJQnUrcxiSBQ8pAU4OP
4/hFJMnKQj97yKPnX4N3X3dZ9deqGJqtK1KmJyAVUBgMd/twzETKZjJcRofOPqWQagNE9+BwRbov
36lLpnbhPjI+li97xO9LIW6SYbikQ3EalDxWEnSV9BCp+FMfNaOSu6tIOncXUcprWXUwzMkAqivE
9wZGGhvrx87USFQAagMsErIrY68u7OfMlwpUa6CntLqOhOoTsUpeJE+SjllC69zK543r1wSvv2CK
Bcvd7/NsNADtvxVC/7WCgCkEtTZYTyD1I/osBvGyTgmu7difidvP28pv+Jje0ik/DjDEYjD1uxEk
XoAYPWTA6YB+zzUPM8W2GQhYkQKmG4PEkDii6kalWceynb76fYbKibFk5UrTC4xDnpNK10uwvnaJ
+8Zhut0sBSe3ElZyMLlNaqvzgZUUdBv+YoZvPv5yHoYdCZR+n+4DqBRBP+Yu/z7NK5sKcjIapzDA
GiHwJbh6MRTrC7XQsFl3h5f92QjxZtD0Da0wVtDctsFvdezu3KLgWF2+sV315DB0ZdlU4DCrNGEZ
DgnjIM9ANnRpa+C11KePixs007APg4gH3gUGEVXtELqZO6JPdgZ02EuIGqRBYCASwsiIWpoeYu5q
P+ynSsuBeWtQ3SM+N2D77/Sq00bRFCZdYr2sGJNjr0n5UkjIl+Oe9k0iC39PcvweYNqx+OT4e8S5
JL2s84z3jevTsfF2/04H8zgM1yjXVg8WNbsiYGCUeXawC9ddpgDgaf6cSvi+bQDK29HUyHSGcdoX
A3VHF/QrR+/DMsUfM8wPD7SQ8PIHlCcF84ZXd0VRPk60q2WB7wcLOVC0+ovMOGak2kFxL58T0Bqn
HRkAnPA2QX0NTFXxC4ZAdnAlhNRz/oiy7rTPBYPbjpCpwlCjJzAhB2pfAcdR+oRyUcMfaEi2T8OL
2zvDRMS/8v0welgxI87IZuy7r9k0HKIqYbKYdY+7hmHjuqYX1+1PHCQIQT3MnWFE0ulfXa5qSLQF
y9EejzSAbAWquXcA8oUdj7ikjQsZM9Xa1ePAb7qob7DTYD/3PDSF1KdhxOfKAldL5NU7EEpXLxWx
hzHxRyMgXffGTE2VOchnYIyHuB7vobVkE8z+BF6oznMYynGzk2aeiGmMUgvLivgMCTDEXcGeeA/D
4PQnCP+T7pPb0YK3Hwr1s/PxNlfTK6k4tB6u6qV/gIlQvUAlyxQA2XjcdJu7jiAK9ev/YudclitH
suz6L5oj5A844G4m0wC4D77JCJJBRkxgwSDp7oDj5Xg6RrKWJvqANlPPetgm00itgb5JVR+hfTOz
KiOzS9WqeQ8ZDPJeXgDHz9l77eOW6ZwWMFK4hKaWTPZzTd2Bb0Hv7EiLT7Lqvi/cfRoWPGUkIedx
MkJ8tJeqAzBA9XOVwsHvaPdet8ARQqSPI46QnBJ7ssoCRH+hQ8Zme10b+jJVSXvNJl9kdIgviZ6m
neNgGWazV80Sviak9k92G+fjEkH8SyEK7dAzno0h+rLG1b4xPSQ6sezAgSy5Lzf4r9VFXL+6srgZ
mzlXweB0XB9MrHeSLPctbfeeje/QOuFnkgIPVhEeF1nar9Pc3AUMq4uHQN3N+2qOMA7J/lKO4yXr
prtm+6LJlneyBjtAM+rSj5DtjtzEx6mw+xMZw3AvFtwfVwrxrk0DqvMgD9wt525ETeJh2NWzvRln
mdXzjC/keDN0OJrbNgOucAt74Lwr6WFt+feoR93XfrxuZnLlUeNVH0FO+zizAX0mkI5GT7e86Xcz
/1xPOtMw/lR836TtxRjIhTGnViBeihxnNiZAspMNTkQZPUd9DV+ZzpdDuoD+CUfKV3RKw1XZFgec
sjs5T8M5ZSyP5jMiazSRuPesPI7BfA9DyMa2g7rWwmzp0YqSzOn0YYCWX7WFO06xOMQdjnRVfWJD
/2RCn4+V3ptSZrMw/Q4HpHnnGlVW8zZfk+ocM37m62S/bUCa9KjPfRKuB2rxZLEl6yv9RKL5oqKQ
VuqPaDeXQwmXeC1dlNXlN+GbTMfRw1gPezLrfVfA2t0wN3DMFp7CNmCXk4/Pu2Qbd1vEoeLWI2R2
caiZr3ftQEwuZnvWbCAB1jiTw3akxXBRlyCrtiQrXP1NuPhpTsMtNDe3W6HtJ83l7PuzRuHwEr35
GA1NEcH/Ces+JQE6fdmFN1ZgdCpC/L6aJncbPijRfSKqut/EhWrGXXDs3jbzzQLTBIXdY6Lqhv2q
7LgvqwpYRHuE1WgwnUeYoyXu7IDzcd/01Q13/fY4oD1FgTQQXCGnxDq+EKHZy8lhDqXb9wGNk/XV
vXLbvRyWMztJ+OS1ui432V/1ZCpvgCRtt+28Xq5sQ6tTvP4A1v0FVI2SfwmqMcpPOilXjEgFYO5H
UK1T81ZUDW6Nok3FbaiKpD/GzVS9Nql3T/26QEi1TUiv1rmb0QGaMLL94mD17v+Vd0J/907SE3mn
JDQ8QhRV5ITU/YDMWYtGux5pkwHfG74pV+BKU2iCLnN1U33q6yh6hWwvH9zUDvdy5MsBxuUw7qIt
qd5+ejP//mfc8ZfP5Wek73vbBW81WsGfeMQ/f/kfr/+EUf6H04/9+u8nZvLXr267t+Z+9G9v4/W3
7vf/8zc/iN//y+ufcMvffLH/PXv5Ixr5//vNXxDKfwW9VD9cldP7+OWnfgYv//j3//B//vmfwF7+
CF7iJ37GLln8gcg0gQchYiVJnOA7P2OXlJ6wyzRRIk4E/o/Ed/6EXcYfeCxSpRRjKuaUCvYDdik/
EBxThFACcRDf4n8Ldvk76BI6MMfLEMbxHmFy0hPg+eMd1Boy8jhOD2nJRuhIblM1jL9uspM7Su7I
XV3M4j4MthS7ct3Gc1jXAm5yr8Irxp90gp8s62994DxFHa/WZ7+Z5TaIOfo62pi1O7aY5cmXKUyI
YSwXeLWJkZduGn2dx2pOcMfWPvo+x5HxmYpKyHkQF5sSzXCKEu3LAEncVZO6LyHCYGhgEoKdjNvw
E20h+LFYpFZPxEaQfzc6xQ9QVYg/xJUp3nVFdL2rdL2GPXXTAgdvcPZzCCXkMRtZvEJqu/IhFc2S
5ioS4qc+xJ16+Qlj8+wJqJlVVDLOBWdtn8uuhy9jGwrAYrF6BaRZNTUgydRW0PtaoUYIscuir6MK
B2lKmrldd0uQ3VZnS8RKu687XjbvP9x1f6Eqxb8pBbiQgokEf7qKVSK4UKfv/1AKFgAnLCTJuSVN
eluRdHkqilV1+V9/ld8yuvjtUqWSSTgHXFBOFG7aH19FuWacZkZvIXhzfvLUIZH4FpDm2aw3a+/+
+qsl8W9LraRAfRjHXYkXFEoofiqAP/xVTb1VwBqnlyRRHsY5r9xzo9L6m1VqaM82G7XmQrUN6/cp
+uAmZ4lRkMnD5kEJr7a7bPXKMR6NZvlSegl81OCi9cMbmFw4ys9aB9UcO0f13QonaspGPUpylGMo
5CUPdFwyiJ1hzVhS4N7Tq/I84z138BD8usIOgMCSFbUzZdbUurtW1ETjHR9p+yTjYHkmZ1RduNmp
RCegYwpuql/VbtoWUWMMtFQ+FAuH2u18zOv9lm7cH4js/C6e7ABGpht9d+Y8X8JFapO520XdabjD
ZDO9ktqkzwH3VgULWaJRbAIwvLPBkuRs2nzoznorInmEYIb5UBpxsYhuMYCvpmrDbBrZWY37fli3
NexY363dDCaAhbLJS0PFrU9DBFgUggMEuWqrX6p+gyar+9HCIVqTaN7FvFtT2Dm1uFubZlAXNrEc
nPaGjyArTVW9jHrWzSGZEyvzjaUV2aWCoskSMSw+GCacfQNwF5Z8qupA8yTyNs4GExX1AZBhwz6B
IYtVLp1JF3wc7XQzgJ0RV8lYz0NOgH5dDKLQKjNuqtSlZ06yfFPx9GQA3oGMhODb5K3E+7yIO77B
bsfTf7UtxtXnpY+mB7BgVsNaVDE7bFDEnza0ozIDIBEFSMEyGfemHlLMiHENZKY0Ek3sOvTLeDFG
MA2zRKj1Hoghs7nRHdg3Mo0kxmTSyBVtc2wFjP+ywIAve2gd1kNQueBNBQF4xEm9M/DionMzVjBk
9dbZ7lj2iYH01hgMTuXSwwmbIDCAR2gt/VzpuX9bdKjeTCynLZsjIPt4GoEdX3Ta1+eeRZPIKzkA
hkXp285GItIrqewMP94TEHDw5VjJmuaisx6tueRldbH1a0wg3kGk4HJbH5dIdhc1AebXrePyBit0
erL4FNkujT14eJHEFtbqwiuWua2eABOLOB72js3+LpFVkKDEN7BmSxNOmtMkZ+DbTMjbkW7x9wSf
8ZODRCMuZacU5lswLTIPIczRcdPeRJnop1EAUNG4Go5Zme6IbSFDedYs94EM9XTouKxNFlfBTrnV
TbMryASsxMlgIXAuqTwfk61/dygwTQb4FMRaPwr/uMkIclnDmX+gplrfxLRwsKc8Gc7FSjHhwagF
ABVwHr7hKgICK4IGnA8Rz3QgpWZw1X1Iio+tM7w8K7duNiBttmjI2+DWLdOQQ/1uZq18gVbrrqMQ
VnoJzU++r1wktwvR3ZvZ2s7vo54L0PLeoffXvYcw4BYHhiHhEO7MNvnrtNvW96lG0QM7VhfPXQ3Z
BQiCsXKnKbRyHHwLu1fx0H0K4B/bDA8Rh+A0KRt2wXbprSYV0zunMQke3JhGzUGGTn9vdNw9cVPB
0B/TbaxyHzGndpvk44IJosD9t8nang0cXtShJa36VMgGUk6TWlgWy7xCUnchJv2uKUj/WOB4hKRY
xcVbsgnIVgnjgHha5Qg4KjfLq5HxVk7fm7WpQCn1J/mowO2K/7MMtbwyLGk/EoB1kBP7FeiPcjWZ
eKZhorRH3jYV2y4Lto0yN9OIEXMjAoNUP8FqzVzE+miHKAvMaJQHOHBxrdLLyoUNMlTsu49wFoH7
c5SBGbMjs7dbKhagtW2krwG56nTfKZF8rTSp5VkUXPNmgRaLQ6JNeAR9WGDslFHDciO9PRubYWgy
nlQlADVdMumPzcC7GxXmKd0lQ2OJy3wI9OgqDdp+6aHnXRiOXmBXmAro4lIAnIPsKslnNOb0zRe9
fBU1mO5sDNrccsGiZ5BkkMfjIrLvpQ5QFIvE9RN85FoJgOx9HLJeDjUeITmJKYdKMb03jFHEMyI7
tQdZxyfwOawrrlUBGxOQZQ+GRVrbNxnGmQ3S4Nqv8DVg9DCwwQlwdmDFqP42bM2D6XT03ZcKDN02
jsg3GBg83pPvTVEASFNm6ND1QIAPeE5lY3duoMuYU09mses0AWUk8bkPYBeK8qlMI8x+icKkt4OS
usDvI2UB7r2tBazNOOYvBikc8AQMqQldBeDlfUTG2wLlt8kRqEGPFZsyJpeibsVnTUZ7P+J+9zlU
nuqjrxjqfudIcbuOyi07NU4bXDK7RsDUKrd86fQsXD5Fm2l3YSk2s4vrDsP7iqcrk+okrOAQrO6W
cgCRtwbVitxWZryjG3rJnUqo+17zBuQiRZv03s9T81zNuniVFYFfnkA4fYbggIsPBI4kO1PUeoS2
1SavzogBXSTcojjjamzY3lVr8rB5BxtNT2DRRzx0yFlAX8hINfTjQZASsjvTm1lzqPQIBVip0MvM
czM/102RPCNStomDMpVKoy0Dsb66y2pZugU6odUt2oOZtO81DSnFITawmxVP2de2S/l3kS7jlhmc
tzPM1s3oXVlzcFG1q9L5qpOp8zjTF+PvBqnK5xlDAABHW5VnNd2C28ULTN7zdDYNEh3Qj4dDWkyV
26tKgvYeiipt9qaAxJYXAuwZkF670SvB1y09pqOLxkvAlF33FDQvoHlGNpo/QVpQcw6RvLkXES/Y
zRINa3/mo23EHdnEbIWcBRWxiNd8FvFI57xLvKAvTdHrGX4W00E0OQZmgsYs6UMjQDn0JQsQv1gK
kRJvg+jtqbJoKS96UJwBNPog9clV14tYDsCpMS5kdeU3+wLr28RnQTsEn9q2KMSV6wArLuj5WFpq
dI1zUd9FSVi6kEdoI1jOHVTMJnOuqsolr9G1wktInGXRXdimrboCTRgVOl/JsJlX5oWLDnUTl+ld
5Y1IXpESxN8ji8baGOwpKuM5kTOB6kDNWhGYf0ujGDRhoDuHEyvQ7VpQegCGLTDeNK/sHNLjkE69
fRzUZiDxQG0up8+gSbf20U6mZgeQzyBwprIWHFo732xyQCvC/JlWQ9lPmai9ZB+t4QlL4TvD+vhk
NwwfILbNit47W8oUp2jU4N3u1mqrkABBhWyHx+DHSUGHNIB4YBhFW7qnRMfDdWRa01w1vZ+X6yHt
0/EEzsgqLTOzYvA9L2KghLdTH4sqr6ngy8eumwt2z4ZOJte1144BMQ/zZxVBq4eRVcRJVoUa7Y1c
tjqnRRkDyDFreB+oH+qcADeQGPJ65s4aUI7PA0VoYS9WNV/C6AA5PVTFgvaEe5yGDczzhwi99Zo1
JdkSOHk1UgSJGJm+KpN0gOCL8YLkraqWY00Zh0MkF/ZsEMnpd36YYnrWm9hte9luojtXwiiGIEZv
SN4jEdPuU44PH/dXATqpG9MBQ2scNptt9dpOt/3ouAE+VM7VPni05DtbR3F3UfJa232pOv3eQgli
mZENnFukMP0nIoBtAVgXNdvHBUFrH6gb71bJ8c7ay3KudYyjOy3wh0SzxZiwxGiDe+QO+E7I2H1a
qJi+s1Lx1w1zr36OkFt7dp3XH5HzLKpMt3M1Zgkf/Jpv87q8MjKz8q5oYxRswQyEYdziU8Cf3k77
OqE4vRvc2m8et4RBqmu1Z9Jv25xVXsIu60hwmLyl8Ov5bNLpcY35+FngFCyzALgGCuBskzRr7bB8
lG07lFm8JoQdzcAd8gWYdm22kEbcwk+sgGkorR8I0J0vABV9kimcEBFCKx13h95EBo+Q0dvLlpYS
juBqXA+LoICOMJPVxudMlPJ7X6T6I0zstdiV3VbBzEdoCnOZ4gSHUlmnBR4RUCWHn4bcf9PN/h2D
MPpXEsv/8x//8J//64+q2en//5JW/gBNE0OdUlyqBOljqBk/y2bkQ5ommPYhCRBIZ+In9fUX3Yyy
D1xBa1M4flnMkHX+s2yWfGAnwQJSaSIJChVCzn/SC3+jbCLY/Re0Fk5PEu+vWeUUQWiIYiDPEH9G
Vpn/Xm1hEH1nCXJg6YxY7XHG9A1IiPKeNoctsOQwrNPSw5baejzldImlhB2+tG9LtMFhrZZh/R7X
dIF/uwwh3fEOKkou1gKOOMxsC28/KhtwqghvGKSQeyb2XsqK4sRBQGjHGkkfRiSsbgz3kdlXi95c
3jnZs0u/esBDyzRVzXWFBz0GkIKTPicLfuXZZkAM5aDTT/ODcAvYS9HaNYsnr6fzdLDM3JV9hDxY
N5YVfOkEElqeRkYCTE2JeWJGV1M+qDqRF8OywGTpUPXA5OPAwhDdzYeVdhBrVoTPMN6vcbhcEa2o
s5YlZZXT0tp3sMLlp6kUIdnjV8QDosEMA6umK9AFpMv6h7ihqsv62BePhRkQvPEo2BQshIh9xgY/
3EM6hTMe9BgQ6+mGCCdf1y7fbO89A/NMPd+vhIA+g2Th+M7GA33nLPYTMlqTRt3bStcfTVTH7X4t
I+Sd4mla5W3dzGWcU1HILlsKUU4H0Lz9i6pYijOhGljIPLxihyI0dZ/HntftEVwKgUgZzzreC2C/
N2hRSgkGHdj6LornCDz6gmkjT10owp55JBmODMSJBVIU0/Sg1iL9ihN3ubYlm95m0jB3KXzZj7e2
b8shX5Fsn3AZhAvnqp/T8Wya62mEiYncwGnyQuFEJUdGpZxMCtJqkjw5NnIq3kMRrey44hN9DqxA
PMHOpv7aCgEhLFNz2UiU4z7FvL8OlcuGEgfUcWQjkJbNpmN1qOxQlDksPj8A+ZjrO7GmBZq6VpVf
cLMjNpNW0AIwxMyLyNJh5F9b8JvfSiaoOK4b7+9iSmf09yN8bSRZ5AYuZOp0jamlamtAx3NyJWfR
uR0ZZjTKDkQpAmQy3iAJ91ULzyvSJ5hmSnlxKyYxfh8G7e6JLsh9gw8IfNE4m0dRLtP9NPNWHaCJ
aZwfdTXVmVtX+VrOQ/xULu2yQWhIT7xpF8wLoVN0g56xILma9Foh9z2vLFczbZ7njfFndI0GQ1Mf
SXIddSs/G6kt3hftEFWfnX5tegDpo5Ds2zgjGJstTVO8II7E3y3Ozy9smvuLwfr4EWh784XALO3P
kFRF/KXzUL0OregZQt+qWS8Qwo2ChqwioIvFRAe5G+fU4cbEA7nkK1D/L5ggQnRgxQp1zXpmup3E
pNoiNzyjZYmWWlVZSkpQHQXITZPJSIKc0Uk/zTmlFohar8rumGoHAY6DCt6Vgro768Gk7xbOa7ND
Z2vAk8v5GYHs8XFBbbk30BFqYBUek1ghw/SW/HStR9ojBV4v7A6XF/G6gYLgNZ1/8aUY6x1bkfeO
yh5/lAffRnFv8BmSPsgj6HlDKt4wzCJpZnyLJ9x0qwJLMFv6deTteDnCaK0wrsUD0BCpgRcKrlN1
qKiobL6k0/RgyVgjARoNvLhqVm/Qy4F/VzvwXolHYgDppQwp2zHcgofn9YZkEYUhOYHgM4AVINnb
u0bEHDR9W90OgCyQ63BD6JH8G/wLieHtgMrshhjqGrjVw6Z1fa2mKE6uBo1f7uPOx/mSNLT8ZHvV
QpcNdO6OSWui6Zz3G8pj3XaU78vQs77MwZ6ARYmHZgb3B4vx4NFHVftC0wTxvq5Faz0jvdM/yq2v
CbIX0pwDQjfrNYgfZY7A2pCWrovg6VMXMRq+ByXZF9570u2ZQ3k7Q8i4vVMtlgdkSAkOad6OUbHl
FeTRW2xOwCBcDXPU4VTAwIJIOOs54NB5/KY1Yc0ezi8Uc2Cu4JUarGUge71U3aNlHPR9URafmUsA
QRYVHpaC0fp9SYO5wZlrXb6tc0qvAAaLm39rksZw2nvCBDyU/3eX9Me/+x9/+O//9Me//y+/aZRO
P/NzpxTRlH7ACXEyC5NTX0PhFf7cKuFb7AM8R5KmFC0UT2Hm/MlhpPxDHBOCBEJCZQITEQ3Wnxe7
wLPEOhhkXOBZigTg4d/SK8VYLPNDq4R3dIoWwMjBVC1jhobutxYOFsxsHrAKf+hs30dfIiPUrV01
IDgIHfN55WY8Y1vRIFlcdW3W171AkNHjgE2LrXvtbGH2ZhQC/YMJJJdIA7pcUvxEHiyr0nOQJP1y
sLjhsZIhVQPu1wUx38ElyV0szJbmDeFDBQI5MJQ7Ftr7cou++vmElTbYAvJC+Kndb4DILvti49En
mGB4TBBzQtvCEBgBH0eEeUUGX0LJbxrhYAL4TR7q0XV3liPsgEwlcPiFQQ/d/3DB/0K3eXLufu01
Tx9gDMoAVDEuIxfwxH77AXpcWLv1jj4gw1Xk2Gfg8xqs8+6vvwp643/xKpTiZiGK4CbiuI1+dNqc
hyPWd5Y+QIRAONS02LDDh+mANJfZcySUfx57fkML/Ljw5y/cF/hTEvxhMaKHjKe/e8GJ1YDHvQgP
CenCpUaU78vKJbaJoPyF9woARpUzWqojMhQGV5mmcE6graKrXsH98g4zMgjvJv5eN2R8K6BMowVS
p2ZhhKQFcy2cEH0rcSexLg6PUxpAJoImDHB+OzDiTVj8sIeqnkx5LETV7uA0BagJ07KNuenSJoF8
HJe3Ax0UAnK8Q3tFiuImUtuEXFzcdZesSPtP1bas36KkbMs8Gib+TdjEv8fgGntse+lSbM9B6rPO
/sYLlggkpdDTYdYBAXl6gn+8YGjW6Dityfow6ua92NpLhLF6GGwKGcnC/tuQis1dP+3V+qvl9w//
/L/++L//8Y//8J/+8Hf/7ccKTP9cgBl2ZKXgO1B/4YeL9NfFWlR9OLEVqLEowCyGkf1D/U0xx0oW
Y47EM0CE/HVURcTlg8JjCKCHgZFHbkb9LfWX8vjEcPxQQHAsYFymQIB4QgXe5u/vFDlq4se6y4TH
Ab3z3A/VC1jZtMKWICwQyOOk0gM2GQkub6OAyIvKlBjkdLd0mNYQKY+w2qelunTI9qF+XEOSmk4p
y0UXhxn+vYA/ytx0Bfm6UhdkHNyJbp6H8TFdFXhKvnn9ZCcEdM8SBFqKa4UG+htZ0OPkzWwomqRo
lt/QfgIZM2q6K1YZf0tLKGFVMVTPNm3hwGApCbg5U33BZhb4ZaJA8lot8KdWuGDQqZFQ18o+F2jy
spSOZCeg3TxFqNZf7eCafdxP7s47i1UBlI77mKxwCeLgHZaElOYOnl5hYfgpqO8hiaIcV60CEwgP
PJvQ8j2wtetvfQ1jeuf6Vn+cVi0va2XFcUu29SZFCYOxWo44HKYBeqeZ+Q1ckGHOZY8lI6QfvigE
anMgIQj0LaD4Br2k7QnRbw9tjDVjoShhaMVTvx5hxdXYF4JB9oKIaZyzLmnl7YDB5YU2iJMUqXsQ
Jza9Mat+ULrrXIZFDvqMJ4vcB+iaj3Ym+DlfD+VeyOIdeb4vgGSxNgDwAZSLcroYaILuNaxIURsl
ziPYGkdQDNVjAlIsWtqdaWN4nnzTsP4iF+2wzkkc2mLqL0dsCTrigkW7jQ/DYzX29NYU9BrbNR4t
ajfcK+kVRgCrITn74hIGCJwl7LeoX/1s7C4CbHRGeb1iJcHgzHWyRCvcgcS3iL6mDmB7EkO9pUl3
OwzzejGkuFqrO/EHbafM+VT4ExrKonuk3EyuBrhd6Ourfdck7VEZs0H5m/p8CkRcFA5B6FLO4QCz
GqtArMLrDTdYKbMhDWewrKYqjzrt6PnAIcfImV83fot2CfavIAeU3Ii+4ZfEnMJ1LkQ5pgN2RNRe
Xxds6R6aMq1vinYsX7d4w8YFhDhrwLF2Pq7YwrRHI9F/ThpHPm1Nj/0EShrMr3W/GzZeHpumFbux
IeVNn1DcgBEkHHxsaCuQjx5gMOQmwiat5qQW+LoGtV53ULIpZkSJRRuASKCwlgz0NRJZHS5CDTVW
smTIILBM+8QjxWjg0D1ATaOfMEmyY4nFUUhwhEdmFVJBKBywrFoTELFsLqZa0MsNLveuYfTrwuPy
fKy5/oQ8H/QqHTuRY8lWtVtct94Cv0V7AAd8B5pV5E4RhCVJfTtGojnAo+bXBY3U7aCb7QbBNqRk
uBguN0vQX3W1il9bHfMcVv5yPvQgrntr0gNNh2fqseaj7Sss6EpDcw0Ke8xTnnzWTCbrpdbKYa2L
Kkes+sOlvwAnDOxC9aE7Dzp+gA/kUaAMvG7I2evzuGEVz2YRGUOoG26XLdxXuTIsvyjxYyP6Tdw7
64hopsaztdIKGIG4lQYhMth+CxK8TGORUgMOIfK+PMd2i36XFNo9LcnEL/qFxpfVGkHeGrCIqaXF
nqT+lc3Vi6VdetcHKP51JGw+dOG0MaVph89rXW4B6w96UmB/X6oqkuHSnkUL0PIGmeBomV4GWpn5
mFDcqDAX9HqZIgtKd1o1N2paQCT1WtCzER3RtyrGmO1GkDI90oDXxTw7sisd4dj7Ynv6KR0U0jRw
/CBrAwPHnLYJjerD+BAPCATgQn5cMdQiN/ST1LLQFpA5MPl2ul5PUFFLujPYTOewtG4jxGIhBGBv
HZw2eqTwEX7ax6NhxFMGsN9XV8TO2C6VvmDn1UWJjQJdikDJSFgOu/qMOHOjGYb3uXX3I0dsZcWM
2iINR3rsV3QGy5AIQmgFvm7PXLJmMg3fY3tPCtQ5Kb70G4UiQg7Uz0eEx64l8wfsCQMmVO95bbO2
lJenbEIdu8u55pfYsXBswTYWyBBvBhlXqCBmaG4k1MLUY1nIrPa15ocG0SD4S/tmmXIF7XUKM5Dx
GEbuCKoChFQHgnC4ACjYQ++FzVFFxSderigO7KzCQQRj52pxLWS/cDdG4IRAAj2gwEG9jOhcnFZr
xVm5MGuA91Qr/PspCR+xDZCfNDG+Z7X52GPGgEzZ3PYcsTtd3ldY6+idP/qo9DsIA+xMEBffOIep
JGLxtl3YaqEfqcdha5BdwzrMInnsmfYKgYjqMU1TA4hsQRHEsAYgLgljPqOYHrCADyy8chEy1h3o
D52KvRjVO2v6+jjXimAHAEWoSn/vEpSUBPpZNhs4tTNszHO1Li9Y/DReF4ZApJw8P696U9wma9vs
+pT7vOHtxSpVk69mnPZgGGFTl/EFyqLJkqVnme0GLOCBfUmxuEkjnNWm/rRlbjI7ZP5aQH+627do
s/fAPPEkj/Mrut1ratfzVFbTy9bwnW/Vbc03dlYsyuNhau8FKWAdn1Ys9RHSqYlGfG3GClCHrZfw
EHLU0ANcoMNSRjd0Jdu1S1NksN3ycca5qETD87VBMXGrfsLiOb2DsnExheFCF8NHovlVvzAUydmd
yYkXmfSkfkIa0u7QRSxnYw/tvQcC/m3BiH3hVN8cixELypABWqH5nnzwZZzoF4MoaZegiGMVm572
aQ30vp6BCMGkZFfYNVjvRW+R/5tI9GVBNhMnCdY3TvD+QJ+r+A0E+EXSEHY+9liigxq45I2gGk7+
/2XvzHUkSfL8/CrE6jZw89NcjTsyI++7FEdWZaXfl/lpLvMRRqFGlcJKi1UW4AsNwXfgFz3DYVfN
sBut7wgNTHd1x+VubvY7vr/7JRptBQZrkLBMLEgsQ1BU+ylRb3KOvbUIooepCBGMM1Y/4sF0a8xI
vrDWNEUnwnm3vo2uT5Rtlzk8mNJmeYnCcloTxbzJF7Amo0fId+lYAx294rc/jdOSganUNOjEm4QN
xGl9QLzr4I61xTrrnDtvKe0zSupUDsT8SlsKxLeFlcIWn10zuVfxMt0vVn4/eBgAE/yvXDaXfeHv
xFBv5iTMPzOLR4ZYhL+JHAh6cbrQmQrrQz6OIJvYpqJqc4wD1RDSZbPMU4eGvgLzRUrAwDjtpfOm
EK48kH27tszUwXCS84MmBBTWvvhZihUxUgchtTyuaJjpHQVCJ92MLrboTiW6uWqiubhYCrBHwTI9
2jZbKL903yMlZ+gS3XLMcRY3AZKAGOV90qmbLPMcLNdWmpNOgu4WCJ3e5X0it+yIybZGwt/nyOEf
sU0WZC2peD9Jqw+nta+j+N3r0PNGVZzrhHHZOQh35lTPc39X842BCHQh8IjZekYbDrECJnAP0HSP
Roz8f8yoRRxkHiIVi9jND3BFxKY/oyW3Kb8pLY52pF9TkJVYt2VJc9EkLTyLDFXkjkhT8cUFvXKq
7UXdRCihNFQJUbTTHFG3mJfbvikW51BW7TJhQ/nVVUdo54s1T4jn7HmPeWANPI3m8YgRzoVGHXjF
zkCdBClv8nzkXq8CkTv7knz1jo13cDEH2WtW9iOoAbnIfTe68rKTsfuKPsuGpyj8Vdp70KJSOjIq
AeyZIIoT4fk6T4M85NkMMTTue6vZeIlW47Ocsez26AYBi7bwp4tF627eW2NWX2szmMtBSkEOTc6G
ys26q6ug22dzvciP2Vu6gwjPOqzskTU2Za1o1KXldAjTwpSEdWf9hH3NDeP1lXwfwzZ5LpxoGdei
mL0TzUAxkUYbe1IDQRzrD0fkvr+acsGPb6SdFLAr3My5sIYS9C7dqaq6ZK3WYs8ynoqNSMnLEesj
MboyEFhRW8ee4NPKMvQm99p3M2tnEwZDKUv9Nnyp6BV39wU61bROZj2L+xmyS3NwZehiM86E3wZu
dt9vKUp3IrhYhrSxX/O5ke6h8VUq1tqLAm8zJFX3hXq76lZBWQL1zEeANMeAx45NN3/pWVwX01VA
Zw3nMww3Pxu2C8pjww0bE3wAwuN9dSkAPra20OPR91lpHtqxJNrDQZPHdIBPOp0quG/xKgxM3sID
6PT4Xg11JZDiBje9S8qwbC6cRHj1cdGO0ocxxUxdzEhLNEc9HC4h96Zb51yA0ghqZF3NuXxI+2qj
aSWunKxOv5tqjI9OL/OvBTGjDcGN8S4SvXdUpvJvoZgR7hiWdMfvI9ZZ0Kl1NPoJ5kod0iKbRXI7
22PxmMZqUwTJmsvyqDyxbPKEXlVGWX1DXfCpKsQNNLWdnUv/GDldcGjJkDpZV9/w2KDWXHGaLYHN
ZIVqtv7QthCPuHrycNgFHa34IU17+Ax1eJ1PY/la1+o96jogXv74XM0OoFkR6M3g1vLWjtoEbKb/
UIDnWEFffVqGpN6WUb+mVX0RlnG4zobplkLGhqKApLsnLiUgad6u89jZAMPcpqQsVzxPftPsTDrn
EKdbubZq987UzpsuwwtOCdFa0YjC5K33dt5/72t/O9fmeZrC68lkL9FgwJy1wwxzzsue+anf+ja5
TWpyfkK073BXa5A7XtV/y6z6UPrmtCyldxiz7s3P+AHmcF32y8ZNAnxn/CIq9cesRRXOEvFsV9Z9
21m7ZJQ3Q6jpKZfVRRRO362w8VdNHNbXtugeiN4Qu7LK29idUObaK9nSl8fx0GsyuhBWussosG/7
mW54bfWfIShdrz23xWcDEwmScz2yma9n6iE2G+N2vFvq4hWb5Qun8+ng5NHRbx2zDnxOSNyG6Jf7
80OwSg9l+5mBSaLXeksH9yp2nC2y6o7Fd4Rh5H8p+uUyoWaOCTdC3urcnYiy/cJxIy7U197wfXjm
iFr6ZkKCaOOUvpmkg1c2pUezRG+Fyr651B0upVV9Qf84khCCZ1H2m9LEy9auy2eYB9aWMu9+sIJ3
EYFmJSeFUeXTzh6t6RxKrwnSTXxh/XXQuNDQRnt5710ux7TKeN8jMdVqcI/DTOa0tfz14C8OjULe
sn2OIXbVm7ScemU4uK6UKj50KnZ1n1jUL4U6a7aXc2GdVCDI0chsJYg8V6tSUoWznPspyJ6q3Lvr
snHfep7GjbY58Su+ZeUfAc8dbXa3CtDawt/PGzegjVE8NKI79CnBoaDak7N9sNi6W3N8neXz89xO
0VMxgGhMo01gL9dOmAP5A27Uq4tkBMHZiH266APN5YPWEKoJLKzmoMAp6Kq9ZU+XYx8dNCgeNSD8
dvkTVJC1D1RAuvGRpt+DrSjPR1NxAYhmI0c3PYWWvOgbubeIDzmdgP82VGt6U99nt3O39CScveX2
MMerbWyH946J4BwYbnCe8+0qIJHUytyjjNyuC6Nv1SLUzei3N+goRySb16xLPyI2hguP6I3q8+ga
m2E4WdMoiZnXbzoxDv1kuzpYuBo6YcXIxkpussRMG1oN4S3pyWaFvU/gyer8LeeoZ7rgztolBUF7
fP6FoVfeEYyykQuaS1qVzh6UHfRxq7ghdP3gd+0WzDE8oe5KpdGjl3u7ZQrD+yFO0C1EPq5MY61n
2aJzQDgdnTXkcPdiadwLGeBkk2Fz814cEHhgWhU23BjvoYeSZtxmzbMt3kA8uFxa5e4I8Jd7ZA84
cMMF4hancBTKw0Lec44E+Su461VZ7Vsr2NlTGdHX9b4ubvLaCciYebNFb+JGSQm4unl17WTOWlvh
EfOAMHrXY4EHF8E5lUdNOKuaY6bCbayKgztb4kroa123J9iTGPiGM905e+tKdYZarSs3+qiISlgw
6yi7KHYT/SaLiCDquNmEbfzS1Q5XbLfveGTXnBkDz71lvV6RctxMXrYJoC5ty8ARV7aX30dAIorK
35r+vmiCo27Vk2WDuFjKexzvrRvq45lQWkAYFsD1Jjvf0bMbgIzAEAhqJySe7bmczRd4C4orCpTy
u0qWbWziRz1xFE+LzN/JWBDgZO7AurNaeKf296qEximXT4Lra6oy6SqDH889HZ1f4Nx9giaWBuNV
LHnrXcsOuvDvE6qgK5WpbVeRiiWE3a6ARn6MbUX8fPpCY+WqADHSy3njF8uLboo3StLgZAmEazj9
sQVmYxDTLVzobeX1l6Zqr2A/bAMckaZ2n+cl6iG/pC9Zmd+MUq/dobsE+X+dZiK48oCIrbwIEUPn
wOuDKN5CaX8z2r3JPX1dGeD0krgWKz7MU93LIxuJ56ZWO6tmKz7Ub+hpxxmCTjSkBeT02DlG0XSy
QlIFrY/UawuOhPNgP8VRvYFfRf6b/wx09ZlK8RCsSLM/KKt8U7kbblIAnR2JrZVMrRL4swe8q5I7
accOlZ3yvZAlpKWRGQ7zMKijTODtsBF5c2c2lEDIp13hInFXKUdBMzb6oildvpakStbIe18HfgIQ
gVOwn/zuwH7wLe9AuMlEg6WCPcaWtCG2EN6VWfFURUM4vYYco9jKpq4hmU97ieYIJaAyrSN/MxOw
5cc8qDIWhfUAy60sSOuqZjYDIMxUE14dzsFtOF+l3YDNI+28A0oQ3XeJMs4uJVxcX7oZwd59QbD2
CZwu5oBHYzzYupOPW9gUSblO3YIQWgr38hOq1cijkxWWLAdXxkcNJXrc5XnvfTIaBDLcMk73raXy
HFWSDg6EKu8M01Dk9ZmV4Q4onI1Yuq0f6+ZtcmJAt402AlgLighPunLKr1O/wVsIR/uJnXPorukG
MSjCNol5nYPGcHCMI1HsgnJIONUnrBO8R5U+2fM5ddtF+Iir3jkXteO5WqJD3rb8jADSK64IiDG6
3Vc4x90xC2tfrvjZnXk75N2AoF8Bnp1NXX6xM7e/m4i13sg5jwFDSPa8fy1c/mc69F/OXc/fyD38
x3/Fe/tff/7zT9GH87/11+SDtII/+Y60CWFikf2Sbvhbs9oiB+pAUQDv/9fow999N+n+yQ8tDjhU
Si3FSJu/px7w6oiHQmelBn0uPNvBHzLdfuytAqrGeAjcUErCqoHNm/zRnA3brlwGex4OlYfcjfYx
bEKKFNsUDuaOzLi+phRZQ9bw0AB8IGiGeuPzr76wf5IbOCc/fuX7/fImHDD5v3TJbYt28o9volJN
2ots7g8FFcXJMfT+RJlpwByJobjdpBgSU9uMX+2KcQ4700/WoRxVCai/r9KnMifm8NtvSbn4pD+8
p4A8iidtRcTAJRPo/VToDb14lqHKpwOJVO53kamJvXtz3mr2SVu+cnSPb4eqDlLOzXUBxy5R3H8L
+3wQ+Wf52aA5kgGQgGJ2HOM7HJOJDNf75LXxpycV9Ew7K1GJqx5DZw+eUQAr6+fltTD1cELIH75N
tB4JfLhNT02MeSLq0McqvZ/tmpKA7OuuvToHnDi79074ajp0iiLQ39k5AfnwFb2O84Xk3bkI1PE2
LeBybhYrnuatUUr4F1VeA/esywSUXCpbdW2Rs1xW4SRlidWk5vhSxhMPpdqbx2onqmVoWQEXcMb2
go1/kUNx/ghUhI/WBUnIR9J08Nk+RWgdfamddhMSoJxWSSSk2CHxVHSKvJ5tE2OucFV7k08fRWsr
koFB+waUhDILFu0CDCUpMV+S0kPJ7XU+nMqorF9F44/RJmRQEv3Ybkm/YCrwWM3zmq3PpOkGIBwl
vB8vHsZwLwdayKQjrOZot7if6Ow2NemgVSQheGjD6aGaUG8VRUaHzzC7I089gZ4Wk0Tl5Ms9PW8J
PeuvC8pOQ3+xp0+X+xSjTsiNZbMldnt+7HtQTlp3WNpbpA2oamGkeeLYxWTfUDQy36OUsUAsyLP1
UgGtqFYqmoS7iYiGHnst6vI04Qi9TXoZCcSNoz65TEPZpOp8AB99Wz5XXZT0Ox2J7G6JRuebJvRx
DWkbu5sqc/nkJpjOJJ61JQln0qPcmDkQ1ymlZwpLWWR3/DDE5nYV04e2FHQzvn8KVpe221vEknkP
eBBRidZf80PXnA+bBg+gB9Wy1rNcvsLnnNR6WGg/sf0596cDB75fSOP5sel9bgYoaGIPotHovT0S
F9qwQWDTQI2jemQ1I84XRkmNSzIHdr7uufzijF6O27uPS1PE9ik1OIwrTbsZ+hMoGpJE5B8HqreU
QTb1BEd+1UNcRRNo5/x6KEtO2F289A+NPyeIvuAKKT3Sq/0cXKDjS+5zkDKqL4MtW7y6PtKRQX9d
yNM4O0vUmrkl8+CNNPeMPvXYXoDRccQMTY6yAqXTYBDzfmvvRZ37I8ZKnpuSZ3Y2fWcR5/hAenM7
eE3/nojxIRuYCRRYRxoBX/HQRjIFi3U11fa3PiICqi+GyLWv8kBPMLOYBqBm9RSb+TPwRbu2weFs
2QTqnWaIDgztjYnO+3yPeyoFRxiH5YfVkLGEIB3zBRkvBfXc7SodXDWwWZEgio1fzndBP56yoL9I
I/lY4z+DgmIZAUoGE6fP3HzncJiSNV1kbe2apEk3SfrIXvN+yEEwev2WQ015Cublom4mn1siwi12
ydhv5FTLTwSa+RXN/NKWfALlJcyaugCvwA9HEi2WYgv11+2Dmf9OdgrZ9+kgczdOBVh1VXruIzHZ
s/ZS7vxQrstwyld5FXjEgwO+ZWsItpULEyKhAZC3+pLQbrHxdHKXjOLeqpn1gkO76ZfwrlbnCQEp
1PmxNByY5vkLE4y+p5lq7iRJkFVivJeuzK9ajopBycgoyvCMNqkH9tJdA8+xypfLynVvKvuVssFt
kkpQmWanc2l9LPFna8t4bVwaoUWtLtrZmRuyeFl2SRmouxoKLr58KtNnWgBUir3rsCt2Ard8M9DN
QvVqwEax4c03+NycI5J52/XldPScOlrrjudG2bV37HefIo3n0FUXcaDfxxkkvJU1n1FU5VuYw8sb
HSBmB7mpTYJFOiszUafnvAQAC6bQVsfOPSl7cAZYX8toHrpYMBwhUo9E6ncGjsc+Tr36wQnxUWuB
CT5tjSQCsUvtfm05zec5EUNd3ty7yG6hyWcwYhEXWNVSaW2cs4NmbjoxOysRMMMlDO+oR75MHBvO
2wUC8B6alP0s/fIhYsUGpJZsFZF6fhc8HNzm/n1Z0mu/yW5stxK7xHxT+kMm4a7t9FXY9Wg5jdl3
TNM7qYhY9WHK4Pd3Yde+ikleZjXyV0O5MWyiG7KF9PAcCK5fCZCUlHVTOoud9cRgIvT36noIa/OF
eoe1LRrLOVUwJraVNerniEkx7oA2PtDO5ZhaS8CVlkUv+Xwi2YUVGC8h5MsYt28A5U5A887TBqkT
+KfGiU9FEWzarnDXCRMHABNe5DYB+cB9c6z51OXusl2qDOznQsp7tSS7LDyrwin+s0jEU5sXpymI
bwyzEy4WN3yV6KP71NYTZKQ4HnfUaJudMGF7Z6WAifrGtYEBpH11yojeQKMo1ixh+7kOniI7T648
yz/RUoc5bDVPhBuWde+UqyXmz+E2uaSwx3Tf1vZGFdl837pY9rxzFMY+7h6rpveYnTMbZ1WrqHgU
Dr5TFr8uIjxWTfpW2slxpIOyBffvb72aIAf1TwiYlE2YCeEP9t1sdbfocLkARycaOgdjAMT5PDhL
P4d+dk7yE3HiVLbVEhnNJsyo03DPEwVaV3y0MtTDKXo2vmWOQ9uRCQrN5Si6p7BWgNCXcNPNqANV
T7NByOaWPgSYhWm5xHClQBpxDzTsTVcpz3vL5yBMujK/LEskPJpIjzLImDvnpxexhvYaZ0H6YYIY
HlmN2A5M0FqGakPnKd7YLHRB7jKGKAmQd0BiksqwOgGrobKvbFOeaysTuSnGtE3bNia46Ha+/MYH
vPEJu+xBSS88y72nyokHti7qE7Io2qMzoNDFDrp/DSh6ydM98sAlahSA0U5egia5YTsWvNg5xLIJ
wns7RPtqFFdRHKhbipYMLJiWE8tvdQuqsP0WqgyvvohuFDyz1airHWnrter0cyeggiSQtUwchicr
Zm1gH4pKPBx4eOn1SAffDqJu1xkcEq/67DraT8Gr5Y4nMkxsioqmXtcOu7R440AOSYbmMa2mo8zI
l+YA20vbvGeizm+9uLxt0i4D6N4wfiH2iAtk1oeR0xYD3u+TU5BBmCyHC7/WzxWPr7UDt5Gq+ofx
SrPvmU0zhYwjm6rloivlTaPD5LVymKFmsZuBg9JdWo1NTtoAi8Plex9cpFYqDkerhzXf9kDculxd
GiveCpen+VQSHkjUGQF1Bn/addc8F3PbRyu7BSvNmt1m3wUCGFNpBBLBrofgfjdpA71kJiqXrMs4
63lG546zd7uBrWxRtxnzhoAz0H5rRPvoM4vljSJx+ubVBBHPaSB1o/tJfFIdsaH10ZDeMWsB8v7g
DLho7Hdyd111AKGO1NBmtj1Fqpo92KOU/VbOVL0zV3Z5VVVTvpIX4hjAdIk3skPZzsrq4qvfW2A9
CiAnbVRgwTcDrX0mey4nZ8K1WQcITFdW4wQuEnTaDCs9ZxNL41jZCd+lSvJN2AfuexwKdu6qgAe3
9hef9APBJ9hAS8eoyZTw2LA3ztQcqzrUkE9hsSdkdKYsIkbUJ1tSGaq5qhglwv0SJDQuIjxnmlRN
15L56H29C1zsql0bze27Oy+gSC1egcdrkL7ghYIq94nZMTcQrvuxykR+Y8ZQ32ShjpDdJESRa/hv
TbHrFSfm/YLC9NA0Vvg09mTwmcpkBWvEq9y+NKrNZwBVJWG6EXOyWnsLOakVhoJzZAebzus87lFq
gjyeRhgDDNgCy6cw2GZL9bdhbsiPcLPENvRzoe7SIZrZQkX1hNYVhS3VcMuwZrBFIryJYzas6iTj
Wu4xXV7cOpqavYUn/F3CVYBeUyXDncnOWayOTSDt46BKs81ik9JZyWaeMUAzMagNpqx40IXzNUqc
8kQMHLrS5B5nVQp/2wRiuC2AGX5wpw/DmgYR4OTSgoi6tkAmfR1K1kUsb3+CBBmX3xelSBgGE/rd
NWcSouEpKYwIrLmXi3UopxyAcy5Fdmj7ikQ6FYQpW3ddnjWbIXbNtTOQu6C4OUFoz3Ptym3JZvhr
G3pDt86hv4qbJnOK58qOUoYYgI7A6aEKYW/9voMl4PgDeT7V+yHDhaQfvZWTgMfYMap45S2KsVFQ
iEJnPaU0nXdp0qZf8yS1SZ7UUQL4pspJ82H0cGioI+W9TgOwji3hvdrb5tTRrjomodG5iqnmE0Kx
SPZ3kVTYptkwLK+elXsPfkupYlNU0EPW7ejQ7AqhvPUHMbbk0Eq2S49W2iQPbeYXX8t58t6SRuoE
ha5mgBQgB4sEiR7a722qUmsjujL6op3RcG/LWH8WzH0FT5nW4xc4iTCKAssr3lihsn5rcbwJ13lh
uTzLkpndyeip9tvILL3vcUHUeK2diXWPgCdQ+7Z0If1qQX9uOzJIMN3ALY8BdRF5e49Nbh5D0BjM
xMvakCdsnHvVrR8zxEQulB1XAp/3jmgAqBuOWukvQ0FJiZjeb589KmTTjknE+XusvZxYXTuGl/RJ
zLxmiAhkjWHxrTdef6GzPvVsYH9bLPmRtRYgkYAMpDhIRYfstn+OiP864O/YwqJ0P3QHr2A0Ve2D
84mQtvasTfHvlD/OCfD/lxD/20uFvoUlz2RK5f1EAZzSXg12jeSc8Uc2ngQDBOwp+50P9I+vQqfb
DwNEKQa0UFf68QNlCMt2qZfmEGsHErqtCchgK/3Oq/yYdj9/Fg9pid0jyhcVbXX+Wn+FjBNO7jVa
iYYenIOsHA4DU2Vrb7hd3NR9Sjk+PDqhNd/89o/1Tz4b3Rw+G0WWkB35uQX1q1ct2CyUPRTxw+Jz
rLOoQjN/JKvS9z/+MkSxQPwhbtI7OMtrv3qZ2qhwgP5RHdKkTLeBXWVXgzfnp99+lX/yFQI35XKg
Lh94/s+NI5HbiQpAoB0GlUw7xhZR0onkSGYyZK8YJXJlCcYe//aL/uPlTt1R+k5wbvBbxFB//Gih
amserKY72IyUIdGnolXSuQbOidv/TqPqp/b++RLxvAC4pgVBS/r+T40qL3Mjzi/ns1Ah6u/Am9Cf
XKYUMHLDDcXd6ANHWTlV0u2MXar5j99sgAuQZQNfOZANf7pUZDqMFDKpQlhLkV7Au0QLSc3wV+Pg
/9+v4uv66Zbm+6RexQ3tulyZP36d7TJbdtt23cH8wncz/lsc5uUf/yjAGHzb9XkJqX7+KDHnJGZP
Vqwbc8XRHSn1RXWQ5P7olcGqgSxPspsCoQx/ujJ60D+GKGl3iMg4ncKy926GMpuOgLzzw2+/1D9o
5iy6gQOONXC4RFh5f/pxUpxkq2qT7iA5hYJpTmuUoWwycqWwnB6EKyJ3deY4PeG/c3Kb0aI+nMwA
Mas5b7Rw4EM8rd9+V/94vfIbYmWcMTsc1eRPvyWVkt5Jg5QAQRR/pX1NgaHloKi+GT/+Lpl1tCpJ
1/z2a/6MuDg/fgL6za7LM4W5XcFPL2oP1JG9IdCHhtt158YN4dNyHi9sAPsXc9bZd7pTOZmTnohx
QoUiJAJ42SSJfeMwkPIC2GZzni84XRdBjWJvl4513mJNu1Y5+e/c0edL4MernV/LhscM9sNX6mcQ
8lygVXkdd3Ro04wkmF8xSFJj9Tl9BJSTqmvyO7/JPy5XIT+HbfsuSQ88pZ9WYo+dju2l83io+op5
rC3IAemRkDf86b/eyv/pAf7LuRT6Gx7g//wff/m3//5f/vJv//6//9uf//Lv//rrAt753/ybD6j+
5Ls02yz+x1/h4f3fAjSIZa7hQNI55oFM1Y6r5m8FaOdP+H8+OFuyjrhzWPB/dwKF9yc8KhuHkNVZ
2VBn/4gTGAQ/WoGswBZeY2ArcHu0rX3nfCH96pFNvED6xC53ZB4ZLxLXJr4KbXDJpxmsS3UatSAP
S3oEZNoEp2u+mKGbvSZn+isAyDNxGN4A9OEFzmsGLvBMJY6ZRG6RD6v9GkHUGDbMYV0+mPIMtZ+h
m9bbvDMpVf0B4nHxC/24tifGTDtnKHL1Cx/ZyIFiQmDVoNRQXa+ALnBmXChDOzz4Mbj2wS+QZXox
ASnxYImx4MJ4fj6PNGII89hJ86IC3ZoLaWg6bEYmOTG+KyU+asuafs7ozYytaDIhc3wtHX1x+/Q8
+psIHJNRmvNAmWXRNX2PlMHFDAwvee4mlZdehQJ+G+jIAcIendxFrMZB5F9LfNsvlo8BQo/Xw+aH
6Rs+L8xqeW31UJldPIf9dc6xn0h+WMjPumemFw0izSTY0K39I0N1iKuSakCSrqWq6RFD6Fw7TWwz
a8sVtSEURneQKdFpNHMEVmg12aw1Hyk1Ljl5SCArt8+XB84LjBajDB4RimJu5haLSdcbKQvOnc4M
mH5vNYPep5XTf+nSsShXoV8Ft37kE1wZfI5sBMXhDVKbIOpedFB5167VuGKV+kX2rkOt72s/Tg2z
o3ofV7aYRkPePEB5ZXzJgM4GcIZTPlraBmlsmNdORTByp62A8ga+HA+oVvlZdj9rZi/fL2U7pQdq
gWPHjDcRNMduyNp0jXeHlBiHclg2piqktS3RD6CHNiTKqCx1TEbCRj1rXSMlSHwo4iZbL+4Xwvte
avWnvAiZMZsyTancJdhb80b67OY2RBkr+Cc5DMu2CETG0yvDLkt4HwzoFEwPIdztt/IchqNjFGdO
m23K2Y3VumqdpSY+2TIXrnSY2XtiXCnEuy51WgbLzQWt/LYBdnQQ5YSzEIwZeKSxgR+iAD63sXis
64m6SSybvAArK7rsQueTeEnLtp8ZnU5Mi1xkFqentHFkcJ8ilQ5PnLag8M4NIwbf0LIYgJUUY58+
knCZsqu8YogChH/GzZLPtcfreGaYC2pV2E9H4vAMxmiWiiP9OOQOE+XsMHc/ed+CSiKdTLnpuIA8
pEJsgk1Q23Vz502cx5l7bex0lzB+Jd3OZvKGTZPEfYpIqIjmaoiey4bAbFtce7oM1E1BP5EiWzUL
54J+Zh1uRORZcs9gLO8Tmjnj09ycyPjW8kqMfyunfLHVaVnUu5Y4M7UKbyqTw+z0FtM4nYIJPQoC
nb6KmUDOYAe6SOU1k/VYuYCT9PYH83444pZWNKD1SIZfrwcC9snOay0m5vaRAeOAGwSfMyHt1x9r
AeidMub5n6Kl5+mB3EVbXuHcdtlhsnRHXley8hxg2RTJseumAtA1yQPkVK6j6EInyOR7JlhMBJQ7
D4A8I851RNNMUjv1nCShldy5OAIkBVL3wc1AXoGmdGcPfduoZxcaAKFMWELRhiy/Ykb9mbuSKGYo
gXPSn62JvE9MGUmStzP1i0WI11vTruBviGQkIzBbkUVICkS9C3M+aiLWN4t/inHMcpOkfc4v4bbh
to1UUexcMfc3ttdLzM+lCa6TcbE+yBPV7aE0OVDvKQIcwVYxSL9Luw2uc3Oeo1RQtHlJ0HQ/e1J+
0aHDov40s/A+M5zAcJWDOMJTkB1KepkUsMVlB+Taw+v/YBwHlw+iNTdpVWFn0VhpNFrlwrzTVbOY
t3CCQc+QYNwAsr4zSnY2n7vcqbfAA7KcQamjPZyzwYyy0ukR0BjUq6WK5ueJUcDtSZZpjg9dJ/l+
8vQkjqNO5xpPpBYNg5hdB9XIyx1xiG0mTQV4EehjMC+H+jSYHFZhX83Dsqbd0J+nPJXjUymV8z2d
XGDgPtjA+5HeAsCnmQzFOo6YXZgknnf0IxtXPa5FFNJa6KKr0XadDz2QcYNw6DNISdPKoysZZfDL
I3egPF07RX9CywD/KUNTVju6N/U1XUkMJc8zzmMdF+QfR8emHVTZrmuv3arUp7KJUhRTpzR32gZI
t+/TcABR2EYwqSszQ0rCVXKqyzYCswpSyrIfW14+p/dTeUzKHIx9GcUzhO3KDxGoMP5oalmiXB4b
mXZ3qpj9l0zAVwP7qgOKZCkTWyJnTF6Zf+qwmOk5/mKzlvN7z/qsSk+tT8w8bBkc4Dt98bhY1Cp9
C4znTuiMcD0Dlq8mUiUVif4ov25NW700+KAvtA9sII7EQtCMbCZK+20XAzkOz/kTrJAAGl08tls7
1eWT7OnpElPMmVyjVRl0GyanJUedZXUr9q4RFrRed8yg2dr0NFjbGtvEWxjGntzkfmb76xbAx4cd
VbW1m/G178ag6h6bzKuaX/KV8QqaOUck0j7qhk1ArxH1E4qVcdXyeGsUVhYJTgmFS+JBXg8QPsiI
zKm+75k38zUflINk6c+KB7PjtHT46BbzDZU1ZDKgqVgAcLnkC06c/sboW35KV7vpre/6It/HJHog
2YG5uw8c1/pKZ/X/sHfmOpJkaXZ+FWJ0K9h2bRFGcTfzNfY9QjFkRGTavt5rqzQESIA6VWoDEiTQ
AgWCAJ+ph+/AzyqrqzsL7MaUQGAGILqFQmVGZpSH+7X/nv+c76SPRerDNqDzuYXgSVXAEHo+wK+9
5Rv1VV1YvLIoAjJoTHbJm6gV3Rtapv++9KJ4MONanAGx0hLmY6UN7KmoP5EcKFdFKU9g4tWsIHmA
TmnLLr6gBK3ohP0MGztr4U5jCd/kjmEc0Dw6bdt7pgSXtT446G4f5EfququfcarBolO66U+bAgy9
fQCx086hcqgQZDeJlq9BGVthsyU4a412x5vWHGw75P0UfxWij+dTMQ/JK0xb7LYaehm7SCYpBsF5
9kA7KIcq156FxgeIPhaeSafZN2qcdN76oD8JltHYhD/Umjzg0IOdsdaOC4gC0F4X2Ns8jLAyaFq1
mcZm8QKDRWFotE1kH6LCz25qLFaYXls+slt9fZxugHY2QESdanxNiWOe+8zE79KBmp62tPxl3r4b
W+zhmltn0w4IwhRtrChu3Z3o4MIFlmiAqcOLyXeGXY93tl/h5J/zPLopqQ2SdGzRs7DxkDNbppCU
hCXPWpCmWmx96/RkKgNgeRNgH+oI+TTEGnEZWxuvK8aCARismi99TM82BAML4xxVbuBIScNZJVr4
UrH5hEkkMFDNMdW57Ji/pEXflke7t0Z6qwrpoRv4nvtGRtB+AgrTawEYYkT0jFe0p2nJ8kI/qbCU
lHGRj9SiSN/jKJvmr5nqR9KRNIJtCyed72pRyA+roFdpM9fT8OLWkseH7VslFFwftWIdmplTUweo
N2IE7ojApRPoppNa+uHZpXg1vGwaWfa51ArmHLDM2asHIpwikdDsnLa2ea6ZNW/jsoQcSwISrk5v
AZbaFlbr3MYyoe2WvBZDl+4kn3pCVj1os2EhnpjUjwsQC+xWnciohE+kTpN51DWfeer29DbPIw8h
f6gBC05F7FmbbO4tSiJpB3gDqVqAJvAqm54wI3WA8mLxv4vpKqop/tIHaiBcPb+auInTfKAnCHSg
LYtl480lA30Ux/ZHMwms67GohxfVwoHbzJlBm5vqom6DnZ/gb6fMegk7HnBkxbSeDLRsgaht56kp
q23UzZxontC159pWkXMnhUzeO78c3uZljG+oAsmXW4HLBLfOMuJWTIh6aEFP7fuKDVLV7ewrrONw
RRqDp1tHZFrodnRBVA/rm9k7+kkKb8j3EeYFUCLAUPrAE/TzWSt8C6tyXbDSH8fsg3YF/Wtiziwj
CQrjCiqWeLpQWs+5InPAwxRvWeOl8hyz2DlWLu8zCMYflNFwKZmjYnxymq5/noysfYdERVlwxtP5
CZedSalZr/J7WRfk7HELzu3Gaof8OVvwSeLD5K2z7RlUb22w0lfobd5rmTuYY+jAguJoKm94dS1c
hZupbos4WLQYY+DQMri0iI0sDBorefexkwyA1nuyrlSrCLpVwXN/KWWaQpyxsncpffUSr1Dt1XlA
b0nviuyCJAg3Qv51dYd1sHnjelMM28ob+2vR2fLFzzISOQFKdNa/9EMaKx4DXN82EYTqbqPBWnrM
Ic084kTT3jFbWg2r+1S8LKYXa1yATd728+QtGeHwpL/r6nxMNxXjzuU8luU3+E3TMxb95d2dZBGF
3Ojl1z4RcMV4Y5Unt6rItLXFkCmyEBgQN7G03Ww7Sn14KeD+venAYl2CH4rAU2okvbcjYUxJKFxv
Kq/RzfCJLnnlPNJ+0I1XfkZ6bJs1he+d+pJg00qhF99AoCRxSJOR8Zkac8OG04rt7BZTjMaath7E
eoARKkzYOYkNOVH+RUUsnqunWRhXYNPp23V9mtpt0TOt4zXy41DqVvwh88Ho2MAn+TVDsWle9Sri
NSYVoVthlKt6ubdHblNQfRRR7cJRRMssc5ZmYHJsVxAcFz64idNQudjUrtGfeag6YdTS7okT5+eY
UsugGJYmsI1Lf6kIKbe5sr07lGO5/qYp0V8nwKLMUnCyoCFsY1UUy3bs2F2GGPpi8zmFp3sTN95s
EgsWuSq/7zZ+l5j2r62ADBXrb+lkf/zH//ZP//4//PF//sMf//P/+N//9g9/KZP9/JXfdTLnJ8Hc
CmyKN6KHvL0KUd8N8+Inph6x0paBQ7nsffiVX3Qyof9kYOLmRGcRRL/oukaQNW0yf/93tg9CkJwH
qwU6p0zD+31IZfEbCVc3bL4HMqTI/GhzyHk/6mRzI5LYYoO+MSXLfqunsIs0Dk7ruug+2oZw/tSM
5QHHgMGJG1E/02pgNfWsJPNPc+JAP1EoI1qI0w6ng4PN/Mk3i3fMzDSXc7wGzETW+vb+kpbOl8aN
nurOfl2mcsuz3d15Iv1mmc6DPjP18JRZQftkmMyOswSjmEoEObM5vnM179O2AYVKTIjHaWld/HMJ
ZR/e5GxNk2Rt5ROZgoLx3k7++KoMcBYTVor7aUznbRNnPU4y3b2kedTaoApWQRXrJYY+s6fXjq6G
qZGrQ1AuOy82dBhMpX3NNdRn/zFOF343ym2cyCyQqsLXMj96VfQWl4PCNJffJpHFUarzXW59MbR7
GED5CaUF20BK3KXsjTfXN2/NJJv2Q9V+uAkgA19x3Sixa09GdIZ6w1UstrxdVZfvgp7Zfap8ua26
uN1lpo8nSVI8qy+W2vLDWX2M9DAtdUx1VCl0/pO8L6NyaBFhrxxkTqJO01TGZ6m8t0Z2VB64nfle
rzMYY4MrDlxQunOSLZIrAD7aeHQfKzbsEA7K+bJAWtw2pp5tMwtnswF+ZzMXy7H0tIsxlQazZUdn
dA2hTHkgi9OZ/KNvVncJMsBGLj4TfOUwxqXmZSFkxjeKt5SOHdSKiVuBaLonCzAkEz6V2VGr+k1K
LTorHbDS8Tzz2BRPTl8/6EPkYbGflqBIhqcGRwok2vlSjNLYjs3UX+HnaBk2aD3ilUbPS1gapdp8
SJlT6G4hGJYYw7Maay+wzfZeGi3Dihwuld0rOP5VHeod4BoYvbumsnZi/Q4yr/iC6MANl8qMVnFz
5y6OEyG5WoaoCGRkvutz7IR9S4Yem9musfXX3gESgeS2MdBTmZetc4FeSYEOpq/KN947HqAb+oWu
maIfSd3u8poRyJw0JiPxDOqYOF/kTLsZ40Wo2APDe5pwqpt0lZRW3z2MjX7wrISLfmR/xiNNKtwU
nh1Ui21W6xRZSe5jZJWZxbv+tbPiBwy6K4+lHQ4pGl+IdLP3YLkHs22eTELthkXMT4sa51i37hrp
K1MDpKeqQh+mLW7ESR51kODMq92rdAt7M7LAWqu9okPWr3xhNZz0AVffoCz8j5538Gdr34gq2w+8
v5511b0rB+u+UeEfrtcfQpwAOcMdPu/SwXvT+/jDG9rHgdF6w+g14+1EB5N8T5vSX9bEQ+3gEuH7
LIbiiitZsl1sXuha0i/UG/5xMJvlgud3c5IVpsXKd3zgyjWmzSkhDGKkb5wJCTQUfq4YW3QuJ/lz
53XFLsVQxNg+3lsie03TMVRLs6CdDoCJLVDqUdLkm8GYiyNno8lDHMZlLTzmuLJNWHcZDuOGplAG
FwIopr1V+IQILuIcFWmf7toG7TkGXcirltt3syvFAyMN8dZ4LKiiK5CrFk5/tOv5XFrqiAOx46Pm
UDhRJMvGzCX9Y0NKTbV1pnqLU0VLjW31xR4X7K9xAeCAW6hGRiaISuqM/EV3sdOpKz+e37tozPea
WhyPVGj0mcS04mF9ZrfqPvp+hmO4xbNvrs71tF8e+8p9JyxxUQw5H1E2CqCcWmtHzRA9zrjqqjE5
VNTDh2Wrvy8ApPeF69A0QjnyLsr4dHbApGqtn8/UDIlgHLm40KhDfwmOtwMB4a85dwEQUznGPQsg
gDl91rM24QcGBDjK+mjFqRuSWvS+rwx/1+jxUJf8/7elp2z1P/7UqfrPLFHdf63XAlL52z9q/W5+
/bP+ZfSnGrqhOwwJf2uGOX/p0y7Nf5hdfv2y7wOM6/3E4OLSCMlK2tYd89cBhl8hTKbb2MQYHChU
ZRn7p0Wf+RPuBGwWXKhoBKBR9dcBxjJ+WinHwvP4Qth39Pj+jk4IlvE/7KA12rRY0usQO38cXCJo
hWMt52gfF1TaOItC9MNElgzFez4U+9h01iNog9Fvm6buMQW/1TuoJvk9Awy3HuOWKj9uaoPThZEe
fUFENQ4udXeIU5QHbYRR7RduhKTeTcgKtbnlH0JL0jjlmDsSA4q8cZd4Fy4Dft5qD4vdPxo5Lsa2
uGERwmnqZYTS8+tRq+YwGROU7HlreXcm9LDJifAVEgf0bCiOWfXRltaRVRClp0lGZkCYV44hL1SG
pFx6XUs7FCbFLkGXtdwz2sa0WWCCBFnsEH8gCIbqSjNbQQEUsiIJIvlV65o7WrggYHkbr8lbHifp
eRwVaYDlOpodSmM+AT9sNThWoa679/SRkaZ5iZJvvSz3S+W9jImgPGFKn1MDJppoQrsfvohIrYSS
x842PyH/s62zzFtD5wykocqnM+YhLz3zkluEfprEfD3HnRZSG1Bz/yV/5c3qzWAZdoSzYoSzOT6V
BE3Yro0nxxHNi0thHx5mOBUE7rq3IUM1NtGZc9V1nA8pVugNjF4khBhfCjFmM1yvhns0Upsi9UV6
N8totFdor/xGQz6U+ShPdmbv0nZsaQKs669zlDaPpWamj069ZKvp5AKlzA3qYW237aLdz5+p33UC
/fM6mv/v59S/wMNl5Yn/dQvBein6xz8QI/7Lg2X9ku9HiqVTNEMpDPd53Tcx/XBGfb8TgfXFT0CO
l/PGd/kxcm78cqRoxIvXnT4VzKYJqJcM8q9nimb/xOkD8dYzMREQdf19OWLPW/1Gfza24PqEx83J
YsLV4W8D0P3j4ZJ1fUrfW/M0C1u/JQDJZhZ2C8WtvKWZm5K5sE+Jo2iigX3Vjq+Wty9rtbXMaYfc
EzrifrDuJ2tmkswDqlJ8ovJ46kBlj8jvnnanlvtmnnaMnqe6JAAQXdT90G+cKTaerfhkmXeG9qVQ
zsFUXNE7RwV9P2hPtfHZDIzcy7k1D5VrkRl914iU9UuZH6vOJmxgdHzSsauT+WKrD3DX9eied6LA
cryvEf32lTFuvJ5VSe5ZNcmuiPgLeQWYltdZYfkhcYFjwSfLL8XWya4mr7sTy11qpciuDp0UXA7j
YTy1g3aykRfWUgluPOTvcuT2Uqmg7ZEgdLpGIbnpUDCHfUS9vab6fWeWDFzFPhH6ucUIHA1vgzt0
lJnKhQK3FXQbfxJLAPCTXQKlq3WT+8/RilAgYxZaxYofXSCVyIHvX/ZhlpDGquIgGSHrZCuyVduN
Kw2SLJpuzuGovtGXFnjltz6xQnsBRtk9ev5nYgG/d1bsyOLfgZK6olIDrY8bOJkttc3y/pJulcdl
cpwDqViOGd2Ld6uw5ldiI+yUm3LyNZEjuBKoZAKvPV1qT9nY7lpwOfRoHzyqpzeoSdidOZou9TRt
sKbGJ628MO0v+SReHAceGAC+Vxp+8SMGcDdGvwbilzOqN4oqFsN8j/ql2oOg78+OZcsrji8skuKp
Z3YEBwFUkR+y4N4ruE9jDHxoR3zdcfRkUGPEupiAnXh2QPXVEoW7J/K4sV15msVy46sl2afeuWJG
5sU/FjHb3SIW58mejJSnmHVpDXY4D+PORmqejClMlvZcG+i+Wf+VBAfv6Lo7TU4V6nVztHiTUlXy
zcgIG3nl3vbLVefaGZTnAncAMaIJLigxAQQr8i7xWoAyoRiF5a4b5TbhQaBrGo/EctX4fD3eGwO1
fjONHSTF3V7nGTpuM62hURxLTDeR6NGC0SOckN/2folE7LM5pozO8+a91njEg9Nr5oTQzYddORi3
rDG3undvEwDQu5E1GKRkTV5S4nBkBc0STsBVJSHoaqd04FJlBYWW7ir5IWscO2GiP0XJtDHt6Yjo
G9Z25N8YvqyOVGABJVm2mB3ODfejPgNf079NYEqd6pYs7dFMaOWs9HAG9AWfrIOCn8yHSR/v+kns
jaW+JqiIft1tLDtFWa16nDRgAurnKNVOBsJ8VggAXUNAIYzc6dNVRpMD0VKWq/pZZlPojt+05TnV
X0z09qKJ2lsyREFTJ8xF/bgzNZpajkrc5ZIMAEUG/U71twaiiK6DRkArsMd7rrPHRd7WfPjToVOB
k5HUm0pczyjg7jXh5pB1wbYHygsHlgUPLdPUsyWsHrfRhHElbULcA/soc44WFqIm127q/JUE87co
Bn7DcrEfHqYIWLjg0+AtFe+q98odt6QANo1VB+slYp7eFZ2t9N+FZcInDbgAFX7sAs3Hki1Cy8e8
gRY8t3TzLF8j7Rux/80AHrkRd/gD9iq7zTLKqYerQaT+ebGMF0pSeGtX4Avid2POe1w/j+yqoZy6
eii0/KIUagNDE5w6ZZq4oQhS4aQcb7ouB25EHyX6wUZLaLp3k+zAqo+ObDLBnqXjaIk4AJdo00/Q
t1feTH6rlmff+0JIaTOOvMJJtatx9/C+A36kkxxsSd1sJ8ZtinjzaOuWwze3W04L4soy3esJndR7
nYzYrW01D1IRZ46715XJlcTaITfAYddl5RyJdHHGA2VeLjyjswPTTq46kaorJZaWGt+0eJciudFM
TF3ss2/c0n8b+NSmlbpFGFxDL/qr5FnTQcR9A0lLkQJKxUWcy7Ad6GK2albIqCZQn5LrshS3JiV/
sDUImI5jeu6y/KqLyvnNz/StDkELTMLluDhBIzpn1wDivqprFhMGOXdUsn7XLko/MKb1xPWrHD1O
3rVlYmypreS1090CLw9uU2wnAwFc1Itnp0vlHup092jhibLQJrY6xUNfh9E3nw1d5oduIiQ8oILg
yzDzl66Cu02r7AlbzhTEVRQguNvhIGW0l0T4VilmZ9fDwW69j7Ix4rOGOHZ0PJ3FwOiTi2ANeKId
pX+MhKcCODMpRkFOojoVUIJwtm2SwaPkvNqkCam42E+fJNog+I1p57vjrSh8PpHJZTsZj5HGVkPo
sFHr2IWRYDz5M69dZ9/J1In3LGRuhsUbj8ViBvBVn+n94V7Q4vbaTQrcdvMNXD41mrVevbPexb5A
fSKLOKfHIBb5JGR5Y6E61bRab7zEeDRFBJOxP882JiN/eWZohng3feCY8QL+C+ydycJ3Fs4RLPXR
UCyjkU048np6pqo0tHkobS2hqa2jinQXJ30AS/BZr8aXWpjPjdmE7IvgPFfDMSnbm7Lpdlotnzt3
3CddlwRsRLvANHRvh8ngUMdUAcPt59kv3WV9vGwaHaXCYccDRkHTDiXX/yTj5pCmmjpA86AXuT+r
yfG+lZ7fnQvCkwGhgeqpiTRvN8/RFLQCU5XRs8yAj+DjR0wVNIq97Uh1qzSrISol7WvQwtFCi1oC
BlFXUf/AwjMJbcqm3xy7TQSnbNcZW1LYc72RDlC4mqmhIZZXbLCXN8cmdcdANLO7dfrGvKkim4Eo
zeRlNebuvrNn+9brcnbVNFv2TyhWdnJ0lN3c0uhQ4x60Mh7+82DB18BJuM3Hap8vLUlUs4jdgiPU
S8ClpBFOpAjK5cnV6P7jJzH6xaaXeXnKcT8ggyWae+ZTLa9z1tuvGEPoj5OluqDJcOo5wqR4q1gJ
u2Dkl5RuBg9wbqv1LzVvhnDoFZUMCYUG8a73m0GnmcDGJj6o4sLubRStLFdHzkQR2gPFaPlCnG+j
wN/TezjvSw2ggLLi+NZcw2PKmKtLRCVYbfZH5z/k7njGlrg89VU+H5U9QrHM4RTUiWNdWFM03msy
mV5tvvsrJ+GBRAbTCvzMJ8MopXNbL7NHXH6qb/lWoiOWzzu3iIagzCh+rrLuKZ+R+DKfYgtR9gDT
+QaWj340031huMcmol/XL73ohocxiLDEkkE2WRHzoH7OG0u76o26eqcOvHpK3Lq+ECjkfPQyc9PP
Hn9ftcwxZramL7eUXlj0kz1KNx1xJrZ7H78ZTRZhrhUlKGZX2xBFak90G3aBJvJHDE3Ps6FFe5+b
KB9JLd5mXShFhtTfLPUpRksIu0rMD9qS119KPM9P1CFGYc0a9CB1JuXCwOkCTSXambPnPLqVn+zo
fzAPPsEf9OZRy/lxMVvNnpbs/Dy+9TNDbBb6BS/trmUXaA3ZnV04H4DHTl2lnschBR92u7TyNYkf
2pp4tx4N+SV9sMcxS2tGOMM9RGI8QmpJrlXkwwoch4fUW2N9nezX9o7kwp7sB02Rz1v09lKLRi5A
ERAY6hmxP6fp1xaA9xbzP/DJ3L0w2+m+q6ctwZifZ8MD3bDRkWiivEhjBvYi/YjTgb1o5rwYvfuU
DTp5Qipdh0zcRDbXc2ewL7L8W8HPMpiLlNIDqW70jCdxRNAlAHWZhxnF0UIznysxMdpmcXYGXbSN
TVi88eDfFV685Rg8A2RDK7bGW0eAphnUjaIo46Rkz+0Axn1skBsAFPU4D/Zrvd5bTC4psZufMAZ2
m5SWCccZ88sB1xNicsWFybenKUhc3iiOf/KQwe85TBmKO2OhnqOc2TP3lGdp5lOc4uQsU9s8KpVg
w6EWqwHNYsuvmUjawEqi6NiBXg5HnAMwUecK3i0uxSMPWZGi6/uEVzndLvOCHGyeptmevskMdkBb
53wyyhWF11ZB3IHrCOpi7cltY1Yc9AIOFFwMpF7xenOPAix3MS8AaXhNZPc5jJM2btlU6EHJ+zsY
cba+S9XyalvJCTy3RGsaMM4tIOcJCI/kT7Qu6ndNrov07MhpYy8HYTUL9rYlD1uNeoTZ+JoBYSVw
6kLhrRV7b+eVS/HKHp2+YK+Avko1zPH/lZjyr2/f/LdFlf/yhz/+r3/3GzAbFXN/UlVMQe6C6JTP
SpftMP/4J1WFriQfbhsVOqbDL9Fe9auqYlk/kcQjLAGXbZVUUFF/WTTTo7TupsHdkF74+Vd/j077
o0rrUmzmId3aGMZZhjv804+CipwtMIjdgnFqoGXTJ1zWh16lpTcuyeR7t3Omm78QnG6+azX/purL
GyZFJf/+71b5988Kjms6yESUQCElkUilS/I38jDsGZFTUGMDviqyoDNsLZCm9j5Uf1L3/mrkj1Dw
j38XMRaCSJDHcOesMpT7m8yWbsMj8RTnEMZeMzagtDgUM9w3vqVZOEOsdnWaJ+4qNGH3n/RsWSUJ
GtILY1d2zrJ+8NJEYbDeRhxsh9nBYrp1jVF+0hIysd/VlvjgYPN0LwrHaq5cLTK3kTbGTG+1yO97
5QltV3jYygOtdwrrgnhj0R4TTPLFNjGa3g85qYz6YzK6asJdA7dl77gUKBER0bEWHWBjipgqDwOK
Romrj4eTTeZtK0sPLFfEfChvaseB2AOuas4vsyaePnqoGWccKrTOlhDb7Utvid2bGJTJJWNT+lFM
dP5saUYAtSdMieIVRK6/2M42z2IJr2Xx86K+LjI9uqxxMwFZxVxH20ui2MXNJMo6wTQyGnPtXYjS
7SggkBa3fyPRnGTcoM+0vDC8vT/gzRjFK3gaBYEWnELWnsFtUmwykUYFaexHc2mwZG+JDkKrrz0q
5dn/LQ6PBNORYg50TFuLFS4GzrgJphJFctAqscyBP2h7So5f2gSB51LEWlU9eOy+caVRIiTYdGWt
PuhP4AvI/zBCWtiZtkAxLN8HxQbxTe1oLKupJXGAZHW4CiPNSqwdzDi4IWHOEb3Yp6yk/ce9Vqp1
SnmbamXrFlylBDtSWqQjCOng3uy5oS8nEe5y4xLSqOBdrM6e8nrpkUjuIkmByHOccTWQ4dzAtgia
RRvll6LSagIcvvLm+Zb/ABKfAUUtPYbtnHEZ0VA0SU3ZMYY/is3Ih4i5xbfLKuCmTDX7mgpjDdgK
0n0JEnDpntsY+sy+HeRc7poODlPAz9GpAivtfcFaDyUgcNLCyoNFOVl5GPKOFcVkAJPdjW7ZfSxZ
I5dQYYEb9osOj+ipZ9jpcM93po6Jax5UH19TrpCSaTKjklU1r3UdEL8GZde6Hg7gvvaBmOFqVRR4
abHn7yNfkHlAUMRwSsMwoLDSs66RgNgbKCvjBavom7U+R0OMzWmUpaivDKfwLFafECPP0LcSHFeN
PmP+0m2iYfcY6En0Rm27/laog6Rn+FSwodFyYhYQk8m7hLYnIhNfdp7rh2xuBoqCY9xmX/W6oPgB
t+SMF8NxY4ynptG9yx5D8yYny8giBPvAqdHSAURVIUw9Xk4Md1yaQtnlEt+EF1F9OOyiSWlOSXcx
DeRblQ/lsBeWx2CiWFVT1SAx0WxU31QTxWIztUGzdODn0KKB5SMVoOYSMxE9nBMNhrgukGDRxXo4
ah2e8QNRY0ffxaQGuNKgVeihpancv8n9xpcHZuTxgdl+Ld/ig+ztRWv2xj1cQd6+oVYgGT/VdTQh
mAJlYE1v2ZVos9ep0qgw2za+MahLB9NMttGnRUsPMyAZDJ22SXyACmCI5xa8+eaiyjIUEM306Anv
xij5rCzbWQA9CSwCDvvjdGv6SXzFXomC8anWl/vUKAYiMU6DSN96VXvOl8mDqkJAjH1OCQ4vgJ8u
ygDgcT/d864c3WBORGI/jpo5jazPVBFzz7cnn8P61XRJ/+T7rvGB8L7OpFuNO/L3GK0rzQNC+5ZU
w2yar4ZWwbCroAXxaZZxUDYplVVowjpRiLDGD9CPn3FbgXX2toMdRbV8H1oBOzHeWvOg2eMnCE4q
yR7//4z0vTfSZqj563unf/rv//WP//E//eXSaf3935dOprX2Qv4wz/yydFpbeV1CxbrBgokFEl/y
y86Jr7HFOjgRcKbyztH/vHJyseGxX4feYZIvZaxxfs94xJf+OEOY65iF32+NffM/9uk/Dkj14vR2
azh4xtglo+UYEVw9GKp+c/R462293Cw1KE6QH/MHwHfJLbwwJg4PIgvRI7IZCdkA/8E3YmEfHEc2
zi4tcQ6foYJN+rmusvbOdBdaSSCx+P4us3kjbuii0hRppLxMm53sKpM6FaP31RYGDYIWN6sstYK4
iQX3N+qAYLughkCnFhmGOHkUYw6RO8NcrQWToyOrpTHRl22BBZVTxEbXJfdVASJsun1VrkUtk63v
SRNayZ7PXoUDhV1Mb1c87XOgRkbJJe4Kx3alX9nCNSJCCpWpX1Qcti/LUIPnyQtlOECmiuRLrHDs
EP4awN61lXkDMwH309z5dXfVuGIJuiLC2sJh6G3KyO0kqs8iDO3Z4o9YC0Nm646IxtJdoaTW2kvX
ERPFQ+3Hd5hvpddt+UYbbNaV6tsCypFbioTNc2ldV+z+kztdm6HG4/eGnvQ5pSL72raajnqB89ye
AjJ9dnwfJz7Ku9A6u3pt4o7U5IzKsm2safxEKTMsWky6+j1p3fmbKma7XTZFD3o5BOvuXNtzoR8w
RGH0d6yoTHdSiv7So8c3u4b1S/JMk6Z53co0AjTvJFqCK6AyMCjW+viVJFve3BaRk9DMF6vRZS2C
rvjQpj6KgUbroo70cNBtfEYY7fMD0IVhIxRb+I3MJEzxyEyse/zaUm82rguMYIefIiacUTR4rewt
Ib3Sv/TbxOdoh80E4n1tuZEREnQxUdUMFggnCFqFP/YDidYUBPOszHalO1An0/wc2vPZrOiapRYV
uFXU8PrGJQ/IXtiFG052bXpnFY9EDy3bmuZjbFiuDBnKHO3cp05Z7EGMe1SygI46LVOWJScnarD6
tZHqh0AmverA9hOOOLhd3lZHWY8YDEeqEVNuq0FdT3I/KNAl3LUbdwj1xmkuZiqZrrSSjYvC/gJ6
yO/Kq96KeczSmwfVDmmu2w2FNd/PIKa6sBZztwYrh9s4aebrDHtvAAtv0q482fa3Y02f8naSJlMI
IZT4ySDCczCTWvBaVXwkQoYpsl9Dj1HCjrri3qwhzTMOU53XtKYNytVtvsRV7IDQrOxu67naAger
GGlrmfVloQsSfNQM/7G2mqOwKjQ3jy5FxCvLp5MilXmuXZDYVM8OSZSHaQb5763I6W4w20giBX5/
IJGIydLpMzEh7XJJiBTtMKW2aZXGp2nc8rkktvPBqWBbfRjN7cpwnX55DDYIIrw/N6Oe+wVqC1cO
z9hbeqsmtmjGGC9vpmFKqtxAzejq3qeVxNgqhCeS3U2sZeYSRlO31OUxZ7/W19+abkTpAmWWRyxg
AkmLGWUC0E9QALHFe4ADw4osMKmqie5FvzxT0UCEGVmunbhwjsak7B19k4yEm8ka7V3jj5VfYIrl
xSe3rOcPUYzUblwyOooRU0qEY5DWDq9zDXPDbFzoRMrhrLFwaewYEAgj6YpYpkj3kXCjqleSqjMm
X2w/ltWTr/rKeV0Ku84fPMK3GAOwMsIGzVXaXToRrOfQz5MOgmw99lV/0yUTrGj8PnVHC+VYUn5p
sF7gBuR86Vnv4i7OW/dA8S0hyZV3W9d6+Zbww6V+e9I2I69+kIiiOZHi0O5pVZq2VVJgbXXKjKoJ
GpQC3P2sXUz+oEvAyd3JA/x8l1TQZ+dhccgpY3vEUeP12t7vwR250yhfLYtVadmZPntJa+mDYUQP
TfuB8JQuK2M/lX7xBJjWvY7VauLWa92HTyL1wAIFjnzt2kcKe7Tr3mlGRk2TGjSncvZzE3tHvRlx
xRK/Fm/DjESnSEcHJU3ggY7GfeAOUWO99nEW/B/2ziQ5ciTN0idCCgbFtDWDDRzdOTidzg3ESbpj
BhSTAqrn6Bv0qle96U2L1I2qDlEf6FGSESFZUZKLXrRIxYIpmZHuJM1gOrz/ve/BbdCP1eDnK6I/
SF8kYi9JVUPDnuuu7sltx5CMlnbjo6BY+ETi0/niV829sSfsohnEOznbPwNhOY+EZkIyUbBSdswA
vIs4l+1TrcugudK81qfUC19pquqHlzxjJb7khqL697T2xu5GFt1KjLsMecMD8oJPq6vycl91bLbf
sLjT3ZDgKm6zHMlapDdkSkVGLmssv0O+IZEfrHOVXTNyayOck6UF/psdLvEWHhmMW26o9nFWAKYW
xdjeraGWp2Kw6Yfp5qC9DTja2gn96xu/NApJQxciLZix2Vl0U0NAbBPKS6k6gjV5IvQPRXmgV2PN
YhTbHqbUZ4aDgF29ligVVRVVGdOrRKsb1VM68o5WA03UcvBVGMKep9qT0Ys/GzvpF+FydOfTeQfk
N7ymji64nwYT+nAHY+BvnPfX19ryUM+9Sn5HcTSE1Rk8HVEqoAbQsVThiYm2aiPI399VYPPen+E9
YaIumbKZt5EjeX6b4o8Nj7pBnjylRaGvKERxSQoDlyLLV+SAJaz8pzb4xE+jaQc+9JRcIhX99yH6
t0M06ttfHKJ/8V/+9X//y7/9z3/5TzAw/AW/WbkcXFk+NlOPFRsi0WbY+q0Pwv2bQwF6jDCGkQsd
7u/Hav9vIF4gvAS8Y4ETbhmW/1Adre0wjt6ICx0n+S+uzD9jD3XjjQj0dyGQwgNwX6hyzvaPC4rh
T8oj5SXKslb8TYVe6bXFGs3MfJwLLbufaOMwI0YiXy0J9oZQhSbWTfntwOVOMmeudk4A2ZB0MZ3H
O9+mhYzwRABJeIpbWm7jpv7wXpvixE0h/CxI530P5hmbVGVZXKArImSHJSWHz9Jeg2saUq4hO5Jy
MNV9VpF9wRbF8+8ACsBOA1ksyYKluBbwWwn6xTMKxqxX96sl2sGDSFHXjKiyjpZmD2jJPkgzjgGe
4kp91JYZaOheFEkeWGqu2WfQUd9ANjKC85F+rjr0CZZSQrDvZEAqJjBdl9/MNkNRNp2gzvGQh8Nl
B3uZHk4dmBpXDErXodVk7hhc9+kXnGDtG5kiM59hRBbYQAoC7uwFROU5VaUgp8npRPtltNqXWRi9
NeI47smeXBbiVcv2yOyHtTr2J+aDFB/q3TRtMg5OkP5rT0xfkshBUts55Fr5OnnthrpwFr2Pe19r
GoUNcA0XnWEjoMfL89K6hHIF5ZMKW0lBy7ToGidR7sD3CWslfmq7Mp8g/m6oikpk92ttGUG3WSx/
EtrhZtVUhVovetSy9myldmHghvdZywRsjoDFCwHmH9ON7x6L0ap5RdxyfuAIwqkYR4JN7L7yX+hx
InfIRDV68lU+qpPblQRBaRB8q0QEdN4OuYtRNFr+8IZMPSnOshFPBqV0XPkC9y7vhHgPZ9UTYiko
kd2tSBC433zlYAGUni4PXIIwBbsUHdGZqRwnuMuntKfZiE3BSi+aJQJKQRiGGNANTF6sMqLJyA43
XW9HAAgi+xhQIOGdVEORLGcyfWtzUDXpyaHYvj0Hg8z0rk4nuC1eFlP3qei6nG6IdBYMymeDAVDU
wAxoP88U7aiYdzg2ELMdo7uU7qM13/jKg33dN+vUEqzqGz+9JQ/cM462BV8jGsOLp5b4s3eslV8B
lXOLStg7mcJRedGu4PeMGbBBJa94GK8MN1Z1bQPGNZSAx/AOpMuIm5+4nyvCKjSXMC6t3O5SRhax
KFzdKOiUeUNVCNK6sm/wYPvuswcbP3swRMsBb3PjZu8aIrNgguR890WxDZr9BhtOX2rIx83T3Afu
cksnbCCv5soq/ee2K+L6qkXpNe5Ozr0ETZCVsryvt5PgcQVbJu7thlz4Pl+wYZ3sdV2WWynnUF3J
Cq9FslZzyIg/jS2LlWCmM/ZAt9ViP4ieoxsUlpLSkhZT86eSN5Fv44Tg/jiCe/632lpMdpib3qFs
Gg/Ja4PXJU+gR3HazGAgbMXCC4WSFmdRXH3DynR0QwiZodHRtQ6wLNKkAEamWWpnunDacfohFI7t
myWsuNdwtSVPxHV0tT7FFpfTXcoyg5sUzO/8XefCPDCSDac9625ZJGB4ZEHXIyedQ6D6Zry3WypF
t3oBcYdBP6qO3AvVXbCS0eN9z1mUfMgDJb+Oz0mBbN3yk+rd6eimik8zHWocIQuPtxSteiFjnjLz
fWizrmwe/LIo7otqoFiygjbAVdWOWhJSCu2fIhtMWEcIY/4dIvz4ZopofhbMvaE6lDZtkP66vFZZ
BIVgNy1Dg5xRFngTYGhsPXWE0sqzh7V/TOKYrDBhgYKfhKRsaB2wRtXjXdwWoLNQUyp0mLmdUupe
Cl4sa7bxfWapg+IhiHh/4hkYxamYBWfAqhfNTe5CIUoYWZhwD4QC0GY8M/dgahNXlbeTfax/uhJ/
xKmECgNXIEtXBMOopphj7DbGtqIz4rKSZU9yP05Felu1U/WFPHo70LDhsujGqR18risq5UhYrx5x
tdjygLXnRUFEX3nf6lC7/LvAkd9EUKJYL7qVWDWCeuzvUf3ltW8w/ewpywlW3kC33ehnJo+ZBFXt
k9NDjDk4Kt/C9G6xALcowwdoQ8OYEDEnk+fIjIow2aQ/O0Lg4a6NMgP3ZRqXE8rWuJwDTzVkHKOc
dkDfmRuuXCFkhmKlxXc3sOfEHO2cNdwLR0mALp7qTl6PGrUL6Q4kSlmPdbHHLVToo/CzkIejjXmU
fEIoDNhSWatDRRCzRvON9B21a/pbj72pPORVuTlFps7j4RKWnV1GmIoDzBWjxEPgrf64z/M5/EKl
0Cz3rg7pP2Z6N+V7nlzv3FljzPa8sp7BjpmX5pCXeuKrRXSgkfYU7gTlCNg+3WJEm3fNEJwhB8g+
KaSt2gTOvkVFohppL+VGEJ5WHxxmMpUyenQ7wC90RWtMDFyHEeXKonyt2ZnbPc3eLGcN1eufGRtQ
uQJnwfuipPEimjpqPEGytF9KPANjQvGUpkKAV+OVEw0DwSWc1m81ksyrQ8InZ0d2F15iQF7bY+xZ
j1y/82dT9fE7iI+F2QHHA8KqNPfCc+81ZjuQczbbZh5dwGXm56lqZMNre9gKHrnQUkVJsrnh2BAt
hud+bVCNiLS1h6ZwLP+BBnrcBkQIibNZmcQfBlV0pIoFlaKhfQDsOOj5gAAldHbB7MGSFyaLFm63
wsmCfbQ48bOKy+4T7koszhFOKlZ35L1PLhCPaF+yXRcHRIr5cxoSIz2t2EiL/TpxuEKVy1quogWl
mkDUWZuGqUt7YpDd7GHmdxpgaIrquYOQHv93ikki8AfdjIG5IPrcHqt1zdNjVuUUXaAsy/NYgcRJ
Fhgh5mQyk7a3MAL0NzVArz/5Spmf3hCCYhJjEa10yDO1ux7XKFi3Z89cB6Sa30naW1+r1M0eM50R
c4ymhW4dwCpksN1a/2hsCpYSw4P5LV2tuDkuxvKuMWOMajdp+Do7/sfirNbRfPeGOfLxk1mCFsbU
s3hGIxs/2ahtiUecqRed32N4W6MokYNaWUz2Sw3mDOLMUF55az+5h77o00sbD78HDElNyICmeF8y
zJE7U4zNwzjU/Uus1vI9m1aigLbCsMog3yNauRBlhIgwtF+oq9Y/SNvJz+VS4KGPjB0/DmFcXfaY
YL9zfE15/5xleGNXHu46GRBuVR29hZx/ZPlU+IXz0x20eYi73pwZ4Xb8xL3lvihoTvdwC2hiB1mG
91TnOIrEOGE5EWMWv0KIyL7qsPa/hzN2TGolx/ZVUjNe7+dKx9eTF3C+SomB4m2MBxAbPCk3K1gz
wSgV/vmu9JYJy/FUG9oobLeeN45YRLuJbgwFFCX4dTSIpQGmE8rXAGfWQHOkRESYhlk+Zta6nCmB
xgHcZmv0eYBvhffXHWgpoK47fgDv52+Yc6MvHJb8bMuFgIuSGQUtGBS2VjQW7mxP107IgckbVXco
Re0PB1BGFnUaiqRFz9yqOjA5DYod0jS9oAPD4B/SHYcXYZUjXQgLYKbDksMt2wl3sr6ma7O8BSDI
HktWDJh600Sza8Eh/4umTp7ksSnn7hhPgTkbk3ocFuouZjiVjVa6T7FhAhz06UHZVRIJf5em9tCd
JQoCE+JFY+4qnKFCe7OqKT6TVvM4MPfIgDsTcp7e4xAGd+93QpJB0SIib19L6zElZIGGaAl5yR9J
QVvSYoEulWsLSlOLH9OptuLSbOq1uKEepEUKig0ezd6qSa0KKly+Bo4YHTx5Cpt9pDix79XUSHcH
h5LNfbNN/VhXFcSHdOG8m7jRIDiy6pidxQq88juMdwpcEOHZfOSk7BcsUtwAVS7HgNWhYVYQpeEU
4Tbnmx6KZfWeeZ/lZ6cq/G+wzhnizTNUERIw9XM6ubNLOUw8RQfgG/lT3mR9dAyNlRukb1SVhBuY
MPu2SpcfZjMb8CM5BOzl2E/ZkY/LfE5Re/1DilyIgguwiXojYi/EDLnqdUm0Ci6QKJ663dMoukWi
e+rBjmJdGp2otOdiOboNxDHK7V15juyGcgDqr2xaHCiksugKYq05jn5dIh4V2cpbg6M8T2ocGvI0
6pVZs4Mp+FiWAv3fD6aVWwdEGRzQwsIrV7u0H9xa/jQiDSHQ3YRrqdxjmUVOt+9XK8Wq5rOUJdOs
Q8LoiiTJcW4Zsu1D/BnjoSL3iAcYyhK16R54mcSzMq6k4WLQgjqvY5tCyZ+oEu0CVZ4aU6Voul23
wf+8JmgvpqiO4DbiNy0PpYLLQ0Mv8EiQe2mMe5Gdxdv53tq2Jw4z4yM1s111mQZ2RMy4lhVLRuXQ
fVBLySqrMt+/jU3jMdnNFut+bTjansYBoBNz87mKb2bdkUd0sohfrVri+L0cLInXLtzuw8x5ZXqU
3DZw2QAr0tSZO31xrsWkvvR1hY7KGCHGrh8zorl0czvOvthxP9kHWVQLxgVd1xxgc6Zp4BXg1WEg
sOGYmZFekCRcBwFzLWMbAp5UxN2px5STH4dAEcaqVVRucdCa51cQ7QdyWQNBTbgS0lmrqAIW+2FW
KOsqr2cCalh70kvm1Gh7Y1NXUB97em0u3DDPwnPGxtzd0rU9lGdi7BJiZIP4dmb/LzI+3xtVEpCJ
ni7kB21y/CBPTv32b6cPImVE3Mjeu7hEps8csxcYdEHcu++IqZTby8Bum1vQUabd21ZW92BzoPrv
nLoxJbiMjYopPwiZ/IBVd6yGbMCM80HRnGZ/GkDrMgSjMw7QZmkvxjlhJGnjZOqs2LsEUcrZZzLk
8z/N3NXrWyss6LRfTS+xM2sNYDH2tZiT7IP1aZmN+4nzFWeWcnn670bwtkVS1VXqH2VUhk5i0f7X
nYSd4n5KYnCyaEh4RKOjwhWzXCz0Vi2ftNS2ukX+n5srhzWivos7ORSPadjXEEyKVC3fFPWbLQ53
x5jwHnt7ml+D/gSDqpdqXI9Ks8TjGBk+AlFlvV9ctM6jRxghfZx/kVXbaC7ZjucewbfnijtwTUc5
OfBA4epZIUih0evczNfVxNxj3/zCuH4gXbnDSyxMDUVGZxfovnNw6wkEbFwbTKkjHXHjIQjauHyt
JDPQKGwauowp8oEr50bdmmhe4uYYYcSbrgdv1BM7KkbZE1hxTx9MPy/yFHgNt0ya0ygZ8j4Atq4T
xgycRGHbh2VhsgdpD8brYZwgue2ZywTyoqiaebxgg5950nymr/e9J/Lyfg5b9G0PUmZzCiuvd47+
gnODAM8HdPcDwIv3GRivF6/eNaaMWScADsH1klGEbahcb7inJqX8TkmYb+3kKPE26Q/k7/CB/0VN
J+sdyHq8jTY+MLX2TYPnqJ5fIuAxJ5pKwKC6H1hhZlEghlt+4u7QbeThjKkRtplWaLwndgrBxJSr
YL4CFuUcmEg+BjTirEgADlBj5EcS4CWCIIbwKmyjffEBQRaFqT8jD0AC88FUXiC9wVcDTRpQ0jeW
lF+va0dnEZOB24JpmD5aXHSfAe3ET5ReEHwwTKFsUnZdSKZaVK/6A9rclxFDpPQD5owBT106wiFV
Vrm8zqyWG/q5+sBAk1sgkSEGoL6J28TxS20x9tgZJ+C04nzApK0SoN9uCLvxnQ8/uOk4HEBPKzWC
oR6KDUmtNzo1+jtWPxkMEFs5wa8cRSu1zAxJyqyayxs+TJuXWlMGCJpezsVcn4puGDlIdTY3Z2iv
bZ4FSWCRCFl39KJybzulswNpeOIpWW5Rt8rsEeweR4vPgxN03u1oObGysmRuRCWPVdzI6WgHs49W
a/nZKB8YQJp65yMoUfnGxGJ5myPjbnNB4LDZkOSDjZMZQw6G9l07r3b76EDT6Q+RtwZkKwJK1BL4
eS3uiE4PdkqsQ8y9rndj7kphHUWQInXmKsd3r7Cpz+wAdHae69ADFKP6LpCX3AWVOYiKCxwQ0hlV
/CRax4+GUzmFxvlOJCtW9zU0ougsckrmebODLLxvK1uvP0Z8Q5xQh3rmVnm1gE/uTggDNleYps98
dh4uyDnLRSWXaH7L41wtdGgN3OwGL7SVQ3rIgSeLTtfQKUVwy3XBG4BO1P1rWg46fZncoJofq5RZ
PVkaO+WWQIV7gDCGv3GcSr0jmeAL3BF1Pj76mSFRbFw3yt/dwlpI0rB4r8FDKGMO3zE8SwnEZ4oL
Fw0TgOmnjEeju2dDSplzN0MpZcI2OZHHpTS9ZJz+ZcidFWQMgWQSMNEc3tpMvFDCQhf10sJ6ztW/
B3LuWjMtXNnQXKQ4ZnrcMkR2kylfMYAsa17/sHXa/5CUwT6BhEPpKZbebg9eLzgeFj04VBbXtZSw
SStw0zEtQtaFANi8tRlN4XUop8G5xNiwdrtFRum4XxwBSnH12miFnVM4GIozyTnZ4R7OKoYX9oGe
YkJAYEuXCSY0JZoEM0XOGbavIk5FVJw3SRTHlcu1zBldrHCoSchDdv9MxiR/t8h2xlt1sPWABZNO
S1CKoCY0ChOsGSxrzE/XLv+sXP4m+gKt6QaZiBbihYAIX7upoDQUU+Dn1u0oM0P+h0Mz0Ae17qp8
qd+7qF2fRhMvVlLUEVYYZTFsZl0ZpeGjnRY/HVRQfoUwJ3DSDPDj9yiYMOiYXmSEbhiwv/X0/TKp
dT1CTREICOdQ6mV4BrZI0jOqlXtfLtOqEmfSzhvXtOxYhHV1X7XYI/dLhAMBG2iPKQX8J527fqiS
acKVh5C+zVYctZRRYkti1suIn3HH08xtfKXtA2ypNOFLR+EVDpTMHX6ocN7CxhQ13enQnrJDZEIe
M2XTclTx/N+nbRjhf0Vivyd4XHUJl7z8x8QR8R45hFdHTcPyMFEUhxhI0AHOjzX6n60iky0/3Jqy
6pZ8kqmgbcoCe2s0a1ymxYYgtrrlK8CtgDuGFOYmDgtsS8NqOGBaMuUkalTJrXHJkf620i67ouyW
MgA8z0P03SpikBmdLZufm2vghwJ7gzlT2onuWSiuwYmzfcMHptwVtyYLjqJDmGA9hMZvgtOwTqDz
oPYvll4eIe7G+UVcW5QEYA0isuI6fbmQrAuXmzW28KzQj1v+4B5V+Ly62KixNS/WoU1tPylVFLj7
oZXWeuEWIur3BOyLn36LHXNPJo9xjQ/LCX3EKzknlwtZw6SUdsiaUleiTAoR9OJgoZI4h4HVL78c
5qzjiLylJDvMH1ww7Qp/VM/aaO9Mz+w9y2pCaF1ZgCgg7kOZYcyyJHbSAs28YxYGPB2FZnP1RgNX
TjmAdeGhDIKHdPHsp4jMkjk2xsvvPOwcPEWlIXICrLV4r1jckUOWaJLoOIrrODIG3tpBblWTa79+
cfgkiZ1KnfEWQyt4zjDorDt4n0WBLt5p8kvjxNRrpvzrcRBOOiPYenQRe8NWOdjHDEFuORJGd5I2
S1LxINA3aX6Me5KgthOeTdAEdoLzPH+O+xUMZqO84GyIOcljFKEMAyag02w3BbqhMlqVc3PB3c99
4OYWXgIty8RhFKW/JnYqCfgMK3O5natKx+zLoDXYZHv8Dd9G0000NVJXurObWr2HAgbEfTCNU5y4
9iYAI8MwCIqibr7HJhdbV1T5ebdT7K/hrheQXrBN2XdEdCqyk1IMxfXIz3cN55qK2GVOzZNg7CT3
bHUeli7VkkaVVGljRqcufTda9oDROHTyewXE7jsdHD0d3XY/PoHmzLBzybp7+++Z/K+Z/G+0pr8k
Tj58b7Pfm1v//md+DeNDIjs2NlJ7i9jYDA+Ydf8axm8QJ9/Zmldsl7OOvf2b/0A1OX9j8mjzT7CN
250t3fJbBAhUEyL0lqDhyfWC0PmnOlkYV/5hFP8L1RR5hB7+6G1dGFFz+SgYMLrrsypmBrMoO6dp
SJ1TleV0mArdHMiRtpdIsFtEeGUe39oTNPdiOPHbzNjC6vp6c5ckPUUryYdNpfXal6LpqJ8Qtrns
8Wx/H+hRuCistDk6vqH3G3rVbojG4LwKUhTG8VckuxHyMdNa4D/FG/0YwxFSrbzluq44GMeAKuNF
33h21wArphpXMljsd2SUllcKB+3LuSXuLirLvmx50Lc7NmwoMFiXkhjjIeqJRGOYcNkmG5JB+KFK
ymZxJnBCiYK7uCLGuoZdgOpF2XzT+ZJcOxKNXgx3jHnJD6mTDpwSmmbP5518gONDdVTyq1XG00OX
CxLobq+fCsqOUWhz/SP04vkYD5S366hd9mAcYWKOJGdY7N1DzJVlH9Typ8VBe2cpuEh4nvlxgpmV
vAsVoCxmc0zI97PvdEfUiOIxqxlMh7jogr0TUqzuDhnTCT8/5F5Lxn+O+SV6pznPCMBnyx1wZU0m
e+di2bzUJadXnP76FHSLufFdDSV9GtZrQkYEHMPOYiVUUEji4twG7nO00oPijLne+4K2TjkxU2fI
VR81N/lLlrxN1ePidJzZZU/Osj7mfXnCiD/smq5qT0yKb4JqVXt/IKNMftg61wCcG17vkxey2mWZ
/WgQ5APixxekVhCSQSXvNGZq3HwwL3uFOsYRLzv3jXvXBN6MqL0M1zPz67tgmHxyR+irADvjl9Ej
YtRJbGHZCiMSqIw4Iz/KJwbh8kGRygDXMIdXnP4CjyQqW6FjNrbvsi6kk4uBu9I4n0JD17sgz4HE
4tZf/1+tk//fEKe2qq+/MC393//zr//rfwCd+v36uP2RXyujEwDUjXAahbEfhuQPWWd/rYww7AgJ
4uMH/uJGxCdBQf22MmJFwm7jMa6CfgZ01+Wv+21ldP6GpYnF1HZosmLpdMU/4/7/U1bRsz3XpZkw
dDA+0Wnm/Cmr2FUjTFrJddGesV9gDb3qvUUhGBj9i0T2n2YV/5xU/PWd+Ea8GiS8NsDx71uxJodD
dgoZqG4jGpXz3i8ZWdsFMaDQfqUNkEXrd+/CP4hh4uT6nfsq/PjVAuEFAYg+14cw/MdviNa15CIu
kzynKxy6C2fbEsfJTx2RDKjHzTiChCFo/qGK4Omvv/c/elkDf2sgY2LPy/unlzVdnAIOAW5Mu7CB
tnLC0SfhgO+FJ1Fl9X/x0v6j78Y+ygMkXLbReNv8flc4xqBwajkeJRJhHrcWpC2Ug2W7bS3YRNR/
EW/9R68rp0V+NRcqnrA3gNnvvhuY8nzpaoA5YQlpieNYMlUhdofS52YcMmij7Phz5fLlr1/T7QH5
u5vu4/3kcBEKH6+qE/Df//h9VeBXklstRTwO22lParCaAs6l3htudXqGCar+808Q6RyOLTAjfTfw
//S6ui1l8NHQJA5XcIOGGsbnqqddsArNyOCicq65laAtZst889e/ayC23+YPv63wBGd2auz4Spvd
n54gcN6dWCv3qCaLvhvGI3QO8/Yz8pxZTt6X0E1v8o+enDB16cxxpjy4yNPZfiS1SNJvCbd+nd4P
9L223BqUvkMBjzMZ9cUnVIjZvRiU2a7+G9xsK+6BVZBh3nLm9nUZOJoBVHTFZysOhvW0uqPTfBE1
hTE7tvkR5+K4Zt0BKgUpzmBNFaE26tg+iaVU9znj0TWhUwgCFY8F4/qhhgdSZ1JeWm5Hqqcq69Sh
BA704q4W2HMP6wDaGJxWOIOVLTo57jGidd1VRDYOiP864Hk4uszWaXwOG6rHnX2nS+KbWgqSn5BD
bK7sjISYvWN/xxygluYdktn6zNikCE6FU1TQ5AToDxVL/7iIAZyBzNHZYHaYLTfUxoASvI1Fg8WM
2VeuYVGdJZL1RuZs66cIZhJNPHVoXlTnFyA2t1Q8GTzpAXQYSw4wqVUzvBu66iUD5oDpkiOxm8Qo
MV8W6QhODMBHMFBYAb0iwJ6ZfI8uKj1mvwyeL3ZLWjjGSFzYOGLAvKkJKnoUl++0H9DgQE6iNAcX
9Ntl4JcKFnInlHjyQOMhrK1Z1V6QgqFOfEve6m9lVzDRXLTynefYy5EBUVTGsLn18T7oHWll8s2H
ch3b/KniJgUDh/0iTZN1kpm841pnW1e6RyVCUJ7RhdNdpUTVP1sfRmnEP0zTqnMBOW/ksL5CKyXu
0H+qcKZzRBIAvY751KAA1AVzxr3TrcHCWvhhAdf2FFX3UB6K/LKxF+atOaZ7fCT0BWMFL+hfD2Ga
AnzPaKSSvvVMFQJG/529WtNmR/pleY+04+tvblbU+joKBxfHRO/h/Jk+rPMg4Oie2yJqhFt3QzDR
bs4bxPty62Bfz97s2eqcBxGtqXeMuFIz5Ze9RXrGR1pcns0WqNzJGONJ4vqDSL/x+RqQtGebhLMO
J8JNzdSFP+d6w1WVU0VzuHbMwscxjrb89IQXAjssqJMm7BE27MxD1/botMCjFQj9nKt4edTr6hOn
wcMEk0yaPNoVaWs94EhZnlH9+vtZsFPvoYzm0MxjJbFtMjG64RIRfGNonjKwdPxqT84NdV5bJZIZ
+Qhxa8txxjXWQXflxIjWuGsYy+fXKOUdn75SOw954JgvjVfrN8tZne/xUNXfPFaRt96NUet6fqbp
ANmx/pyBiXodRjiGlU5x2rupryhHH+bpuEYcZXGn6ZSiyiaw7gLo1x6HfN97y6D8gjtJW/FA45Hs
AZPFvJ6oJ8sTxcisO/Qh0ZeTkhGCyZ9zMWHciKkCW0S2Z4rSjTiYbN289IVHpxe9G8xV2wsl2vKb
Q2aDv5GA2LtevUziVgBzcKi6tEjiXFQZlj1qcUzcd/m+nyuGnI1fptberBydpe2jsQQT/7HLxzxt
kwUj2VOVddAUF2YwNPz0LhawvA3aiPO8AX9nidQwXPEkCOvIrXjjOEkzy9Kp110uMdgIPLVO8Wj5
LaOsVDAdo05D+c8yqhx7F4N0CZIBRBcPex+H9xMTcWxkUZ/yvAvRvIyqHOODjQLbHEUJaZ/AR25N
B98zCL4N9oHuKi017Xp0WKXop1YOt29wMn2TjrQG7mw3zO7xDIGBb/i1LiImofknHN/AxpsxzhmU
8+dqqAduq/VnOcyMKT1nllAVm9k1OyPWcLncvMzBaTNvBUfAWF0KqFYykwc5g3Dm9nVx400Vw8J4
iS1zRB+oiTqX+OcegNEAl2j7YAD8ZGkEuWYZvSwR5UI/gtUHa32AkEXXN6XcEUbIEek6+wEoKou/
ZDLMsuvcpn7maHIT16cwpNL9aipr7OGuXOv8HROGGq6Hnm6gXVhEAoNLjyk2AX669J8rOUlxxZob
FnwQO4k+mYFqPBNCG+Ub6K7qelO/rUPKeXDBEm7Zdgu8TDbiht/LmOdxjrApTFmaabYTAQfrvirT
2f2kQiY8h4guguHESWVQUGpcW1/mtinrY2/FBVfJbPH67JVREmQcFgIBA2CcNfQjtShwg5SpNkVC
1r146CKbAlbJ0keeSrlfMopgf+ZUTNxDuiuu8KuDAZw7y3onyDeenYhyGRqusA+dypVupr2jg+2T
R2in3qkhCzUOWb7VsfJ9RPo4yoarLmKcjcGiQYIcDU2Qe0wb5A7pMeqGBJ0/fFPIB/2etM54corJ
8g8raMJvdDSKpyJo4dhbyxC9jRpoJ20KY/+65GzlB2JyvUdxgpM158yOyLota5s+BbVOoVR3Gff4
I3ff9dkLvBWxnTDtlccQYXu/F1Mz08f18kmbGghhFRYSl2OQRmtChe58HdMMZW6WsnWcB6D60dOY
bXmKSIaROYyw+SmpMItymeeUyPIL3RXdg6KMKbowNIuHCVgkjGh95YTNpQqFam7IQWKvIWo1NV+L
ITPBM4v3XLEjd8QdHZmSvF3WOHzPnMh/BhsYf/enwLrNKN3jnZwC5xYrN64bqqb02bcLSYUu5qMA
3CmDweOUdaAi12AlQ2EwNw9Jm1pFse/YmMwerAFkqcp2fHkWrPIkVPn4gBOp9fayMk1W+zHo3XKf
dSp7IYasb3AoMUlUisMPc+ncenFl4N7guGB20QMSoAkPq3oL2jQw70ix43VXEcG46VuiivuK9KR1
DPyJ2hOryaLh68LkyjriZvSC1zXSMZ0iFlRRKBO8OadpxjWGTQlr0CV132t1uVoRCycHjD495pUe
s6NFJBMjGNlL/6ofMFE+Fj5ttNf4AlR+ZTMMwCfGfFJ6h2bGL7Mrc44S+wzA07jHNcHVCKkcF1iC
ZUU8C9aqFJTVBLzUQ6OqkXKpE8SaXqc5B7UxuyS/Hnr7ibTca+gYuHhZ6GoOpLG+MVpFw2FI2Yo4
6TRVfCStoYnyTRXLMKoHPjEadz0MXhIWX/COhxIwLORCMYAYD70s/Vl6nRpOboAJJ7GLvCi/NjHT
JsylvHzRW0zPbX2oecSeAj/sXi1wvPw6iEsD1rGQBhc6s+zvHZWu5hJbe1gkJbXoP9VaF7cTCdBv
Y0/Pmcn92FvuC0yLoEQwNsT7sS24P03L5B+pVtUnE0JzO4flmN+2RVW+oLa2X30nHEjrEHcNkrlQ
7NqRyooXBtrgUBGrciaDtifhJUfRz8B0GEEsKnCPeFUHTOa6xGtYLfj9AjGJ5horhP6UD9BTQP+A
lNlpXWVVUsmVj/soGMS6jqJ0sJg18rwaOuJGHI1pKa670f1O+bL5WgcRvmcy3MX7v7N37jqSM2l6
vhVBPgckI3gCVmskM7POp67qrup2iK7qKp7PZ1qCDGGxciRAgGTKWEmOAMmQsY5uSDO6Bz1R/+xO
Z1ZNpXoAGQKEXWNm/u4/kmQwGPF97/u8Lslw5A8Wtckz1K3xIqrrFrhfWrvf+8irbz1Za9aKR68f
d0aZlJuORLLrOKfXwwe/0Y8X6pRs97xw7EBLGtpjNFr1yVAVyBimEYgO+F5Hp8I4p9l3CljetRwR
+0if7M6BwEq+5dGJaFO3pQelMi11QPRihfCAoD9UwPUGeTBmKJvDBYocGj0h2dCEZAa6ystMglY8
lCpEs1JxmlIFa7IjI2OTjSjIkYbgzdnpvWRLEzY9t1QwJ/IiupaGHK3ZJyyaLrlZEaZE01cLv7Fc
ke7pCYI+x8DIiRSiQHoavyaBtmZg3wO/bW/acVnuutfMUDLGO9rX4USW6NwTK2q9JoxWjUobjZJI
3OFOoQFYSY5bZ0k0SdKHXnNK29fM0pocKEnaHHwd+LsqClPyZcxNtKB+L15zT18zUCVbp7tuVMmo
5IJWl/prXqrxmp1aCBWjCiUFo81ruurrifb/Aoj+/zV2mmnR0fjz5cHf/4t///v/+vdv8Wmvf+23
EiH4NBMzIid9KnoeZYR/LBEaBkldtkMV0LUMye7pTyVCjcKiR90AoZ8gCFSdNP+xRgihhn/mSQHa
A7yHLaX1lxcJXcMS6v9sFzgIIDcKmdQqfqr4kMXkGbOJVMgeGuOmnbpvrWGVGzt1zQOVLNvcrXsw
FsZlD2CtANRGcM0bWlvdGPTOyVXiUOGutB57y0ibHQh1Pml+R0QxEHQCpf1a9valPmQkTtvTeOvk
QfG9wq53CXoCsQAmxBM3t9LjQWLPS0xYiVlkPtOXlsdVNd3TvRanbd9q13Fvdmtpe+Z1mgXyq5hD
ly1ZeRkZmrdC2uAB1hye5wasEoIu8URWH0yUIHygGcx7b0OPYmHNUVbTZ+KILtFk2H4w2MMVqFSk
E3X3HIgA+KphOY+uFSHA8GjE4OVrV3JKIP5yoAnKemAjQWmDrk4jN0HRFz9mF7Q4/TZBJ7epxHqe
4/q2gdWRrCspvWjDYctpcdl34fMSYs9eiykkU9xsy3UqUN8ig8FSoTXdbQ7jPjWQcIdapt+COxCR
4R6XOfROey0U6wK+qKcpO9QwlTNbf2dytfEBXRmWP4LQyVP0RspSV40nvOuBOhGMNWWEIauSkGqi
k8R3hJyg2vEOUr5wMQ/6suxm4nzaTvsKBc2moBCUP3qaX5+MfvbQN+Mfl8hGKXOAQMZ/1y21DQ++
yi3qT5HJPTdGVOGnViSch7ksPCykdN2JChv1CQ1OY4dbA3IKXe6h/YwHFA3ZiErdPpVLS08Ytj4a
Ihk1nBpI7aQnNht6fA8jIOlOMdmCEUUUwHQL69zxCLbVpb3CQZxyxAGEaW3CHB0W6H3y3MEiWCDa
EYxZuEbqMDp1wFmRHjAn7ODSpSm+sAOcuy3X0N0lfAo9gltnmCSx3tsv7uSW83ohS4rRujFF2uvS
0SKumXMRfRrHpqOjt6ZciVmPIIqmjrhvk4GcdtLXHco7eaE9D3wx0XzEmfmDZBVtOfKc1rvvhKNh
UgJOxTYQRabmw0jQEP9GjXe60I0nW9mR6DrEEFutjwGVmVsCp3siXC+7QlVQN+ukdad664xOXlMZ
UrB9MXT1j4XYYiXhCtJyoxXEQa9HGKGQlhtZDyjPvLkLb9punFkXWJTmqiVvCb7BWu+i8avMFGmn
yLXplEJaivvfZk+woi+qfFNaZtQofNHfndbwS8pjp+vy73Yi0oe5iQjCygT4jC1cGG4OWzIdeRwY
eVLBglRXYvp4CjhHO+ENQVruE3MCxVIFqJqbS5yUqgokdHWROJJKBZ5GbjozJUk1wdEcb3DUsJow
ffKv6aJrt4i+QFWPRC5fLYaccStA/AOGkEyLeeSVzBk2mOF4g6bMdhCY2RAuqDCi9Zql6Aj+7fvP
LXw754QNOYhBVjCrhdOhcX5EQaQ6jmMZrcqJrFFlhiNkOI6JACywtx13+WDXK62USACFPpjJtT4A
6XFES4MzKgfk41EJmX5F0IR2HbJxftCnoA8fROKJH5Nh9U9G1mWfcEvmgrwzTkS+ow3xQk/bodgK
sy2U29oSkQa3xyFU18yTTY0t8zqoIKevQBFH9caw8ng5Lvuw+USjgQjoyqA3Q2+6Cl9SkYcEhOXK
PLE0dTWpBI8h3TRdBj9Gz6eyv9LlDBvKYzPvrIYisGlFQ+VDOB6x6d2YYx0RCE+52Dz1ygXSdU0K
+bIZolgYx6CKShKck8R86DPXFLS2veEIzNusUy8o1ItkSj08n5EUGWDlx9neLPTqCSQy9Vq7Q3gb
PqnjFLA28n5dkIfecAYmmyCTMhTjA9nHZnZspM3gwhpZgtSPTQ2PPYmwrXvfphbITN127XOrL1kH
In4sXF49GzAMw1T2Q92Yu4vMs/IQTVhodc9uYxT5C+C2ZXosA5NoShr2NbWuzMBv9MlDmuveAMrU
wONAQMlAsINwF9Zmzip9vCXaJYwvYfEaA3MLaLhiBrYmBzsrAPRGpq2NK4dUtLbUxFEP6Ge84j4b
2glpiCU8Ct0eKodTobYExxGo4v4sjGbJJU0ygyRPckEYiJdEQ3R7jBcJseWq7QYOdKouNzvbshYa
7rtkLorYz7WedvEaK1zAiqQ7oIpB8c3knSygttwv5CMlLYtzCM+rquUo1oS2mssx/uaS7WcriOWm
6kGqStIFbIYlZKv4NIwxPRzjk5DOtUb9puaYRuAV6P0Qm2xuILk/0guaGkhuk9Tw0WKRAjHXju75
Nlna4J5yEugk+RG8HSTBNb1zAhib1PZVDvKb0viIQ/Qe4iDmBpzdFvLXqmzq5GkZOrO7q3r6fBdz
7kz5hWVVBjboXM6UcKcRz8d51fJAj7AA58FnFGMLQRcgqUh1Isov59cDyATEnY9X4zgLTvnUiKML
1t9xRNWn58l6wOBn3UAjE4QBsr6eUY4koaFNI2Fyh+yp+JR6ntadQkOwn2gCEDUIdD3pNxRsCpyY
lHT7634W5qMFoah/aeY6AOYjjby/kMi5wvPSRo96kuJjgBgN5AZz6MgySsbdXMy1fcRUofWxQXrb
zJYfyRCmp77MPyY4MKtpQjfpJXEONRJXOnXlOTfXGLjIBCLo0Drusyrq/SRvM7kuZ6IY8CVTi1VU
nzmwwmNLTneJaRdfx7QGYhTkxHGhH483cLxxO5jL9GKVOpHsHcvWitnZbmWBXs9IXAjVzVRcNWke
bc2eOqpfDZQxDK0iGGEY6xNafgC0dIENLaittdPN1clAE+BLgUqWPBPAGmu3qyPfbDkLzVYXYxSX
lnZRGEgs8GMXKxvRzJo4uEu6lquicpxjUYGCMQwUH0Pr/IAZOxxjP7N9B5oAdsyg2tZ9HW5pB/9Y
eq07wswMlj3AbImktb+vk6m49ia85IkTGceNLZMHQgip/Kc51X6uNbLX0D08HjJmffTuSJLByc1s
Mmn/YN12nHprJwSdIu/Z0GPs5jXgKJMJXemCcmhP+TeQXrbVnUV78gL7kWnSXpPLofmiQ4CYNLK/
aLD7+pOp0Yqa3KxB/9Iv13OZwbKHCnBa2/CCDKvTnkIpzwlxRZeqwdtEoKhdBTZd9gowwWnizM3t
QKApjjmn1/Bl6zCK3JastQJTCru5ku9kgaYSA6N12QHA802ZfYERHKAbImd8bEf9ExkIwxqtgnNS
NyEipqjIb8m7p95suPVFhwHvBKchm59ct9fJHOpbLEcjyynbJ7yv1emMg5ovmwQlYpMqdG505u3U
EetIJbNaixBvUKBVxQaeRL1KpyJ84OVtSBTqu6+6WejQ0iYTppFVvRTlHNwEc+usKnqiGLrFdeQV
n82qIPQJs8Nx1gUvcrby49GLB2LGIfVVWOhVYw75S6zPXzLE/DWAAPkNiT7Vtd6eTopChOzf9awb
1+CEc2vdaS4ILC9wrgX4sxPHa60Lmw/nUWWMX/BI5V9prfH9SJHkZBO+Q4VL/1F75uBj7S9PzSXL
TkBh3Xo1TYZo5IcrYmqzWvKx2CQi9xy/xRU++jShP3txDclZosR+JjvATjYC5/OL2ZrxSSnNYG32
VumtkV/r2GwBH7HIC1ocFflWaxjbacprl3TPS+72cKBajSQVtqcoTx6QnDmccQjy0dLUOrE6b0J9
LEZ9Y3Zzj5YzIj3m/x/4f9NLmjpCgD9/4P9f/+bv//Dv/rVK5v6X/+H3/+m//OF//NufhUGvf/m3
Y79mc+43DRQbNrKNP+off5MGabbzO4CctsXnnQKiLlTi3D9og9zfIZW0JEFxtoq+/AlhZDi/c7GP
GEpppJuvWqNfIBihJPpZg4DOgiRw6gpCIA1AwqTopD+f+4sYukWWtPmGM6K2qZZ+XMsWiP/KdOjs
sGnP1jVCkdPZdG7JX7gFvlVsKs4fp2S86+R02PGxE/M2R52L8j/R3HM4P49z2fR8C2tV/azPjD6d
VrE2eFehaeinNfHPm59u/ztCoF3hiGVRAHHNVwWqR2NcKGz9z5cxVliQAhppm6xE3Ag1s13jL7ym
IdKyrRxyQrOM8YB0ZFeSo8ZEs0EXns+TQRXDUGqon0omdCy1jjigcBNURBDDFHkBvfHN0/Nx/fHF
7T+j/YH2ZFW9N0EbCbJwI2X2rUnQ+ru5d/frY3A1JJ2q2QVvaPdiuh7sUkSLcqNVfA2Ar45KU1kd
eEyGmk5/kry83jPq3yQpImpD6GPtXQoOGb3EdaetsTx4a0S3Z2Xu3UOPhgjYPAxN/7lpqWCknbFN
FuMmdw+B+9VDefMDkC7bjks1ztH3FEZ2ORhelVCQ99LyPCuJ4lggB3Fy6pANj6P32wr5ZxVxxm6t
648XzGbf8Gw+U+Y+vD+2FgFEDrVFhK/LL+v4Eec25dcQtVGQOVc4nzBgW/LG6pMXToe3Hz9WGGFv
L9gDhQbmVQA8o6yx+2BFMWFwQgSxgUV1Wln1JYUB9it28hL21XKT2tYNXuHiKB8q+F9O9ogb40XE
2XllYpaK8grT8Bx77EiXaCuiRV730r2sY+smd/JzV7MvF6JV9FbSzCCNspwzlK8jAbIleW8Y7UmM
Qq0SXaeGQWChafwAHxn7GONin076zSIg1BRLfGsZ9bc0sO/QxdyUjXXjomlYSyf8DDwh8xHCPDoV
G1tcLAQ2MdrYqSgrfobrkdAVFs7dWJbAbibjBi32Y2Ag2oEy+dWdE28FhwzbdmpatzqU8w17wYZS
oYuZsp1MkC8MlbVF5cN3TNcapNMb2RAmDmylXVVDfk6kzw2lE0Ra6spwuV7QlJjPZK3WPJUeU2jj
dMppKr2I0/YhxaMuoMpMy0VBYCDKXJfTACwMz7IvEV/m/mLZX9mnF/edBzVuxuDhlwZ3TsuBPVrp
ILii1jsyA1ALRZ0/2plzOQ3uJd7D8jhty+UCPbmnwtzvQApPcA+S5cKt5OA7ES40C9vPtogLwOS6
c2lYmNZNmoArOiQcpB1xA7P9MZ3FFzM2US457UOQR9kmd/gJeGCB+/JcA4d8vs5xV+QsRFfskOiO
OYbfV3RkOTbp6wGL4oa6G61h7F8+NnoEyeo2TpIySuKS/xJ12O+cUBABXHITZlF628IovKOZnaPv
xs6lF2XekdWAXaNO4a7gQDzKgvOJSLsK3hI3OPRGc9MCOsC6JahblNZNmdkW/W6mwrRMHMa4DZGd
L4SSMlKy0DEkfwhKpUY8gJXWpFlg7ATnwyeurrMXd6wezMg5ef3tpGUVHE6dkyJfBr+clu80m1/s
QLurp77aRgmvK65WWFp19GLPIaFfIchStFVs9Q1neKZd121chBrHJEOj7o5xUJaTuYkFvzv1FOot
aB+WpNDXVmKTqGB4sAuob6+NlvvkRXG4JTlgPipaXkGn6B4WiwmgWfGLFqImwxn6ANo23dByhXqr
YfymhEzBrZn4vHoxOhrPuMHrZ/rxwC/TEpr1WlCcq5dGx8h7NPb8IXjFYGl43fuIOvU8QNEYNGrU
eEL5V/fwVmmsvlgDL1lGZGjc2Jf4iy/MYLyqYa3kPWa2FKLnBeUEaJ6s20fAm9tVP8obKrOY2VoM
Yq5rXxZkwG6KLHZWXeFdGrO4oa1K1LUdPuKnxnpYGowRNA+WWZ5LrXrQNO4UfcZ7p9X6tT7ywIyF
y6TWqd0lsT1fRE5EiRdYg496glfUWZ4GYdg+7dA79Jkp9jTtDj3MxCnKvRNh+dK12WMR8sqS732H
nkrbqMW3Q6i15vTxkCDEx//FS2vychRq4uuBclU2AXRAbfI7c7TwwmkUWyVLBuZpqptxNyGdQWeC
9kkQMIivwnCIRRR01ANfhjxOSrVEb7f8SF3Tkgt94TeNZKdg58seURlwBXk0YIRd6LHXNZqhocyf
8iU6SSUZWF7FG98mzUPjRI+D6B+avHnIgAax1SJuybFVpR7ALHF8/O7SjV6yuF445vKeapVzh+dq
OeoTF9TK3NNnKBVQxUU9kYQW921gkriDBpg5ZXJp3ikJKRjHyjn9NMgk+0IJeEZfhuwIAEfwjHoj
XZuT0Daa5G8FunmTpTkeF2B731tcZKC8eUMDTy2N9WScC9wXpLflFkDmlqYsou3xivSDCtd2P127
gkUQox/1RDTVJ5J8A0r5TG2IObSqeSjaMZ4cd5012vd5CqNr4RKambB+H/dIy0i0KB8w8lA8QnZv
nMugrbZGuJifjEUVwAdtbs4GSGR0ZqnnrLpI01EBRCRU0swgDlDykw2EM0e08fkRcIlvZC5umshk
XZzgh3cIkGlZk8N3jx05ukq1IttYjfXd84x0TbmmXY9ei9AoEvrDRFPujIZItQ1qvSKvQbl4MaZc
aErZRuQLKVihln6Kde07dt0ek7BKXI9Q2RE9BguSYqlhbqiRyB9VlZbHsSEGihe8LAPAP2g/YbaZ
QCxhaB6hvdSD/jAm2eM08XlWi1NVMoMFH2x34t8L4+Hh9bPIvvUG96y5KdoEg52uvotp0JzlarOR
U0URC/OwcHgNKhYMsQxcEICFM2l0mt+245U1dPG3smAFf10j0pg+XFsVt1qRPIb0n0+rkMpNV0K5
YIlX35TsLhtw/oN6DNHouHfTgso3LeOXvjKvK0Glo3SeZESIjpOepbMWrcgGADwyIdUri5zEgIE4
ZlyeFFlY4rZ9DCaSipO9smLO3CLN57Op1tPzeQKZpyQ8awKLaKeE7QkAo9ukHRAPZzqJkpM1XZsq
brQd2+m0qFjW2VGC9FeXaeqU61V8B1Efy7c+9u7IsXmMQ+4fyZMvVcifNmr10qoNxut2oTCah9lO
H+uEu4kkTGwsl0bexzu1Xcm92iiitXdoieo0dSWSlL19Gq4gu5jQNGYua5XtaHcjI7FoJi9jjIhl
iR2SSXSMlx+Pq1rIuztiG5eahHSquzpb8/0N4jQXtEgN0pkdZ7iKYmqVXXQq5HATpBnFF5Ke2Ytg
r9Vp1bAfubA77Yvh1A+JjIBnAB7JJd/zRQq2bGnio6HdoBLeJs1yG46gAEIObn5EmEPQ6U+W28GK
D7R7nDC3VtWc1YZLpW6yTiMt/Gy0/Y9EVe9DB24E03rIgpeqSTo/oshshzXbNKA/lwSIpqf5zLtc
QM3GJGqfjGrvDr6AF505ZyUSBRerToIkaAN5d9lSWrya3QqzaxPz3bSkYNeYQRSICfPBQY7AMK9o
2GkVKU29Zp5+fJvfHFCRgJP1zn4FFSH97z2fQVk5lQ21TVvbJpuQIcvZpBmKyRG+AOljZ9amLwdG
fDOjGNJBm8iwiA6k2Dtrmb0oOmK0tTW1+wloQCpP0CYsNyKiINe2y9fepdCX8FXJM3kEufVSbSfN
hQU99zAddhT86FnyzVV7Jn1kC6SecsNmYBbp4xTxKc1ZQ4bCPUFFv24TpzkpzewFi+KDqNjp9Avn
mkTcTC7rvNemlR8rK7r67JtRDEexk6Rms3VU201tYeeQs3tsdd7OGJXPps1YA6JB79i1cWh53dPR
JPfAQ7h3bssrQvblOk0b7dgYedqE8FxWC3+Sg9TDRNjYXemZ0BRa1IWgmfkmLwGf8d++jJy5wpEP
A5hPbYPHfKaA3jaeb46KJ5TzLc5MvgqeNxOKPGTtmqPKY09441ptt1BrP6Q2HlA2z8FpmFjLt9fH
90timvfdcxw+nyDdEWQRdX99ET81Zct25q/Uv/lP//tf7fy3o+fy8nv+3O7/oZ2/0/716z8On8v1
9+77zn9hyxN3803/3Myfnts+6/6h5KT+5P/pP/wnz6//FtbT53/2T5/KvujUvy2My+Ln4pnxsRPv
9//5b37/r/7uf/63f/6Hv/27P+DK+4///c1f/q3yZunE7oDnpkqG5sZ6ra79VniTAreeI1j0OG6y
5Cnn1h/rbsg6fsefxdFFVg6W5ddC0h9NeRoSHopxhgBm6dIghCP7K4Kb3aIOx3HY5ab6CRSuiBP0
9ipWLnww18C3pvBZ08niElMlCcdaH1gEdhZ3F/KOycVQEQO1gHpy35Hn4kwxpjaBQmXVZ5Fefx76
4b63pk3poQFsJAD/jwfcvyyGwtGNLIl7ayFa3CuKTcj1giQET9xBLL8iGYcAW2fUDpTe3ozCWupw
TTrIddRR7l7VMqEbN87J3PiAZVuUpK15JFshrz++lt0FlJunGFIob/BiUqrCe7f7Saaj6mYEGrZ+
mk9gh+gmdnm4RStyHrvtHSkwTz1wxQOXtlugUoOa6BKZuQ6hrBjE1KX/VFWclxDhCLIhXxI+uDYg
kWwdElQ3cIrnc3Y81YEZslvFVONhmafiR3amSQ7nvo2Rfi+4CbvufA31jYO7b81wqAvBNhwY6e1D
w+5mERknqTWDq9+7sgDtB/DpqSOxMZpOCVhIfbPqs79gFFWQFUrORclr770a0jGxYTOzZagj1Rmj
z4qmzONwemCg3S/6642zyAMwdfWFtcz9mZ5IbwiXiCyrLMMB1I9peuThGEM2FottpZXmS9t1+fHH
U/Kdp0XqKJlg5DKyGAn1z3+aHWx40f72sMY6UxYbm0yMbSMBRRWYIg5MxP3HhQqQF4yYBMs0VL7C
3uzXqVWhzBMC0VaYHJWlK04CgLMHRtm7i0w+Vijmuq7gEbrzWjD+6YIai2hfd1gwJc7BJ1igaAzC
4ZzYlg3s+xOPDtiBx7b3fqkBpZJf0pFF7oh9d/cOWoteVHTLM0xURH9EyAK8wXOAMpnlSU13+MAD
e284bKU2s5GXC5Xm7nB1i9So7g1oUxht2w1EcbQOA1HRZ0M2wGzuCaAqDtzTvSfHJSI1ZXqAz0NS
QXdnd0x8CtQq0zj1HfKrTirp3arU51++MFM1n8gEprrtvXlwkcFu3GqRxTuk+JxAF5Mn7BtgYWMx
2EyjaA48t/cuSi1P6ozEZNl/btJVi36uKeGCgn46FWJ9cDl/wVW5ahCdej1Tf69ajkCa5A4DANmU
cpjFnJetMXVQuO9yyDod6sqP3+d3rorvGFOR52Wpbcfuo3KkRuGImFwfoxY1T1emm8yopl/7KDMh
eERsMvh/tRtw90bx0BMMFidYeFOxve6GtlmnfVtuP76WvbVJjYI2wDDJmoVb4Oy3Ojrb44CzzJnv
NhEeU/7jpg2xNHdCBAcu6L2hLOyEHls1GnD63gV1JifEZXQI2FpgkUS9nG5bw8MHZc7J91+/KnWQ
IuoFOZq+/wL3y4B0BnMagQ4hMqNgOhsAq6yqeex/eS5wUDUg6/BNYe7t79VIbuniPowARQOfBxlm
95o/xaXzF1wQa7vFV4TsHC5rd8pFQHBHiqPQXxKtvVgIXDcuke0E4aVe0CL6+O69nd/sc9XHns89
VQ1rbyni3FUTcZYiucuQ9vF2DRd6STDXL49Ctc8WnmChVV3g3UvKNX20wMnTaWmqZpNwtCXV0Dkw
vd+5FJR4wmIXzUynA787SDwYSaRCGAhkoCQYF40kkaweD1AB3pnZO6PsPR1MqOACiTz0Y9AWx25F
eWPp6n6DFs25/fiuvR0KMDLBpOACUY6wN9u9IItW1kxyQ+pbALfQnHoUiGmRJfcZCW0HntA7Y9kG
C5xJzimHLrH3hNBap+YoQQC5lGbOUofWUocs8jtnCXlgbXj7nHAUqG+TyRaFsfbu4BiYWjmXDFWy
rlK6nTVE03DRPr55auL+qY/MSsD+Er+EMAQlbAAge7OhSByK+pQy/Yj00uHC7MvyIQtTtzsbQItX
fkoR0z0wA9+OySEEuQHbCeqFrBS7DwxCeG6OYP38imbvCnV0g9THwnbfkkAuRWMc2EcA4Nq/SPrJ
mJjhSdEtl+begCVPh+Ao4EIh3b/Wd0TlkevuVS0+CG92v2ij7aVHNuuhaihRwd/MSaV/NduqfegM
d8AikfQhSMrCDLAweFF/JfHnapTg0ymDCoc/YttDKTqjsBT+VkD5s633t1PO4rThIWtRM8HQ9358
k7RhaAg+R+OS4zjNlqGFUF8vwaOWBZl1YD68Nxr5ejh71NmGW7b7bAgxqKamYp83Jugbt3lqmZ8R
z3fgt8kqiw6M9s5MAKqKTUd6Fuqb/W2DSX8i7unW8tRThIMyQkhWDBk2eFjZKNEHtLE3H0949Und
nfCWoTMYoiTTYc6L3QvUyfqKNFiBdBx18hnt5xlhrJ/q0Tqu0Z5KOd5+POB718jb60CUQwbFWW53
wF6XbavVfA7BXpNfEop7b4ovcKMHxIRY8YG5/s7z42ZSKXJc6SHGUqvKT+cQkQ3YKxqZYzqFWLTS
ura60+Y6PUlkLK4+vrL3xlKfQ4LuqZZwxt8dy62sZpzHrPAtlwTcCETkWT6EmIRyAus/Huqdp+a4
sG1M6FMWm/W9dZfArdCGM0tsggcWF6mo89l0W31TShdON1LCDXL18MA37O2Tc6mq2RROeAHVu7d7
faVr9kuMpN4f7ba9aDEEbSx9NE68GMg42Ci5/dWLdD21t+BKccu5++uihr6/jly2aD1KiyNaM6TG
9THW8iwa9dMkSKdrzUR4/PGob5+iy0QxpWVaNv9hX8rUylliKmfUBov70VLzIauJmPYxaByanC43
bPfdY/0SSNLZ4qhi/t4Nxf1ByFxRkYRtFv2wWmaZX9deg0RUFAvRokua3aZtvUCQn/v+UGfq7Ryi
3MB8VRwyVSXa22xnMd/CmGwx32ma7qLMcgtjHpVLQkzGhLSGLLkLLDLYDqxxb77jkoKU7Vq8/3DS
WHl2Z1GKwAYOAbx6UIXeCS2EDKx95B54798bhTVUCs57aGH2l7VlWEyYojHncxTvaydtGjy64Ax+
ca5Q+OJFUHcQ4yPf0t1r6RBcD6i4c99o5mijNmQrXCY8LqhEf8lQ1FQ4Kyqi2v6HKCNBo8utPueC
RvvYJGNjLYGqbPREm44+vqp37h0bLIuvECZjbKjqn/+0ZuZG7DqxCXNgqjSSeHVWG+Irs/IXa8qU
8rh7aOfU9Kfmtb8NGc22Jy4dIVXRjkBa0Glk32xXg8n/8fW8meiv49gGuzsFlds/rIQagCorJAfK
q03QwK0bDBqoM6/x0wk7zlSi0t925lz9+kznKEslhRxThzrQ3iKdigRdUIEvqbG8+hRkDFm+CJkO
dXrffVzsh9ShT3pMxN3HFYIXaxwb8RkHkB4bRgVmwNcohx2YFnsiT+4e91EhzdBX0u4EI7Y7UOqk
ZQlhIvdlQ/d33thReJdFDVYeKzspdTgo9P4IDjNXSMTQ6nvFIY/xe5f60y9w9tYOL5taGN7gzMde
swcfzGhxT1ao9enjCXNomL11mYbuhPWTBzcQ83ORe+5nkniGAyWp9wdRy4dDb5jd/+7dNIn90sZA
7bXmMG22rh5WQD4IPDjw2N6b/RQfbHgjTH/qKrvjYJYc0r42c99Kans1ysn41AKjoyrFjk/iJauD
cyMqDh0y3r08g9YDSb3I+ey9RzUrv4NeMqxc4qL3o0WRJ8Je3Hz8qN58rdWcFArASaneAMa5e3X2
MGtULNnfQSb3yHSf5Raul0p1HQUU9I8He3tNvMwGL7KqoPM27G1dTbIZh9HimrQKTsyC9yUGwtuQ
jvYXjMMmkkM82m2+k7sXZYnK6GXJgiUWF6UFWQ7hkTU18YH93Nt7x8ndxgPKmmgqocjuME45ycqU
ofK7QDBPSA9aD5GDQZcwiwNXpCbzzk5HsqWCWaE6iFQRFQvh509KNk+DZnOUxEeTB9uk1Oqjqpnz
q8g20L3imzxQnzLUb98Z0OH0jgHNYAenSnx7a1UCgX4m9mHycaSmyVWVZVb5PeP433C28pruBk6Z
fl84nVduSGTLzC9OQpL8CXsGrbr9+HG+uc+OC0EVCLpOqYRmyN59bogkiSq48n7q1Br5Bnp+pFPM
uMEXf2hHyV5g78LB1aL7oSfs4C+hpLU3WFAXRdAFsUMUZ0FWoU8KAP4MZ5ayfSB0QU+ydeqOdW8j
+gCFRp4aPKblqhkiF547n44EfYQR3tXgg+Lvydw2xTpG2o66ipiky4yTFpkctNFP00nHjdxUMHLI
THDEgyTB2EbMlRNGUTeCOFAAz3X4WeP79NodiUd8gMPCdk9gXpIDbAg5lTAywNoVOo8GFSmRLXFJ
ue9T4E2yS/yuJ1bhS65n3nGbA0xKV2GSxsEjDrzezjd8pVD9IuSFIhatzHIWUP1jAyXlY4CpD57W
bLPJuJlJ1nZqQkA08sRWhtvkVOBAu7Q56dYhk6DvDLBVSDpDIS7aGC5NSU4O7s5NjdbIOc+HNEC1
53lNTjguwQZEyfpusvQJTk0tmE5xYGSBDz5tnp5gz+QxFb6oHq1VUkwDnuewHSdFlV3y5F4QGCrr
1RTPgf3JGUrPO2lAv1rXZT96zhbFtGhPOh4wap2ZmOyNXWGk5tJlIaI1VIWkPpJzb3uXKfQpBFLt
MFXnARbP+WokJ1r7rIW52Z4FQ9cMd+5cCgtQGBadIYwKi2ShZSmegf7MzxjfNfMcs2Je+G6EN/60
dkS2XNhAYZsTsynG/iQMMd9s4oRC8IMHO8uC5zfarg/5Kfwh2VShSgVhIfVVUiP9PBMjJIsQ3VkR
xQSQR4GJaNXpytUgZTM/FbOgp78SRhAl33jbVDg6bJzgNggy1z41rMp1tm1qTuZX7NIxVrqiaOzv
UxPpxPsOVYyWfjUjVQ03adESDphGzaR/QlUDRk9qMK2uCpzcsPIWXLan9Vh4Lw245mcSjFpy3xw7
D49Fr0cZG8LKiTZj6gSkiJa6dtVyIIXV047xdCd6SPMAPaWVr8FFWc1zHQf6VwGLE2KbzW/Du14R
mr7UcVGjUS/Gc322SVagnKcv9w3MdDJomxiRrx6QqupjCraJymvS+MEEKQaECHs5UDcr6MkUpcjY
+1MUEtKe4cFlbgNVE+uIVIYnY8hz5MceuaW+R3ssguo0JWSAW2VyRdaO8aSbbRpD+JsXcTSm2nTn
BYXbnFh6DzA8Mh2wCpFsS0KaUVPZ6zyramtbVLr5HMKUTbAmmiDdFw7i1qo1lmncBmPafQUULORF
OLsMPC+2HfkIQdDzF6EGfZSMFOOuGmU0rEtZeoBHKoszVxOhtj11g1mftxLwytNYckzZmLlJ0GNh
2N03Z0msjkx4Pql+EyobOyHK7IIoANe3bVHq84WThmbn12M0RdReYblZq2aonfSyKska2hYWlv9V
lrsRhgVtyEHqIh4VWNA7tz1N6j6Ufhgn4m6BtBHdL3DwVCBwAlIkJ7hnQlptyM8s/NF95U3BJ9Zu
E79Ha9vJZ62AX3XcurVOoihr5kujy+6rNeCHPqNokHz1hjbOz2Z9BD4XtOAQwWGyv1/r/f9m78yV
K0fS/f4qivExgQSQWIzrnJVrFZci2V0OoljdjX1J7EhbhiLkyJA8OQrJuKFHUISeaOYh9EsezkyR
ralSm4q4VgWLhwdAIpdv+S9F9avtxOIhnWhUb+hgDfNGJs5kHSmiq2Q7L3Hjo0A7ZfbtgkBj/1Rh
BXdno+35UWhB8Wi2Ig/HpjKpP05ajuW5VbVRcybjrsAEOxDqvh2motw2lRX+Nq1x1JyvwzKqI6x0
J7tqU2H/bKW2TI7tmpfWEWRQ8is0e2g6Y9hHMyKzSoKmrfPW2qREjOFBZEBgr5J6jsSFN9vyyU9t
3Cyt0XN+ym0SdsgaWPEoFvsSZhcQhMNLsWJyeoXuBCZIvWwKax/OCfpdfpzO0xbFmNQ3JkO9e1Mh
8SV2BQa+08YutBfuK4RRR6g8QaSu+6oJho07ppO7Zy8J5k0cVHgn9laucVihpPa5s3v7c+jHSfEA
5KkQl2VvpIBW5N3wiEmk22+jEUryFj6iVRzZSzCXxCOmxdVojbUvdtivwK3v3aVKfirFUjy3k3Ke
fOzG4wO8bWzEcreESGgjFtdhjT3OE14rGkrxHaLAffUJ9eQuekqKNkuOQclyxVySVAQjAde5cx1t
e9hOxV5+KeLIVXCQgPdvbXuO812gJAbGXViMMSo0uDp8TKD8l0+ICLvOEbebUF8FCbCxh3Ro8W2b
25ZTEj8io8ZJmzBkIubdsI3SDg9TnF8s+4j91hD+bJVjior2MI0XnpUs87mneXn7KMzsfg8sp8Ak
J4ICcFZXi25+6+j2r+RMU/VlToPgVxX5YfcVqjwae8woJfeZ1RQCS0xLESS0lS8f2TZKt4NfX9rR
LbtV36M75CZQJlij7jZbhzw24sWDDX0KnbL4yYHant1b4WgLJnvor7vMXsLuaPr8010hoEjfV2iv
eucCd06mNIxnr9qHU1BXn1DTxJkIl7RwZJboPGuuu3Sei4u+7aLyDJObCGCdRi80RmI4V90TFpPI
9hoXCbCtCPm4Yvo8RHT1v8gh6ZO7DG2I/qsLMJwlBJVAflAIKf7qNTH6fzNqDPIiA7aB2Cle5Pp8
9Scr2yOsKQGs+OgBgxjwQ0YYY6AlU49ERopp3Fr1FJwtfim8Tx5CROJjBx3cfsL7s0/uEaUPxiNM
srn82HkaG0Lai+l0zJPVTbehO5ZPM8YC6x1kndra8fi5eqbbOiBtV6zeeC4zR9nntoWV2rapR0Dr
Yg3cC9lna/9Tm2pqco7IMUVHQUxf5raew7M6yCmeLyKq1RbMvMAztyjt6QwuhOPuRIiSx8d+7Wa2
oHbmnW97b2BhblLcA6zPVVVY81GkKpkPls0Vrjwnm4MDeWUprpGyrZHzQ4YSOZPJzp0DMBT8oisY
GstN0luF8zj5rvVBdXgKXk20c4evyC5P8wcEMxqqLUHhif4+dcCPoIA7O8NhsIJW3AR1nodHe/Ci
L9Zg2/1jEM9zDUYORb4S5UeM26DaD1REId00nrWFSrhC/RjmNLS/tAm8vZ8wtkJXV6Dg8PASt/8h
qO7/Gw73/zvdO5Pr/XMa/F/++7++4HH/w1//y7//FoaLlh0/fumHf/mTE/05cCg6RSSolD6FAb6f
YLiOjSIe9UkEKwGA0VUni36F4XohvyKDxiYGgB1gXTKlVxQu4F0KdKFpfdGMh84q/ggIV3om7/9H
/heQNfu0mKj1UV/EG+N9+SFssJbW5KTIlCVaXQY6GzFZgE7unqGk4uubiTBsldC6EIu4MyWz8kO5
eLnjbLp8RjN7p0c2w1/Sgtr/OaqXUY4C5iSgwzWiqvZRglv5DgRdGkNqsi1v34S9jL4sK0gjbHMS
oT4GGqG2q9VetIXJdbWg24U2U5J+QqxutK6bavQQgnCrsmmuZOEl3bbOAnE25e0LUwj34uDcmdP+
zlbNCi1yrG9d9IX1eTYW3lPTYXuPHE4rkwPKVtXHgEgk3I1JsKh1g2h9Uz3LQeMJAFKnnuOrmCr4
bCO3Lxb7wV7dMv6ABMDaHlNYh/5+ZXNxEKnn/N6GQS89tHTS+mcvrWIfAs40LWfYf+DgjdRrGe9X
f2iHrR7dAfT9ojq9Qeo2HDewQAEkhVZoJYfKnxPrkCRB0+5q6EfJdTlE0XXFOXzfFpmeDh1Auiu7
nBtkqtiHUThSYfZ5GPRwt/ozyi5r1i9ia021e1i73OdUmGnnHUg1s3SHwpdALttNJuR/6d5O5bXn
NGiu537ro9LeBRnOBR3JlxwtwwsZR+9Xzqz1sUjDXRIjoblDDtnjsol/Wy5dc6V9xNY23eAn8VZl
IvmlxiQ0P1qxdQcFT667kvbll5hO8xa3MkrKrIKrFIfupxUFmwBrC8jxSXuBFYZU235S3eVsZx6e
iI6OH9BAzM/bNiyv6QaNtwF2iQd/sj+FyrefyiKvnhNXr7soW8rthKj7V1vWAkXEihN8y2FEIl9I
AeMVC+BhJ7AjurTzJf9c9vgebyEmx8u2rSDi7zrO3t/cuh3VdkKf7tOYEg9sjN8jr7i2jTNSsKAk
hBvIfTU1qQ1zb2qPMOyxNFWFWzNazFxwRMtE7qpT7AXSSWkc90gprINKHIlFqlOgz885a/x829TZ
ECdbihC/GM46ObojtYRquFvQDR4hIIfN0zgo/EEBMeoHby67CW4PBtBbigFEHkvgowGZWQ6spCUc
9SFMp+5TrTKUap1MDltK6tPTnGYYEA+tu34aez8oN2kXk1bNSg3W2ZoNskIFtUt+iaI0feh4+BR+
0+I0xxjj2ny3zGv7GzKyJWxP9GFva4ygB/yceutW1TIPsFTw4sCo3JU2Az2VP8/TRDc+yhteBXUb
cVkNiPyaFCj7JW5QYbka0oKqd5S5/q0gznkAduF128nP46OFuvIXOZVRtOv6PnzMhhoHgW7N0js7
TKxpb1sq/whZOe4QAO/q5wrGFCr1I7/b9GWwMOL4YVzRv3Y/ZWXe3KGhNeJHHvSoStURFRw5ef2T
BTx2uAoUcnRTA3R4I+o4us4q6l7ksMgi7exq7Ow9wl5TsfVwG/wYYjwJP48oZ9o469yOF44yBZZg
tPpf2tmaf23cDpnvegCueyNbRWqrBV6p+2hgf3vWsXS6bS+d+nPCPehN7Y+uvrJ0ZcXbZbU6+GFu
VXylGOKBZxZt629HvEEfMPysAmRzaiJoOKBdhdqNKB6QsF7j3VCN1dOCAq/Y0tkIv3ZocdyEM5LZ
m1KqJNkDZXCbQzWi97+1hLK4eAzfeYX58CkYphRltTm0y4MVO+lvUIdrtS+qFn4pCPz+Yggn+nXK
XeKrOmmW8NBKDLa3LQZKmExjgBAeBr9IKXf1rgqp8MzEmr6/0ANA9jmCW7ZW/UGSkH9I3WKK8D2b
nDMEtxB/TLCjvaGkgCIWSgvIHJUWaYDn1upGDSr5yXcG1LgNljM546JUBFfbi+PzPnXBoiLE5g27
yY3WbK8ct0l3HjSvL7hruAHNaPa9Hb6i2tu2aYhWfTDPsdr6dovnI4lKf+trkWNRSn7Z7ZYU5QrU
D42RnWhL66L1oJRuWdb6axAn4UPjjC9qQwgOBA69ox6/+M8oVqL4hKZwE28ZcO7dh4mV7LoqKe57
JGbHXed4bbfTkUCgDu/g9Z4UWObHWVoFJNE1qBGQQ1gNxfkOObWNE9WY6rlNiNYa5g31I29t6raS
itIv4WSIxqXElnvbuWy2eGd4zUOj6u5yzMIVSuuioe8Nc5inx7YvqPFo3Nb2YeV29bbNiZTXOXAa
uHfrdKejHiuAJQYmuEHxNXmCM5pQ+OyQmWhXPE02nfEE2tpLoz96Pep4u9BNZg5dMetfyiSZL1Dq
tMiS116gQbmslGNWXQ23xAuIn3HmBj+penF/poCRuFs5RFCb0znsqJjryHsay1Xc0Xdb2CX6jOka
oO93hhb1iC1tLl21w44k8Q+p5Zdqi+cC0qsor9pfwFiC8eqplIw49FT+Tb0GHEJ6VF5/tULLhQqJ
Z/iNVXA7244+57hrEqd/HL3UudX8B1XldQDesqJy/cDR1RQXcjJS0RKjIJwaMpjeOIPg9EKpHUeR
nhMZa+qErvUOWMLIB6EZ/aTDaazQ5PWsD/TmEcnG9JZZU6l2XncBji2/TQnaKogrNjh5YlqMSZ20
etQrIxGXe+TRnJ8T5OVv2tHGXqCcW4f1lWpxUeHVp+i5pgHFvlBm95Ee0pgpzxvZewQRaJLqmoIl
SrNoZPRRG2zTlU1zMwq7eNZyyT+oxSGh9xpMSDkveIu7Nq+HW1F7zXpRFYIEC/cdhfuir+hrod7H
gYyuI7ZHuXEaTJO4+Elgb5ztLCHVFXYnY0S1QaPfXQ1IFSBRFwVPkh4nmSQk3Qe8aIU+IvOk5Qbx
AD0eqOHiPdatPXKkNLbmdbPgjrtuizRvhs3orTVCFujYgcJl0cDvRg79k48Lu7tRKeO/XVB4vUH1
M5v2AXbm3tWCfMKyl/QIR0CNFqp7oGuaEV26yXkeraUWxBhx+KUvkuQzdR6hLhAEQ6S9rUp8CBFO
t+5K0XTFjmqIj9jysGbjQRQ5WARHTeNtmlpdcqFVZQXnlTf601WnQ7OUVtHuWo6E/ErQHViA1uC+
sEV9A2Rlv07iDil+986Hcf95DiqKNEZ59yjHscoNjxLfLvwTmK1lIFGuA7XS14eKKjxhLt70g7wm
Yg29A32Awr/SGYIVH12vmPUe7w4neA6WFIMHDhRqBfca22/dbLJF2MFVkvRT+kjAnJfH2I4pqzpU
NSNkga2mues7yrMg1QzySM2AoJDyECL+KrOuSA9yGY1QxIroPWrv8erducjRUEbH7sv5Ad7rbTuQ
HANQvHkxQBc8gfq1+f03OIk4dyy/zbtkV/Hra4+y7i7CRe3rN6nXzSln+Xf1WN00Gd4y//Knd62s
l8ugIE4fi/SLoqFjUETfXCbqWvTgBgSRWw9SN1FGudyLYGDvJOREK78UTnvloy+Rb+l+RB/tbla7
GPGuT/+WDp9U4eR3s+G//u///Jf/+a9/+W//9dtU2PzJKRP2vD+Dt3cNxihiOrwA7/9OSHUMkwyx
N1Ll0DF0xm8IqUi2CpC2wPVtWo7/SIUt4fwZTC72uSi2A7owRNa/8XJf5wuU3n+Kl33RSPtHKgye
GMw0iD0D9DXTNeLOv50/pFgOXo1sq20ydv7GtiSKxSLUd6D57Dt3SCSlfixc955Q01e7ps8UU/27
d+peDvu8s/V5U9c/l2W9YPtoEthN5I0pvpM1+tap9mnHzFPV3Bh563QLKjZA4TOOkUQPgSkhmpKM
n2Yp40dKrOjeTpgwfG67urpqqIcid0iwao1Vp3fEuMt1RNPa+IVj1lcWtv5pTQPvfsQ4HENWtNHp
/jyoxG6erNltqLGWrRw3tsLpCHWTBentOdzT4IyfMtnUX5eo860f9LJfcElvB5QV74IH9kPDM34P
nEujSqwlMgWUIEvxCd5edwG6tszBCc7hbUP48MtQzOXe157ut/MwL/YW8zd1F4mqeFqLaP4NZ1eN
7vnQik0V0/zE3Su775wKr9em9qaLPC2le8Zm+Srt+E9nw7tGPJNBolMAJAm0BOoB770JEQlLSrXS
A0RArN3PCO4ea2fF49bKwr3CXn33g93rHfzkdxd8B3NxYztNwdRLWrwo2eT2xwojOirJlPy929Ur
Dl0gW9rA4YU9ugcrra9KTSmmdABMrU9OPO17XH2oUv8x+M3LfcG0JD2HK2jQU29XhdP1y8yEpz1L
f3kDTau5sIol/gHE4u0RYdYeTVo4v4hBMuxIO769Smv1qg9oiqGSKIerrhMd7WTkaL4/yC+SD+9m
pG+4bSBJjeTH+6a/6xYa4eUI+fs8RB4no1JKkVrEyaVTzvFjOqYCOwFHrU+239mPnfSRYxl9O//S
uVr9Rrco3mdcwd0isURNKh90usNJuvhVOGWPDpiOxV6Pi49tAX2gHW5f4KHsCM3o2L0eo2S8ERR1
8n2OUeQ9ogr1T5QD/AtkXDtExYgNk8xp8LTEqLqna9pDvq5Feb7YE2VegaDauVujLn/C6/xbAfdP
hmjzz+u3f/1f/8lYl/zH//HtiWX+5FW8VDp/pshKsRUBU/SUwKb8rXhrqgR/P6RCBBXA6JoVgtSA
xyn2j3ItVsawG10bQ1fziz92QpkT6B/TF0g6RHwPmjBnHgYi8kXM9JsIJ2y1bcFeS+45YrVen/s0
rVO8JfqaDvoDwkYjgW2gFvra+BiNoq1v8gQN7WGHZ7iJBicA64RGgzPleb+t8NGavXMvsZLAPg6+
dvMv5VA0fXYkZKfJ9jGavC5xzly7FVF/Pnf0kqprzKSKEBSEDqzSufURTMnu7VV4XAY3y7XV9xh7
eP0h7kanEx/ymV0lpQMfCH5KJlwqs+3rbfVrH6mcKqXoXIwQLCvquvsQM1en2C7oVzflTqDhZGPj
WUe9J3CSEHFoak86xL5gY2W13f1oL3qnCOTBgECdQgg6+KCiUck0NfNvhrlCeqStvTB5Er7p9dLo
6yff3oMMD4Mao0WKK/RZRsoKz9YiNdoIWepw6h+KllTlEecEU6fFDCFkSIZKxHW1Gwfku5p9wsvJ
1/PJGhI0tdlUjHg5eIbQgGzD2GWwAUb0vAEwLYqaXVtWdNa3pjZM6xBgIOrk+zydS+4rIRTmvhJS
sjQ69uAT/GYT4WTpTCSSMYJa+9BI796iuJiEAQBKqhG/4NsqmgePceTuass2X+h32KI6Z4Aqpgr7
EH8o+bjEAmBwznAQiYN7lASDvqdJi4qRuNSupt12LAD/ePIQoj/SVtdJ3ebtLx1CvyOGhsPcLMGO
2kMcBJzquHk5ZwrQ2DRdhUtZMwjFMMT8hPVjztWU9GoeW7XC5hY6pRbPOpZLJqiT+qNt7j8bMXuL
kA9zpHr+Zt3/X5KHt2gw88pRCqIoj4eUoCz2Xp6ow8rCL/O5e9Ruh+PLuStxv5wv7HzGk3mn0sYf
0r2T6GKdz5sRCVd9jwbTPORnooqlX/zg0DWpyjcLPYCrAkwehRUj7Iv8xrsZiNPcgCvpEj/08LSZ
GktuJwslCHxlLVN4WMxQTXNatektzsctyeqSjXXyI4DlCzD/7Y2w+/mgOQ1GDga/udFvloLGNzIf
2z54wAAOoOWHqWOvyY8dOZzv3Ua8kNinXcB8LPXGKbTi8EJvWDC1sjX05vUQ69H8M81rNGNYN7Zy
EB+DHD8g6yOtnil8blAPTIrrpYnd4jqkQOH/APv6Npbj5cKIJS9kOYNZomf2LrCnwsfeJNv1YXFU
nkosnrTLMHojALH1mOJU604XkVX3zdJsvj+voKm8f5UBar+QMZlaoHzJgN+OYNUJcgAQEg9+he5e
/AlYAfDGw4ADIu8wdnFHni6CbDJrwKPEmztb2+onEB+1ln3tfmgdvbAiUMk0K3WaREpjAPa6MPMC
hFM37LpUBCS0zViR2Rz9sTbbyYyrDt/pd2oNnI1DfZ9duJn0FP0cV0W+tHeAd3JWMSqgZV1tIno/
XnRwOQFYZH2bx746rE4DKudM9X3Jba7LGvDNkdsSE+1xBhy5I2xFzKrE/9HsSbFFVWnYkQ54fLKb
lmKg/hGEKe5+rRrN2iZRWPldePqWSfnmq+0hz3iuxevNxrK0GLxMF4hFJObxsA3kd3kWse7Bk9AE
2nu4a3jp1zgrx3m9BLESg25sQEeqZzZRLHwOlHDZqffa7lOn3cUl2PIdfjR2ygHYRVXuFhuyO1gA
53QFoYDe5i3atdmRqlQyxSjEYrFtfWlOG2QZJIqXt6ihXNqfJxQd+WqqJ4z3kw0gLRdXZe40RXGW
x06DWx7m1KwGNlj8Ofjo3JbmrkMPv0jmGk5T1r3BdfKCIL2Z+1RWNlv3ddubc7ShN4YQrrM6XSUO
aznbvdhAOizBbtd2jM3gnuPcVc9+Pli8ptevSoyKlf9RnnbUBZvO5a5CAnzeq6ToJ8DR1EQG59PY
KPNyM+mLvHwapjkMQdIEs8jjiyKtzTybhzHyx0sHaxT2mBqPFYb0+2vjLdyXxAoxARD9QHM5ZAmP
3q2MafVlRxzeX+EPMXS4AvYxkJkdjTQTLxDZSGbJ9y/5dicwlwTcDw6e12m2hPfkIKdUSoy5rK6K
sjCr0O1CLS1AuK25FmdVBopX+djbOuffv/Lb9M5c2Uf4m34WKTEKHu8F2mFz+VD45vYqS/OAzaei
dep//tv1y6B3/RusFwquH4uJjegHJ8rvro/ODCwygX4XbCWAJW+3IVx50mFFcOtyRcGexYR4hDTb
chxZzDfpoRw6byohpxUZGLxK2Sb/4ADwmgmhoTBx0Nrkem9vAKNsz+fY7C/qwjer2fIGAGV76P6i
R03YGnBt2jRSVSpDDjnrg6fvX//9q4fGDU8rgK7IXmyodW+vX5gsVtfJeonTdKo/heHYh4e09+OJ
GjRIdwxdfCcGEPb9yzqkBd8c5QCLhMOxE9mElMDNX/Af356ghXQnV1dNd1m7wIbGD4EH+eIxqroc
FBVlSeYdUL3GfRpE17s2DQYEJRiJHnwxBDnq8mbjVfloO7sexexGb+MVjkN9oAxi89c+5VxmDXA3
M4eJWCvzU+JhfHmEl9PixJGjT908uAPL/Ue877eBE4+HeBvNbgr+hsKFrsbbYY1l3IJMF/nlEE0g
NDaITWdFgI1X2BVqP9bFJPNDHMYIJG8kHBT1PIZpP9FGl2E3+j94ye+3FLhX8K48aogI31FUeLel
zMAmEndY88sAqZzhPEu8crkFWFsst/7L/3z/5f7+cuxcRNAwkwxl+n2YlmdYLUWATy8IfQP1zAkQ
EON4JQDYzeApk+j84ILvAjLTXSJ+ocBgwkObfPDdMur7eFFRMqgLesgZizQfM46BJala/Tj2s+T6
Zq+eyst0HTJJb7j2e69F4WTQbXmoPApN6Ny2dTFPVxWa2JxKogZDMV3IxPZYkZj9pOP5UsaZfkzt
xi+u1yaeo5XoBG/cG0k3C9Mcn28l25Ar2+gAQGBd+alFuI1JK7PUzF2g3yZ4TmNOqGF3Oq+CPCj1
Y7nYwvwxiFui2gCbXDaEIU06Po72xsSG0NSzCTVyAH1tcdnEWGPeZqJL+GBd0FZ7RO72ZcuiMKIf
A9wvuCITyqwIfH8zbW/LWPW+aTmlMVNBY/IOsh4UA5/QQW1uVJWBlRi49OBzEVqzKSPaJKAbquup
Hc0jmUhkuT2NQ5/7ER+XCFHzZmOpzYJr4lBzvx1QF3ZQTk3mHQr/nnpek8rvD2FnoWu4mTurW3GZ
hySXROe50oSaLiIJ6hn068xz5/48a/cg8aBOb06D1TPTzV2etmNCNcLXA57j5lEn0PrcS7PAgH6k
2WhCD1cNIe/feflacMLMetftZXF9ypjsWtprfoxXaa1iWyVuhQNVFeQMKcRyM5hGYJloLxPUmHBP
82YTR2YvX3QagdMfvcZjXu1l3m0ZMpOwDbXCASiHMy9T+9syqzDfdJoo88sAUEY/WjIpM9AjDHdy
NlcpT7lRY/YyXWvhMIDWSB09O1Y0W+tDy7KK/IvKaefoMhuDfvyUE4cQLWk5Sx3tEHZl2ke+X7v1
wY6rvoIGQF5HvxlbKY/CqPK86stAfzXYDoNFtL2fbPzmMWnOAAc8jtCPvXQTp8JKbmu/ogW4QcFl
xM4b8ynLuByh8Y39WYHJ5bFL6peZt8x+VAL79xf5k7a8nBsufWtwPyaFP5frLqXozyXC3NMMoBPn
ZnC7ujEzOgYl7jwjNTsRcQT1XHgfOlvNRbpVegTmM8Pz0o+ussT8a9WgjmlskbHTflz4Hv1YQLEZ
vxaCytTjyDk9fiQFq1rnYFmttT4Gnl6AxkNQMTmNRFyQCVHIWfeV+RqB4TgtZJPyz7My89YJ55Hb
7xBd547nMDOZJbAYl8kKNMvHGrNr82aON0GHpuwh8mJzbLMbshccQRH73XQbhMVgFYbxZB6Undcc
6d1pF3gN4KIVd6yniuwovz1N69FfWLLFy8Kd7F4i86inED/X/TTYZhq6aZfqx9hSsT5rUTcAhzPF
s5mSbTCxYgoEDnkCIn5mOEjEXNobBTtooNOtYknVi6KQw8eHJfFYqX5ezEm3txW8cGwTyzRJty48
hOlDUIBsUBBLiFtYaPWSmuj89KSnKUZ3vNCPdlkC+tt6C1XgZ8Z44IfTUi9CTEifIL0Ay49OW1fR
jRNXdaE+me3vZQsdgtkrrm1n5Dx6HabitJ67vETpaFdwVHFt/Pt4QIQx2UUwyDNbVhna7MQKAAfP
7GHDZZ6odBP7cRmILmwENDpzPyJJ1HDfVg5MHXhME0gSA0fjN0h+8wx+uJiXNKLWwAtUqHjx5XoR
SbpsbEYGpUH4DuRPGE02q7z0/Nm88EqNJf9EIfEqDOY5Jwd7TSaH2Wp5wi6ZTQy5vkzTIKtZmHYq
2Ix2SqQyvZYZSkTkNKeNMqvjkI0LI03JvCtA1IEdx3oW8N8GqAcvXp0W23z6Pspo+rFz1zV8oA7F
290gzh83crOkiB8xC1rLJI6nV/O3uf2y6/WMAm81yIVmyE47pUN8rp6htZm8kkPWnAL5gP04S+Bl
p+/81rzpliyhuMZB1byBZGmYsNOI5wGH2+mUCMfOHG5u5bPTv24PtmQyP+O0ZJagRyTEe/UXYp78
gCYBXu83terjsky2bZvxVJGyApBIqiaHBzhvdZo3LKbCxOenTVw32iNKL1HH5ZxOw95sJFCEBQ8k
BuoDh79Ptt6EHvOqe9b9VBfm83hVvqz0sjYDAJzOnMpJaTO3Xl+QbS81H8TCLdXZXd6vWN7hvvBy
zHnQg9XzjIUoS7K1OnPqFA3GxDPgU898FWADMzVg3WIKeu0SZvjBeXFKg4fTvoIi0Mzjj3JdF7xH
EDCzmzPhDIo0gzhdj+1PMDpeKtRUBUyYcPoJsIr5T2NgytVPsVt1ShwAsdu8FIyAA+ZRwYbKw8Vj
zR7JuLj8EECC5I/JOCtxjSPXal8pP2WzK9qhDT93tH7TpwTUM72dwm2sX7HnCCF4m70FfXUzZmsQ
1wwk2CnNgQiHwMRys5ewfB2ipeW2RtiJb5zAS7Fpy5fRj7BXsPIdVByNElGcRHVBp84vEgt5qnSd
eXe9R5mJ4m47m/NkCFn14XZaqzipd35aTmO/H207H6P9UFYmODpN2wjHbv7sNRJ4Pe5JytkBzjPl
jFZI+zTXdbRNVFODnXPwxLb0oezw2LP3vCFu/HVDfg0cXyc6LKpkPBfFamKL1rPNpK47Du7b1wyx
lNXKFAwxkeATkdWbLyR+NGf2a4wLMcIEVXUYLPwnXG1zzERzYhZScwowypcwVdaOJNCiTmz2WTcf
RiaM7v10uUeRD2ufXZbCCyKQO5U9Y4dsDh9GIQeevnWTKt2VE6OLT8ipzuS9fiPxId/IiW6qpVU6
mOKYcaE2f2bKkc8hZF3+zOYoMK8BCDqXOZ1HIA/q5daabF5/etqdTsFTdwoPKdmb3UKe9kPT12e3
cF5WX+evf08tKo2JAvV+NVPG9E8BqXPaiE6RLfAinwrtlAp4jxvh6Y6RZJOXMjjPK55rPWQWOJ3o
+jSbx0SYbBzAlFlzeWQXmCfLeMISZNP1fsHYhUOtmuyQ2bHvPVenl934GUsBHL2kuB6htMqJ49sD
13Ingxj6hMBsDdh1qalQPVLo79mtSAEmju7TnmLlLzm5JJZjrKjQVOWyzxlT57nvoKkO2wnlJCbn
2styyg8ZUMoo3Y69Z6ZIBQKMhQndyqwZCDXmFFE9mNTmxp4z5GkhFiLz0Gz8IjNv4TRIr2tMIJnZ
YfUYYr7qI6v/UqywEgjRuOZOoZXCrMknzCcvBk5JRHmGic1oBiDqmkN3RGHRbMslurocMmCmKfMF
YAPLgX3q5aZfo9discxcFBzJzJzXQQ4FxKAOe9IV9BwycxVT80M/STN6gKDrIdyThCzA9L2sxO3m
5++nd+9rFEYiF7IHkoSm3w625W0yjSnW0mRJXV7AOg0wGkoBaJh4XpvoZAX5zSuaTuHbH7qwS0fR
w0GQjlcoXRwR3+XNsPYGFTY6vcjLVIXP4B7sAFx2WwQjR6uylqre1xwVbPPfv/CLoOybBkPge9Tf
CRu5OAXyd1dOfUouWofDYzN6GTqwsdaRqrevfQ9LdQtD70+FprYwwz3jH2xZZiqUrx9xs6xXaufm
QBNvcfM2DTu3AbaQHYc56Ob7qUM8pN+NZUfEdYxSJyeNaDswR0dZ5Qkg86VwO+nd52KRWZJt7Khv
G3k/NJJFfmcvCOndzQsYXP9KBXq1haZI06pgvISabba60wRGmzzhAq+z2bVNjbs5VbxZx6b3mYe5
2fxfi20yqyZmXrdK1Vs3rWhKGzJG3RPHpk+vHS+xwM0vN1bSciRsKUvas0JUY62pydIio7W6gbsB
lXebeHli2weSx9EBGTjiDQYpAuttTq9BOmwFruC0tXZWOZAWXxgeTRztq4qi2HLEr4iU71CI2BT2
ZWtpJ/9B/e8dPI+2Nb4uGA7SA3FdyiXv51hL6YG+hCzuA/A+jX2o4mllxTo1BWp2mVN7OObMzrPt
sEQl7nkhkqNCXrorTHli1UYRJP6govKuoMJt0bOnt28gZFCtftfs1VnryGzNugeJ4xUPr6fG/AMV
wOzEQzvJ9o4GTNjQsxlswDBfozIK2vW4kEGl1tfVHmyWRSSW0fWP6FNOoOGxZTHbabXUQw6RpItz
L7i2wtz3zrskp8F++f1l9La6CzDAgU5tI70IGC7wgT++3TgWOVtj6yjnXqydSixy9kVD6sbS3jfR
J2waqdxzxwJj1UKKRabL+fT9O3jXseQOWMfCp7yMcAeL+V0dEHMAQbKp5vukqYtAPs32ssj1YAHl
YsrDzy8mQOCvmUrombcbBBUaED+ot/7+PgAXSkyEXlw8fzcSBN1QNpRq709nuyOR6CYRPuVaQ2wv
vBb4UpFZEKx6ttchrUzR4/vD8XYn54Vgm4BQpMGPoQsGAvbtC8mLcehSxCl4ITi6Uw6kXWe5I2zo
sXbC33yO5764zL0lCH6kPvi7EeDCdDvBNzEVGIV3FUKN9WzRFLq9T63MJ+dgszAlureVfrceO2IL
N52m9TGOhSx/1HCgqs8zfrO10+qIhGRVBZhVUK58PwbowzZ9UUXtfZOOC9ufe1pgKUaAfoh9Ncx6
cQyLxoRBr43Mqlpr6pJpE+cz5ro17qE5GO3UbNmFZRNYZS+BZDpIcyB4rXzpXpy+GA1LSsv/h7Dz
WrIa2db1EylC3txOWx6qgGqaGwVF01LK25R5+v2lUuyzgRP0ulkBXdTUlJSZY/zjN7fgMHGPejed
vS6Egk909PxRGAYZcu+GuERidTaDHMvI29BN3dy/VwU9G/EUkzjx5hm42mJSESw1OpIC2x/RvSRR
qN7ixuzGbLmDJVFIQUuEu4t5yVLT5lJwslPjzwHbE/7PAMxTJ5Xe/jMJckfptKpKA2eBNusfpDc7
Ir7mlqkODcsWiePTZKsp0sWWCq4nDKvjjLGqlQ5zPwFrs1uGoDl4bT7w3/KqKLlYt/agW9zjOAZV
5GJasRFbfxmeV+RPVVwP1vyI36tCDwbGAsz9PHwsuMsdOFhHcDmAoil+YPTAFGj+T25YzZk8hHjH
LKgXM99oPnFfak7aFVRZ0dUn5tjj/epBY20vtZ5bTl1pg26JdQhSAGMHnWZ7WVHzcPem2lXnVSNX
hdEKspG4sCL0VqggCOxTfpk3Lyk/Ymu6isHq4if3f0AtprBqpiiKUMLcVt3gWPdFMAAEpXeZWoxV
JTgkZCITjc5c3nDQq+lqNVEuMI9uZtWp2PqNopVRw9YBfTrnKQRZVWtYGEjwDygI1FltzYbBx7mA
DV13WfGhiUmBLauFNEE0Im5eyM9zYGNNdo/xpKCNtwkJjdszMlrqERM3jjW/9LIapn/bONgm+NYA
AgvFs64zkNcsjzEIwOpggFBhJJVqHhxB0Y0WfFsaK8Qs9qdhzZ1mQGmXlpTBD+WKXtPH6aZfWlOe
hJERhVhSvNpo1CIGWv2zWwzrHNx1qKh4ClnlrkFyU4YVKP5wiKRg73g1CMSS7R3OQwnepEVlqlaj
mxlEjZe4R7d+79eM6JonEP45Wj6wYsAkWgB/N47SK/F0eCAeS9ttV9QiMeVlebuPE8xg2MrmpKET
OWXSUUYIlGmEN5z2uj4A8ecB7AyH/XlbfqpAwEqXU64XqN+yn8rGaKidOwoWg1uix+h/3rh/2z2x
ArcZ1nGaEq5DmPbPG3dbtNbk0kG/6PODETI4kLO1/Hs/tONi7j4t2FCDP1/Db4eH6gGwbqYyCXlU
Kvz8/44MWxHUmcQV51njhfsQZmvXjAr0cblUpMZyrP35Y3/JQufU4MMUB5c6jVEeU9qfPzfzS8C2
aOheUkGiZXK1ykhEGbQnuwG8mdwZjfWj1ab44R0thplBfWYtog6/j/J4WNdPxJV2I/g+iYNOfS4Z
rxBuZ4GwGrjEIA/hWf8ArypI3RmyxKKVL8nidRAX28xMs+lqNyhErEuSovuBAsEg1Cqugq2rcU6F
AwplXv78vd2fx3gc07Q/PpMhZPXQgxiP//y9Lb+dpsQvxpeowgSl+5rNbkedJ7p+pDJ1aktBX5bG
yytBRDL8xdpdre4kWG/hxx1mhsmlAABrQ1sbeBf8AGLCKchOaEFb3DdEMCriUaZ/sWukWdbdDaM1
u9M5MjpIlvTEBISjw2eKXooz2ZLUL7c+CmzVWcu+5WYPlaFOI8thSuF+bwODacQ9+Z9cSdI0c9qd
egHNarqbm2nJkZsZOSj/wQJBbmNEkbY1N+Whjc1oFM9zg+SiuYHlE0njwlhCwoBu+2i0wuTgcd6M
OeF8y6KecjPECnqhV8Yi68LaVYT8Pz+LXwtZGkDywFzeRbKY4Gr8Urxk/SywxBmjZyx3pWw+a4x/
TR1FSFA1C7t3mkmFM8w2Gtz/GrD+uvRgQ5q8AvSiqoz+rXysW/baJS/DZ0imYL475oMHQKCACgA6
PpECnj3hz9/7//O5GDPi9oAdn+vh9v3zK+g1ky8mcsqfGcHyuW7Tq3HHZNdqf+xnBzotYK4Co//8
udYv9LTQVlRX0oB8N1JE51/r9iLFsQS8cn2WFq8+33FoSzI293KVDSq16ztAvIDQ0YVuvPHetwU9
m8D+IUXhS4vrbrmH6dziMWD31EGfoRkp56L/KO0ttQ7/b0FpqzQDHgu9Brb8v1E4ohlltnCd9HmO
w5Euccck3c7vwy/UAFkSnUCi4+5TJnt4W0foHnP2jf5vpNbdW5GYkeKKEb4YCkIRHacx2unUNYG6
0X++tz9TI9hWyFJFUIRswsWCHzbnz8+0b80snKvSe6/AbzYSX4/FZ9fZJgzbwSGmNgIxtke7XK4m
kYccv7ntqInQny/mtxcMRgRunHSJ6n+QFn6+GFUmDDV8W2adG2/AHOF0gHRp5LoPVzDtvpqYSvz5
c3/JUFB3AdIN3VDA0BBh66+ba5TMAHqdy04TtAweqk6qYQvGYm1M/tngKQrhil+uDA/UnmmdP+81
V9I76sBAPaxGACqglNLQs4QakuysvBL6Ao6cO2pnyyUZxRMDrZVJIJM0NQNx6yknSPzPX2pzdv7p
TUTVxEHJs0VErICDn+9m5C5Y/8hMPu+sTFKrI/8dmtMlTM8iWP2mwZ5E4B54gu7U5smNADAfmqOv
RxMJ2dB8m6FjHmUcJH1LUV/cDrjqZW3cgMQ2mJkYBR3Noad1PRDBHdn5BQM1s2B4XKZePt4Gg+vn
zhUnCYrfT5KIJYI8dbFAdrdiTwiNh++0iG6kGe7/TlGbefATg56cwnOwmGSsXJE1ud6iEuIJTD8X
eYpT6N3YysH4sNZD4Q5v++NYF6YVBZrrRT24Hj6SQ/viWjWuvH5SWEV3kZqbCsJW8jbvfNJiJhhr
OI0QxWtS7o2GM+WhcACOCTGMfG+ZrvR5YbkORDWHbmXcJqXZ1Gjd85lq+BhIS8Bk+vNz/O20QZIB
HQ42IJjr7++m76XJio/h8Ixtilqhaw378q3QMwjooOoeBlYBfaQXufefm+/vH68WBaQpT7XK9Oo/
v0XUWoIIItk871Cma6MpFMd8hEcH9Wujubs4YXMVRZLx0P/j628CvJ9eYySCqPMQYypq2m9rEzuW
jOFoK98zmFBdFTZ4mGZcIycZs/HoTfE6RyRlofQY71sgBx6gvbpqAGRELYbIl703M+xJ4YZQFlQv
uE9ksZxUvOC9nMedk3cp7r3ODA5DlUjMHiGFqE/d36wSrhZvVpeM+LffLIGsMBCLzGHMiOyCBoTj
ADwydg1xKESVlsZ/7JC/bdc+WCDMTEZKSHXItfn5acyFn9s9Ao73+xZFO6IYTrtgxaFdhXmwpOxh
inXC27L4KXOjqexo7v/8Xv5akKJOC5UxFDipHcIK+aUBiK258JKlmD/usxTNCmD0X6SnHpX7cPvn
z/sNmyVvm28ToMGDFkvk5y+V/2R4Pk4TY/IxdUlvdI6oy2nY8AoDvaJkrNNIfp3cAEXi0A9xixCF
va7AascEo+gOaQNp+78W5+be/H/fToj73AJVDzIb+P3I6ueCMUxdph+TKFE7yeLkDnVfDo+e8lcX
aHpo3xgj96TUrLJ1O2cYyEK48PTUlYWuZsX+6tFd9wKLI6boGy9DE5qCrLez5roqZfBLO8VIUI4k
hKn5qy5AW82+gE7GuG/ntgunV8QDPZvG7pfK4wCzcUGCU/qQ9SGrmHHw0EbVYC4QXFE3YgCpiSYB
QWf2TTWKUk3r9USn6aJtYMbQmsvbaXCzBu/+/Lh/rQVY9AhLEOVgJOajqv7l9RoHS5hkEdkf9s6y
7IJBXmphyvhCa7rgDOw1LO//KojAg1lD/++RQn1mm6PC3gye2fZ+5WeaU02mdIjr5OClqxHCzUgq
YlBjPL5b5jADrU8LVCogFx3XCbvR5IwwL63fYXKrjh3fodeCoBZ0lvFmjSANIKtJCOqzz3V22QIE
6maSB8wYSjwlUQCwbI9putbdY5cEJF4fyyBNXdLaBxMC46WaijFAMwdcA3VsGocUnj1NE64q+5gF
u2OF77mykWxEUZp3NuwBNYR+24Gtumiq1jjCy1ux2GjAhHpBr9J7zWMNzyQvr7DKe/sr4zzoemck
n07wmuMNxGEckIPY5+cYz2fp3mM4DHHnuo70Qk+TyTeHIVWkTVMccHMVdXbFy7iKHy11QtAeeJEx
kWgYyyZanpauR1lB2SQULRE4E8fhm0Wi2lluzZ41ggvOFAsjP+9kDg+3pdn4a1nAv+pj73TIiw41
BYnx0Z1ME/cqKGXdUlxyABw7uIrQK9jspyUcVgqydViK5CwkYUUfwmlgLyyzUR1ZsWlEwTfwojS7
JnCcWljBOZ7G+alrkXqHcI82NYnwgRL5EG82MipCY6GEPUkCDHCBHZwFquCRkj7NnFusfZex+5jA
S8qcO7PFdEQ8Qz3LBErbrA5MJLQw+PKvYzpP5hv0Gju8HZvOshISLGJcQI8YragjZ5egDNsmgRUH
6WV49Mbjkj/IsFH4n4Zdd13OTjbAV0Yp8zQxTK61eiMHHHzZBeTIQdVT10zeWB4Aljr5j54EJlnF
65kSPMEh6i/A9t0JRT4eYh0a5Oy/ym3axZ/XGCc5LHNmx0hW6SR/s8FgaVe+bzXeLW5lwpGHgtCy
OvtoBXGAuKOs0vhGWTR4qIixPi+wzaC/t2MceAr0PKfZmgWE24Fd8NSA7z1M09CA5Y54nZP0i2w0
cstkerSDsu+P6ez6dyb3YGQx2x6pyXdhC12KXNQiGnrzNHb8t/Ra2rlRv8tyZKd3uGk5y3UE0BGn
tBbya9znS3ZxPDGV5PxZ3QvtkqjPLXAnHslrSGHa1L493foNNquX2okjspziBKdoMcxB4p6sIZ+t
+yiqmicjoHQ4YOvL+zaW6XSaoJthuZWGzQniRh3d4cEF9d/NquCB5qKKzhOwSciXzYMPRTVaj2Pn
StzCVsf+YvmRuCtmD5dfaKjZE/aleDuBf7zOJf5F+dB99dO0fcWrIn8qXEN5XQ+uGHpcXqGlSvDq
FHXNA3xYjvrT7OFfEGGi25W9+QAGZ/xDirJzZUBXnhYIluem4WUNvD684btaYDc02YgB1vqjD/hy
6CN3BGmO1odhjd3kEBXB8sks3PUyQHitjxLX9neSRLL3sdN0j0merJd8GbyXITSca0zSxLnOGjWK
g514TzFVXdGoLycLcriCoIJHlLnJTcNE/iOOWd7fix2mn+J+6J7xKYsfEvDzW1z0cN4d29491aK2
AO4wq/HnzOXoW7P51nSG8b7OxPyutnv08FOXnfHZgRqUS/JrkGIu/zThlH9okQa+L11zuANlT58m
HP/zg9Fl7bnA5uLexNjoA7BxcWclsfc+tAl+OmRIkg45rnT35pi5nwpv7D5FzGWuaLeMo/S6+Mbr
xobTBFbvEcaE4R7Q17o3rvSrD80wVfUR3JkBxiKNr4kt6oeoJp8Cxcrwwcp9+zQ1HdbgQW0/2k5i
nCYykr7nXVy/JT6ZwowADOzD8w7Wa2y9WYwAbgJlHuwIb3m32sbw6Cd9g0eslLfplOHZHK/LfdEI
UnXJwHDfI7fDnAuxXsWnWPEZn5HlvsG4/pCFYRdcwiKP/w3z+TXy6/HN4ni7lksWHXIawkM/eOyH
Ijc/umzAZ2POw3fEpQY3zipq8PWeLwDv3PsY0ndSYk+kx57qsK6+YkeE8S0VVP3AqwkPKWowcsaU
7tiCz7Jkwtx6SACivs7CNe5aGw+wOPWjW4/t5LmuRXvgzKxewaLWQ73K7Gta5ZiYT3Y1v2893Gjj
JibfrGSWcZgm6QzHkpC3NzbU0jnY/B/2JzF3EBWb7RxInWg/ExgwXry1yW7zsRnZM9I1f2bGNjzj
hE4uAGrA64gM/BDCc//gT3DdDjhQWHl+NJQNZkL4XzPLS5GU/d9WMFRPKfPBszGVMjjFMsDqK4H7
ewbeeJ0yBlrzWP+VMpC6RZb9TfbOq4+wAAFrPl+MkTTLNbLbC8yqxri1sBKKHiADlzd8scI5Mq5p
nqgo0uiCdiqWp7a1OZJTAwLpIYwbtlcstpTUMjO/doYx413m4YDjNsbfBkpq+GadcKsDV1X846+V
d5Olhntfr0v7JSpr4y6HM8XiwtslcZ3pDgvTDCMyH1t9OuD274mzAztxz//EnKV9LuPWdE9Vmg8X
f5n8V9vqy+4Ux0Z3h+lRgOScIvC7kZbpAnLaqCRGG6H9OcUe+bGdnRHwK+6xtsImC7ekIIrT8LNb
TuHR7ruF6RZ3+A61qn0y62m4xb+mf6lJyTiPxHSICzRJzLGQGshDFZYxX6hmL4EF8ELZbjxbDDGw
RVzYfiLhPMCHyAg/sAfzbsIv4Bw6Y/kRoB8a77yGX2OnTj7lidn2qA5wFDhwF5oPVpR5l2y2kBYL
crWuSY3nqUv1fxMYS/rm9oQ/uPEQgJxM0M/8VVkhxxUGkX0xlRcmVO2dsEV1AoxnvOASoJCJBo/M
Bo+1Yg7D5w6qLvYJbnKDu/gMY7AfzuC0yX25yua+FcsTF/4t6/3yW7taFQgHY646d9i7W2c4ox4U
/CtEQHe5O0RPIphd/GG97uK0U1IevEk0p8wzcIluZkxHGvMLGJx7P+dzcAwKZ7hOyhDuYLB2T6Jr
is+ra6cIWPF7O5T5EN00ruzwRRsKJi55Lp6MxLCPHML1S9XN8saPjPXWZDe74kEW37h8Nkbq0jVe
0lBK5CEQq4vLnJGpe82xps++G5TgUKz72GcQsYqQjjJfLYUtiLXduLY5kRaPzUqhJo4CmSxVpI2L
bzK+2/lougPVtModnth7oX6qsBt9GcNecS1zNhSYMbpFC4cci+CbFEugajoPjK+K6DgXybSK16Dg
XR5OGUYG/IinsW+KK4WCaMEQhv8d/rxmM5b5coCliABoFkPS/hV7UTnj4dIrNWy0VmhHKfvDNruN
Kq9yv+3k7tkYmGUf+xJaxmkZpVwf4Ykk3Q1pBEYDip00C+46zoSxalaOgxwPSeQR5z5idpGejb4j
0N0wKhiTRlwt4XcTzkB8h+7aKu9tN6fEMxDpT5c2gBv77E5tnH0esG8cGmCOvhYvTKNjy4L5nRe2
eQ9AO3v+FUwqwVN9hBMBW2dCBb6cBxkbIdBYm9dYzZVJk2I7lXFwHWjSYXzLfmb8sEuosBiu0tNo
UemcNCU12lQR7bo2S4SkVpTDdxgzOU6oA2IA758fwyq7CfNH3Kaa5G4xfZZYiNfhNc5jVHwQe+Ec
fqUgwxh4zKbRuCKczav3u7S8XNHe1TyOBPGR7pCjZsVUOY9TbmOQSqv/l2G/Ui+ZJH3SLsxeqbie
BAPUUEF0aSxMQ7Etd1ZQmU8ILw6h2gWe91HTzqOKYrfw/XPscPh1mDFnvMLYnysBlKWVGc5okxeD
kZbRL0T0UlvymVq5ZKyMGm81AVmpLMC5t7KfWAHlSLC0EAuyC++56uaZMCHC2TUPOAOov9v1HruD
QT3ZilSXklmgvl3B0fGs+4iG6FkWleJ5zD8QRRJPFIeXLkhx400NywYpxp/eYRep6KvJnZBnW2no
f6cn6/Z8kJb6tV1SxlWhNp9wtm7TQHrSuEVMhEMimze3pr7SfS+d/S7GKbb+d4j8oMvu6YtbCcSM
xMxs7tYEHwmJIITDv0SdifxIHLXxQgXXsIdaks6h4lmENbq7/AbQUF1qDPjHk1piy4DPBscAySeU
vdyCOgzpXclP6hYnUijq6QSffNdYaUKwb4bckFwb0Qx2SVDJKbHpDoZziBeh9R0GYlIDa8dh5QW8
Pb7iL49KSKekjml4S7POrByxG+bYWHRMmOuWV7wcxwWmqKZyt649z6hKA0PajM82errUXgnSttfU
/U5mA/zwQ+VQE5nnrB0WHszOUne00KOqGyVy6bXuztOP6QfvGzUck/cyrlcIxjKN1AONKVgK7yHL
3QaC8U5rDpySW5D5rcKP6CzUzNCfUzxvr+UEC4naJ867hWqQ8TGXgvlYwT22KrRGzPx6AxEJbinq
1WuVvPJt0ZPOcUWRUR9N3tqkVMBU635iZKjmywPDHDM9iozO4XFOPEyhGfBu8qFd6GaR48uH+K2U
9CizG6VmcyiYv8yvM/OD/q1eTMxs7utIsP0XWrrZ41svuIqJuXP/Q/AYiSVagCHHZf6SsS2YH00o
KCRMgyll5WXEZEZ+oWsTXytFk5kQ5EVW/kKM0AhnZnawsIUL1Wbua7omWfEgfNiJl45+zH/We8ng
Ix1kBtlKINchKQ3x1fDkysNDIPa/VH296HYdExawakIrC7hT9rGUQt1Rmyja9XUf3uaajy434SBu
TrySuH4rKj8EGRA41JilD3gXCsy6HztWrYedJ3Twb3VKKf2We4Nq9DstxtwX7UZJ0yhQH5sep53f
FkppMjSuPbyUKGfLr8SrlOZ4KJZxXszD4sIIEke9H+2QZbaR2uDgqMspDFD161KGSG7joHIb+sFN
FdZEE9MJfYu6HOdBpQYIl5h3gfZx/qylV1jGYS3LUbaRG9dtnKwxSn1i5yi5uVMV5t2M1ewQZiZa
NQAV/pKYRTWA1IJpvUfvx/yCZ/pzE+WL850QGxcjZBPHjvk50rKKqto4/1pnYi+BYsQWMDjs+ZRg
ne591FsZzBolG9hRUC1s6zWAosao6BcnAtLYaMqhVz84blqKGOcZZFV2oxYSuJe6RFyH1UptJFOo
8V3MoIHL70qGHfUh1gYSAD+KX6xfE2Az9RN126gvTxXLQQ5lVx0/60S7zv5V2XON2kJiLohth96I
ffSIrPbVw98QaRYmWAp9lLHg4qJoUY9Lvy+D1vVkYlLqSAcHqfXVJ2OKLQYvUtxyjgkeuW5JPV/n
mR+cd1lNSzgV8g/pF2on2Jn+WqK1EAzCt6nGaahbzrlasNOXvq9ecD2v/cHHILuHq5PE/HGQ7UpO
/dyC1FSY8v6w/U1LVysysQqeS9R240+xOp5F2SuZRkCMjlIcbHwnzFE2rhHDQAM+5QqDlOJ3E8Z1
2xnnrrkcu5tYVL0znokvq4viDvgzbLur1WPZhOAt8ueZybZf8vJfQflzoiasADRH3uVkvcAqkVAQ
oN+NSB7nKDzkTkG40M0uull9EGWU0m6nBCMYb6m31TdrJ22ORVU0w7ceU1+gbKdzS1ecPFMuwXSx
rEWNCkxGyNwZLdKrZaSI5j9E+hTwfFO/oHx89rcjhwCj7fzeQP6EBpSLKwPKkbde0wP2AQRTS3UD
57ZSFUCzyW3iXHqcDvtUXR9eyHB8Jzk4ILhUt/twT9ZrFaQHg2Ft3dwgGGXodFfDAOLS1k1z7w7m
ajiIV1C2FSdp0FIqzS5GQk+QumlNT4mTzkF+2om9jOyUzVoUBpFhf8qGEH0nvh7bSt5fY72gq1QO
TvyYCGNeER0zuq/bL1h4T+25Rs0glxP6PJdvsVc6jn7+ojQCZ3iDsr+9XptKkqS7mlc7j9Ayl2c/
IHCHhAW3U7tuCjGWwmz2XclSaHxwoGehJZYm6lxu+n4D8y5TZExvKtTJhDuoWqFZnCrljpgZonun
RrMF+jBUgr7OyHAjYGLdZxgQ5F3K64KfNNUwASFTHDzvOsxd6LbrkFFWKaaDrRWFyINmfvE+GDKw
c2cp75yIXfjbmKg6wCNdk9blmVyTtneeaoo+HN6qzFAiUIsjmH+X1GQvkbaQFSMQ/QypVpUGZpzA
8x1wZOAWVf6SdDDwB6ojpjqzDRP5SF65b4A4Y3tQ4pW0ldH7kL7qINKFt9JwRNCffky+cHTiuVja
I6mlaOHC6q0M1ieijKQ6vA0P/Mc7Yd2vFo3Xl2q6viBmQeiULW5ud1/z3FNkmL3cBYTpeIDa8qHG
rpsXaX9nusZWg17Uwg5/OcQd9M9rGMXMGK6CeSKuAqQyUY5Rlallo1XqYWGqRbbfVyiCaqWgXlTL
cI4HtXrNie3EO0R94I/mae4g8pZHfbYBpSsx5wIYOZ0Dx1yrGl8Eh6SIm/2d2TsP2KpbA0Kcx3i7
b/tCj813fS7EaJOr2tukBbpPb52qQnTMP3RHSlSnmiMOWTpwz/Qhv69pTM30d6cnzi6tHswtVoB+
AhVZzEF0qU2BS8a+YRvFpEiqfHkBr3q3wCq1ynGXAwdaPxkujtp195Gfu6BLIRlCH216xFwNtTpy
9i0bqbPa20czHfnLTGsfiyyr+ZOeP6OYdJsrqm6i626brfre7QeMxkH6c58Ki53vPLbQaZB4bkWE
fuUiLBC4R/qvbK07JhSHhtI2S3V2/nia2poh6Xr18E13Bm86QCWnhFp7Q+mOnZHynkoK3bG3gOKN
ho86OMIa4mA6qV81h4TJFjA+kBMBKfu7rp+DM4TqoWvxdBcmyjlB27ckuuTeD/IISgsfFeWzOov3
PwEfqEe0Uw5oCNUBbfVkicAZDt3Eg6qgF0XbN+r7/6ASaoloPmNAYHM+zgqwSLW/SAfrkgrKAmvh
83bpyH7JQzNTOeyODtqnII2h9Skm1SYm1xphaLrqVdfngK8BDTDKTZS2rkoR3TutuvfmMuetcunc
1P+0duqlxahAbbWKocv9TuxadWK7E5u0AoWjRMSQsOUSYZpN0DCAN6AayXFWD2Nhi2YDqkGw+S07
abHU4ty96V095JhchObkjrheqJcMpjy/U7Vr/HNdw+zVoowm1K8nRf5BeT/EEwSmw7626L8Y+qGI
UJu/Vr9q0CZxQhDMowc6GCSHgOOGZ0MzumFD+k0uDV5bmqRtfj/NtmKf62J3P7oxmKTKdLt564ZS
BFCUYZqJq5mSLagGL4y/QSP2Rr1lTKCKPF1F9Zv9SKkr/cRtFLMu0ztFno2yARulvImNO0vr0Oyy
p//Zpbc/uHLYafFY9nd9v3dG6sxqb9vgln3F6VpzFptoddGk1V1uiqRUqTd1+RTHeMO94WNDyx+w
kanHq+EuUzQbTKbP0J0vbDa5rCjw8t7AJ7tneeVPwVgQZ3dszTmyqHpUO1NnnWI56FKbmYLS9Xr6
zpGP3SwX+NQmKfQQPdRpGkyEt+IpiX+OOpk0Puc5maqJ89jiNefnOVs5yBfF/0oQFb06UaY2750C
gZxL7e+6FQj1Lr/fauhW6jhPQbF46oHfKy5NMMepPT+GwIm+e/S1DaNlU8t7JzA7Eocuu+XC7kGx
b0BQolVdovEv3QAR+KD4HW5leWDEozPV4X6IlL0t2pzZ1tb+/kTKRhW/LTrteoCQWd2i3sEyncBc
MeKLUZ2hG6p2YEc095aeXkzV+vufTLie/MgPIbE2PGCZ0iXq12GHMPEkXLruFTox9N1yE9XvkEuT
ZENgQ2GezUtKzhq3dDcI0C+yJp2hRBy4eZXeq8Araf+oEz2IfY7R91e9Uro5nPpHYpfzGpMrWS7v
ihYGaLhbYkC+VBqp3U9sPx21oGEnUvdoQNkMREubQoJy2q+dvLOaklrlAkW7k0g6jET5Suz7XjDV
Shszh6U69VptGtD52jhjq9ES1iv7346n1DR1qqzspFqqe6vk+JMqG4ixVEqGfbMKqlgJ9HYzpUpX
brUXKtZ8WoL31Lc2lEj+hLDMCXsOUgzsGqrMzRGVNGMl5bO8MB3mo+fHORjTfrU9WgYazN2Pg8my
+kKJv8xmd4UDTEDaCYxO8e8KK3BYl9o2xFfNP7ePRaJe0g0cBxvjUTsrTj3LhUWsuPnavUfDAjup
Vi+iIAP6pyltXVVmdCbxrGA98JzVEiwrxjun3UelbdnKOKj7zcVrN8YDL135ut7aqVdhL0ykBthX
XUntxHAqx+13mlCHQCF1WbP7OxnYXwZMxEghtcyj9p0i8BWU6WbyhoDSce8ld9MaXR9YW4s/jvgV
JOe0tdwh/8B2pwpzuFnqFQhNGJY1PDEGI4ChOGGGMSwPdE7QATbQIi0Mck6v4bBxGl1ljDWcdM9M
jNOGkOXIKIk0gWHDzrMzrfZFESQlEFAEpsvqc7WjChxVVfvB1FStbVelS8DKzJ0evHwHIPQBsAt1
oplcBaJ0B0wFmTttpegOOe+2Pj4cTR5hqqu+cA4qhhgIIVRHXGlXh7kuFZg9YY/kkv0yVQS/vGLC
78x0lGFlWfPdaiH/oGbyy2JcHxtUL7P3hB9dRCAUWOkaN0X6fe5MaqhLkJN1/zLksGv8a2r70lMh
a1YymtchgHpF7d6t43jM/GFpv6O/qeV8wiJxzZ9ota3i5Df45I5/9Sgo3PCEYC7NQIPW1QnODQHI
+XWVQeOfFBplPfZZULX3soUUlV6jgk78/ZLK0bklMawuXiteo389g7Hua+GPkbz4REMx18zKxQeO
hzp1V0/t+Nls2q5+CkgGKq+EU60jLCoHy5j6mtuhsXjnfrXdK5hfOr6fCZYiW5jkdPNKDvW03ttr
Jk95TcLQkSy4gLogYfuFbuISvXsYvIisZXOa4X85fTrddZ70a5Aa+jvroVqrajo1kLv8y8BYbzxE
9jrV96EoVpMw7D4aSE0fQwR84uIWk4EKVBCl92jAHi7I8i1sLIMOghHgbByIUJ9yB6EeoVIB01qj
Jq17XLtpgYUUZr1EVQexzJ2PtUARlB0EvusYxKTsD/7JZBk4pzYkXuAhzlLHrg9GmssgurM6IQbi
FKVFkuVJMrOa3hW1X3Zfa9IJu5dIpt50j03lWF8Wd7ErpJSFeSOyrDzy7nXyXYMfbHPbgni6j1HR
18a9V8ux+RayKTffGpPMbTBOnDOXL+UK3yk/o6yVLvl3+Ng0IMPEhr75xEkdDIiKf+FzxfjqsOPY
2j6FV0R59ngc3OkA1uivgrc6cOov3kp5pTz0ZtC2XVyjgcMAaynjAWaM7b+HJMOdOXRutNTOiVOB
CgFKMD2DWErPvUkYvVREh2NXmT/Wels2ILGwVHd3mb1Q1iW+tjkSeEPJv0KQdpoDXSLVifIcvOJq
CWXT1hIszd/Udi0zITP5o/Yr0b8k0/NLdj+FkOnfYlmb6zHaK6Y6+ywDBeIUssJYB/Fy0i4o+4Gj
IU89IiUMqd32Zge22REKtVr4Yw2UjcFQmRkISux19T7Fsu3M8N3srpVBospgMbwQIlAt0mrB9Pve
oyar8SnZCtH/7dlUcTRbLbtbj7lT/XFowrh6E0Pux/9M2JzjwGhKs3weisGt/9XjTf1tlx132iae
2r5HLJMAYfYKcyBdMeiLV9RN+XKuQRfH8IJeNJmdk0OkHN8o13MvsVUlCV/ShsOBwbKoHrwxa8Lr
Mg9QM2PTRjL6rrXGpMBIlGk0qpnRo53o8dewpp6SAnvPd75TxevnkcIDz34fIqUkgDMHLzg7Q44r
/le7sDPLuNZ9IZJavgQ9vz5ob6D6WJG8T0GvfIKPcU9M68h0TkIkqK6PbSOr5DCXptecx67t2gOk
KdvAKw89/VMzRy3kp4VcWUoAL8wvgrLo4hF3XFyjYYGeBMk7iHDGSe0PuWm05lOPhdsJ5RiR6X1R
/J3jjvk6hA21hx2O3zh8huYUrOZyjgl7wRxsSfnQIkiHe0BEmLGdbKbvUoDB3dDX1S8pKOZTCU36
LsykPI9TxEIcwJfdfxrsN0h7R1ndXcknn791LpQy0u9sUkCnfmze2qSxu4cFDtApAEz50OGGej+Z
mfuAYMWpDuuEuupie2X75JPp9oYfTfuO3a3gKWduehFl6XxKm864CWL2eY9oN3ljkxuE2StNtvkF
zRe7WtHUw1/U8sldz8MvukNcj05wSuB63tqg3/9g7TTfOUmSwvroIgyxGEGoVPWmt98YQeTeo02b
V8FlnjJSKhlok8nZCRByy5f+NQmo9A6CsZZ/63mryHHRCpMMMpjdv61VCQMpsX3HPBDlyCye1gWn
HhunNzsz20co1kyLq6Cw8xPh1Qtzu7a+DUrhnDLLmR6yOLE+h2YdfBknS3wTaT7ewXx03k2zxVsW
+fElamwyg9rCvbOnPg+PA7j9fLDNuLuzLLv+m7ONk0Hiiva3YbnVJU1Yd7R6n0asfT7H9EPYqUzZ
+8qMystgD9HV88z54jiz+cUu7fQ1Fp5/9KJcXEh4jF/SDO5OMNkFk9jRno9G5bdPleuwpQojlScY
dmV7dcpA/DPXhvWhD/t0PufS7L7BfSUQAWYjAKCbGrI5NHnCzhI3pCi2HUaLaLQWZR6aN0/hMHf9
2RztsjzJqHIgmprif6g7k+W4rTXPv0qF93BhOhg66t4FkJmcJUokZVsbhEbM84xldy06umtRm9r2
qt6ub71D/04CviZTNnmtXUc4wkGRmQAOzvj9p+HMtuzxQ+JyFtsVYav6uhkMEEMm8yoJhHIjWOOv
lrCHNxjN4k4r6uzQJwHu5/nkXogiD+FEduRhXsDd7MM981J55/RzeE2YZOvsK3Zwb8YwHj/rVUd8
VTQ4IPJGUrXNjgcx7gwp279VJ+RLINGJo/pVSBYQl8UVMwyWA4qh/FOmGLO4T5wByxo+cXAkPvA1
Zs38QN5EEZyrymD1D+4MmUncOONkY1nI8XtxrXvh8IamFA/8ARL9WWZGEHpxegBAxUVN6SO9p15T
BpqxX2ZKwSjKu3x6jeFa2t3oIzT8C+g5lUYYKzkXH+e5c6fEd9zREe9CjJyS3rM1Rhtzi07JGIs5
/F/y16qq5ykLPwNSnfJdOiuWuxh4DCK1TV6TwpvCJCL/sGA/eAldmfU9a+ZxlxdBb99MaqKCRJco
767HOQTaJfZeV8/0OV5uS7zNbU9NRXsbJy4muj5BARHpH1MBJc1LVAD28xmtWulXGVgRaZss8GfM
u2Tb0w0y4zbpSf98Ufb8lCcsTZfwfNIwE3agmUA4eap30as5hgtdTrezorpT9QVgra2zd1gV5emH
5wUHuJ88vZgOD1mnc2K8juJUurM8vZg5LbpTInC7jXAy1GsvxQSJaSESFQFnVOPNYSrPcx1PL4Xf
qRA2wrCSbtWB6OX/qiwo+cMN6DPUZoLyf3TRHzRjln93/EEExKsIH7iOJBk0FyYe65beG/xbguaH
c9Fmn9t3Jny3KxNpKFTybmS867sewIK/RKi2cBsO1Q3lDj+yQNackr4f3jELJcu0HxIYi7AbFbMx
Ai9eb1ShQsuD2RMhmIoXhKqdvYoyhPT6RT42gq/HRVWVj8exYlLhvRmtyzVXK/4Cm6EmOIgmdN3s
oVgbYmQVn+afGLukwfu61vWq8ZoshSGeL3NIaVZ/oHcLs76yppYYgTch5iM8QGECWZj7zRg8bnN5
0I5clu7C0+oBztr55jw+oKa18nMxtZUZ7QVgDc4pJthUFsODoziq7yI9qPv0OqzHmhe2ILON1YsI
Ud4S3GamRX7roRzMLFh8kKejCV82YtHxJmB/Yr0PMkfeSmwUAjelzXV/ewcMqlZ+ZWWyo3m7lZSk
yx0WJdhTt1G1p2a9GMYryPUyX9XlHEoMkZFqC1tD7PTk/S14ZpCMo7lQ/oILeQjmlSukKqOzd9qR
Y1GrYjli7KI2ldANwiuJMJeiJG5h7UIKukVejF6QNa7sg47Neb4rsapqon1VmjUdz9Sqlh7aYhaX
K+dpAKhT7DY7Ic50mhpcxqpq2NM50Rr4K+3CXrHb8IbcLjIsvCYIIb2epXM89ParSq2nKboHMM3B
T3QrFVy9wjSF1qjsHiAR53JOOclFXAHJwdN3OHOo3mDMrul3cdVp1+3qkEgGBwLGm6lLanGuJO4U
7kPdbK34dQJbj3vEY7nioy+M56Mg7JGQB5k8AiJGtWGiNbAwy3k6nrm6cODil7cDujyToGMovYoB
Ag/vvsDRtJwQcmI4T6nbX3M7qCXIGq6zRvnMUa8Jsq3zUpcRJLpVwdd/pxBk4oQ/j6vZLxwzxUWb
vfqXpAA41lkNJzwPfBglBRmH6I2VwvZYJNgYXUxVq9K6A/ZQIFakusjrbVFJsGOADicCsLEQQh5F
4WNZw50EX8HfRWgCLNPTgPa1eh+Z8Hdzr9IHQjOwt8XC06cky4YTAnZlIKVxglmeo3JlkOYqWddK
l5nN561OigxPNg+mm0tfTsC3A3uPl9lYdVeZphm5++sHZyIpMO8MOnosadv1gAnqDmGNyf/YSXZY
PS6aPRY/bQhHaFRDXh0mQ+QDKh2FXk/mSnW0wI102P5QI46GQVtGC3IXmcNC+ShoXi9VSq4RVGXy
qIP7InFrSqDwXo72SmUbxWV+xT51wj90toiTrA+borNdwkCJO1/J+6PFpQldOXxtWair6J14dXdY
+Wxqzi0/JBGtudS3+KcKrT5HOCO9jPR6PjoFq5XRBDsx4C8RnyHYn/n4FoMS6EcpqcyP5iVuPk+b
qkuvEC8ClwEj25XPcYYcJ/ZFtZX80hLpXRV7vRUcuS6KFDkhDNvwaC/j0uVmUj2p1wX95fMj4amE
F8cG1SAVjutgbmdruiEFb4/ykRqp00xDd3m1ebJWR1X/ygrcQIHNtWKjYjx/+aeaVS5PlohOd6Xo
4goqeCfDcAD1LXPTmV5t6PZGg9qkqyv2vvnlogqSZbOtIPiPSP11ebXHkwIDEhM4oRHFiijeONUV
YoxiSxgw4bWZ/QwDCNNj2AW7mNlAVfw+b41k3A9VWTJW3FFqxaIYqBe/rJXDsPVWDJkCO7mN2E7k
lhfxOYarC2bCuFsLAmj4pGasB7iJP/SlE+bD2zQtZAFxM+KKWYAt4kWYuNlTP9/q2JGcPCmLEQ4l
zOeYm2Eec6qXNYGMkb924esiLHEY27MdcYrywFaEbr/f+IOUIORKAxvUQlS4TuFuGREJDS+XFSy/
0J2aUHivUvu+v+7YwReHwBIJY4rhguXqYgz4Ma8w41alXzGZzeZ0Y0utjFPbJCAIr0w3l1fduAza
akHPMRDow28VhLzznpKSbKnNwtrqK3wCvLSNNOAFvZP8VxOvZSr7q0H/5uubYD2AnRyhYxolXMhB
EuGsx0RCjsqoStbGRriEskNVKFGZ4l8zPeLB5xVYFczXOhQVas2OojQs4Js/bzCFxgw1m4NE3Hsg
sqicDxvbawWF1THCb+GNAS0pvUPXCTF0VeJOORV/kIs1r6CgCNwshx6mbJnv3TW6MO2ONrRzr7Q4
yk28hupqlQ5v5Shkh9Ii0ckbKy4vh5H1rtyBecAzLJXUiUbc0RcsJfqrcMklraJNXMknwX+XtcRU
qyOLKoNRCz1iBfk3xmFTg8mk562WhVBFNz5oN+kS4l1h9qQ0M/e8cEGQ58tkRZ+3G7ZrTZJQutWz
v50dOY1zPJOIVaa3Abn3eZFljYSHyjkwfcHpWNG9MuE0378WZA6Hw5lDSSHTDzrhOyC7RA5IIAWV
Qsh9zWvj9QXFDftNGqdT2PtwMuZYOegxxRKisEpbkmQ7OM6MwCSkxhG+iYexCpsL8uKt6CIiuZCN
XUWxmgts5BpVOSYjsOLXAMmzCwLwcZBmuhxxYjVUwMQ2tGjbxTjGUADZbabbWsmiqp9vjakr+OI0
e6fXqqU7MKU7TPDNosgt4PZxXe1bcE1DyrqIqMeMrXwd2A22f+5KTzRsq5KgxQpYdZO0+fGnDi7V
2znOJ6q6KxVhg59YJOli2w8b8oPjgHzrnTlBZ9po6ZuXFba8kNbPyV9aOtLhiYuHso8OwVHvKvxM
UvbQQidD4S6wdOluWCqcto0rEWoge/7Gi94GoxoX9mB7VR1qSrXbOLnh+sIAYmUnW3EVt8KaC0Su
z6gRzDiyH/taD0v2YpyTNndQJUiAZ+acHh53I9suYfPPXmuJQ6YyIR3w2olF7beIbIM7xJDaqF7W
mPzM1h6H/3Gk2oAOhq4jRkLWO1RUE+lor8qykMAhevy0o+Jq9X3xMTtOIyPDkvmAtb+aEIfFiw1e
TX5tuAQOUjh2LdOZHYUkfXqxmkfpZaUrZl3tslINB/dVxyGUPtmtxsuJYxGSS4zP0aNDmaEQMLwF
fVHAKjiixmvJVu0WBHyRv9llDYN6pDqtzrIbK4CFS6JkGhMKTl+FW8ua9zz2Et3beG+bpb6SErUK
Ps4zMhdurbcQJcIjh1Wt9hdL1Tq3uDSK0N/iWDaW9XjcZ27pOhBkeo0NJhiMru5LLYNA5PVtMMAN
zBWCnFB1mrqTVHcoWRculbLPAIhO+z60+0uA/Il6tjRo4b4DgBZGZBo0kv6x+UNtULdRZBoW4rk1
uR9M9OnMTnoKKdTrrLkOBy9pWzTAb7QpGqwh8bdhNipjIOmG8diQrRJ4U9LEWnZLUSrCFQAWzHEs
Dw6kzPwmLlPZgw0Ml2CtxqtUgHg9lVC8Rufopv5qy2wv+OvpKTXpSDJbq8GV1KgyUVmJDnaM40Do
eiuJak2dQPAoeT0pegymgpCnZQJa8YcmRq6QXlnsw+HKBC5MVPtNrVWwniG7u/J323bcXKk2CtVv
Yr3KQU8y591MpBL6tZVSsd3PRodZCSNToJiV8XZ7X/3KIScnzuRcTBlAkRN2hCkcnNU8Ic6yO4C3
Yc1xsxnJglzKPIPtODhUkeygYwHUZ7wtXdSVAnAdY+svoaSCfgxiSVmEPYdyZDq6h2yxMbA85RzT
rixMpudjIzP1AzM7CcXz8TrPAaqS82rinIuvv22hovAF3vnjeGateoVqOCZ7hDKR92NGPQABgbuU
jtSZHcVf2wNuLEFjpXpRqZeI/Urm2aaYlXC1UT625TJYqW6CjDVaf5ux836UBBkVL3WEHqtvTr0K
H+A7qhL7tzCfLm43C/ZhRVMBzOSBJVsBiU0+068L5EY1QPgsOUEbUSkmhIJBsMWabBWDOq1kYUcU
gyS0h+IYK1daRHEwzJNjcMMmSANfkpBuunKPlqN9S3Nk+25cncVE1Eyvs20S1sgnAvpxDjrJRkwO
Ah4243DbzSd6eAyUmEzowzL0iF/lK4tsU5ZkGDaw7NtWJknOm0hmZWDHU9AG4qJl1lSnSx0HUDwt
t+feOtHWGL+SWOAAy5ez0pA3gHp7/G0Sdm2GoeF1bMQsgl9GrJTYxmgYmtt+pGMye6EPsB+Dw7hu
/opeLCzcs9CTvLyaukqxs2vRIMICXBUy+QhDHCbLXRbAhzE5WdW29d7kH9nLrhFU9RAYRrtPG9Ae
2ys6IatbITt/PkWtWZbSHEeT9Qv6hcPHgl6+KD10KAy1hgPA5i15QwaWNzj2yEXo1Q3FCrMMis69
Qe2bUMGI4dLxjY3I5P9cM8bgFhsaM5g+YPnvWu9HbKd5sI08R22XW8QsjNvtjJ4DNrxhkiAI/kn0
tHpAeCHrdEZzTH5sl0n23LVsxAai5YetUBSuZcCqOWZD9jEIkwJ5JZCqxOfPE6enCdgeGDFh+cOh
idPcaTZklDUNAorSeDXGLDMk/mT2lIBAHXO8zLXftfq4lDFOvENiJFdU/Ol3z9/FN2dJaQCKZx3x
9dID6NSbxVYjxTKVVr9xjvqlbeikEb0B2ujxXJtMg9yBbCTCfNVIRN8T1KlhmYfzD3wXjbw7PGGe
nquToOzqlqyLm0iQuYV8cDiGH6zngU2xAScAzf/Z863wzbsQoOiawS6fsrhGjevphXUiWfrINfsb
sS64NqJpnLo3Q7XerHEX3PYCQ9y76MrCdd/+/G2cGOXoFBbk7G5rNAIH6VPvQPCuoQ2Rz98QVLtW
LSNJCaWELbltHPulTGM7yz9/Ze00sJKiAh6LuokxGqiAfXq2RVAVYv0cKNfRqgnJ7IBzz95J6qpB
RHrUT23kpGlV6/ROLVm0G0fGhO0Z3GsVtIaXLKFOu6iu2bSFoFDhalgYnZY7LAgmGKoF6vWvCr3V
gxc4lv362kVXqcOv7L1VLSNWFcwL7XRa7dAxbsM6Ukf1g/qHe3raUxoLeb0wQXHBjcwFC+c1yRQ+
26C+ncOuNnuEuZ2tfshSS5ajNaMptA91j0F+6Ls1eQmUoUPbRe0ihgwmyQt+mSdGMKRpkPNqwB+1
USFjyn9iL0eM7awJpPrnxjH0amMAdlAYXvIrOwlREFS/oFvoBGxbcJ1BI07aQg1Ujgf1Yl6PueMs
0U+GaLoqJcEsNXEFYuVg6iRq0c5/1nkXVH+mITlmuIQTDIZXk43vwLgvKOPYxM7Vx2CLMUP21e3w
EHac9+wKEftvaiCePFC6w/Pv83Tg4+9hCodwWHxYxLf5sMzPAy74rn2z0Tq34/gWfLWKLZyjNpD0
d/ic2pILXurzNyGe2rHSkLpBt3JsJj7cXL+xY2UNHYBNyvkmQTbHojbULUmqN+7gZsG7cJoUXHs6
ZYbI9WZhJZEbZieQ1ex4dVFKcS8zX3W2mKv0DEm2Cnck6ML0Q6RoRIQYntVqAzaRTs/eNj4zZwBs
DiWhtNAaNT2kFkchGNwLSqzci27b3jqnjkfgtWpLJ/ettlyG0wBbjZUfZj1ZjGTE2n5DDUp+bq3r
0SVKvrIfiUAn8tdBJJWyKcBdqIRCVevQAVJVGj4wehyH7ds2tVqIJZW70HGJEvUrY7CbYU9F3mid
AqpfEmGzPKQz1PwzdaiVKuQJSEfMz0jzkoTk0DkGpWV6FEXq3hZsAqudig6g6y6bOsJpd0/5IFLf
Pf/2tG/6EPkbzFCqgK2Gmu901bId1gN4+fHNVlOv1sdnz8RJ8pKCJMoiAtbHzAXzXJnZYvU334qX
tb5ID0SY6bJApy6ptMNfgIP5aSUnbY9N2NRUPqgTLkPjDralFbwE2Z4ithZwLRZxEuHRMDg9NQM3
qqSiXK4215yiKlF8QnsXkbW5spC3cPNtpMJ8QuwPV0Zq5dYFIhpgx6gvjI7j4vuowMzQ4KjmmKzO
zK3mN2VXRXGMhiii6LwY58oxL7ihzgovXQIPAIrYU/e2cwYJsdE4uC191GaFb8azQbQCWMXQ6Nfp
UWnbqbkDdQnCcj9Wt893gtMqOKVv1GgaUTfoHtRv8zdmjle2XQ3Gr9Wptf41bdlFTSKbSnWmKlMO
kCmqyE5QrDq2czd1Q1VVZ2VG4lDs6dCdlbumjJUy9KnSgGh4uQn7Jd+ba3B8HeVZBjUizpSCWrho
sDTxImItjWifY1bDgF37jDiOpuNj/vOn6b+FX8rbtdXbv/4LP38qK/SqYdSd/PjX+zLnv3+Rn/n7
3zz9xF9v4k9N2eI28OxfnX0pX33Iv7Snf/Tkm7n6dne7D92HJz/sCxls/6b/0sxvv4DBdse74Dnk
X/6jv/ynL8dvuZ+rL3/54RM5LJ38tjAuix+2X118/ssPusGm5J8ff//2S/kAf/nhv/7Hv/7t//z7
//3f//Nv//Gv33zsy4e2+8sPpvqjyUrJPtO0gA8sGcWOCxC/0d0fAZOERgyYpgGqSlS1KJsu+ssP
ivojIUUa/wbygFkn9ujcR1viRMgvNe1HAll102W/AQbFl/zw6x0+eZO/vdl/Kvr8toyLruWGnoAb
MifdYhWUeyyQDekh93RjM8SpHnZKlniQRxNQiCCHpAogF76w1X7qciqvA2KG/6Rrqyargy03oo+w
s9mlLJUH+MDGSZWk8PvG/pO5LOVPMEnG3aO3sD3j888EREZj2xY5RYxMue4+uhbKR7esyzHx1CnK
dn3eO7sl6LPr568itzm/zU/rE1HWoviBhh4n1ZPDQ9Qabo63O080K/ob0daFZCrH0euUTVHlOa2a
v/Bc37Qh+09Oa47sLEBv6skVoc63Tt1UtJ7Jso0xbjztIgOvBxo1nM6ff7yXLnbSiGDvyzjDs/fA
JuYJGKI0MG0y1HhXT2H9wn7sm14oz6L0P/h2LucfS54FHr2xqFNVahRQsoyqVt4klV1Q1YDj+acf
iTM3YBVOqIbKhv3pVTRK3Bhz9amHPopjdYwlU5PaC3UwOKjPX+r3HgiwWHMgXEG8sk8vFWdUI6aR
VOcOeprgYXwG9PjCoPq9q5iadPKHhEVXPxm8Wd4z2xPX4DWVqZ1hy5j5WiCSF2Bv4+k+lZ7O2yFy
TLfIG3NlxeBpu+mKjb5WhZgHfIGxYtOCcTo0YhV1Z8S94DZkL93Q3hCfVn8IEW7PLL1FrZ1NlPIT
L6fu09zrE6OdXFq3Bvec+sDx4qHIbuZCcyg8d5SLvAFsFxtQsBpxZlnp1HNwKptaGtLgGNOMWvh1
bGMj2HXGArMOT3b3A7utevaWwogXvxB5+9aFbFpfkLi7OLuiL+1fQqIIe+/51yuf+MnYp0XoqCov
GBwcc52nLcJsELbYuaWwktnKemK2VKjYZfaGCT59a8GT8bKu1w7tpApIvErsvn7+Bn7nzROvR3ym
ioe17GBPb6BrB8vRRmmxokLf1scG4NIYlRd68e/MAbANVFXjaQ2NWsHTq4TLomCrZ0v7x3729UEn
nq8jgEitU+vT8w/0zWzKlKYKCkAyNdC1TNkHH80AiSWgaIuIHQ5Eps82JaAO/1tjqTyrMeK7QhAP
++r5S/5OG2L9wuosXeFlheHpJXGlj0vsYIGqNFak3sRaMI6d+YVl4vQqsKeorei4CAkD3rN6chXI
cE1MjJUco4hh8cSPWxQV9jg4uz/3OOw/eUXUXVmQdNktnj5Ok1ptGSn4Uie4sF9qwHE4DbfT3Z+/
yrphoGRL15Pv8dF7Qv9fR5FS557jToaHmDjZGXAUX+h43zaao0uDdsgYBofk07JUPqK7KXTMdfE6
zK9gkYbeMmTKC7t32fSPR7Ek9MjlRqARZCcmTloscWMMZWLph9gu1ZtYg36t9Pr8Wcs/6/j7ToiF
98+33mp6/eSa7NkcKIIweLiidXpqLCa0y6PV1h5W8ooFvakosFTPC6XfO5UWFxdO71o/mcMQBDvI
mLmOY37UYUZI5fxsQW8LbU3N9Owcu9+u3w+q1jq72godxUuaugfwx9fO2cOF7AbO5/n8EUXaaPvI
+prcJ2Qs/UoFPTN3g9U1+k7ydJODhSXQ5LlGB/XbUoswuyQxNKp2nAsHOGYIinGRSnTlNfLhovIL
vNM7n5PWeCfcyXxPbJEV4gUVUWoHfW5yb3KN8RzTbMvwYETno8w7RySSjXX7Bch8XHxl1C0sj4Cb
G2+ubCPzXW0YY5iyY6riHqHV5JDjuPUznFJr2WsuJUbfdOqq3JHa1fT71okw80wiDUHZjEtb5LmN
oaWXS09dA7sY1rH32aRZKcigU5FAOiB18q0lgm+CwaR645AG8dGsIKk9uGrv2IQYo+c3UE0Udln6
jVYkWLKEyMKXS6T5JY405JnbP1FnAHaegok5116KuMIlVhPVWYTBGtWIbBrvFxai3Of0jALEGmZc
dzzcEp12p/eOo+yCqlETOKfDZJ+ThxAVvlsVxieDTpDtqJtYH4mpjMZ3ZEkGH+xygF3ZKQxtj4Py
/NbFTuTzlGo29IM8r+8JVzCVj5WlLvcmWxKMCNrayc9LSyOf0xFDeFElY5l7eLvlC4UVnLIfaqeY
cDNSYu3nzmqj98pcSUa6q1e/1GERB4jMOhitO5BGOz2ALFd4yBR2i9ZMz0cEO9oUOkgHoywifrzu
a+MyHWbSoc1eGd53xaBW7+0078y9goVGdEgyjgZn/VIZpIRaUDi9uh0M5aBA9qLIg7nuTEbemOhn
ZlQPyJpUxX6vlFrbY4maLFi5RiH93E0N422mRrHlF1Bsus9mrOjzVZsHhnLhiBrPpFrNQriLrtrh
YV6nyy3triU/QezS1E9NFmTdw8whtj3vSRojcaxSCg0z5tn+OZyKwNqFQ5Xc5QqZdQgmKxq2IJx2
uMhxccOOOB9C9SBUqSjErS3HwaaNK/urlSNwos0MM/nU2tmkvBpKNUFuiEtvfCntbJLrGoRfQwti
DdXHVmkJI8Z0vl9q1xusaKEoPATVZ6zV4sJju9gQm9cvyI88wsWrNzNmGMU+KHBH80Zr1mFfiQgN
Zaph3oZrFEUQ1Pe92e7qOa8fqO2ZUEqzKi+u3AldB7RN8gD3wojJBkOtyR64NKsYBzPOUe1NFMcp
oc+wHsfQRCOfYyC4aznQYmuL6TM+Bb6LsmneA2abxY6WTtNLyuU54CNHvdYPMel8P0PkucgTe+pv
mXKi9qAPjSb9aKNKdDXhh4FofkHE2nfdlybuOchomKcnorT3k+WGDoahTYGU/F2Cl2joT+MUvx6G
LEFyXEEtLVXEHEkYuvtlofKJDbsOg7i7WiyyGyB7LRne4nmCFrlC1rivKt29d0NWTS+M8crwxrmr
303OgJZszLHNI2LYyIpDiYhNI40IAr3f4BjQ+Bi1dJj/K4ZWeCYW0w4JAI29eK0Guk0OFceFc6Vz
RUPMNBraz+OCYb5vDHXfXnVpjPUvamlDRVo3hMENtiRDsq9STJP8qlYj/H2XvIaaPiSqeQ4gqcZ7
dWiTV7A7WbKFMYpxn3ShqC5ip7UxbC7xVPb10XCh4IcLZuidxt0n7FomrFCT/K6bhDO+VS3I4Pw1
iR1nlghw1+11s2OerlJkcFZVqW8UbCSCy6oYIaXQ1cLbBEfk15zIlYLddBDf8R3kAYz9pC67FAk1
3vCZw9xMsG0ZeEC5GAaPhE9qF0uLr8JBq0rnjpbScw+nxfzncg7tALKJlX3p6tqOvWLUBSfVBTcx
n0mniC8NyAkfFceeewyfCDtDcWRbEK5JWvio6Niue5j0pPeGlnT9YYoHqYvRNFyhYUwON/BXCv2s
a2MoLnjcBnKw5G52IBcve9fZnUrpN2n0+2kqOENW2hANQAwhRwn8kUzsyWesTiuWzsrL4UGpfqTo
5fu87DQipw2tvnDrGNWb3nISAsToma1tdKXvyAVVjYPeRRSxY4v8VQaHQKaoFtUNkWgxCWm92mND
o5N6Q9xIHVpeWTlG6k8NTFjY8SJ8wMpXCD8vxqb21ak0oy9xyRh54DYFNDfwkIwOpCTi5yWareqq
y1V41HGLu5Sfa3ad7XuMcQufVOEoeG/ysX6nAdVXF1qrjaHfAHOPO9fqTeEPURehg6lVPbzrJ1NE
e4Bep/CBOMcSHVqWqjdoJLCdgsdnOH7poKSlg6YkwDkZXEAfBXif7rGVUfozl4qKip1OHCwXuJO7
wzXmP0DTDhNPvEc/PCf7Esa8eC/0ODVJ8x1EOl7kDWvywXbrOX7Xq8Cp+xoecLDH4EwErzCd6IoU
gwLIM9c4RNUTa3gxtc4bdAVV8zGISqv5OiZB352RlCryc5x6iKMpmZjj86XVZlLE0krXwRqwOjh3
obg/NClQPm8Vwwl/aZ2g3Gdxgiu8wDoi8+NwjplSoZh23jJ3vTSKRsLvYYop2sskwwbLszvdHX2s
xaWaurAKFlT2TsZ9rBo9QvKpUBngGWf/88I0XSJ1FaxNSEUVvX6RjKpD6yrpiGF4BE3HKQ3m0Ljm
NLgvrJQ1jENyyR4mLsPhUrhU7bA/Y1NG1pBY/KhwR+EBoWmvmlgEyX5g24J4bGHdOusR1BPIONnl
15lp1vGdOAofbE1p6JPMFMEV3PXGOjD2U8zg1Qq7a1Y69yYcLD30MeGMa3/USHOFEWclD5GqjcZu
MVoou12WkkBZkfNF+6JSeJcTzkURK8s0FjmRKcuBtWEhmypWxJnZdPU1dvkB1LxoHox9OWIx7g/C
mN/17aC8biVKscNpzPqKlDpSyTCGqr9HrhNAZAr0IA441cOg/KpZuvglUFRruJ8iIK8zNWD/6SuR
M8/eEIqm2Y9s/X4y0kB8irG1La5TaNEEiqiFw7SGeHO+NMYCoSA5YulZaeG66uUCm0JsozQn9SGB
idHvq9Z9SPCsK7zMjWK89adY/TkhCMb1bZZS9p9To+cHhXAjKg5BadyZyG6bC9zZgSnbRsvtXYau
QTvYeQabrx0WgQVSa+NLh/sAI12UkbjPrKT8SKjbmJzVaCSpMDGjYiKRkhThOULBDZLKwuS8sQvq
OgcrHFr7lSgS1kCkndne6OM08otMry9BfaLeK9Ff31tdSZYCfvnFB1C4gvbBPvG4EDeKDy260Xke
qAte0zQp+iigs5gtQm187usG3UQRZ3jRa7C5DewDyurnZkynxcMJmmxHSIm4j8aomFMCvBZyAzQ1
Yini+J/a+8J22je9QSff6QN0H98pIi3ZZS02Gt5An9Sxqm5N/IPU0PXZrWVXA2cb5yBaEkXg0AwT
p5cynl9gsBwh96cnKUoSBodDyyJmCAXS05MoBqzjqC1d7ikdm55Lk8ER+WoXBPN1GTaBdYiBNt2z
uQpMAgLjUVpvp8t8u2hwgr06bcr0MAMIzLuoyBZx5kw5GRumVXXlbQZgW7w1h3ZwcKwmUuTghEqi
X4RDov/SlUox7JeJ2fANR+0QFvJcxGhrSsv6BUOtyL6XTgQXoisse+f0VfjO1JPpHQz/wH09Z7Gm
niUp/eJMwcDf9Sgkke2cN2M//PL8cfO0qELZTiffj6BRl7KKUE+KKlEdVUGIM7onTUsesH8IzgMX
YpQn8kR9yMy5v3/+gqcFo+MFodKA3Kmg2xLteFwdGObExoqAoNgpU7NPi9LkOw4d7JPLpdNeqBH8
zrVMakYgJIhxQElOilOpZQxkFcZYHzaqua/rwjlkyxLCG0iLF47t35QjyPBxCLfEP0qj3HqM1ntU
9MCGNm4F5uxk0lU/u3E638yYWb/Qdt9exIKIc8SJJOpjy98/ukhSu3ltDRMbk6hPvuaJHt02eTVe
PP+Gfu8qNsQZOAfYMSLne3qV3Gk42nDI8SI3G861GKahphb52fNX0b59OfL7KakAg+sCsPvpZQSc
XFe0TYVBSsfE31JAntgiIqnwrbYRCnoUta1vg1hb9Ad8WpThLuEot+DhqKHh1+fZ1K9ZmWrrYu7J
A7yItDC1sUhGH7t7/l5/r0XQgTrUAIHU0DM9vVXDrRR0j7Ld7e6tAb30AtMJ+wU05XcvosPwoo5K
Jf20Cqjh2amTrEQ1s+UYwr62ahy8+ypnfqEy/U3Dg2+zrnEhEH2gfMlaeNSLUhQFNe5RtadYXXfA
0xCDB8T42JCaY13+2SFIgQ4FGCQaIAgiek+GIDoZCldiaTwKSM1+yZTWz3rnXaOX6gsv6ZtSHfOX
iXgI2xa0ZhS8nz4WKL8dA0n1Hp2398y5HC9YzRDrR2V4E1gx8ao9vpd/smfISRPdK1V2CeGIk7YM
nabXWwfwIM6rYGfGeXnQTXrz8Sp/Clz/x5Dz19WX4q5rvnzpbj5U/x/A55CbHjW4hOefwuf/9m//
9d//82//6z/B0R/D58ePrfC5bf/IntVmv4vFkkNVG9h4hc8t9UfIIZzejwRWCYz+HT437B/hR7Ds
YT2AXJJktL+D57rxI+c08EUUy4wQAO/vx84VXcNUwdbVU+AA0x984pbC2pfwOok+iwIP59zDo7a4
XTcyfwxi//blJz3dIpp+SrE920Offgfx/oG+/8Ls/HQy+u2r5dzxaG6AdGymiZuLvSnAqqckUDwX
2+rv/HZ51UffjgFezNa7hDxqTa8r070y4jZ7YXb7ozs/2cjMM+S5aAitfT8o7/NJ+CH5A9/53aeT
2Ji0hAEqgqOueZdN6Yd27L/zXZ6QHkJTqU04XtbeXig1pGMgdqPI8u+88ZMNsEHs+YjROFEpVZf5
oV1SpVSt3Xd1Q1MioI/eplEJex7KQOztJscPvhdfa6OvXlg//uB1nnLgiWAY+zSjycPWZGXKlWnX
F8r3Nbopl5JHd27rTV87BC/t3b5U3mCZ7VyYed+9tND+0b2fjM82pILrTL3Yi7z/JQAesSrj4fva
/GR8lhQSWxAe2hw9Ba5t9XVu1n9q//f3sX+azJ41GOgveiuoi7KPpUyFgXPTffm+Gz8ZnkGCuxqZ
ebxPrficZPV1nNcvYHV/1Nwno5Newo5KzlnhXO8xGNmNbXD1/F3LZv3tIPlbk5yMTuh4Vquridhj
R4XYA/3Pa5KvGgK7gpvnr/BHN38yQiMD0EYjpmuva+oFFuVX4fj5u75Z8tQed/LFbNxl5JS+10ZL
2id+qMLu++Zx42TXMwxRLRCRij30Jkp4GEhcYQb4p/gLf29z42RwWnNSB5kaYKtjmNfWkp/ndbf/
viY5GZjLOALPyXFvDlgl6vplqo5/ahf/212fDEyosbGqK47Y14rlXIa20n7lwJ08fN+Ny97zaMIi
oxy4jGSQPQaaP5l9gwmc+Z1tcjIwdZI45kCN572i6p8XRLRwUbRfvu+2T0ZmlM6FmPpw3o/OhF0z
ecQ73TDr71vc5MbvcaMUTkWkEulnZKdYqEDF2RLX99934yejUim6pTZmwvviSn8Yhfn/OPuyHbtt
ptsnEkCNpG61t3oe3IPbdm4E27E1cNQs6unP2sZ/PrgZdxohAuTCSGjuUlWRrFq11t9txbqj19qR
E5ci4XifoN1Utn16nYj0buHLO3Cskzv8IV25Lzu5Z3Mg2tWWM8BlRTV10K7O//bbthOWFiQ16FgC
Ka8ADUZrajlP4/mr39pOXOJ91fRZu23IJ8l46Gn+M5C7p02cwByHVYPtAiwXA1l/mGB8qeO//HZ9
+gq/BaVMNvBOdbA2Cr93s57vQGVQ+/l25ERl2MUJ1JWGrez5JK9Vm83PM/jy/fL3L8j6bzvPBsBR
uTFbucbsu0iTJynyd07Mt1zQCcoBMzoWM6O2BHYjKEgTXinoiPpdCt0ZBFDoAicFLfeymlcoCkWP
o9qOXh/z9Fb8/WNyQO6DOTe2jIHUjVlTZFXj592/pkR+s7ao0r0f6h4HGp1t0abtTTM3tee+nbDs
TmVsUMXZ0rT8s8rEdYgmjZ9JnKjEtA1UlU9ewlUgjqhOoZ2kIE7vt7oTlyiTYugZnliyGmiOuYHi
JAR5/UIzdEIzVhG4SsFvDWqb4BIDw5/Br+9pFScy64BDTjWEg6OHiSEktTWHWHC/q6yLpux4qvog
nnCkmekzgahLMYNC0s/gTmSKfm/ADYeUooetPiiKvl7LPQ+10Dkwe5BPh73BoZZZ8wiq0M8zz/wM
TpzIxNzdUgH1sZUxLrOPwdgunzox+KUrl6IKfII8YZO0UCtTz6ALf9wb4Zes3Hru1mk6gq/+dM5z
oBQX9iNJ/T4lcSIzAURwAmnxVtI1vpJQwgxF/OzlJcQJyybGEPYc8a0cUwXRLiOfG757ru1EJcSh
gW8Fv04J3WaU8dHuEULLM7+NO3GJmyDgtRAkBACC/uy2KQS8elGeizsX2XVawGQWt/DBaAE4oFZf
e/Vet/L06/9waSNOXAIR2aw9gcWBVMKgYFhCj9vv/u1iZEF0F4uGYWan3YMf25p/T8juEzinId/X
52Wj05E2yWjLji7kWNEoLvqgffT4lljcfV+G1kzgr8LZoOwjROUgAsT5f4J2/99DDWs7B+YgZGTa
EEcDENnosoAD5BJ4xfdg8X/8mFjdiUxKpqFjYFcuIUOUl/UKtCZGaluf4wGrO8FJOWb/TdfvUGHb
yBcRTvnXCvjYSz+rO+HZZVso2Zhu5a7TjyTrHul7M9VvWcWJzSkGeQ7gdKgqY0y7XVsQg8aBV7UN
RnFicxwgbzPsMEpkkgdl26Mc1Dtvh9NX+0doYmknNIOoA+k06W1JZiBfFlKSaf22AgMetu3Rz+jO
wYlhTT7aWe/l1jdnYVqfAcLvcwBhJswJUQD88rkOsPs6ghpvYOaPKyoqXttmToTWGDSmZte2pLMJ
SqiDb8CSBD/8FndClJPBZoCh76WOp5duWP/qjc/D5zQm9zprVVQ0GFGJkcdX8beY6A+8ZTufCy3W
doKzAVPF0G2ggyZSf9FR9YE03/zs4QSmBfKe5MA/Q3p9+jB26hOEkj19xIlMQQZMcu7IV2M9Loct
HyEjOHjVxGARJzJB1Swsxo73cm/tU63ME2ibSz+TOJFJm54t1AS2VEZeJCp7GhPjc9Zj125ESpOB
v2SIAEQMcMOqsrUEC4zfvt05uWUKggqs/BZglOgKNBnPYBj3yyTUCckG8Jl8SKFXke7LJ1yar7Lp
v40s/u/MpE5AakHYmhODDynpU1dnXyE245mlXBhI1qLORttsw9jBhrY9ROqLtkk+ermJO2NZ713C
OTERqMy3640RkGTMPoV7EBG4QdkOpiUJPFDG5jnoR17W85L6hSV1wrLTdZ+YLbKl1e0tZrougnp6
9DOJE5TZxIDWl1g6VNHnNtmeWCLf4wM//fY/nJfuBHcLoiQO3ZUIcN9WHjLUHymbP/nt2wnLBQKQ
WQLuwxI4we/C7F9YIHq/0HFni3GNw8QdR50as5r3upYL5o3ks9e+XaUDQSAzEkHhCielOFPVcmHi
5p1MdQq/P5jbnfDMGFeQoNpxPelE/K1dqoMawgtaQ1gRoZ8mzDOMMufYjDC8EIwalU4MYX1Zo/ko
pupvP/M4p2Y1RZzsO9yR4OGdbcnHPWOf/ZY+eelvdTdKxs3SBOYBlcUjB8Q00Lnn0k581tm8sBwj
4mVN5vs6y49C9Z5LO/EJBLYdxxa7Nq1ZIUvQob6kfcpi4Jp3Ts0BA1tjw7u9xDzHduyE3S6VDuw7
t+WTXf/kjk6EirFemKADMmJgpy8dBGtuJVCR7zj7G6unzm12sxjPBB8fTvws/F5PmI1Kluyrl6e4
KK5EpquZTjdlI+XDvMmuWIfcL2+5SKANRFIYXUI7E3VOKDfwfikI4LZ+G3cCc5wCEKgiIZZ0obdQ
jT7Ucex3vrmTr7GIKhBiwiarqG7skpliGPmz37adyFxFtq/gysOFVjwp1n+VU/7Fb2UnMHHegwo7
rvdywlDfuZxVd11l0/6OTU5J6Q8enjqxGSWrIrGBuae2gdxE3YjtHko80+PY5E1z9PoJbt++W6kd
lxQ/IWX9tbHsUwgNNr+l3SsiZBaQyBtYx4ZfofR+19nIr6ySOqkFovKKTgzN2KrHTNxC9HcQh/ul
RJeAZiKYv+lXVMWh9XrehaBgBfHUv1vkjS/qYphAVUnCXePkZ2OnL9O0xVQUZnazoPJLii6OadZD
JlrbocCs+ROUpT/ulv3973s/RcsfvPEfKCZoWYZJo9CyAjHKZRIv9SEAV6Ofr7go8JlUSW0gyFaK
ZvyRtxAZxmC3V+seylPOqZ+sYgRFF55XpDEYpdnVx5p07wTpW2Y5/flvx/7YsdiCrR6e2OYPqxjO
qy3zalph30562aAtpC14FMv8JAcTNtl3kA/8N2aD/72y3GmFqIvAbZhi4xLyBgeQbp7J0Q/CiJ07
8TnNsw4x2baXVRdDrxtQoH6Uid8xlDgnfxPk09Jw+Iqa1gVjlBIZIA78HNHFA40j0P5gIkCzmtiL
WslSDssHrwj6NT/0m6tADAFjQSCHQWIxhz6frxbevfgt7Xg4WJ6jtoUwWLkHUwPp6bg77lHjV3x3
5xEmHmOYDi1rCGPzezqNd0Pqma9+Ef38ZpIak3AC5MMAHmTdtxAXlZCkD34mcU5PIOlYm/fYtWmq
8w0fU7DAr3TtQoFCaClqsPNvZWiBhrbzNRAOfgn8l5LdbwYBY+xGOxXCt5P9rBr53dzl7xw+b2Qq
Fwmkq7GdmVV7SQNIfKISco3xXr9tu1CgYNAARbapRV15ARN59TQ2+snrO7qjTpUcMQ0BMWwooxEG
vdG9ASPJevBb3LnRahvQyeQ5kmAanBubX/RBXfot7YQkeEG2fGiQAtdkM3dgEokuRb/5pRKXXLfZ
4y5MAHItZxtArkdaTAAr7RfvLhoID4igbyjDNb8Pb8mgriF+6GkUJyi3Bt3efohxAYq3CdO02U+q
PF8nkXPmsC7OuqmHD5oVyufteA3Wv3dOnF+Qnz9cflwoEDiym2wyKBumGVTOihwkkBCzCtv8iiTJ
+AQFQnJLdwzRBqE9ZFastyGb909NEq3X/VyDXQdS61l0tmxxMp9vC4b0V0jG3sckC/DUmUh1ieJ4
82BXEmgfZCto+ujrm4mepnGD2htsTeNPSVRdp0ZdePl26IRNBCXnAUi3pexC8RIN02XFJ6/JCmzb
iRvbGGUgc4h51vyb6bOHafd8B7ownTVEf3cKtCmtDEuIVh8he+JpEOemJjbMyvJwMyVV/Mb0MSrA
md/R7oJ0gqVVWbWh8rsGmTxGPZgdOF39kusvNvbfjhtorMDfwDVVVnTsD0nFwD3Wrl4DOCee8tce
CC20euITrNITKc/2qj4SxqN3LmonX/tDSLpAnUhUUGKQ+JobENyPuV4+scli9JyeSTHkfo1HF7AD
xZpeA7poyn2dWlKu1ZTfoYA4pH750MUB5hR0EXuDfmy2VjciXa7qPHxn6VO8/ME+Lg4QKA/TTwTp
kAVj9zIEJ74o8DCFAkqjsJpXInBRR5XNQWsQQYLOmMlCwQiCeXlqvdCGGMJz0ozOuzHh6WDKseIt
CJ4nsBO3z347P5ntN8+3uwWPO8fOyRyccxKdqa7/y29p50m4Q8Wt3foRTpOLQs/jVdAbv7qHOz8v
g7oNe0BUyk6MqSjokIO5agOs1m/nzvFcYQ5aY+MJgIY0OYLC7CQzHMVnfqs7B3Tf1qDBzoDpju36
CfwDYIsOPdvhLvZo57sSIyqr5Q7O8LAZTnQcidf3ZC74yNYmZQpi9OBMmkGA0rQYKt5Sz8WdIllC
OFTXB5WWTZqBuqXdbwdQ7/gYHFypr328pmCQpAxGgbjW93FRl7RlXgcHc5FHfRKDcQsaNmUdBGMh
1nEt1tF6DRKG4Nl/vXEqYwGuJ6zeRrwMbHfVxv+Nqfb/lz3YaRT397jXIAyiHdQCMRTKPjVZdsM2
r0FZ7Nq5BIQjpVtSYd60yUHW2NT5D7ADvJfO//x6A4fB6313mGYLQZWQIl/Vl3Sit0vsF5dgj3+9
9FCFIwfnUVbGQxSUfScPDZXs6OeDzh0gEf00y8Vk5Qj+2wvSRk9rYoXX8QPi+9c753u0AZbRYXFj
XuYl/LSrxetGB5GP10svfdSZ1QBEBrmf5z4LD3Xu1+tgzAnLts0WErfwk0zJ9miX5CxJhV9xDLzS
r/ed7OAgl9DHKzFDvB9Al/0xAmmV38d0QUfpXvMa4rhwwprcMQUCruC/URz8Ly6ZE5crDocUnEzZ
SZtlv5wGMDWmYxP5ZVnmhCY+JlmSGhvfqgXqn+KTGbKPXg7uwo6aJQX7ITijym2lS0E1NIAH6nUe
Q67s9cdkTJjNJiIDzaG5Jra/Fj31DB0nLlfLum7sVgyw07Aul4E/TFArfee9/EaycnFHNXij5kXD
JnwPrlu6jAX0+7yetaBOf22TBiJcYpuxccJ2fiSoXVsdeM2Bg5fdCU3a1jIBy1VaWhD0ZVTdpVJ7
lWz+IVI0zSloIdslLSGDeFPtQcmpH4CZubijJuBVtgPDXILkrzo/JZQaVHR+juIij6ZaQFQ1gUnS
dXiBJMs5aHsfvELHxR1lZgarDuglS4znKNDWHTaoc3u6oHNe0plE4LyDTRhIUx/ALvWyNNJ89tu4
E5fVCq5fQfEth01sRcoFAZn25OngTmSyEGReELiFo/TsVtr8efVjIoAUgHNeEgzgaSmXrJSzPu+6
9kPLmNflHpen12EZtJQEQFmfqAIgllBAXirHuKlurrws7oKPoP4zT93JxS30T9ONiDKoQ68BRZjF
OTMhwU1HbbH3JHiJJgXSx2D26+GB++y1XUAU27eTQMEAKtlfN47y8iJzPww9NAtfL56yiaz5yVXm
YN2f2zbNzgmpjd9pnzmHJs40iAUEYGgIw+0uTsTt7tdAYZkTnOEGPAaCCPrOw3y12/WimsyFn6M4
oTlCc2yMuzkrExHdLlFdApfmaQ8nMAm6bC071X5AYqYvIG7Ung1b/045640j0wUc6S2aonFvslJE
9TVkaZ65FX4mcfFGEvzZIZ1a3O/T4D7m3BYdr8eDl71dwBH4LEHwq3BFoe0ObbaxvrTDQP0s7pJs
LZpuQWRgcZVt4iD11n6DPnzud7tyMUeNHpDGE5C+QDeEHqDPJj+g91Z5ftDTh/6twGR0CIpwAquH
nU3PKpQr78FNmX7zM7sTm9W8JOsMRAAoA+LoMDJuwEE2+tUNXOBRZUF8Os5YnOvq+0bBNyZBkO+3
cSc+wWerdFvjyRaBorWAXrDCWGH63qvtlFX/WfSEHspro29JQNFGQUKUSdzc7lAhwrCvjGPwtYPm
3O8m56J4epP0+A2YOOVVc9f0QzGR0av1xlz8TtaBol4MpywwpOFBDvVyALv67neVcyE8EVjw9t3A
JUWD6yGvenGYtz3xuwG4EB6jsPgUZrj0D+lVO2XPYLz+4uU0LoCHy5raIYVZ4iVL7ppMmpeJr82T
3+pOpHYYs8oFh0vGLP2yqP3cqNGrXgvtwNf+2EHHzEwKNGHTMGtQFUe4LRrtV/QE+dzr1UERSUEG
DLNgeHY7VBOfwcW/e9rcCVQIgC6gpcXnnKs5PZpoAwQWOmJ+2dHF8ASDiiiIm1H27NIb3GMustQP
kcVcRKNY22CNBTaenqoqYcNHdPZDv44Hc8mI1q0extygppplSdEme1Rg1rAqvDzRBR8loKXnqsZF
NK+T+lhF4Veh/fqIYMZ/7SzdBlGHbMObvLLLdQhutsq+N7j4xt0ldu64IAqf/89Vcnm2LfFPsiyP
fhZxYlNsOUi9wYNb8qySZ7RpvyvWZZ7mdqKzr2Nwn4sYnjLtl3kLKGaY6J//vvE3TqLYic00sFIC
0gwOpa1pXsyuqhucTu2ZXsDg/O9/xVtmdyJ0i/DcZwq2GRMMz0ecTlf5MA1+t0YXiQQ1paxVisDy
c3XHQfu2ZczvfuEikRpw+sfBjqUZoZh7Y98gY+IFx4Rm02svDyF8sLSgbUXxkNwuKPTRynA/e7tI
JJIYDi52dCWC0fKrddtBKc6VF/9JCCno1ztvwMTRgCA0LUXAXjaFQkhOqBfBDxZ3IlTVqUwxuoOG
irDiUkdAkeItM/q5iotGyrsqkdEpteRt/LXm64ARxqj3XNwJ0jVpmG4nLN6w6dhO8TXj70HL3ohR
l5jItHNdg5o1KWvI+NBCJdH4fVMB01DHmELPpO7ikuxW9RXkO5JyrbvuZlDBckg24UUQgy/r3Hi1
7oa+i+CUW2ztYV6gXVpH6Ts33TcM5MITNKWcyAEJcg0W9Wib77TLQLSfJe+s/0YGczEKghqU5avT
5uv5KTP9JQn9RjOYi35KkiqQ9XKqLZpoKHQPKQyWj34Hh4t/GuqwsifNm3Iy6jbX+0UTswevpO7C
nwCXlmbLsO9WQS997KFThDqgX2nRRUD1GlBHC6GtsgJgrZSKXKlg9wOFQYbydQLrwn6CsDo+5qz1
7RSq+0zkfqOeGEF9vTZo6pdAJwHo4PL2LkvqC+pFNAfxTOcQ3cW4k4mckjpLHudU3jIFeUm/b+nE
ZhRCCT5JUCbeGgM1t7n/tFkIDnst7uKftmAYMKoPkyyrfYK2zmWujWfR0oU9pUlgehtg4yM0OSCf
9xRo7uffLmIIPPGg5liRDamKTtjYHfJrsx8fChQfXrtJnECqZaFZUjIG0qmMBOVsxt3T4M4ZGkLp
B/JO8JShah4WOd+bJvzo9y2dWy5ezolOB8QlwAiPlpCx7DBsc/z3xd9I4i5miHMJOAIAKygSR58q
iIFhFu5cDrvf+exS7gOd3SzDAILQrJksOBfU9GjilftdFV26Imh2Laaa8EUnsUEiss4B2Goi6Vdu
cVFDAaQlOTmZRvL+MY3jy4z4NSyoCxoK1Lj2vEIIcW4qqEKmH+oFwjz//kn/fG5C0Oe1n+c1LtDt
itfz0ourTomXvfEDr1EXMxRswCxDKSMpZ5mbot1Xc9jo4hX8kG5+vW+VLGIIB9zlzBpANU5fWxV7
fUrqQoayQOM1R3FVifWuinjs+KFL7Q8/ezvxKToIPucx9h3l/LbuP6skfvJb2Tk0eUaWvTu94Vg7
HalOd8AcVz9EPHUxQ4TFAQ1RpyihIXIr1cuWmGe/bTunJnIsySiNsXKefesG+mPd6Te/pZ1DcwlF
sg4gJC0x5pUXMZ+WcvGjKAshBfPaASEdOMe1Tk53cfqILtTZ2A5etP1Y2wnKeYFsph4jJMJFEWB7
eFQA3OsFYKEuZqjJl2XLZlilTgl0xaZ7NWdeCZy6iKEpaoc6smFS7tkObPk0PIzb5NW2xTzha3uT
phliFsPe7dTZwpi4sLGWBy9PcSFDCZu5gkY3DM774aHjsXhmdqp8l3dCM1g4ROAN7NLJ+NDy6Fbm
foV46mKGBuidyhDYB+QTq8MigKTBNVsBG/Q7H1zc0JgHoIJLIEJl9/UuGZtj3jC/POvyFYVDsnMW
D2jJzYGGilbzvYHGntcHdWFDe5qjnwqJ+VJGzd1CMnLNoNzp54oubmjpIYFNNmx8zujdFLAnkI+X
fvt2UEOpqCIyzAA2LxNfSAGxo/kSqrPde+NHbxz3LmlRmtk6zSpAv+i4vIhINuhAS09fccFDECfb
lYSwJaBxrOzj+q5a/WjbqAsdAvFroJIevWEDCeWrbK7IIUykfSf8/3yvxWnzOrdMQcan1QzACUZN
csg7E/+ooW/cFjlEUT2/bPT672jmAYRO0ATBPP3KIIMJjd+Avida9dZndQ5R0tgdb02gIIjok1sd
gJMYAzN+455Qg329dc0seEZmmAfls2vL4295L9U7pn9j5y6OaAyzroUWb1b26cAOhLPLodPL0Sua
XCQRQf8TArq43NoxOy5NBZV1ni1+mdHFEaWQ02ANOU04cMhYn9SyMU8FgXa/7OgiieQ4LrKPekg+
zO0ZqeXTvvuNIkFN6vX3NEsI7bRTl3KqGIeCtIQAsfXjV8UL+fXiXIo6RNIFICe304GJfTyOrPX9
ok6kQm50W1YKIYyM1gco996TzK9hDmzz642HPcrDnIcol2UCEqhh9vc6ebqKE56yXzmvV8BDZAdh
0V10vBR14NcAxX359cZtnfX5BiXJsknWpohJex1Msx/hBXXBREpwamvolJYKRNN3iarncsjqwS/6
XTxRGI1znG4hVo+moSDtcqf74dEr+F040a62zoBJOQNKzm5XEORlUCNuB787gIsn6tMm7mJ5uqIP
36Mu/yyYl/ZICGm+15+z31RW9/0JlWyrryJrRpTOIDjvZxQnOvH2lP2uBWpmUFuHHnRrh5sg2/KP
fss74Qm5SckH9Icw3ggwC5nSC7ACGb8ocrFEJoO+m6r6UwshPgdhaTm/OwH6xinkkgBVhikIQ58e
oXNa3e5y+sbiivu9ilwk0YTLBQ9n3EXjuQ9Kouefo552L/QD/QeCaBnrqRo4iixz3pZd1ndAb0CQ
3ut7uiAi3m98yBlWV3I88i6xxao9x7MhN/ja0SE4ry3+QekJssVFF8Zf4mbxQsv8QwpW65lDKx4P
OjORa95HX1nNPS3uxGcISaA8PdURw6r6cFo6S1e/6HSFzPI6V2TqkcmhgH1kprutE+NV/aQufEjE
KgvSleFpXi3TYcNVKBek93QT5+jUo5z7vcecjeLdh0r1t+t777iTUf+JwqMu+09dj3m2dztu5m1M
SsjTpd/mMUA1Z2/W/NnPyd3zU1ckCPDEKgF5uKzGGKKyqIN6re0iiAKySsNlgy/a8OlB8D08BxxK
Hf999VM96A/WcRFESvZpXCk8zkW1dTfKDNVzOiwAWGLQIhBFLiJ6I2DUn5vJYs/ilIssmmS1dP1S
42k9ypv9VIOpwHL2To4/Vc/+9Iuy1zlhgPA1pmJxrGJ4mDzLIZVR2eVswEzoBl62sl+3NCjUsI/6
UFU0AeFhHIx+juCCj7SV+diyIAZbcE0PEFl96ac0fudbJW/8stOf/wbiJS1GiheJb2Wi7JMeJn4I
w8qP+pm65EfxPIgkr6u43MaVFztNoqPIZ+oX3i4ACY31oLUWTpx25D4xe3SR2T7xS0wuAxLYmbcq
n7D13g6XiwHeswr9Dl4Xd7RtKlFB2J06PigwwV3XB+CFxTuEDm8Enws9glI1y003snLDYIMqWxay
j4RrtHyXqYUkJ45M0p9RJSz6HjPEyf2ONheXREa9QSsSJZx8hoB1IZIgv6lCNb4nS/2Go/4Dm4R+
JIQ8EAVZt5hCmXAtgpD75UMXmrTn40RoJWgZGxk9L8kMmetl6Do/T3XBSXFLah60cCaaNYexZnsx
mtCzVeZikyIzRWtdwzBiXbujbeIrUzee1QSXKSnLglwwi8XDvOvPSCC/Trv1ww1RF52EN1YwLMEp
sTWsOhfqZYy18rsOuZikBbAS01gcB1U+Pmgu5X3ISeiFwaMuJGk8Jfe2FpAxJQvunhn76zSH8++H
5xtXCxeRtOnQCk5y4Puafv4GIaKOFLiY9/FxMsI+/ftf8kYwubCkkZuGkwDW4cH2ggv0VIQq9Hvg
urgkMmKMyC5IyyQb+EG2ACYrkXp6uwtMyojM9TYieWZpXBcaDJJnQyS7d4z/ll1OH+W303CLZZtN
kLDCzWX9FlX8BizpRz+TO9c5MErFAQN9Qrls4QHsy3e6Tvwe/S5QhoboOesYNtl3guJwW0egIhr9
RpSoC5WZklFTLVDbEnu8Fgwv89B6qfWG1MXK6J0QSTpgZYJpfAaf4b2mQfvOne2Nb+lCZSTU4od+
lqfyMA8wC8rKtprfK1j8ApT94Ubo6nrt7TR17ZIA/SAHJi/mmqy0CPImSM6lGMUHRSppC50jgx5Y
09KPARCkyzFMwYRQ9JI383EGCO70/0NB6Ww1VfQeh0EY/koWf9idC4Orc7aTekHLAzNIrLqpx2yc
ipZ1UVDM01zToh1k9tjWM28OYaZTfaF0vGlzHi3TvOyFsTvYcAGM6myIP9sw1dElYXPZztT+tK2i
eQH0ND/WdT5fLnqK7FmTBnw6GquARraQuJ9Bsz6DLi5dAwWOnbmlRZUZ+aL3LmNlvrabPHb7UvFD
NKvqW7pYo44t5+vHjRhe3wJ+SOeiYn3TH6xd5sfVLjv9GXFZNSDA6vhwpbRc7y1k/ZK7ruEsuwEZ
117f7ClEGa55oJoaMrb7oF7QfaTrtV07rWWxhulU7QUbBrNBCJ1AEJBukwRtJASg2HYGae2dAx+r
QwAIY1FNF5Bp5e25XlEA+zTayObn1jIRHYZxqOqP0HHsP0iNh9/9zlIhCh5nqr3KSdKRO9UNYXzI
DarZN4Fu5PohHXq1xUUDWpwUCSzUOYqiAmqt8iC4iJebeci39q81jEJzWVuezSGGyLKhfQhiqOzc
NNE+g3UpnAnVD3My1wZt2xAw7SKa1yV8GGaixkvc6GtWyE2zEYo/wu5nUJeF6PYxHSoxlklT6/Sv
SQVrT4uhmyNhjyOhI2NgPOfjCsWDWfL8+2r6KvwJpYWhf44pkE83RqSrug8SGuTXwxrk8n5m+4IP
wBZezQVUmxeVHjCub/fTJtHGkweKqYbmeenmVN/XXcq65JD0kNwyhZxCPd1ASyBjLzwa0HiaR75X
zUVHYGXMiLT1GWv2SpsiA8rrsZ7TcL2fpEQRgqpm6Q6rXNX4d67XapjLqVfg9o+HfrwG0plNMW7X
KcsIxp235UlVHfoKIGkS4bOomjg6Gl2z4zAa0h2DXYb46mlCoNKnEt0cyL52O9ozcrrradTf1Uub
gBKxlvmXKmGmvsoYHfDSG6t62PGDgk7g7dcn+pAxeTKOOdewQniMw3UYjxNP209k13o8j3MZXKEi
OQQo0zaSlHYwyYewl+HlxJa4Pyipu6gIrZzpmY5rzoo8gZx0wXoBjUzQP1e6WBaB2rSAvMMX2arV
FqxmdVjIAP0qPpLhnEEk4wwUcvQLRr/RszXDrg+qmVpxTKp1sEXIpDkfzBp/XofMpsWYGsMBVG7Z
eoTWcT2fmzSJ/26nJYASapc90SHXGqrQ3V4dU5rU+kL3Bl2aZdjrgixp/hzbdDyqPFu3sxF0J83d
VufBWQBlB3UJeOH4pe/D+qqdm+ZrxEPsinPQFR7Emq3x5ZRXrX40ASS8Dk0ITp3jLmSfF6GR+fDQ
W8YfhMacfDGsVfhhqzhrjmNHCDtmgnVQbpP6Uue7eahMgMeaTYNqOU5qfBRjn11YCoWt4xbTdTgL
pLLmbBpCu5a4Pae8ANXG/GOoVUxuScN1UwCB0nfXtZzRQ9MYEFsvVcf1YagCoS7ivVJjiTPXjrdA
BV8qtg4/wr2GdWTdHcdgqWvkmT6+5DqcXlST4D9Hx6KfDh36RA8NpvFZERGbftiWnvIr6C+lwALU
3ZiexcnGnngf8vk6GQ1GgRptVn42z3sb3GjRzeMF9Ga2ayUgl1wwA1amw1LH0fohijtwHMb9Ls7k
YLcNys/E7h+NYts5RY/kpk2aTh3DGAPGaYKixk2+Z4IctsxqTEtqPt6IbM3Uz2EVip7V6Uy3Iuds
iIpAq3Z76PMGvZA63iX+nWBiGR1AzsIyXNOKH61UCxBBW97ujzpt1vgIGmFM1pF52B+TFCkDEhO5
4V/mfAJVNhTxlvjYqma9rYDuRYObTZsoVxvF9sBaUEEVfM74fN4KAW3bIo0XUcSY9L4O4yY+W2Q3
vOQWWoarHdhw0XMgeq8Ga+3wYZXKVOg5AeSbPRhtu/kWZ1GV3o5Tbj/a3ITtWbBj8Pq8YwE4Fw68
jyGLBpGa7GdNsxHz4zmJK4wDtjy/EjPI+S4V2Hk5L7q6j81xnsCCdTstbd5CFiok3TU8qr9tWNti
rH2VNbqvkOopbd+E64M6qaTdx2mn48PMTfhXQsE8h3KerEExf+JN+cgM7RtxHdfgPjmCBpNULVg3
pvDYJoyUk65/diaYXlCw348YRoGjN3neHwIKLjs8DxL6INCz+pSNevme72Lri7CbaX6o8iq9NG1s
wMG/brfJSObHtktYdtADKAEN7+LrcVkWVSSrlteo2NSHCWN0h9AIcpmMKr/e9D6R4wriB2hu4D/q
vpixMX8lmN/9wLVptq74f5x9yW7lSpreqxTuPqpjYDBIo6sWJM8snaMppVRuiMyUxHkMBiPIdb+A
ge5F7w2v7JXdi36l7up38Kfr6uHKNsoQUEAhr3QoHjKGP77/G7y097vE6zDu70AQ095+FCttI6c0
zbdlXYVlXNp6lsnAjf/M0tAHsk4mt8aY1R6JOm4G9ohJZdLEhRUZrrJ6zWGhV67dttJp4e1Asyr7
CENPn2pPwxGdrqw85AIBwjEJjDdEsN5T+y4v1ymGFcWY74MqVNdIkRtM1BWkdjuZl4V3FMXMehOP
blwmG4100eLSV7nyYtsisCgJqzq7rYfeH5Je0+Ih46OuI5paMcW6rKeoNYgDi0bfr+yZlKEycaHD
6tC1ddOcnFJrvZtURfQd52w1Meg4aPeJDCVIFiyF2AZBT7p9UZYKyI/xmgg+Py8Nm9t2O0pZ6iSU
GTtWriuLXYD8mmHTWVoktR/oWHgzyildye5pRrrxHE0ae0C0sPq5DsbwVEARHsEL96asBgTZFqLk
WOkhoamS3LFAbzkqjshhMqaRWBg26ZkG5dnVeRMVtLIUWeDzfqpwhlCWqUh0TET4S10yhunFmeLr
0iM2WDgp9q6YA6AwvY+et5iwjxmvhLsnceCl307UNPKYmlxm8ex6ba6ndUzn2NcZApX6ISf+VvQD
5KUZJH7cRChiMntgtFVDXE9NWUWOr67a9oE/DWcx58bE09SIbN+tFTyFXRHm6jgp1CPRMPSzeVt4
LcPIW2tE+80owm2iUxvUyTBknMYFQ+0A/3VHx6cgT4lOBhakJukyBHXihpx+AE7WF/EK8+krFPXQ
7AuZzi/WBPCn6byUFrGtMJpOvhrCMxDZNd0RieJqV3daLg/hONYSY5lbGrfZtDQ3Qz6Lr73sOebI
QjpUKGFKhjiABW2DvjjvikRrWLztBIELwVakCBo4IAuyDhMR0Cy7y6B9oucmlKuKUA5k+6ZlhOMJ
NHw6QyuVNklubRrGfR2yJ6OIq4C9FX7V7olBymbUFqhb41AWjTjXYCjkcVVo6G5mp6vLzCe0QXMP
Jg6Rv4Kqt5dhXtWnIQ/YA7D5WcVYN9ud4iy4lG6hU1L6faHvVjbaO9w3/SGCFKaIHUwPigNdkYUS
waQ2mH+u8xLwDdK8gdO5ZrJLUqpCq0eIi/1x7+PtVyoeFQuzH6aZkIy6FujSRplrwwcZdK6EqXPu
0w1BKG4RL2Si7TZr4a6bmHEyywkeU2aMvazlQ1IbONnFKPrpVZG1bkb1q+v21MDn6glOKQGNut7A
e3LoJwdjUdW77yFvHctBMrG23esZC/Re11PbbfRYQR2He51D5MuXMgc5ElvvxoiB1Bes45W77ww0
Rqd1yXFW5W6pmoNzMuTJqJDZlKSOrUHCJu558cr8wdsXlgdYb2aew7J7mpZpz1Yfx0BbIv34Ee9c
yBOSxJvxtW+xhe6k763D94pDXhQLn2XuZpH5wm7FTEy+gU1QGiRtSZut7yn2teNsOucCe3/C2WAk
TgvNBP2DgKg4qb0hXZOw7YzZ99qVIgm8siWHMAfb7haFqDAxgjaL8UvQrH1/XcHtDRXX3DpAH/k0
bimufG7TFQVm0+Si/lJy2ZirspUq/Epq6XVfZ95Q/8LcZIP9wgLxMAspeoyzur908yiL/Yh8H5mg
rGZVPMDvv904E7Y8hviBhq9CgFvYRQVbLWh/iyFXRPnpdPR6tD3itR7qHjOm79ZoKGUIBq8C5U4d
MepDPH8Y+JBLQdOU3CAXCuVAmRLMILzsMvdryKnwnrZioYtF6wTmZxHzJ0OhV/DGB2+qfQw66MZd
99x3prQ/Q5hQpj+nKmXrSzhj5Oo3zjFR6XtWYz3iiIoU1DQ2NacmWlTnxEYP7xFxRRHak6n0WCa1
w+4VVWOGw21WTMV3r/H9rw4BXu+ofJ9RH3HxCjMAXSKbbU2DPXNJBMH/pwgBqIx1p9SzQ7fcMCRc
5ksczqKa+wRrQd7ipZoAliglDk1dwkuN08uULxy2fOhBhhvY/OoqEUW16Bg5CJxGYOJkPVYFB5eQ
GYftx7mC6BwgNKSJjUpQNlKYvfsqBRk4CuZ68b4yXgqFSqNjJPbyusguM7Mie8UyO7SJDTGWtrkZ
VHAI5NwjbUGGbgyfw3zk+s7kQAju2k71dayl32Y4ZWQGQcK1wOKnsI6mG8lYVoQgeE1ivcZr9YvT
ityTe976Rbljs5iHC9GC8WTGClMeu26w9whARWJr35rcu+2LakZ1CqyAvhopPLZRFNLCPUhN8xqP
KLnne71oOkdybZr6uGibzrtcM4E218rfwOyxNLJd5r5TiAjuA5MZyEFIr0c4mxrRJnVnvP6krC1e
23ZJdR9pDm8xlPBdhVHIEHFYbW1NVYlvGcDrX/fnpg+6PSah+ZrTOg0iMZtgz/01eCupwnHVp7WS
8YJmid6IqlD19YS30pdRNRig1NEyNV0draUVeBNmlTdIv4bobVk9F1G83sTqyZsTLgd+44cTb08C
7TqB2gfbW5TVrRxB4KwNh/WwxqaH5MtQbPkAT9VN2HNR/XQsa80GvqLaQ7xhzkLMLRTYcd+P6KtM
hEJc4mQtLzxEvN2NRGJWFwvA0G284pBcJ8U66fy0ukJqrG91LiKQpSESL3D+nA4CBvTXizFZGSFV
ygZX2ltGnKFIJwodIVXWf5K1Dl6EI3R6pkxrd8kVlHhbgLowleWdTPEVXCuRBAZ2Wh77CKK/xSUG
eTUHJJiwDjFm8MjhIgc/4WYoqz31bYPAdBN0vojhXcEeGQXyFDlYTdxXTAGVQaRLipOm87vggP0G
ckIPZKkDkPXOR7BZJULgObBgiCkZxgJUASxzMHqZHY4Bfk+9ZEg78NhMkw3paWTtiiRyplIe44gX
3Nl8CFVEQxu0cR/o4qsPU7TD1KUjjzPeBF9SE4AtPfRh/jBkg/9UGVXJmNGq+A7513ofICYCN2mx
oePk44XRnIvwxp/T4puipmYJsVV7wB9ZbsQiyAYLa3VbZeXEUSw528QmDfROZm6ih6ZcwKD2AgyN
uK8kAkvKGUFI2xVlQLaFmXafYZ8zSJ+yKZbMIxltl99n78Tfb33Vo8zh6MR4b5DlZvl9A3o9WjQM
uxTwGvixxkUKoO1chVN9pRdJN6UhsPEp8DiGzTiWVXAHU1xqY0U4Vt0Uu1ZrErTPZZqMBsX9gAFG
GKA0Uo+RdECR4tXlDUyngY5EsnCbKuzOXKrli+WV2Wd1QJfTlHXt+FM7mmKzaKYpO5JFN1BB0qAQ
4RyVkNTcOCpEHYfV0AyRpwQhN2JY8utJ5AGNs6lXhzVwJD3o1sH/u6vSrPjSZEjPu0mDwuOoUdns
YlNk2S1VHAlMoTbNWepZIICkTrvl2uFQfRCDHU5Lyj0T4+wElyGZYiOdcCSrblrPC36wpq6LpFKo
TKJOFuG9QLroEa3wHjZWZh5RZc6FewRG06KCJhC64mhTdtOJjMpHY3a0yxPtrD2kZFxFVIdpee7n
rnmrmVJDCxyCYbVIl3ptTs2MA99pHoOwjMzKjIuXyuGcL9uawBxK4p3tgrKedR7BRqdI75XM+uBE
SlIc676qbTx6lSNHnhrT42mq6RUhglUWSTPlKmKrtww7DyZTzyZwbo5Rx6WXglt+5aXhrTE5yKMw
vAtcgmVzvdai6PlVjSb3K4T06hZGEOHzEuBwcWxzVqf7kdVU7qjnL2aHmJdxiqbBFncS8sRbb0rz
IRpTtTxDtqi+8ta2x2oS7Ya283bJgbXI9qcVmBKRp7X9iv6BF4Edg2oN3XqsnB09ZzhfXgTwb2Rn
aVAENjPKp8ecre4wYO+8hYZGk0PjO0CktZ/aWy/k63HWShbRkob1Met3P/vVRtOCpDPnUZuo3RTC
WiL235HgnJXZPa+z/CsLMLiKoGjBXfKk2SE7ErK8EfTFPp6aCq+iRAzReclqfvazdfmeAuT70shU
X5Y+nNg+bNljSJdoseObzOaHta4ZgOUpy46lXOF5FoDSeZJDnh/wYkjUa4SsgEdjmyWZ9GibCI9f
fknJ6ubER/E8xobUBbhCwNjexAqDOcwGAQwaSY7hXYhD86UITXAhomw0dp0l0xHDsMU81Ut9W1Lr
5u3aC6/a5MUC3HWm3vCMFBfKsXMLAXS+IbcsJNOBCToh2iW17U9PrstrsMw9BQC5yAFbQhO8tXBC
e/HkXOKj/jBXcYp1NwXuAWgeSGTO73kGgBoSO2ueB942PLKtgJlBPY5TmnShKseIZzJ1KA4Xd2Wc
K8pYAp9/AAtGODjxkDbDoVTbb4AI+3Y7+0PwionF976/nlsimnNYsuparONcRX4vzGXww+way7X6
UTUII/8LrIv/R7PpozUAfJ0n3csCtHg18wO0q0ssRPg5Hxz10RygpoA2eNWCMYIhTmaUWzUnz5/r
S34ggWdFXwxz+d48ZOW+nLEcMW4/F3Wj6Pvj+g/91GH2ik4jNHjj3Pv46ZEcXqyGfE6L8FH3zUS3
5Cm20Q28NlmwL3y6HrlGJ/RzvMePwm+w1UsA3qBUWuvf0fSKh+XXTz30j6LvZSkBteQrWFeejtbM
vyE+/9xI/Kj4RnMJgo8WYyXL0h+9bZ7ZGPwlYt//fZT7HyXfplV1KnJcW2bpkw7WuFSfi+DzPwq+
C13UsnTo1uak/SYb9LGy+dtnHrb/UfAtsL4KOAPA0KxFkoO0vkAT9PVz1/5ADBTTkIc4FUKU3fDX
FQ2WcGDuUw1sELd+O3nQOoIgZniXZyryAyFxU8Ky2vsUCQ0WQL+9OE42rhESAk2435RJiQP0I1po
w6cYCX4ofnt14S0AEPX7IDQsvWKAKnqxfvbi/LcXz7GK26bqQMY0+uwvZcx7/Sn7GP9jUAS8IgG8
+xBPeZN7BLSIBPX86XMj5QP/I5jQKyNQ82zScRE3RZV7kV0z86kFxf8o+0Zb1A/XPIfKnqCVYwdy
UGX+OQcm/6PuW1pKQ5/2MO4SwGbRuwB1AefqTz2Xj7rvOXOpWmHfBepd+DgP6EkBoPvktT/MzsbB
mR9IN+glI9/Xymzqln1q7/E/6r5nfx1SFeC2geVubVt+C6vu++eeyIepOcI+05fvxnpKmDW2olr2
hdZr8rmrf5iawQJiQZbC3rE0oUZg+JgwhFL8hR3zXSPxf/JO/I+ybwkcB5a90MLU1qB2zESKINWR
OtAuRI++MGCtsur3jc/cnyO0/uqn+0/Za3fzv6+u//jX+PfPrgdmgGymD//840PX4H9//f6Zf/ud
337ij7vX7vy9edUff+k3n8F1//x3k+/T99/8A5G7YMneohm83L1qpCD+en3c4ftv/v/+8Hevv17l
Yelf//DLz8600/vVsqJrf/nzjw4vf/jlXWL1V//x8n/+2fv9/+GXP/2X//ynv/v7P/3d3/zL3/7N
P//X//anf/yfv/un//EP//L3f/tP//DfP17l9bue/vALV7/3cDqg6CEwn0MMjoFlX99/wrzfeww2
4SGHqRVjwMl++V0LsneOH7HfgwHDVehxHz39XylausPBD9f7Pec85CG8UiQPAgpfhX+929+8rn9/
fb9rTXPT4TSk8WnvV2bgv48axd+Ldq48GUrqy0D6H0pRo0s1TGO9K2Dhn6GzZaUWZA8HMr0hxPf2
3ki/+Vr0O9qH5pu3UrRwrD9d+iDsnpia3WXM+rKJKqLQLEhZ+Fh5xQ8xdGOarP2sE38u/J3yFUua
1BYtckyofFWiXI6oOPzk1yu6oXAJMfWPpeIsWfSUj9Gogu4pBxhcHBav7Q/U9O4xk/10BaVDdQc7
D3nls6Uqo6Dr8emSlPE6jOWl61f/S5rj9InQFxVPRr94C8K7Ig1J90HLUu37aRbX1s/hwMDwWbq4
dhOmdXtdt5CopvV0yYumuhTSvJTlpM6qbhwIDwJ2bz2le1HrlyZLyRO6ydOlmxoVl/A+fSLOqDN6
b+3O5AQdkaVQZzP1+q0gxY+5Ifnh/ZPE4oq0EvKBGPsyjOlymvuwvsoC3LK1+OPOEfk2IPxgXxSV
2gdr+QNECpasSlSXMVhXASQOXyNvlb/v4WT49OtdBoutLpQP6myX/sUW+FQFyW3WC7S0tdFJ56S/
b2nIkoxM8g1cqe4JzHEwaXJup4thDd0jHqe6yDDND5zlLpkUruCUfMNbfW9wj/gSkMiA2aYHxnaA
rasvguIxl01Ot/40223R4Gtn7zc+Afu8LOmYbsywVBfr+S2POoy484qj1WVEy2Ev4dZ3MkZTMNj8
upLRmNd0P+e127QMH4gY9PGJSHP+AsBQ7W0lcB7zJQGy9+vLQ9AZcjLAtd+9P9wyD/z96hoiwKdL
5Vup6h9DW+MvCvvSjOWPURMe8wFpaO+PtRWT2iPtrrq0Cx6wGJofa0bbGLAc8IceSbIByJdv0suK
g+jwQuolV/tSaGCpqX/2ZLWcFzJ633jH8RSD+VxN0t60C5C4WeNIh199pCm9AQYDZGQeOn5QQUGy
yNihvh+HSW3K3KoLKYbqBGeQYqdmG+bAoVnwSCs2JlU60otEf2/TaxFcNSGlm8xHMmUUCtttmfJJ
QjBtz0NDzeZdQnHyJRXXVRs2ieJmfC4qh06d54pDKMA9BOYzJ8jodFVEtMpeVkhr9q1qHQhGvEv3
Cp2OF0E7ZABOACN4NJqp2zTpKBO4IOnrKevRG+qC6bW0so7VHAJ3zlwIPtYIpREsbPTFYsAHnSqj
JXQMlLNVSLBhKv8WEKV46k1g70pPdRt4xAB6qgH0fc9mTIR19cdTUEu2z9A8ulsyVZ4x6s3TmBOG
zqYHXLUyw5x0A83O2mc91LyWbllT2AhEDC2iDO2/TQek7EyWXyM8VY6hNYU3hhYVujlAgH068Otq
Cddz1rsRgCwXiVdBCzcWlMYLlo08Hse5A3gZzvucUjtE8IALdgXwQhjLl/55gm3OhbapvacduJFD
YGi8SpUB3ANPMiKB868R3ip+NPiz28XV8oCW008Dossdw1Jpo2V28lg3YKOGbXgGYkWSNnv3shj0
A2vxbjcAn8eNoJAwiLQfcIftuIVVOXyoQFVPOKRRB8Jz9MXaxh5n4j12Q9jd5Iaxc+l3xZeKpuOR
t8T7ocFYyaKK0ymCO1kOxtowVcdGc7+HKXQgDqxnX8AhL55CtEqeTO8fxSq9aJ1s/qAKtGh9As10
iFZSsrIGtRF6k9Bbgdl2BM0qfZSc5HCzmRZkbnTTjfFzswcaJeAm0MB9CvXUFNuyr04TK8m1P6r0
jlZrGNO0n4d4pMaLpA/yVqRLsm570K4KQPpF/dL36es4IWQ0J24vcqaSBX5C90YX4d6QfqFxgLk/
Yfsp0y11E5oZ+eg/abhfHdjUNrEdXbUfXa422tDxjOcPwqSn0eWtm/KSg1e7DYZg+JLZYY1ASpDH
vKPZTZY5EufpBKqi9NwzKGzFCZxIiVltwo2uMgoQfaCRq3i9yflgI/OOdtGOjyrKVPZ9NRzfCUzD
qODDlNCVfAXJErCyGzuCqeK66rgGa3O9yjpL+Mj5wbTOT8ZiaqKxbTUalQz98KFx4UaafA/9J6Z3
Os0/IZW5HsvARe9hzFFA5Kl2sLELdT0fqI+48T6tHfwWQDE+gR0jNqNZxmskauB1sCJzNOpnwU45
ksRPCwcXEss62tacyeEup30O13Rl44a6JV4QqHIY6ew/jTNtEDIV2J9kAYFzsP0Dsh+Lw9j1zRfd
h+sjBfZ2WlxG36eEOKs841iEvYUfYds5yMhHUGcR+ZbIW9h8gPawEnlwrGiv0gVmp0KqecN5Wid+
4LeJIanacPS6zikoW1GQ62HX4EbgJRFgbaUdJgQ6sodxVke9DuKItk144TKcNm7IANq+71TY78oD
fFzKWwJeR23Mcn63iTwViH9+MZbBaiiVS1R37QOEi1ifAcPFiL5oXhF11V77TegivcA0OS29bjua
tbsB0fy+yRa0UTtk1m2bKrWvYgRBNQrcUuoYC77eh2nDTwFktre08cs0wkhVcKqxLMo0eqzg49GX
MvDVSXtB/sh994y2iocsthm0yNQz7fadPAJ6md9dASzGftehgQNWgcVwBF9TwLo0i0cmQUDui/SC
c+4tIHPQxvv8mvrecFuoDgwdEG5MNE58D+NwvZWkuTHEoZ0+o0/bWt1Ax03sLs0buE7Kx2pR7oZQ
EDjHCbS/dECDKUeHzcOG662iucZcXeJswCDWgXe0atRx0/fNRY3DDboBa1xAyPXOdvSb9Qcq2AW8
jCLfdqH8BrAQw3QKxKYfKdj5YyEjVi/g0Kj6XhTg4YwjnJM6hAMdm4XICPUNiWk46cfU5uqElaYF
5VGwLRrEYNj01fxjnV33rSotzHnQSBovq2TuQJrUu2ig0LHyXHhX9GG4050F1SnM17cxHI9oQc/3
TKKfMvCCnGUbzBtv4NkWhM4laQbsc74NYCswBB20xsO45x0ZN+jwig0Ilsu2XHyx7a3xfooiaBF7
AZLpZgE7K6on/cXH5nbdlG7o0Spi5OBxs0A71xFuMWu4jIMGJLdlaemXwDX+z4WB0tmi8I2l0vkG
Iuc+WSCa2JllGrYF5Ctb0blpG8yBiqnpmgR0mCMaEBDfG0zpo5DTdb5aEc8GpkgaZt/Hsmwb9EWa
a0hBwb4e/WkXzro9Q9vsJUGh/S9iap7KkVsg0HzYTMojB7+Z+p2UjkdFvjSboPa9uKzFGDezTCOf
2Fs3dOVWhPC2webgYpapKiEDljgQ29d915Jlu3oNi+dl8uKgfWfG5XNxAsCQR4NnzT4A2X/XL6DY
EW+gL0te+btSh0sEyc+CgFM0K7PCrCfJ6/XGoShoq2H4mfngs9Ni/KZDUUSet5S3sDhqQel23lWH
rLdYz8G5l/kF9u9tjIQcEFJ0S+8Xyi6Tn+dRy7MBrKol2GFjAIN7URz+fyHRP0MklTyDkDL9TPMl
PLQ90PMIgSbs0KKRzrY0RdAbWKFEXIOfAu4RkzLgCSgG9hQG3XhQXi1uMGP7A3p28jroR2GjgU3F
V1D7qytJ8+6czumUQlAh3QOoJcP3ol8Jsi+6fB8CvrwxmrGYdXN53dR2PQVgBaXRiESVBLSvtYsQ
QTrcgTvc3jYhIc9g4o40pvDu2lmh526DXUVVscfb5WbOBnJnMEUbMJgFFB7otu5RE+pHmVJ0F329
LgdSaO8LzsUSXSl/gvZCDqA/qbKOJjAtoTrpg+AGdBO6V4TWYGuCln0752ELZiJC48G+b2dzADWn
/yH8Rr1go1gPsphnnkx+lqOBztfd1GHk5Swwu3qw6tG60kJdl0PlQOeOXWdh3YDeG5Y3hWj7JuKz
pi4uAlFe55W8ZmTME1/p9Zg36MPhuKNEpEqeJw5HpTvyjstOKKx84wVR3jffq7LPknejpFPgwItQ
oFGBYh3aCAqCNILT2VeHrmRsCTqBvgjABZpfRvynTdZQ1Iwd9JUG+/QVaMdonBCcTkDN0huQbb5P
fbluhnFGT3zM5ysvo/XVnE3fK9MwvGlD0BJDNZ4RFOspBu3LPHngIDXznVr7HZKscIaZ6OOyqDHm
Fg1p49vNDCNUaJQGsg0btNbdLK8dbKOuPb7aHxVEfGek6XhvDLTpWyhNi6uQl0WCZgCKsqXI4MtO
mz3Kn1vVLt8WcE0jMGyza4f5mqylsZsFNIOjAr3z2A4TYiEFdOCFGa4c1BlwY+l1MmZet+tJvp57
MATA1Z/BBoY6FKSkxY9L0oJgxKeruVpesHZCSt7mwb5R3rYb82oD95htTcJH+Dg/VG65bybZbCdf
wyC1WB7ark3oqGnUztAWNSqINRjQzz36LyewmRX4FGn7hbghjbgSj6uZn1OIx26MVEje9MGh4JgK
131fYjc3L0UvO4i22A/3ztQBj21OQJFEuTVC8mSbst6W6DZ+oaRrrkp8t0OHenc7rOU9IIaDyk0V
eZWtvtZoZc6wi7kAQRAJHIAQ/EV/tO+1FFTOD6PDLhmCVV+hsj2WTTXETlbfSNWW8cTkfWrJm2sx
Btfu0lH33Nlu3vrO3jQSRLlW6eUqTX0CdnqQbldfJLVgfQJpDb5+my6RYeSJzRYLDFmvwHAFA2mu
FJaboQTnoeLXouznzQDb5mOVoZqcgP8eSRUAsPD6egepwhllKYtK6rWgXrgUrsV02YAL3B9WXhdx
PpkrIefup+vUUoHKD8S4lOydjBhAlhE690AyFZygHgq/hWGoQfSSyA6ss+NAOU77ofhJsXMdbQ2p
hKTboO6uK9nISzi0865ELRwDBnpbJmUOdhHgfxM4cKbdCtVLGmIcm/ZU+uG3zpvv1xESVz/k12Dp
neZifrPS/BSZv22H6siVnCOGmqKYZHjVtemp6LBvAsk55yF0yYCB0C0/lXCdiT3aNHAzCLotUMJH
ECxOJCy/6KK3116/kLseGqOY8e7Nr8qtGfmLJOsBcrw8qRhOcpOsziBZ2CQ3/QgaWD5vJsaeBho+
Fahv4/dQCeinTmDtpDh3hxCIBfpYQ1ila/A9Ckv8+xmbZIUBEaG0fK4CqKjGsPJ2mbNfLW2ThkBZ
PuNYmPl2jEiZ4WiNLMzUU5eOQHHGg1xGaP6bpJ5qkI24hU4E3rw40q9vGOArPgNrANbRXdq4xz6T
DXiintmRsD0GVPQAAOovFNGUTU3KTVN4CbbtR5ifXPWmdkdOzSvwOQgK+uUZLBBNolyLB07SpwaZ
KLd9SZ87PWK5svorI8NtJ9lr4zVPQxj+sAuEDl5wNTc4uQiD03j4BrnWIehRd/OagyyO+DBwLfK7
1Uzfc5ACT3ZdMdrQFNr6tT5kkz9+7QmZIsVYdZnAB0KtiOatgqZqIwlYjSBuVCg0dZ1UtQ9pyziE
e+x4fRTqZtl5NcxERRDRwcxxLclu7puj0wIGKd6xaUGX4MTfD9n60q6Q2OB23mkU66lMh2c8zHuk
a+67pju3Qe42eT1vjaixrZoDjPn8uMkJEIFqrPfQNwzbuu18GN2SuMY5LSotuw+5nwFnmre0gBEW
9LH9/+LuTJLjVtI8f5W+AJ7BHY5p2QBi5hCkJIrSBkZKIuZ5xh3qCG3Wm963ddWiF3WjvET9Qi+z
U6SyJMtldZqlWdpjvgAC4XD/vv/0bavE9fEu3WfU5hH6NjBP2qbcPvd5uKvc4uiM1qFNUHDSVXju
VMSea7XHOU4e8hXl3RJ3HtLxJyslzQKRJFXftANsCj/Y/ZT7ymR43yQLHGV2vaeOv8Mac837sONT
7om5uSU/t8NbbN6oMD30aJNwbeQf06i7H7FQJmF1MnUKabdBTJ/iN1ojBC1xogWXFO+gU/Edfr3V
Q5H6wKygI8LIWzXEfhgZ+i5HcYxCxT3EURZi+xlQbtTRe6N0e1+3hk9W2J3ohxtvLAvlW5WI9zVb
2Q6Jb4gaxmb1xjGQcFXrobeuuf3UtpIePEtdv7c1HBNaJuv7rh4/ABKKXZdr4hhHuJ6Qi6tdVnZN
vgnLtHtYtbKFGSYH8zi6pUbz46SuV9vsirHWr9cVs3gOQ6X32xEbLIBDg3QWFHn2sHawaUpTHMnU
cr/lcnQOzBCnCIi7+bmvStfrSTM8Krcbr6lUy69LpvKPqxu1h06sCSYGkGEwgtlCAjgXJU67OP4S
doX4BMSm9nk5yLPE/vGh7dLBS9tV82RPMMAETHfM7Ww5kvkcQOh8v6XqgcrE9u3qYvZqaPc6CtVg
qfpvq9DyE6+tuR1tNEv6Ei3b0LHmszPY5WWf6O47Lb6ARr1FKxeLduvo67gRdrveZmsdXi/I2jcy
d+Nz3NApq1q4j9kwIArUrfGiWmwe7DEu33dxnj1hX212s1P12zjnVDKmXh51XKN3Y6Jx9zGu4J0k
gyyBHUq7T2kbh4HVz7g0W4nqtBtlvnUVbZg+9NMub+3xim4dwKFrazrK5lPpNqAOiJIvbqo+CczE
RN4mazdwYc59u5ibfWc2+XaMbXPfpIVC/LV+W6I0vOYrhYe06sZtWBVUGnpEwysYaHkok6k/cqJ0
eOycZlfZg8w8uzXEo5VO4zVNR7mJOXy3iwIimDQJTIJL8z52FwZVVFV0QKOXfx2G3r6Pze7RME3Z
BfZwiSjXjKBMKONDCuNjXco7i2ELfjksVYDSn5e7uVhSuaGnMHGWd7XZ6dsaw6sH1DXvKGOGTyu4
wQkZ6+KXsmj3qmk1f+gdCldbdKc20vIPTdPRDwt27Lq04qu4yvWrgfPvqrM0FSjXNo5RthxSNwW5
Gczu4JT1cMCR6vgmVtPbWE8/T6qlWrUSVNe0LUXd3Pa5Hl3Veg2R4ZTvE9XL+9FF3BU7JY7JoS8w
teU0DFtdN3uGu01ICHEbHPLCTYI6W7Or1qqw0E19vreLRuBFMEXhFXE5HvjY6suajcMprKqFjmFg
tEV0+WFbPNTHqB1GeBWeAytzE4WWuJ66evVdNb2LCqPfDCmpNmWDWhfxq3ko7SJFqp9WmwhZWzBE
beS5Dl6UpBjKQM0jLtQ0F0+zoEfsZZtuosuuInurvp5nrkpTOfnCiWwSJvV0G5ZDv0tc2R4dg+Mm
mk30ycv4fqiX5b43ktirIn0+VEs5Ui1XqY9S5q5fTAZoLZcUjCVbj03XVwGKomKTJiiJkfdTkl/A
1RS0za/jIvbXNE7uWbn9V9yd0rMQ7nt5CmcCYWMHiWzF1s6Hd+FQj+/6yso2K+SNn8dT+RGP3cDI
vtk+Dim/BpB1hf60rXGlxHkwGrLZgbVAmxC4diMaEKY2TJs7LdOs63A2wy33c111WBznzDKu09Io
rqSTfVbtFG/7ReWHIRybXa3bACj0XIWZZ+yOrjry/srzKKbhdsxKGzUGE31ic8r2vYjzrRkNnwar
7rBOWc5ViCx0n2RDtkuW+XlsdWR+CwIakMk1OvXarN/0YzZ+xQmLtbooVnFcxqnc4VFqj5XeNtdQ
UemWAnULxrUZyXnZosIV1NvlGkj4/UAgUt5qEbGm5VRjxg5DfTeDQpwALfWNiFWyTc0MlWBhnPo0
ng/GXE+bSE/Fsz6XzqY1jTmIiUT2S1O0fntx4dR67GydtZmPY11mqEBx+PTsDduZuXdeqzXs6/Hg
IAUt7Q/jZZJ0xFSmYIo71I1wQX4E1t7WGJubou3eZ1Pab9y+0fzSangDU6c9LouBfjcvhvyQmvkT
ZGO+w+49XY/8v31Dz7VNqtnYlDLdfJ+steP1eR5uK8u8igtFab+aqAWirCHoKcItEFoFb7qtdXzJ
0VIeyeO6z/lk3UlGJ6KxrLuICrpfkndjlne7qkAvn9su8larEKjSqrq8szMFE2UY1gcxwpqJzl33
2ur2X/R+qG8ac52+aQNMptBGIiFmUln3IYzh9VKvza6bc9owMJXzmpSgFVheQH4T3gFRMoikWo1H
fFDAq11ePGAjKcBdVf5g0fkEuQ7+zG265yWB5cIjkR8LG7ZwZU7Ah7EZvyZJEd0UHbUMuL41PdSj
Nt/UeNMx7hMIEH9ncfmQAdVXIAcbA2WFleBx5RU/64sdst2J9lHliXs2NMI5/FA3h9AL2WUozY1M
/9hMkQzmxho/FdMyNX5dEdjhD2qKWBApNko5cG9R7Lzg7ZnAWxPu3CnKOehE3R/xc86EL/RdkFIQ
fp7jVPtYj32/LzFKHAfLGT/ps1vcCYRGsFZKWTdG7bxMpZmNJOYr+1PhiO7adkd1a9dCP2IJjxLQ
ZB6mdHH9oG7BdAYLed1GPX5QnacHOffitjC+OKFD2k0ITjXzBCJcvVBgGqzOOs0CWS6XS605ZauL
0ufGcae7BsPGocRBjQhP6btGLjDKho4f1dLdc4Y54RAlMTaOImmHl4s+Iw2KZbSCZnYpr2yJgyFH
3BvkK4hGzNKRDqy7SX4ERgRBY91iDez8BXtZMMdLGugFCdhNWkb7LO6bc4yL7nZ0VXgQNnjqwJ58
wBymHhvZZhvePJ7satQzrQ/f1x3huVcxtI9lCCnqDfnl3ioyBoMZoTruBgDh61UWtMkLJiCsrm3+
PPakZMEJYeuw4wLf5PjVrFgsbpFz+9lY1Qdo9vpYTRr2GfI19pFdGLdsqu4Zd40CSwsxAcm2rZ4X
szb6r4NVIO264zL9SZote3mU6M6DMFh9FaT14BnGave7y1Mp+a7nsGPvCuqCvyejAbLb4yE9q8mB
kzOemzVDIFA5rjvslkzvTH8SidqD9RFnYZBqFawznvvqwpXrRv4sdUQda9AY8/Q1BNr13TIvF7Ac
V5SfoNlb8z7R62i+bjH115Tr6mUpxsH1Yavj5irr+4S8h5xBFl5IIEJ74851+m0t+2LeYkauc4w4
LcYjp7LFKV0SVKsrnWR8L3Nb3tahbnSOp+lCYPEoqnHTkfbUcZpgSsCZPdoMwFrXYX4IQVHCd+2U
jkOgOdF9mjjS5txsdLzjxaRxIsml/SqFqGFkeYNmWvhibW8Gwl2EJ7uuRe0f0f2CfDMQiK6H07Rb
tY8XA4f9sbRUWmwzdAkTte6YnfJKUm0sRW2xEN3eSjmuUveRuAfZXkPTfBgkf1knLayfiqgr1xs1
CtPZEZoyHJ2k6jnfegI0HpK50gSmilJvDtIV0RJMedr6Jj/Lh7Vi2/Ww5SPXqof0UTc782k0x/5G
m0bN2BekMdXQsVmjPBlGOdE7Y4VnIGnKOyeKdB+uSYRQsBEb6d5mRZ0iZDqBoD+NAseB9gwumN7W
zft912inVbdCD9fZ2l4MeA2+XYzkONaqZLfkhXMG3GaPMLHG0MtM5Dku1BnOUSH4zD9OXThnOzUx
9NB3uzhNNxP0R07GQm+WEKK4oa5k07SAlamVN4mfzbJrYe6EygPiVhL8o6gWJq8q4iKhNBvG65jb
6Kl/FQNgwUqc3meOtfUtxIENfD9VNHI52C8+HdvNn3OzVIuPR7r5Gpu2ZdzKrIpK35Jx/WKukbjV
Gl2Fns3F7t3Fokc27HWFCcPWeK9TKOmntDCW7AR7WlsgPXVyWytFlNmAj2g8EpgMH9aHTeYTWkvh
moZ49ZRbxXdqlHYQK5Y7rnY7cvwiMrR800k2ZjLWWlf3R3u1kfdEUz4diB4psJmX2TrwWbXmuttu
hup4mSviDMoWvhrveRLw/vluGC4BoSPFwViXfutqGGJBRLqdVvXllcBZuu0vRnjAgd0a1/17qmSD
h9an32hPys6bu3DYYO7CfV9bMbVF/kCNdr2CG7T4BDFNWMtBibkNNPId/Wq1Rr8ik/uOp5nA5C2P
WrU4gR0ud3Y1YnbPgdApQXpfG4wv8JGUv1X/seEkvlIQ4jG5mdvU0j4P1WrCrYs7XMXN13Zgs6jZ
OntXFTsxdQgXUjoT0OvTDAgSjJMVXuEMf1e0beETTnFQUSiDzKRDMhmm69UVESD24scrqEdcBXNl
Ox6lcRATfrIApbUZTXaEF4lSBaPJgDfILjHmCR0XmKK75vcz3q8mh2xhOe/XSDVoVUDUyeoBGWUb
g5/a2PPYb/SodD46hlGWfiPoCNNZF346RNzEIi9OblxVVcGOWCagQC1js26SpE0+YrjjeaAazq/q
pmzemyNTEQkL/FA0FIf2Uj+4ILRTiG1+0mxfZTxfr05xBN44iD7zGDzSqkGIQpFe+Orayzo38teM
0GhVifkMaDAe1woqkvIn2fU9s10jXCymyE/2MN2ZRRHUqXlWK1rIND9oul5tGkUuUqdrZ8Cx1p8q
6ouiaO/C0GAfyGy9YOzHXGHyxVOXt+59ydAuyM9pi4M29iBMr3SHhG0tFrcDkQ6eW1r1NlNr5Jer
BG5T2fOadva2JID0nT5mjVfXs/SncMFxTlCHDxJ8GmY925UpIjql0/h7Vk/p2HSRBUGwUpHTAulB
tMT4yqIoPTcukGfc9rtIr9O7IrdOUSNiHI/LIRL5RgMdPGCJ+qhUEUx9E+2BAUG0wjrPj27qgPCJ
oXqAK52eGGwCiEZKEQhl8lEjoPBUGtlnw5Hx/ZzLTzPuP7/H9Ul2WAVtNundzmqjDda/7SVG4rA4
poV9lNNJD+9bMc0bHVvTvlMj8+5TY/jm2uFXkcUgUiXuqaaAGMyN+iGDQD5MOHhvUCUCwq1xjnst
0y6EYx0YXXTINbxGDBuS+G5hGF0h16/sTAlAMOoKq6nEVWG2+jYHfmkBebyoSSymBc6PIQfVMMfV
ldJykI7oiT7qMez61B8EMhRTTR9MUzSA5cx2WJdR8zrddm5VAuHcq+XJmWmaycimAUjVN0MWGNvJ
yLx1xApx7cTVlp/V2oRYkffjTIzFShCSTaTehY6F8yJazUPl3/NMXfyYjnoHbfQ111qKinl2ABlT
hrIt63UsS+dQL5eYOnvmwEdGiAYHKkI3nE9VJu2dMmAxFnMP+qH51aw+pxgKd0mr0T68ZKVk7q/7
xRmQqlhyxVvOLu0VUdm+TwdIJSGSvSu0jWjxu+s9qLd2XArrLJkte+qkkx+WypA3+HnuCjk+p+m7
ykpvMyYVb4gxCYDZTrqe3iijH4Ml1c4yqrV90S8IaIzi2W4x49bRdddV4SM2yY9ZX2yWpKVQnKDb
G90OiGoLvxBBtk3wt79vTQkfudy3jgOs5dhH0bY3JKtVDH3KSdXJPtMIB04dv+h9KjzXBrZRrrth
btvgOZm2TcLpuDBYnWLLcHeGMqnQrYqMDDPdok5ZjqKIKuDMKNx0qfM4q/qRJLjeTwiXJPooJfRF
V/PV3Orc4+hurQmVTGfLqPB6aV7jGD0XwzzdSiu5JSriA+FehzhVSaDVxWEFkKINGem1xmfGAoH3
FrG7qbT0xsxTAGq7/VD18bFvsyDM6ieD4i9r8L70XfmlM8VujEixyaN5hO8p49vwYiKW6UNkNzsj
qlER9neuXp06RtzaybRfHTcALdkbSX+TVrV16vQuUx4SEyqfEW9vKvIgIvNOFQj1qhL6H7FsYLdA
GGVVfWCu9c4oVXjX4lvcVIu2XTt17IfsWzrKm6xqTrQ4wsucEieKxiQchlZeGXkM/u/o6GLS+VnM
GVUDcPYmNEiuMzKUQ2McJ36IpoEEOyf30xSvY1NI68LXyW2rzVjZCN25d4fIOIyTuETM9MgdCVpD
NDTaZhk0Ul1ZQy9uOsW5JVkBoY/fcJgWX/SmGScBQWl9sbXRkK4QOo2oqpMseNFcckkMUBayK7F/
Em4W3raIbG6nPKPjQSDiZtxYPsFr1Rwx62je42d/cCj3/Rit7t6hA2F4FEc57ZzF7knmx1XbKB9J
FffYylzzRUymnF2GYKjxcIC/HG9VayjfoJU+D1hgja6cYPay2rcHs7kqC8e5ysl/8OOMaCEVEtY2
8iM7WRvo2aB2QDjOcejKbDd186k32htiAx442k46gR6ebKmVkhxHbVsJa59VDLDsJlXc9cZknJux
MH0e/+g7WXiVRmLTDMme5gRqEmQoC+td3BCJPtfPgNNwDWkvfL1yfLU6WpCY7aG3pyutb0GBomt9
vZjv8wdOIvRqc2AU1Yc6n1D4DhOoTUWdjRk3dL4qLLAlIUq9HDZIZcxvkzKSa0JE0ivYSfc6gg49
xkljpN5ITRgwklR9tQzquKQpXjKX4xLlSREUZULlTsbhnaA69qclCwN0uW7AoePcTFBmV4Xzt9F9
f7UHvNK5/z/LwVtbwm39rXzXt9++9ddP9X8B44HQLSG+D9P8z+0H//15+G/XQ4el5U8vw8Ww8Pd/
70/DgWn+gfQDwx04rqIsvcwv/NNwcPkL2m4Lqb1tXjwEGEj+ajiQ5h8O+DOeMUfZ+FwuYdl/Mxzw
Jz4G8ZgEGBY2caf/hOHgrd3AsE3ILtMFSDH4WGW/8dloSOgmMjmNoCFLgCwsd7OkYRCHNNM6FRMS
EQYiTWb8zhW5p63WtB/1qA8MM9sSHZFtzVUs+zmyDiUDtpGF8GZ/N3T8f712LvOM/vNVg0vlL//6
b3/5P//zL//r3/7yL//7x8Vz+Rf/XDaalH9YhGfarmEbAi+bYgn8uW40VocB2KSo5aQlpf73dSPs
PwQ4FMvWVAJR+cW799d1g70FYloKl6G5Uto6c3T+iXXzfbjH320qLBrTsSUpP9JieDCemDf+wwgv
9mSqLvJmMkYOmSr4nyFauU9mDUU8ZqvxGVYg4kxtDbmpL41Pggff2CLbLp4qkR7jcEAYrmmVFczp
pU0ucj2/tepePSmnkiciqwqs/8kEExauEjUwgirnMaSCuk2HjKYzW6riI4LY4UpDKz9X4ArNKIVB
uIKrfRyaisWYVssuHpT5jEZDe1LFQqIhsfkbhdzZN61LrEQ+LgcSn6cgs2Ty4Ydf9q8b3ytDz+U5
vHpOjuMoRxqKACuLeJA37xexi3mTlcaLyRaAMQPcvMubedqZQxuS3JVDupWiQE1slk3ixdbwxVxc
kIdc2ahhUcnO77QkFWQ1IZF70AmAXTzyWFr0QPF1lVd1DiKuX8ZRtkQt0UkMCZNe1PobI/X3GPq3
34MJ1Mp0dWBVEptf+02NsYto9KsXoLf4vgjDbzGWvF1eUwqi1qMEjKqvZAkrTurI2EVjbN27BYLl
fkH7sNj1ZfRRJJ7DPByPodkDxRf61ZhO8uBEcXvKylGdjTJOaZmq5DcG3Mu9vbl3F2cXiBGvDZvm
ZUrEDwb8Ft7AoDd9KYuwuCI+TV0BOtGI96O8EplRBb/+zcXFxfr6euzqAgcXL4YJ33gZoPLD9dYp
R8ci7W+IHh61zPwQ5ysbaZ32e2jw/BROZC4NOMR8qBnW/lz8xnj4fS7H2xuwCaOwLqeHks6bH6tI
u7mlTf6WrLnO3NnUhB/AWNZ8rcJSvhAN2OgkXYwHZJYmc1tGfXkuFOCTvybm8jQJEvuwRBeUUbO8
NUtbJzGbCLLPI3jWZqXLjgNACpwoa6EhJyXcpNxUwtYeSJjcjJaemdvI6OPei1rjfkUjOeyLvI0+
koUR3Wsh857AqZ36Ny7U79M1Xn1tl13JMU0Tz7Jr4p97/dwV9psojvsvxtiOjVdJazku+IYeGTcL
1UgsfEWQcKK/xPosR1TUMxhbLcLuJkdb+y5GmBqDtnY8smyqFpxiCNG8dqmHjxY5TTcxiXTrdjad
O0QI5sMcz9MN/6hFewGuyTZUIVeN22sBlP5+dpw7m1P3N5NYflrK9NWsYJuXUApLvQ3B4OWoorE1
n2smUXlmmJPXnWkxJb4oAWdC9RvPsPGPrsclBRuYuCznN25EstZsaSzN84BW7dEMsfouGa6d8pJN
iYHGlU8G+aL7EdQkZozyQuh1dy9Hxh2hIGU/knY0XlVo/+mEwGL2dFNZBD6gtB2EuA3o4zSGz5jt
nojQDORmXWR3lzjN+F7akqR2ypLpvZhrjG9WfxKhbp/0yjZIxypp2FrNGA1i19ojSuThhbdf3JrW
aPha2rrWbx7GZZt4vbyEYytL6WQ+oNl/a9IuVKLmuVi/TFC/QRa1erDwxLwZxcap9hav43T5zSU5
43++pKVzlBMppSPTer2i4ySxe7OevzAt1Tm4WX9hd+0oMDMq9t9sWpdf8s23u2yS/MxUorw8FBU/
bloc1YCEbfdlccdHq63g3Ou+yz+JMvTT1a3ge6Np3Wd4VtEPOHb+OSHk6npRNO2/uZXvw1pe38r3
BaebUueGsF28vpXMRZ8aS/e5QvXyCfyy6L3BVe1Zpi0+rXnEa+DHMzhNGk6IhTUVaY9x2U2PMrVA
qfOpuZ2NocoDoQ8rq3Quv5kEH5NzhCgaTdwYDnvQ1LZDz9KWJxleooFzg1xc2InQ4pKF3f7ml7yU
a2+eLzl9353CruHarN3XX0pPVoLLNespz2SF7psMtq96B3tFArF7i0Cf8MHSKalySLgVm5q359tM
mpXXJUqBaUcy9ZtWZIixEhJ3VxwIGwEP6ZBwJcqnibbuZbEgmlDmEUvnxat8h6uqu8miBb4X7vih
qUJ5y15MPnUq9lnYJHcQjpXm2RCS6Corhweg9xhbyTOqyr1cBsSLtcbEr1rT3jEgzT5qqySmk5TI
K5HbF0EO6l3GIJj42zD64esRlgHX62JRKH/zBOXPK5SIJpv8HB6Aslkbr5+gMfbd1EXyqZWx/kkN
rYW1IFZT5+lxQfZ6Vy6tHQh3LtAFWTO0LzAcgEWOcLglkBybgA4dCgubF/lHW/bmfYOm777LYEhI
/jO6nqg8azi5cwT4wDCO6u77O/ZPtTLXyZe26qqX/m0L/Mqu/1+uWb4s5190PP/j3//yr//3x0aH
V+FvnY4wjT8oLOlE/9bg8Mc/XPTv7NZsfd+b37/2xcr8w5QGcf0OjIYOCswa+VtfrP+h6GsIsgHG
NXSL4cb/RH9jXDrsH95Xm893Hfoo14BzccAC3mxC5dKNw4KW5+zSiZ9IFEFUlXHAWok+b6tZrD4D
M0oEX9MHYOUbXp1w2bWfyHoKctM6wPldDfoT/KGn28O3GkAHuCz3OuuYFcl2u+brzWyUnzsseGFy
58pwPy14nKWe5QQBcl7W5PoFkW6yXhMo4pAZDx4aiScFY+XZq5ZspqiFogAp8OoCVKpbUZw7LiZ6
ZjBESf5I6OtKRq78Gi0LkwCd1mI+wi1DSU9JWn0hiVrfYu0iadOwo01Uv+P96HxiRUe/b10D9aD8
6FTLFyULtXczO77R8hiqsBrzi5+zuDY6MezRduyyc3qmhd33LoNHiqtItZA1+sFdT2NGwZevzs6e
8F+VpN6Bwc3aZo2ix0YXq9fXMyM6SJyNPXs6GvnOhsRQLlna25ShJ5dw/0V9GbKy3haxCWrcwWnM
xlL6MG1eGJLwdJhKDcs1OcXehAB4nlAcoCqy5Bfkrylh22Q9oCKewcaSOatgciqxLxkqNXh2b7zU
WtveRuvgBCFTZh+1VnsqDBX6BbqfDVnxAop0TXeuUXxNuw62Ca5v07d4Nxd4pZ3UGWWkwrH1y7HW
tuFafRmH2QkYhIBZNEm7Y7c0eTBb0NStMqeAKG+UaaWeXBdTh6m4UmXgAnWSEdk17/ucxITB6ezd
Oqs5yLQxvkrG9pKlnD1GyMUDW0O/kcOEZWlebfsR5aS8YPoMD80fLUX2eNmL4qbqWLZD3XymvQ29
cgFWFk2/XBnTbGMer54FCRn+sNifyjzqeIw0y2bjMtLRQLyBFjfeytx8x4+X+CVx5cdeEd1qN9a8
BxG4W8yu9PM6D6HsKjhjc6nehZkd7ebM/WAaOvBQ0TMHMpV4LIcSl9s0dcd1SsKzzmjzbYeb5lSi
IvpkTKa96dGRB00pYAda4o3RxAzJ02ChPFzGyyIfMnUi8tHy9BwnhFHqKcLIpTpiK7MPXRHmPIPO
8gnrxAvZFJEPeq2uwrRwvHCGAomlTq5tDdzcTQQKVtplh48wuCZpU5Jx0DbjS+gm4zVmJKQD/WrL
DeRntRGdzrwne5uI7XacJjwSuIYDiYT7VuOH3CQZxihHA1HPEodc8bVK0Vlo9rbDVI78XnXoyTip
urCIt6oajX0ers6F10Jn22bNYx6LBkx+dX0ooW4nyVc+karbbqyUQTpesgzIm/p48quqZQBGpvDw
WGu+gV1gkIaJUB9b9nCIpex8XUsuepEw2pATahzwE5eIT2pkG0aB3y0yFNqeNKKaGD+UM6kBKG8e
MBISLCDc5aguBUA7k8vaS8TldHR+YicvDDlhcss44ewB8UEgvdyWbU0kshYlzGUt1E1s8yYzW2Ni
FhJi+mZ10w1zmgR50JazWyrNCUZKyuu8QsvUuukSmAO2tUTMxUaOodjQuw9eHOYJ44yQZ7Y2mY5t
FK2bpZjoFdFkIUFoRgQiC7VTkTxhWnbRt9sV7i1o7IzwUETaLUVLiOm6GNZPFJYl0iU3CvRxjQNt
RjyVTS00soF3qUU1v0dZbW0bTGy/qVReNwp/Hh0XXBflDPktztu57Bpm2GYy2vIMuHcq3AEqpPL1
2glcrfgQWkAPlQh/0xh+7/z+XjRzUXKFDK7p0hUaEkj3dXWUTXiYG9jPs6pSb/0+aholV/q1n3gy
aH6L7p1ubBz7jlRKz4it3xTtl+Lr9eXpioTgUBakm4M6vLk80mVSzgjWSBnH0HkpC/GHiuH850f9
iKT9dB7jk3UARC3LuLQFbztRGnmXVWcb5zZLPwOJPTaGGry5N3a/vs7rjpfnaOkAqHRCYK9c7i1Y
1JBCYOtNbp7LdieWMZgOaIaCON7/+jI/PS8LIQIMg5I2OD8t5evnxVDQsGrsxj1jyyGU44se/ya9
7R88rx8vYL+JWlsYESgbyQU6dMzdTaru0uLp19/hUgK9+s0BoaXOQgeLRtP0dtrpJCUAEvKX8zDZ
fjyeFGmxs7rT1Usdf/n1pf7B4wLvBs+yaADgragef+xOeVy5XiXCPRMsMOHGl7/Bjn7+fKGrC77J
4nJpLt5ARzJs2gKATDvj5kNDTaHx6/v/+VHB8biUrkBUwjLVm2qyFpYUGtqYu4uMHW1UzEyBHfMB
JrH59YV+/tmBvrDyO3BXjgna+fpBpbw/K5aB9M5x8eho3Ts3WT61k/P868v8/JbAM/CeWBzlpP6Y
b4AJ2x2QHhtxcif7e2N9AE4Fev4SY6399XXePjcFgArLZfGToDq0v1fpP0CpZKfBT7VLfo7r6zy/
HYct05iW0O+030wxffvcuBD0nGsLaVs2tMabBcacrE4sTpSc7byAO3/SknfZ78YovwGGYQBZA2SP
Xdawwxsj3vw4owKiZw1G5zKF38entrBfundJDio9Iu0efMdkSFD48OuH+HZxAwJfuiU2UF4dBX74
ek3EWACwMyiUSgSkfyvBC3/9+d9hqB83ggvKTJNk8+Us/vsWlWSm4rKsCCnPRM3PXj+O1TWCPWCE
Ga0t81mGTbGUjGgamSAxEfnsgxEbnyWD+/CrVo9SnwyvGs3Klwy3QENcjIdFt77NkZmcE8x9vu32
9o65ZPZGjCZhR7gzA8as4LzlpCWMJKFAJqkIrWpGokVHbsGtM4reG1W3bq0iNPeVNKffDHn+eclc
vrWShpTwOhjeXz/WLFyY6dbYybnS925zJK1dZOdfP9l/8MtxCd5ZRwroNvNSafyw/PPKbQ0mLqbn
8sqkoxn9X3/827eY3w1+wuW1ci/9tvHmEKoRd7qm4CFXuPyNF2146WcbXkT+ZoH8/DWguB2lS+T7
ZF29nRPakb4R40UbzhMGOOe9Deb06y/yuwu82b4h4LRcXC6AIoaRaXUf/Prz2dwuG8DrNc6pACTJ
f4TBUXRBp374KVKLASGR1ti3NpoWPy9L4Us7S8hUS+d9xWwnxswsGRBkh8OZMwZxyYW2k7inWb6T
Dc0XZde01RHGjc2cjjg1RzfZ1kn8hYg/6+yG7nD8D9LOa8dxJN26T0SA3tySFOUylbaysuqGqDTF
oLcRNE//L81/cbpzDrrQOAPMYDDoSUkUFfzM3mtjO0xThFDmD5ReeSQXiq24z1EQDq3Cv0uvymhh
Ni+I1pYILP8aDf7cxxmbd2SHhceoVI5AzRxAEUQOG/OFZNL6WQR5t1/npcoi0sKwOC/1fmu6Yj55
View+yhafGz3yTADzlrgQ4GkG75ty6BEOLLcbUKwgcQeIFWbT+VmV4k11h3Vu5hi1+9+dKiCcQmb
mAl4BkaEpQaXnMHcdVCeI5VzBVARDllWK1P63RIYEYoApL7l2eKWlSiDFUu1d/6i9Y9eiRIU4pL/
k+S7cQWZnYobF+fRN7tfCJgjSebkudmwQ8QTkK83V0kOVOgNeoZ58h20WO6syr1T+d7HmE5zhEQR
wWZHrtfCyATjroFk0vX1o+/TkGiZNSeDv77XOfBCWBo/PIGR1C4l/qQKKRWMuX4/5BILfiYedbN7
zQSwA2tc3KRAkx3NfrGcszHT4gnCO+QmC35821dcqdTubvVRa3aTC1hruTo/6M1cIjtEwP7W3i49
jrRkcnrkijU7hWxYe5zVXbcnLXaiP7W7kEGPxJ1dip3RWXMkmilD0Ke1jJQm3btF/lgB9TeZI/gV
yh6PNFh0wGZxwMDwAutiiAjmLJPRynvGw3qPNtMHXV8XwdmopH1jgODBljg7YVk524mSLtg7qQDn
oQhF2RbSJfsm0IpEGzvf/iykc0trubL+Q2RZERj2yNbE5paR9qdHwwrA2h/k51hvr41fpcfFH1AK
kk9zQyRzHlUqIBzRCvqzrJv5dyb9N1Uj99XLwU3GgPPeEt2ScKG1O5KitocSu0LkZ644AGIrdyRj
WXcYdsEm0hDcMV5xj4U3WoloXVoPj90FKbV4TB3+b0GdvTDRJTdhvMrFp4UgJMOrfwfAqrAIYCsj
YHTeiXRxUXcb/pFYr+pU6mQxZvXaHXF18gUXG0bEyf5PQIs6Nty+j4tcajz3KOAeBqVcUECwwA3N
qXHbqRQRXtaRFu1Q7Hm+FqKI80KCQiSUHkbYttHsYB3mDAK68SD1deB/10w6xKLeM+nLPj1FLojV
QupxfPZKXkkq4Jb3v8ht8HeNoz+07ka8RUvcDEk97YVw1x4dBptbP0OhWgZ+cKQLXW8G8reSvjOs
o0EKEf+wq8d4HLZ4G4gDI39iJpdtwx/aWB6GCN8GpNOz/1gNBPsGa66wHYjpIuQwYfBfE+aAW9TD
MnfqRxtrWbqeUlB5xa/a/cbE5EJLkJEBm7c3LgXVTWlBkyntpk0yvsHQvyK5mmd/dlgSYGJdiLiT
JF/sCHf6oDx6mix30jgxWxiOGVJ/b1TfZrI5w6ZJjaONizcRo1/cbblID3k9oJ4m4ejklB5BsnMh
AJDJ9VC3CPGqtZ9ugT1tUTWz5Yeh4euhZkIv0KZKPQydfF9rA3kjWLl7JkAMqezBjrEzYTMd8X+u
2lIcranVQ5vg4IOEr7KbK3Ku9BQsCkAlRR4haXHE8C3dzqlX5xGMnBbWq7xdM909DhMnGXpL/Zfm
OuN58xeskByz+wGnFynDKZxOLGAHngTi2Lp9vauquktMdLMJJpoGW3fZ3hszY7k6t6pD4zburVLO
loi+/9iKLoAUrWknttpMGBDY/CdL+SRRAEsn+LlW+o+5Acju5lgljSrPE0chKWyW5t1Uuow20wau
PPkclmVVvi1rPR4WgncfjH5WnxspsCKypG1GuivVs+pIg+VY7I/TmJYX7HjdHaQpGN4lBKk1yB8N
6XW7DtNTRHH05MyGOjRZRn6vdPIj8yI9giuFjlEUwV7gh9ppTZsDh1ihSg65FuI0EJHsteBHvsJa
bIusPq7B2h1sckp+kK7m7TBPY3Y0ZXE/uxpx5l1K2ut6VX1jsr2ss6qjpSMvMuxNoUWgcPuwgfb2
PENlIVsnHQ9kDfIYTDnvIpaZjNe1enoFXOvg1PE1fAXX50O4Tsu75XLFKqA2B11a5VOAR7UKyTrM
GQem+gkrLE7d6h6TQgkravbm97H29GdAijIeit7eM/R97PV2SyxzVQnbKrTCYv4kZ5zE1qYJTkNR
t3CRDP2WQBzJedZDIXI9JvCF+OyCgluc3Cw2/Y1+0ERj4oHGd8eDNL9fsMm1+Zh9mGrWkOgTp+J7
RfuGIBknpXA1dNLm0l28gpBnhpzVvkbFc8S2YESaMRfnxde5dJI6QrbFu1zsK5lwNCwnrsEGPQBu
Xbl2c5HtS7XmOFqyoY/xvOb72iyyexbFtgqbUd+Slhrj0lIq7LyG5KFx8oHjBYO3r0YAZXot3pnl
raG99Oap0OzvM8raW5QMbzofIq6RXBD6xTQbiA74IiTKzcgTEpXtk20z3u5z4nmWpmt7Iobc6aHx
ro74ydEvRj5VZzIixY78vtUPxw3un27Lzgg9rA0nDONZPC4IhVuswEgS9PFhqeQQZmnfXcaG57rv
o1XGWZ0lo9SJFrXSeod7KH+d6TKOAL64ewfBn3bMn/o6ZWecen7Us3LYAf0wEoPeJ1RKAJNTctip
sQDekg6/BESX+frv2RkggvjTSRC8SwKi5ge3hHz+KuAPcjd4V4G3WR2Woa8+WW4Z1BU+P1ZLf7cL
8audLe0XMm0zgawld1qpm8+rm/qRdMgVDhkqDJei1NjzpAoVdEAyqLLrgs0GVMY8EHo05/jOwSho
0dibZDvqqsK/1lBujGq9l5X+i8jmYsY9N7zhofy0HaIRGeYNU2hrKLj0DNTmUgHxcmu2HLOr3qzK
4zPrM4fHJDT65UnyyNQUepgqA6yz8vBdTQXZUOtafx8o927O1ovFHmnS7d1gvwzZq58RJmT4uHxn
sC+zspc7e2Uuifnrt1ZvnwP8Gqa76Ap1w3Ijfs7zmcqjTerAhUwjodas7SxjvOAq6lwPBoY7KGTO
U79zPKimRGFx4699A/PCK28Jqm4urNNIdluZxyo4nxXS/7SNtNXtf7BTgBHMtzbs5ZDNe0UQd0xD
AMCkSNdEBmZ2tCzHiJxS/9kYZXUgUbkkJcvtT8CrQAOR0H3qJ7A0K+7IiDWlCQNs9ZNqcba9vaVA
BSqhkrxy360CvQtqwJznoXTPbTo7e4OAo2/whVTYWRTwJRGIuLNzpvoswnA4BsGN0LzLEFRb1Dab
9pIBe95J1jgvOeF1/FTZZ/Y8apmdF00hTtJ3LdYVq8tbW5ZTVuOx6Xvbf1x9xvgmaauMVIgOa+3p
vVFjCgFrs2/zyv4FxncBG02IB+g7ioR8IOY89yuMJh5Eha3Daj+R3bZbGukc0IJObxC708ti+v2N
WMkhNevOeBxsilp8fw4PXXEslvaBO86O9TEgSNVX5T1JoRLGa/ttEQO3zTiQfVRowxEGzffOn4iJ
EPWyG1JYMRRLOzfAtSgYPe19HKgQyUcBbKe217uqxx3koXcI9S5XeGPT9Wi0iyBNTfTmy2hbGwwV
g16GHc/A9KhNz8IsxcLvTI5JiWIsntWQ3ruVAjaQOUjzJ8oIhWTjkDrFkAA6rljYsHEzulxy/1a5
5NRPp1uAlPiRhs49lmtvBiHhvYD57CnoH8fRct7rpoQQ1dnQr+CLPNerbvPU7NUeXp//3HKvEJ8A
8SuynU7yJZrOsR11O9JomU4T88T9OPIzJANlOhm6/wE70d31DQvfFlgzjxgBAE1hTKJKAPewOBrE
Ut+KbDsP4nUzD+k2VFGeYwpjD9HdBo7FL9aVO7WifMMcuabQh5y+z5OlX9/Q2+AXLbr1kLXZp1P7
220wcu9PhG0fRU6c/QqDDQNvUyOfoZa0bKUlom62K3s3i3AUmjErLoEeuDC3J5J4+rs0BZmItyuY
YyVt/SD7IHu3NiialjV1+34T7HPBhoHzNtRb3pCg5upttjNLXR56nNz3vgWMvWhy89Rvao1tDSN/
kBE3rqXoj4fV7s/dqoLXyu2Lb5pmkIroEQkYC00rr0QTtWft7u2wVT6Sg9ZmLGSxxgAQLh8tozsM
lOgdEyuHGUBIG9buKd3ECbt5/VLoRL7TF6avyGuyhPOz2TvWOMeAlq2IMHZmXLO2hsEm8YyKNU06
fXuiHXNZeK9OyJVb8ehQ4h3wcrDdz435VzM2Lnm62Xi3NS0mWGMtjrlBvwxU7D3rgye2u1q4+PWI
srB0D2RPOrfK64tHl3vp6KZ9tieTEJ7J6GIJg9Ry6TfHTgxr+ZGPLA6R4aY7Ic31SrDqIFcxD1AG
SpcaEzsMDInJyqnc00xgapy7FKbwIDCITsZvt8BfBbJ+3rsajI85N+oEB1Ab06w/5AYB1cIXOcLp
eTi7OunUajRQPQjktISVTRGdsLi0jTs8NGZlnYyGaKDVlU1ktnjNyaRuDkPH99cXC0JgkStYfS4G
8o1hGljDNvjRifxTa3VABp3jHGrNT1nxBT+nGtx4ZdjfXWQLh35tjFAvg/FM1Jig+QxeaLfY7ysq
KTVhBjNHhdB4A7KTqqaNsBuDbSIFLXZt5RwLU+sinFMcEr7FSZBzXRo7N+IWuTtKCUNn7eMiTdie
tdykLnN4VmfDNuO7UQwhRyc44QZyv9n5rPZOBlI9DzYzsvt2PiBu76ICS+x+gRSJgF3rdr7UnG/L
VJvQj3CkzrPxgeSgjEDi2jdYYN8A5A9H+I4qIlV7ucMruuzJyPqUngwuawfsu2DJwBnZLsesbizy
TTnshQbXpbW84FCbAxAXfs8ReWNwddKCfkrY/klJz36FD+jBWDSdHybhd0esP/UjFw4xLgnj7/2i
XW+L+qetrIXzyrrwO3Fv2sosEx35687EC4ZKDqmcJGAUPBP9qUDsH0kITDHUrCmRPo1cjyiAvhSY
noLQGmVQcNkZc8SYM030MmlsjgkxiJZUYq1V02faDoyJOunGo879YGPz2wH1BoI0A54A4DDFMnNJ
v83mMvHzIrZZM2itMR71vjEP/DCifLaPaAScO6ss62fN39yom3C1BkQdkFWBljElHx4eSpEQsccn
MCoG8E5L1rI22seuMF5tkTExoIRLAvTL4YbIMKlq4UZLCX8Gdz3p4Iv5Wg6DttOJDWTdbM17pvxm
wvyambrXmsuecRjh621zxXPSLR9nHYfrmmrAcQ2AJnJCO0IENso15K8I12yYWjUFi7WNSAtm3bnk
48QB3pJYvKmGyt/MiDFq5W9rdMZwBQwaD5U37kCm6ZgFazculV0+tgU1lNePQILmtT9q8zpeKcvN
AZhpdnB75SfKDoZdHajplo/Q7PoFQI8tZuNmSZfpV1EYP1AKQClfJhCBdrPG2VzrCfAPqgbh2eCX
QfgUaYbdx1d077lgg79l9Q0Mhe65zYr2jt3w75ZMY9yFpYxcQiPCCbfoXQAA68D7DKK6NClUGKHu
FAbmi9nhzSVEe7xHiVeeZ1u+efyL440JSmXm5R19DIgv5WeXfN1KCiJttY99WbZJo83BoezG9pzh
8QxnEB5ICLjc1dgXJ8+svdcg081f0wbKeIBnFW4jmICxt8B3FvwwC9F5HNher92kWQrOZnGYqnEw
hzagPN8A6tX0hcI1C7A7G9f66HGV7lhW8Dvwi2GvF73x0E0+Splt1CkwSYuYXXBbGiYxsldkkKjJ
H2GsWHya3u72xSZh+2UAEfvc/9Hb5rRvmIvd9yt5rwH2vWQxuXcX1Dd3BWLVfUuQ+j7DGh5u9HaJ
lw9AT+gg6HbxpFP2vCoYLAcT/Q1cFF6mblbxkNlGe7TQp9yisBnj1Jr747aYLlIRVSX+tCBbEsge
4EaUxxRgEb7Ra6g8XDsUHLkL2549TlvLDsQ3kwUwKEbSgY9JGnjKH3PaiyfNIwfc5UYNWWXzIM2v
Q2TaxTnSBivZBCOOeS+0LuZhlhNByuND4oaeR2kfWqsyb0pV9WB/DYYAXUbc8ZA1xNU7uplk0ngt
BR4FCHV+yBBHgtCAu8xoJQ0hbTDDNmFruug9bkwwqSdPAGpMaYV2ndd2ELumMQwqu9m3IyQoID/t
LU6I+aohBz7llsa9QO50mDOe6xAPP7eM+HoOWpkAYZ6SrZbrqSAOljsrpY7IoFDxRaYHlV17RWcM
4m5ztFerUn5ce5BAhOUuJwRO7SknzuS5F5zNm5YhgvJJYZnr8Y3hOVj/CmZh5mH/AMiCZHUzgRD6
zMYiqZXGXtolXNvZQ4RjVpCl8uFFr9BtrfRTu3WBdKCxxD5m2L4e55X8HMOGmaJ1cwh7U4SGjf6+
9gOS0nUTHnNL+17RFX+vN3O56Szt2YUoshvJHo+6bNZ5PqAtynSvps64Mrq2/t0mgJDs7NHbzXpv
hE2xIbvmUAOU4vOYNr31cxZ4gfl2WGGSPVnAYighF4Hsinu7176DDXZv8NBCtS8rSgaa+9BadDsZ
mNU9FuW93pzLwtbe/HqBykog627IgWIrowPXKtEBtiD7GLhp660wCBfXlF/sx0B6R7jF8tnBm8jh
o8vzkuv2frQyiNlLQwzJ0A98cqCWizmtoeXnHQxTE3DG6HF3uDI/z62nxaq2ABzYEFLzEg3aUBnD
k+wb0IESJBEspFLetuRnxGYJVg5/mgm9wFBh7lEIYuXuM9YLBNDDhst3KUTLDM5uCazkftHG74O6
bgHmrY9KAYR6M+fhxgsYnDT+PHyUXaDuAGb0d8DG57NXm/Pe3/KXYkunM0o+kEcVxArOsaVlSp8X
XuwxxN01JqUOluj2m23j4LFT3Z+4U0DjLqmGLstn7DY5pP42S/BrBSi274vZYDBVURbqA2bsZfXP
BpTY2OTA2xdmoZKZxj5i7Ar2RVvLxALgfLMU5rsgWAmhqmMBMFWiRiO3YZMPiYzt7gjMzn7IstUu
0qHKmhaij0g1ATHSOOm9RctIp1wZD2PhdmS2wAm5DhGyOBOkt/j24pyn3J0vyKbGBJ309n3k1gVQ
28Fr1cjXQp7Yfe9Vg0zLGLpnm2WejbAgRUDBvoKHjeXk1S+/0EkTScV851JwhVZaggEQMNydMTd+
+ljLftMm/sAmMV/pxfpPqPLFCxp1qfHIUsHJzXy0/pCXHntmcXtt1p9tkjjCnuQDzhA/MYLRunDj
vVgjGOQYrl/9TOAVudWiq/aj3Laa2nSrgamzY73i+zp/t3XdSqnDvVIXQJfk4Dl3dJkfHIjyLrVy
I2qW6ZEdojhUPAkY7lI2KJPNuGoZj6Gct8IVKX0cTIOGnx/UCEs2I+43t7zBIfmhz3mFSZ3GouhT
dTfoOT1p3zHtGxkjpuLqZ+rnN+Qn7k44tdhLy1AdmFxDu1lZPsQ+ctt45E65L2bGCGp0FL00MwDD
zqmpisG6qQm9+GVsPJdLO3PePDclmdmryRXLB1fbdZYwT8j0GXAAkY1qjZn1yGCUVALBuW+sgf57
q2eDoAqzejTLqnjKe9F/c21nurXKettTVagYiN7045o+YXr5rvqpGQtMvWJSR6H3Vh3C5RjDvCD0
Ck2gfJuMyj4yY57vK93ntvRnKzhxIlVRCST2e5CXHfk4cjrPPB+jvtjA6wlfu21XNsJkhh5MAFFA
6YpgRzM2MJzSwEU5bQNOoTOtc6e6cd/5xUTWiF5R/5fevm4GACVAXKCiVfP6TRp+AXm5Z0A7eKI7
Ih1HvexPxh4nnw9A1JpiaDf+p7aqKXHb9PqMpucyr//R5K22D/KWz2uxNyNf/ifoI+NgmMXHYoHF
ZEP4SmLTi1+0H0D+GVVLARkmWvqqRRk5OO03XwZPbbvo055btdpr0MYigBnjEumMC156zbA/CnB1
eTxlJpBJIC+UD8yv2tyteeiX2c1YtdbDNS6d/VbvnXwXgoyE12he0+TgHfOetrBfCmTYZg08SvN8
VEolculxg44c0vIoNBdFZk3hBmR+Dy+JCUSaqR+isIqbte/6SzmyosGT0oMZdSuQBiBLmHJArShd
lTU7ny1kXEIAZWeHTbd1oQsxcLYj5nF9ZGbtkOSskBNlEJ0qhL7FdjoJMj2FOKeIAE+6yLKDSJmg
SOn3dDSELbSzwdqlKbkj2YeAkRDq0PUrjYxdl480ZIhee1slS4CD3TGoou3UDHaFbRMZAwgpaQmQ
ZzXPGSABbGBv9NnNrcB9a2WliJdNqv7MriKV+WXkYWQOZZm6sZqZLC0WhGXvI60fCu0HxqKVJ7lg
9mb10M7J5P6da8EGmSkjEiIsTJ2d/bVes5qsCvk2fgGv1T8YcusTf28dntQAgVPKbInKtgIbXE7Y
NydigRYde+GUViyg1tkEIIcUzhs95+wt3hLZ0CGo/5iSk6PwQa8Ne3PDvV9ei7QxqIc4zxhdWOxo
Ip3Qj4M+AdcxBG12vS1UHZzwuR+WKFcJ6VvfZsMcUUbrLsOe7Innnv2SXo0EzF/L71x14z2AH8S0
pEexUFo5/Rq57yxJObva8b1yvfLeYsu0q5fKjUoAAo+rDJxXuDTLizY6Ux+rhRlsQDB8PKqRWLJO
jVfHn8O60311SLEOvYbuOSDFAkyJMs/blUldAU5mdeOxjKQhUgx6PKr0ostJ4WCh80tb214kRQsp
NJ70somXcvk5p/zAw61op2MwuvidGpiR4UIRcpGWQkJM4dCZQA50wx0S05+ng5ZuuMXAux3qbM4g
VxvAtxvPfF0rHHthIa6gl8Cb72TfkcXmruLsZpb+U6tsKiZnTNvEaaBLcc8RbmCZ8ujRvzx7tE+R
yGr/vErnGpdogHEcuJMLZ4VQ7dpo4FOYsDQR4xVfV5xqnczwuUJ6v7GujSYA7slkWwb5T+0E8c5Y
9qsm/cQl2e770PSMx/XUPhWr3T1VmKmesxpra1pI+P9ZltEuT2/pQhTR6JLIVaLdjZEpq7PoxiYp
DLydO5kLzF4230dhUjR5bK7bMJcDTGOvW6tnba2KDzaD/psgzpQaYFG/uw6HLY38vAcOUz4VcEUO
ht7nb0tJ1Ik+0M8wcJtpIutpt6Vd+eyxKX1kychKVWkYCeCzGUDUSqXfSTPlOaBf0xmADa8PzMNZ
1eqjhLqVknjTMR3gxhwwv0ivpkokTMZxuj4JpKXvfGYfkFI0az0zGtxi0Ncs7aS9Jo5VXSxEyneL
1jkYXayP2mt0KkXm17PVTGdrw9q6MdllDdVexTea867DYATp4umMBR1CMTWdRJN5GzDe6J+Cuj+c
Vy2LLLP1Ehj7eI2bUChisXJwXKo2Bd3qgoln0hj+tFlaQMgOvMeymosPJnNSJk635fcsFZHp83PZ
Kwn/GRlyFlfc4iLCo7uGrTWIS8VSjzH8ph8r0ArfjbYKDlzt8aGBfVCTl2Dew6tiQdm5d4qy58Gh
cSNsZ6nUPpX8VDcToQhFsL4zdas/tmU1QKQCSuacsxyPUTmv/FBE3a2xC/d0t+H1ZTjq4QoPdXYW
N3ljcmITM3SyZNp+QBDFdLBqFrY70/0h1FJgNSAQoKuu1RtFSsIigIWdl0Eell5wmozJBsa8fQoX
YzB17QpWduA46QKI5kV2RYGnn3nGT90GiHXHbsL8UdN2OfGwUbyPCwMU9hxIB3B02kPk+vP60uFX
PZiGzdDB1fN0Xwt4ueFgaJcylwixPDHsMPUB/XLx2bStw7VIrXXaO8NU/VaGnQIlM7eHoshd2Hcp
U6uC3LJS69g8VN7jDH1sjCg9xz+I1/4XWShGAEN3+MXaLC6+Cgl7nQibycn6+9wzbz22wnLJd46s
z06/3tlW823K0p86KoSWNJJ/Frb9t3DuKnk28FcEAdJN94s0VAW9vuUcbvdgt4d9MP9LlTuSamwe
mPXQurKl+w9F5C+iOZEb7PIdld4ZHD+SIfAfyA7//fYD5Hg6jA0iIUy8x38X5VVLo8+yMtM7falu
S1JoJk0l/3yFvthOPUTULlowjACwmRG5f41DLyU5UZk79BfQdQZzJY1sCuCJ87kaJnw3bj3i+rG3
XWZ7c2iy9b+kul4CvKJf1oqx+pTK32hZldBPKpPOjtSX/LDY8PJNPZP3LVKVnxQEbAHIiGMH8c/v
/6rh/Ktu8T9vH74PZoAASPXVMflX3WJl6mA5AM1fWCNimr8b5z1ZdFSuLzo/1BaW3ijGP8gl//9F
+furXqXODCIwpOie5Vy/uL988TrgEodJ70QAyzjgb/IYmJYG9RQSi21+0w0mL5Vtd1FTsPkyC3G9
QojPQooOxm6kcLFlDJZnJk/OIWc0f31+zi+p5eFZ67A6SfM6R8as8SQYoCSakVUH3XEcthrFBB1u
yN0EJPt2A6uX7dZE/cZ+VMYboUV5E4zHii45bkwtiNg8vygggTEu0C7ms4IdLAbv0GorU0sQ/TjF
GPU3Q/MtXTyHGg3HJaQJ045sA/0RhSAHIN7AfdpsaOa6Jt1VEg6yl09E5Hh1eZn4gTytUg4Xb+Yu
bbaejKZ0ussNnXwFaAarfzRIiUzEkhFtiqbn0HULCOe5e6eaCEJp9uOLN4O0brJligekG3Ghl/7R
hJpOkUzdLnJCOzS7+uRe9R+E8tnfu2q79fy6P3pGML/m7COYQSvXS9aVpFZF2mq82tTrZOVgLvP8
4PdaESGL8h/WsWlVydgwSeqdcXxqr77XZVLFpULp8dB1GZSPpS634zrQYzZYu3bAnutTEKxZx0LU
yJ8xSAIDJeIwogJ8N93ePW5XkdOKk/dUp4aL47rxcHmmixWW/DO3olo5X+liKALyxeHaVpBB4a8+
jm0n49kz1M5qO5SK9Zh++m4ldvNwZ/RXAN01f0Kc1xzUcJHXWC71ub1fmTB+widhHg0YlTdWugyB
0w3B6Ti63hGpznqTmeY1hqaCoaEFDJG0AO69dh3B+BTp58Al8Yrp6kNQAFQbPaBBlgFn0Nja6riR
5o2lIyApBgSPEa4lSLwx1bVoNsfqoRjbdaePPStxv1/RxpDdZyerz+iV6LpanifmljEJJvj68FaS
fSJ9Mi6Uu70r+ONhw/0Hw3Iu2Yx4ZmcnALuoiEWXd+wGhHxFH87T09vK/QQP6ew000+WJ/m3rAVH
V5SInPBWZJd+0pe4KIb8tof5t+s1pcfbPOGmES15mk5h6aGPx+ah036s43doTSahcchJMQKSw/LN
t7p7bWhvctofBUfnNt8k0kBSFVDytS8N8UY/B3KWnrKeYFBSXcSxM4jBlYYUl2Du/BtqB4Z7vION
hUjlLDQJnnvO16nb2ezDv7doEr+BTVzrbTyALgXPQHaLscvxFLAs8pYH3WOdlzUpBPWFYBire9MG
HzyFcV0mMqr0LyC1A2SkjsXWL2Nwwq44wjZQHZkVzyfdEyuLK0nbPzZy2yNU9/dDL9MrWDsuzF01
xC40xu++Qlta29QFIWUKvoQhyNlvBxrRuVuQWglrHfNWqDU7Za720QUm65Gx+cwQGMUgq4MdbyH9
jZCmSxaNFPdZGyRgb/zZq9f/XhWtpys8BtzZVZNa6eRYd+S1KMecT1BPXL5q4KlaY5jPvkkjPrvL
L5fq7QN0qElqiZdjGW7sW00QGau5a7PbLLu/SdtZ7bpxJsBrrGjug34MZ0IowtXUIHnmGDpJSWBe
PG1F9gdC1JdHcWDbFv68K3+HTSPOry+VhDHCAG8KHE7cTb2343v55+fYn/7+V4m/2bUjg572oaoe
AoZd3f6f//61VPjLE+sKRcPkf7UX8pSgEvvynMyDdEyB8Rr3zpaeJ5HtHVueKgUCdsTmP7DTbDjm
//1r2r5+hfngo6L++vtTciNMYMjcybg3hfCWHXq07U5Pm/yJbGHvbfLd8RsIkBIZAYvVP7z2390r
FDOUMlf3h82K0g7gavz9tXUtLX2yu4JL3+zzeadXyVT+obi8vv3/uaTXl7B08PXYnqDEgRD6YpBp
JEc8kK3ggot/+Ri2OB138k/12Z9e5EulQaJBSx4uLwJRvepj1vdWHjlF/M/f1J9e5cvdzfyoKsp6
Di60Ptt8SYmsRxAp/5ULkQsW+Lgoba4YrBjL1L/cgwjWttVWIudhm8skW+b+Uqwq+8Od/vWzEPFj
4qO0bCyolGdfv/mxNMZO1/vtniVzFsttLfdlPjREq1ooJk0Sbf752v29AvUNlPTeFRaIO/lqUv5q
dTXmDPRKK+qHVnxHhb7Nr8HI7PHeHF/TnKw+xJz//IJ//4DXih0LJJCY64vBSLS+3NpgkoRBnq/J
olsAYA0nPSb4hDPw3x1J//U6X7qPGZcQs4fWvLU35d8B+Fl3GvmuP/9vn+aLSUsS+Yhwmk/TAbwQ
TPLeAfVr8k+oqa/nq+k7qJksWJNonNCTXi/qXyr2Jbf6qhvE+JQ7FW75PjIG/w+395fvhR7T488b
OMpwqEN2Mf/+ElhxUksQfPfEnp3JMMPR1WOE/IdT5+8H27WT5jg18aFz9jiQKb98kMYW4NX7tn2c
zPiqRCGh/k8m2+sN9D8H2/UlLIMj03ddZLh8y19OA3zVtsWKrn9MqcqAR8WpOA3LoeC/zRDB/vn7
//rF8GI2MBq84ngNr97+v181q5eV7XeyfTR/slwfvv3rv84hgCGVDkD3bOfLkaPN1hRsqV4/1vqR
Fkn/dwMArhR+Vx24D54avKdX+O1f7yrSq22YFI72qOYgzB/wcPzh6vz3t+39P9LObLdxZNu2X0SA
TbB7lajeTltu034hnHYmezIY7Pn1Z7D2vdhlZSGNOmc/7QKqTElkBFesNeeYJivdAQoFZFe3L9Z6
nQx5L8gyv9tO2ZMeWyhuyn/npGdGDEgRQJDPhrJUCRfLPGZ+YsH6UWe3nxC1kFOtrzmG/Mv7YPJI
4RWxlm9Ct+TikVpS+USfJ83Z2znphq79/+3PXyyKhnDUUFv+vNVv3V1sbv/85y9XNsAJ+jDcawpA
OMKXP9FYF2Gim4M86/awaf9CSuI2eCrQ3P/5Qn9ZiT8tPXORVGFw54mlXeVfPFClLM2GED3rTM6p
xSHFOCob06NNqCwzuOJmkRkyRjg1Dd6/eaT0GJ5wRf27vhOPhItqxGBHW/ZK77KpkklhF0099nfR
PtR2pfZvV83y59m9WI4LluCyIWhodYxuyu7vTH1+s6X9HRLSn3/H3zYVrmDzVoamBWIYluzndZkb
TR31ptfdZe64f9GYLPz57y9r4tNt+mu984bkWRZLrfn574/DiHyZbes+l3WgtdmJ4VmAnYgklujQ
ZCQSaoza/nzNiz7qb4XGJfICxXAaD2ZZQNMCrkt23tUCgaxJAM8G+MKjZFqFYO2oVc2pkN35i8sv
v9l/v/P/vzw+eI9FsBCWP3/nyUpaBJARU8BaHXk7fO9mRP7obPokSYK+Dx16LxjZJukcnS59gMT3
xa/+F1n28iOwjVPZs+NCgrmoFZJMWUbLEOtsata3UWuv+zxFI2LOv7xq/k61snb8+I2gtmsysQJb
JemK8StqmPQtJdBXpYtI1ViPxZLfrE4Igr/Yh/6pFvQNOoIARV1Pv6SqdX2EbxQnwTkvWMLziOTC
J6lIoKgin81yqilQTvuOX+OL2uMfHw4GdKC06Xc7bFKf704jGyMTaV6cM+xbxGGS28SphEZ7YT+y
wqz+1WvgSH+xUVzsV/95KP5+2YuNd2K2EyvJQxGKkZ7Svu5/jMPrFJ3tmDwJwlFCHLTNDUodfKjx
F6vc/7wMf7/6xdsRZEqFxa0oSLhkloo99pS7tc1wByeVU/wgEjFDLUD0EiGNOZaQ8p3h7s+8d+7t
3F1zvCOz3b2SmLjYhQ5CZ0g8GgTqWPX7EC+Jq7F+a9Od2xpduZED11BzcestEg66mQR7xmveqN52
6rtfVYFRyi4j+AJ4MWnFGiXWIM3ZpFBzN4uPKR4Brs3zd0wvJy9DcuQNEk9nExRVvJ3akhBGHhiC
q2mtjfsulHSKrfwxD6MHp9RvSflY41QfVxiPkC9NgSHLo1cbGzHV94Pjb/0KVQnplvNqKIgNlT3E
Y4zjW4GNeB3aBc07Iw3qytwpx/zZ1+INrxfW16HdqMJaK9prCbpUhC+IrqPooU6abp025rPRRCfX
+5kx5KdZ++SIRczb9Ts5s9wHhJfraDDQW/VXUyUeRm24IsiLDBA6yD0eb0Io777Yiz6/kP/fjWee
Q/1FoWperjP2AXqTdBPPuuPdMkIGaUaiHTom7ThG5i6e8EgV+JuceWel88kYw8c4IesVWQLDtjfS
uM84XL7aIZdd//P2hNSVadNf1Rq0kIvtyaoYSCeikues/rA5AHKfBPoVzXis062PnEKb3tr+wero
WKndFz/J72sB2RPDNVIOLGf5f583AB01Xe9MGTVKr5WnGTHY1oJ4u0laMSNUHfVfCinUD4I9MX+Q
GUvS7/wDcUV8nA1d32i55Ry7wW9vVD1hWkuIrxTMHrb6kHUff/6s1meC+HL7+KxwXQUgGoryS9iE
hx8DhaZdnZV/SIj5rJ69GXgE2agEMJLlFKTddaS/ol0lOvCb5eo/FPRDey6v1HgTQkTBcBNY3luZ
ofArSebkwdQUaxcbdc5sEbREZF2NekJTPLv1039FRvnPx2ci7dnLvab5c7HXJmkkGalN8jyL9hRO
2W2WALcfGOh+scH9w65OnUQKBtdkgMpJ4PNNhfdoKBPN4BkitbkMa+IPlDv5vtXcj7Eci5vEF+N1
6qADQJKOzSAZxRe17z88Vx57GAc0KinaXBcfwXGTYgi7Rp6T+mka7LuymFHh1Ctk5n7+LvT8i5f8
769QvjLvTxo3NoM172IRaXpU6XbGjxuVvvMuhjlHcwMQMHLbeG9Xo/lYZGQJW6OB46FF2vDnZ/Mf
v65F3eu7OrO4SyKTpneoButScpLQcXIz21xFVXmXtEWx6iedKDzCbH3ni9X7uV7964nyTAFR311W
hGVefOlGj0PmJMuPHAM3behQuOO/rxD4Yf97jb8W5d86IIkbSm3uW3kW5s5HStFORAPbT8iYMdSN
Qe9vSiM5TF35xQO0rIaLXZEuqUUrTlg0ri7rRmkZuK5Dj1/U8B96j0TwoX+c0eD9+cYZv1+Hctyh
Tc+QlH7zZd+vTlBXm6Wrzo1h3zRh+aiRYjRiPY7o+uDzCQA8PcDbOLRCbathpoJWG7RtPVkN8m7I
jC+epGXD/fy9P3+e5Un72++dD7KYZs9TVGQ3dsPuxJOD3HqlNWo7ZA9//va/vxCXi7mMMGkU4FO7
2JJGqEQzvjgsaUlygCC/Gbr2MHvFHr39F+eQf7iUAeCHxuPShvwN2p5M7H8TSrZzl6T3jl3558yQ
/jZKzV9ROLlf/Ir/cFe5muvzP8taYL+ff0WYwZ2RgsbmahRbstnqbrkpzC82nd9XPUdR+nZ0qImV
oA31+SrQm5KujcfmLG21aYruzQUgYFseu0C2SdvmCovKF8vi9yW/XBLQ0rLo6VVfLHltUm4+Glwy
m0kJwZeonfRaG57//Fz841XAF3Jo0nXvt0Ob5YNaxjJMY4Skb0JI7i0r/uK3+2t0dPGg03GnwYM4
WdjYBD//eIjKSZtpZ3o7xS9lVut6mBASf4weR0AyyxnCi/I8YxlL/fiLp+Ofvt7fL32xxiysOpHn
LfetkfvaaFEb9riH/vwb/sMjuHRCePuB8FmSlj9/v1Lio0Libt+6fV8DYLKca9zqxWlOgFz/+VK/
ry0qNzh20BRpKP52u7S095vJSZNzZ7szDx6y7thakhgYYweyzuYvNs2LPQoFnPC5a4ijdJNWyeW2
kUX0s7uqn869AU5WKwu5mzsdNnA+yY2PfIdDRWN9MUr97aKoixmbYcSGEbCg9T7/nmFu5nieOvfs
hU23DQ2fA09M2m9vD+525Pc9ZoOWffWULn/1b08pUFWd7uPSSwUNxDD+Yoe0alonOWlOZ/L/hoNO
1sC2bUFBdJUBWKhZUondZHjmQAk3iVL56EVNVqxVn2XfZzfDlmmSrr72uyE/JxJQRoFl4XaOEiqV
sYqPFVKCPz8MFw+3iWKODhNlMgh5AFP+xe80pomvIrvg74MYcuJdb97/+QIXT9vFBajyP98IgfnY
6x1qnciRK7NAjpgweRYKUtdXgNCLNfSfSyEvo+lH64x78PlSvGpR7JCseK5mDAzvBBcXpDj8L77O
f69x2fTrmww8C2rjM6YdIZ5BMaCbCS3rq8sw37t8lpY7898rXdaorj46U1hY1Vk3igq9te99y9Oi
CwjiIdECU9Fh4HH7lmGMPzXCfKMzTSyqi+DHrlUaSJhbNKX4D8DneQdVkyzB0X5RBOd0sfckoEaY
NIW2wq0qYPVEpfcrMciXqQb3BfoDc2A5/8w0zT2niPeCdKprO+hil6ZwYtktuBHT35dFDpJQRdkm
xnu0VQNoIraQRZQfGytjNNxVZA/tSmEPw3L4mCPimMD6BThu5Q6h8rvXKqIjOFatSbt9RZjzMeAt
2KRj3W6KpAGB1QicY/Pg/EQCx2HNJP1mpLm9KzLAdjZHGsg9aXyex+lYzsV+aFqdlGGQ2VgQYAc4
jemtq5iIzKHu5EOno5W/BkeQwLBSyIOwp4BhSES7SkxoIGbmkMZh1GXg2lAZ2K99cDBQajJzDPeO
ncpbs8rfrYKocCwA7ouLIRUObVbtyjrubiJNRwlsIslipoJVTid4vfEKcqQTdh09yyCkJMwnNKe1
7xqrb066xMBZdlQAkHLkgRwvVkpSi71hhNWL20bNzh66euOauCb9Ctm8F1vusTQ6P5jzXNsojKiB
a2FND1X/2ghSlku7M36RaRodTGUPj1PtmBihp7EDoAVCahKKt+a8aMqVDDHReFa2SfouCeY6MiAQ
T0O9QnRm76IasJHvly1JsI4IsqIMgekB67rKh9i8Imj2V23o0Dvmyjv0XV+tUFs7WzWnYBRLvOx4
V0yAkqz+IfHG16T3QQdhhN7oXuhspjKx9lLgBUR4rq6TzPOOxaDave1PjGoZdXIrHeMUR/UPngt3
m5uT9RLNhKZnJoSjvovcQ426dRW1Ezluavowh9MAz7wvp4faDaFIxTTNiFzrvxHyHu7sNEyJeJjt
/dhNH0jINRy0HveD5JjAgdMAqTqHsiaRM+5cw0g3XlO2h8ZBZDVIZLjJVZ8dk3oFFR4TSVe4K9yw
5g4ZdbQnQUfsw6qD5wXUAoU9kTiHcBDZ2sq6X2rQXutpCSFVbrgLXWWSF1vQ9WuI3oW35X6HJTM5
qyYv8AUnzKqzUc27JlcusvHGwDcbgWVIYu22HCrvhJ6n3bZ2Oq5KE/9C1yXjaQBwg34SSF4b1yQZ
u+Kn5hMO3HmtvTaIUl33xA2vROa+jkZKj5pad12i/t7mzHxXYWuMByMpRl6XpKOqLO4PTWiEd2E0
J4dGVoD/x7q68Ym4RCAGHRPbIkDGEqA8oYsYtQUElgy/4qbIEwN/reV9S9qY5ABcNTsvtt8dyJl4
9BDBZbX3A3biApAXgjBYEw9LEXK+IO3qhN2cl54eXQ8gLg5l6NFvxQlKCyS+9fSeIPjKK5+iwnFX
Fv+4tURnByPQum2fzi7GsWqmPanh1SOQfpVoRPkS547pRZYyqDudXAAfS3ZiLnbFEXtQkS8cu4LG
FCrb6MrhH9dJAxMpJmgO1JqS75GGExfwF3hF4Wo0J7qaeD7bRYXvlKuoWcIHPC8mPSLK11brlShp
sxH5vwNm0vPIS+ijKohb3cF70zYnJ0zECg1gvx6iuruPaJBt28V528m5OsYeevK+BPvgVHON636m
s5/VJIK1U3hrzJB89Fi+pF1irbMpAiBB0BEfWXH+s4BpwapogcihGyeVDb+uT9QHEQIEPCdo+GYI
Y9tCI76dxrP4UYSjvq7xT62T2n1VmEDXIsk+hrL5KTH4MFtIP3pbe7ZkB39xtN7LsAjBzvFFCVNz
V9yfd5sARmR3oVwbXQey1UrTYIZyjbZTkn7qLCmULlSZstUeVDbyMWuHvGUjRmZY6DNyVdBdUVuw
bgqFj9MrrZ0DRWI11BQOvRARMxeYR2U/oegCY9A88i+yEvNkxNubKM4F7BiPidvgHbLr/Il8pUcH
teZz12nFacCyd5zmKjpFkOVrbLGgpbpF5+ounAVsadq7iDyfiF8sjFgNl8TfCH2nr2Fn4rgfGLHv
HMvI/Sk8tFgzLt6rxvUhjw1ENFIEkwloNyMec454kSJELSGReWcOQmz6tICXwTrZQkpw7tLOGHYI
jJpr4GftNylFelQFe+9S0F5RKWdBNsYDtlb7F5uQDHqSPNjuSLXpnRaBc+alW9n70w60y7iNGRTx
aA8dzSOcYhjHsHMKa1rzrp2PZt8Nwdw05r1MY6dHqtx1kLPBVu4ShNl4hPz0SYQNb3Wzsst3TQI1
WQH6wtQlFD+mPkTndFywvGaPY4+s8I1feW9+WrYruJgwQPwZ0X5eZWCNCOtYmXgpQYOK7Ap6/3e3
sV/srnuabKgwysqTO9iWGV4GakC7p2RwnMlfwdhRp7zTols7gTngY/Bdt43FkXzM8L4M4bggeVSB
FSkxhLUP85SbMEW2OpZSMHtBnoMBLIpuTO4aswYQ8W5WknVDibttc6xH5ULvgYOfk2AGPThnqrR2
SUHfW3GZr3IiVI6jK8atqaz00ODN+9ZnglFjJCDShuJnUTPtajAlHvW2bTeDkZOmCnkKvl5R7XOb
aQg+AWvrQVwIGL6b3xtgapCP0JLhuZnth3ny8D13IsU/Exn9XQGfiGdeL68NgXFh0PJfcmaDjFPk
io3uKHirWnIzV0iuC7vP9kxG5hvSw1gljdVEV8IZEGtjAT1NS9sU/lQU8MYL75s2F7vIbsSu1UGA
5RjUcSN18qmsaVh1Re2t+ajGVkPotmtLHJTrilBt4My9f4MXned4qv13T2F18JRmBHDa/Fs4ut5G
6AOC6bFlteYUT0CbY4yu8skstfbNwX2IN4sEOJiLc2FjuZzZ7M2sg2AgBv1s1HX4EHYRrJGuHndZ
aYRB5JfTxokYqvnlzK4ceoS52FrR7eZ2ih50OCZ3akQ5OFiSIHCfGVJchO5BRn244TgpH8Ri0QRd
7m1ajR0IMBNTwdFKt8iRvV3i6WTC1z1+X5/+dtp5907ZQJ0KqSHjwRsq8qDqnxYuIiic+YA+Ft99
bjg/dcEIrC4paRvFlE/nHRyt8j6rfkBptbdMsvQVSlCxTdKZxKlpVjd626M/Tn2+MOruqjilidE+
1P705jR6QwnUfUwjfLRptNR1r0w9yHTjY7SXOzfSX3OkiX1u8Mi4AXEB0GOK9+PIpIeBFE4Kj71d
1rHxLWYgQ/Y7O6rXJvNWKpsJAT7ZrZiM8T4cJ7nWYlZknOePAxp4kBtpG5S14WxMFKvF9l3q8YOO
XBbUMWdz/CjTbqgJARrgUKz0ceh2KLFx2qRTxgjHMbaA2sYNKLgck0CYb5COYR0jUQ6ZP8XvabIN
zg1p3h6TJK/v7LpI9/XoWGtAVMM17Or2jR972pl9hp1tAHm/Sd2/Tsl1w9ce8xPxSSku5yx8wFqO
0x2L4q7kCAtD0QNMS+1h4Cgg7tZMje65rTywrmiaA1+W3jVa9og4bWomSzrtLYQsDgE6ePvXJuXA
sc3UNJwl8ApFldrXLwQFXY2j/Wqlw2B9pKSfGg923SYWc32ryvcJiLZwa+uqesVluzyMWQ+ZoLEs
vO12v6mddgnUKW1/nXcjsFLhjf341IBFunYGXsu9I9xVgbX/YLeYRgvXj2+zUjgb35PVPpsTZ2Ub
2kvetNmqqBN/O9eF9ZbVBucWr4gT7JC4aNdRUi7+wFSnivL1ZIU9p12FOcz+dd5a2YFewbTpizS+
NSThRJgDlHsfJz5wSyXu+wEfSxQz+WKv926dBANO6MIIrVWN8wpyuNu+IDVED8mswztKKr+D1WvJ
toYscUhzxu4aJXVABLAMkn74AEZir6e4Qc/fZAC9BPBRmloFuGdqHt3JfByu0jqk0n32Uf9sdU/x
7QeFv5bdbFXG4UsetuVaZIJ468lMg2xY9kH8pCvppDEnJg+A1DjF10XrQuA03bD4VsCoSgMf4BxV
vafxSY2cGgZgCdulnU7XIGDAthmpPV97hrzN6vylg+G2Hxy8mKvOwmWp5b6CnwB9xx11FcRwCDao
B4stGEteDZB2MUTydGKjjZ8oA2gcASb9cOJofHf1sL+dmNXv+QMjtJw2/gabEUlbNNsG4GdiMdkQ
jOp7W+BUNUvPgnc0untzjsnYDKF9UXL0BzPp3JssVCzycgEu9sQugPaqi0A1EwAeL/Rv6FvBTrOb
l8h1f2o5DUeTE8hxJKjt2Tc9bacmrXrzpxDIA1OsAG+BXMct+AutiFsskKHG2NPCOMqGsLa1Wttj
kKP3xbBvpQOjD+owUlfOgDVCt4j88lCqrCSHeqItK2o88IXaTgwDsVwOSLdbvRm9Fcwec2Ms2cd2
lM6rIoN4SNAabS7LndeQeozAj8uffgRIRFagw40yEquSyi1IBH6VNE6mIMbqgyFKE0Hld/OtaU/m
YU4APoLrm64jK3M4Y/iS1plSO2HL6Eo1Nqb7wvYA/yXdTVbY3Q6BWfcKKN07OWOqfRvwMXKnkn5b
gPn/HrPNnMATZEE6ZkBieZzMW4pa6BtVDPfOr7p7SG8/+0GpQ9z2Psnr+XxlxvddviXmL11z9OFW
mJnxQvHas79Q80jNbtdD1zAjbqW7ibleYEamvTJayZEPo2wWJHGcBfrk+d9F5WBNt2Er/JhD9w1X
1fAYmWV1aG2NMAC9mKrkwEgDTpFdG9Dqvbh1fsWZPR4yNVpBSKb7JteZMEsZopcwcLhuiqmpvjWt
+eFYlnYEszeu8rk3sVjg6GNdJbAKetb9TIADfAnntXTcdm/lFQ0SVxiUfgqDeWUxYSxThnM4k598
fXp2MSNRV03A/hpJdafl2s7tyPDLihFcXkm1ig4LJFJW4eUhqYB1B1wF428DImE+07roUaghFWHU
7NxYPY67xGXQl9ZkBiSFHu8TEUZ7ry7VXWx67j1fylo5Lo9l4qEaaoZXkGT49QQ2bZ0CakUPF1BI
23ebISvEc5fIZDO1ufXaxqb5zU8zM1nVTeT9mtucdDV201Mv0NzkbQM6SA+fMY+hjog1UvbYRoNW
wFwrc2XuG7+PAuy2P2aV9RvQN7i5PYt9E6njNvXdEEec/DHCBXuktQTKhsy0LQ16aG2CWzxNk7gr
3fhxTknupeEDo8nyKlzpUxHQc7RwDXY/B3Lo1tLI5D7ulGDj4e7pcWceqslu7uy+1E4wSdwTHOX4
myvyeVtkXraZoR/Tr5V8DWM58WsvfmVVN4gMqVLbUtHUE7QtCIZ2Svudt8pPolqgXyGCWIsJ03yr
jRjOBtsPnEUqFBGAzMsTqnztDNWNm2hYGUuoDCX8ED6fE5OfYdabSPffGBzXW60rRw6GdvM293Qf
UYtSVjXD1hRV8Y2KsH8eiYnFnRjGKw6MFSxDW+3CossWPAkHglk62QvxadG2LHsjMCe72HCUIbRA
n7C0yzZPSXGv/GPkmr9AfaCuk/O8ljV5tzRFf0mp13CX84zo8cm+RjtUBqIdEERFkaXu6qIbObvn
LQ4+JWDeYizZetiC1xoA763E1biy0uIH6teYZas+4hHaDIgDwzo6JU9/Nxvvi61/FeuS3hwgaUpp
8h9+ZiE+taqxjZsCW/8GhDaNONFbQdcuMNHUu3JnoMAWIsyj77Ep0NHqSDvKPPgUgC2YfgP00mLt
KZ8a/dxbRnxWjVVe+5nnfscmSWeKE+mKHxfq+wzoAGSMvRduMy2eWWsDE77YCAeyo25SqWlRZ8LF
qpripW2d8ASNUO1jwg73odHEt8Aam6Ak9nA3clvWXTqYJ6vn1kROxCau1/amGgBrFWE676qUwC8T
/AEcPwNvqQUCnjS6avdXloiKmu1czm9a3Lk0XOXoHNpBxFssJ9CnqNi2RgOhoZHasGcKB1fLi7kd
+UBySSKcwzCKvSeTh9oB1hBXTbfJRcthTI/TA2Px+psPDv1o0po9zYBPeaUoQ/zqc1e+OF77PZR5
fDKgge2yBiLSmKQfUTMOfHwavmJesgvDtsMrmzQhDBlnDBh60qKqJbBqN9NvAM+zvm1oB1Pk65ui
sto9i9PaEnYiMAGa8qipsbw3w9T9Ps7eD7cceV509htcpO22csFAjVrpHYRdV+wldfnQaF4TmIKC
Qi/JWzIyLXnpTbe9IpA0X9uJBiSZom+tzeRupjLHj1ho8nFOWiIX6EgAj3faMLznZhic+HLpEwIK
ncE1JEBmB+mf0Tj2yzTb/dFmw4BZOJrwoJU+PPKqE0tH1zwgttBvYklTghKo30+9u2AceUXClmba
KSDAFJK636bX/pGibDFX9OMoruMI/ErZ5cUvWq4IwjzFjjx1o3PtkeZ0RwWuAsvOnKdRoJJOwZiQ
8hiSUkJM7RZnG+AHwZN9o0YtDyJ3rOhbtGrthdNIZEfb29edQxduNkEaEpT6HVcqqoCx/onZctiT
8wNlZRxa5BE6lqYtgwnwP4Mst5ZhxdemqgZ4sS5kZB/UusIO8uyQss3wTKdQk692FjcgCWrO/DBs
2oOoEXpqBNcSL959WIVvRHRxccEywZTt0fMBU5V4HHAqteq7WZiQcVTRBD1ebLP8viD9huberASv
hra0f3ls+lduMbyg2JRHsnzA8NNjonX5khSIjseIeB9aBu2a/B5OkkTFbGAis/9S976kLqQss8Dd
3LVuet8blWI0UNNWUKW7DdMy3g/SMBk7oAUhoKU4Ng4DVpacHSN+7Ij6Ns3OP0nfkC/2LFUIeb0x
t5NIHjs/5nhiDS+xXCjggt9vzRtA3Ht0CWAod3kSIMefoV8XhQD/XFjhSk/DOxkPw3VMdmm6oQ9d
N48JSupum7aqfbRM0a31JvEhKjWkH9SxpR9hmHqHERTsc6j0JmDZMoF0mvAQTTSLTT9+YoKgr0sv
IgyFbLldCDFgz8EmPOARMAI7jUhurkgHIi+vXWtRk+/SbqBz5/fVgr21g9qTPwq9/JFVhbEGQYoh
33bprJ16DpJqk4fdbe5Bo+w8uNfkuKSclmJzU4N9oq2b/egMtsVeFvmS0swQRe/c8LnWp4oievTr
PfEWGz99pW9WhVdl2bnWNQzrAe1o3ybJTjEC/jbj7kXwJJIdkjrincHuEIWqaHAVBskBjuZ8zBkQ
4BIjD+7/6j3Mo6Ub+aSei/Tk1FvjfvkCKJ6Dqto6zkmAT4P9D2VLjHASeIus0tm+r2sQFlVIDIxh
1cbOMWDjtgyRQFAB7S5KCdNAsE1MsmuPLlL2Oeq11ZRmjxgAlkabMrZp7tl3xFb9mEzjNGXZw8yC
3+mIGUk5oRefg5cnze1aDJNBNFFDGoie/ATUjGXDPbn9bYH30AZwSZPTLBxK9iIPv89UY9dmwXxn
7U5a/EuKoXtIHa95NQDSBf4EXAH3tzHzfvdSsUmLtj+7ujUfPTN59azmKZI6nPgc5ERLXj02cA36
+1gpbnCZrH1orw9WBX1iJeDV3XRSH06igtpGS3hYVYmGiUyjEV0mtCO6soro+raKeGoOpaCYGI9Y
sDytHh4+UIhhlZfkCeUGHX36RDmTDXbhiV9rLQYYU700e2IRumQLoAuNclOQxzKVMfhWOjQkj/BW
E2730IzMUeokdk95Or2wn5s7l1HHmm1PvwHLngYh4ph1iQbZYeFjDud8zYwp5kz+JjDzMSA0l74P
755VXvTNzwKjycrKvGpTNdRq4BfIohqin6M7xhsSueZyw3jje83+s2awAtEqHN8IaIBCSGeIIYxO
SQIYemtqgiNhIkf9w9Ca5iRbgBgpCTyriN7NSvUk/9J4gvVOo+BsTVV7lyYxau9eN6w71yxKSuNZ
1uupHF4ttqkghzi+ho30Rs4681bTqSd6tJ0AvJ2KNzPyjGvmNdW1zVbCB7F/VByFT2nkTJBmbcHA
xEeS3RgxJm2DiWwRZpzM8xc9imog/ql/pOX8o407mr2et0woQxwiqdGEU5C3fXtfA30GUZMpOGfQ
LJOcCGnbjeKHXkbdTVmoN0D45kbUPtLDlFc1dRzxulBte7i9rpoYvnTPoiAsARhnca11qpCnwsyK
a50JkouyvB3B/PbpNutJ9NKgFfBqj8urPhzDs6SHD8yvpFbUu/ZxwE0fWKk2wquXS4qE+VQJWnqT
ib+/s+30OLt+dnT0pdxW3AsGqZydzaje1lEWB8pv263qXbVnUEOaVl3GW2oOSBqVb7LzlfrKp60e
hKn9nWTVJ+RdHou6iTdzEpp7Ur7svT+a1G9hO3pbRpTTXW+h8GrdwToA0Bg3Q9MUV9WowH823hwg
opmglEJzy6zIJyzNQQArnPFam33v5Eb8F+Qkv1YN3MUxM5gD6CaZ840iHobk9jXnXvZMCLrn2FCx
CvTQUf5K6Vl0rUCsM5NxzRVjdJjcTXjLZiJIyQqNo2Pk2b5vRbJfGMAcbsiENFKfAwJJJJtshGCN
Fp6c1YkOFjApZJw2AgOU+ooJIMFYdly/CMMoV8mSMTXSxd22ET3xPoUV71OnrPpMFkeTwojpRpSt
R6NuTiMOl5NuJ+ZbRhoW/wpy9UFBNQPMWu09nHxng/psF6XdOSONdZc6NekXIjeu23QRbQurD+Cs
zifk0+LoOLY8CA2nQ+WFBJqpRL3GSSI3dOfytaASXc9+YfJ64T1AFEZGOI7e31s9AxmAMs2JlAMF
zrdtNnY5s5fEBrJuwyYGTs4t33QiO8rP5nnv+5Gz6XsR74Z8YMQ8P891r/bklFQbtxfdHZv1xLgI
f2OK8XRvGWFyJU0lTwBj4ElafX2Wduox1Zo6iryZaWwdpTeNGu4FhedeGy2aYq0miBdcptNCf7N9
1VxPAmtF6bbOoZnM6V72Hd0mCoy1S1FTQkWz4rS4UbHDsvCHjwRwyfdoKJ14NS14CydjX5BD9FH0
k7PNvCTk9DxkDLV1/oN+gSGWgzhzoIjeWtsqdwTckbrUZgx1I8Kws9Ttv6EdBu6v1zrvs7BGwxX5
RyKt/COvZPMQZalE71vA6ZEZYQi8lucmm3bE0KmAGr8meVoO16VRZHs2kW4pE7U1SUGUyp027Q1N
lkgaHOrjqYKoPUzxykntx1x2/o4RjzpKp1mS5Wqd02+PCcNp4YaGPkSZKlxryTB+k2NUAf5eyOOW
XxFV5P8i2PJdcSZhPv1uWwQ4OZ6WPw+WyM79NA1rXUXdxuIlfEOorNhkPaNd047KY+pn9hHgXLJL
i+wxFW7OQdTQT41tjvwALSyaMgMqw8SGcROaNmdAUsf0ajqYdhg9Z9H0Ubb1C5aaeG1QAayLqqFj
1lMKMBPk6KcpmyxeW6FocfWbKESy7LtZs63s2VwRh2MGCTvRdZk38SqbJgbkzvjYV3mz0/yY7B1m
p98GJyygcRva0/+QdF7LjSpbGH4iqghNA7dCKMuWHORwQ3kcyJkmPf35tM/drl1TM7IF3Wv9kS6r
PUrMh7kykg1MwAPtmu5mGezPwezjtT1z07oGjziRd/HJ41vdsqcZDx5Jhle0q5kvJlKkqCb2NqHK
3R8GNoNcU6eCL8qIUNLcdj93pO1Ys/1JRlK9Q1+KnMQLCZlWk7Uq2Y03MY2ovArWp4slFxawbYiy
ve9mjf6+iDE5eWWoDiw1OBogw5MVdpIRBRroQILm3jdEyeNSp9aVurjsbNQEiS4xBqEljpvASGo6
I6vWeDTv1IFXsh0K1HErW9K0iJW5uMpIumQxjG8NI/uaWMoWUcC9jMno7N0SetDvUhN/If7Y+4uA
0MRJbySyDv7iaD+21B1iNesPbyLhJh6VOmec3LtU46eJLACguhM3dATx3ZO07BbKen25FFd3XPo3
ySdbA07xhetmeNQogVxnffyBgocwaGG/mEPirI0oHl/cynH4IUgwtjOwJcKo+n3dO8umI7rI7Ydb
FcIlpiP1UEarEoJ0PG8N7RH6bjsUgRcb/d5UeX9RethvuywpX4hIs9a065i+Edm0LhIbWPphM8pP
29S73eDO1ntEosirVrsRUZ8VlYqwJi52sNxmtkUq1bFaBW4MVjg394molWTT11JdW6tcnoZhwF8E
FkXxwj1V18jOlmy6L9rRyhOwlIDid8IXMqN4dZuR2Myo9EdWBrhNWDCWz1b/zjqXjQfn1L+lD5v3
3HCX3RSnzsaKLdBFmMdKE37lIc4iWoV5/bevxrdYi16oIKOj467PmXLgQLKLXDRocry5Ef8CAY1V
0HQQiKxHai2w7j7a6dj+0/tmuBk6m0/KtrvKq4mQSJ2AKaPnlu1cTX9gWYyoCVCOr7KRcFyiStae
o4wg8hAfTGEZEVgmzRdDWb+67aXI+ylUnkwr9Q2jCa8erqdVZ1cGJfHYInsJgUGPBEU+JlMP2lPi
naErdoZVQ+ZrQ/pohSMPXMp00hVtqlYDie/vyKDMTTI4r24nzSdL1OaOzQt1jswaDviam8W1w1OY
NstmHouUzpjwOSG19AhVWLz2NrKKcnbzkyEPqKLoVcq09I1+EMevK4d604rtR7iIySAo9Ccr+0Qp
C5xzJUqNccBveVl1wOeEdKYM0n+8pcXGQE4Ef3huyu/BSB/CZSYM+ULnNo5+3TwC09A9zdwS/RBG
z1UJ9JuTlHfn9N2zml8RMm5s2e6EfKHhhrYyXkr7uTaOtn1yyscoPrjJjhDpBApJJ2TXc3d2w5R3
okIjpNTEK0rWH7EqkndBEZSl8evdLflOFj+ec2XtWiU6m0N3Aog0FlYh/dgDfZYqSFouFTKe+La+
Suda6a8WO1X5GCfbzmGItfdzRT1Q/luMuxwQqtN8s4Ogqk4zqFKyN6ZLD8ikYBjzoYcUAY/jamv7
P0LEmBF+O21NXHirTlPxo/BAmuHDEn0bRUstFoU6HmqVuN1E1Usk3rXmZNTp3oaoluLqNN6GW+9U
hXd1TRXU/OZJiF5TSnrU1WbqfmbwCztDxshepY+3GWSqi4JxQF7AYkTkXQmynY87Iz2I+ejGcK0i
X9tip+fXsn4peXVaFu2z2wP0ExA69Pm6tihKd323d9fV8HP/1mT8x5JJ+yjO5oUGjsB2H6v2Tee8
jOrskJnb0TjSCrQvcqJSWaI5GZT+ncZ0TSJCNchtnkkAHJ/DCOuSIiB4+uEEWhUkPSqwOFEf2pF7
h/j9DMO6Xt4quZcgETRnrpJwXDXWIUZpxBPDPbLmU2fxpjEuGn264iOqLrmx7+Ofe7Y85iJ/tPkF
njWTYqmzV9zZrw8wltG5esTUdDYV8N/CeJmnGxaoFTRHJ86hu62hsZC3a4hx+m2Kfqawg974yVEp
FtyqBJ0ni0az2bkKHxJBhxZarezsco9LOqxEpzebinWX/H20X0WltTC4g3iNB7vcg+5+mZmZPZCx
GTgL21V2HumLdinnY/jq2wkplLi41I8XFu3NORW+HDqkqctTaDbHmJRLI9/lTrkaKWYjl44mB3p9
CBNCnAu5VGRrZzpb1E0JjjzvdWg4eT14tRwgNVyJ4ZWk8jWJRH7DNJhm2wReecRVhop1N0cJNsbn
if6v4iyp1plY8O3uPSU3nMgV+F3XOmckJHkZmW79oz296t5TE25TBJhL/Qc+udXam748md5r1G6X
/G+kgQICq2qMu+18pw8parTtvdvEtEmtnz+S5jWh5XHQd2E07eWo+xnSjabCMesR0g9oz7AAg7Cf
Ud0I5G8e3QVt+dwZt85ivNR2zLb7yrwXalAekvwK5cHYF5QE4MqjK7QeylUh/02kHxbpaeHbUgla
ECCdOfTtMgdP0i6IitYEXk52sfa8H8r6uH4vjvxB/OdHMen7DvmBAO6LuVUkX6UctzOc/P6ugoSb
LOKzNxtMJByIPAMsTWstL4Ok024D8jNifFdueM3syxRnu8z6NBG1zyUxxICvUf1ZDRH6rBeiFe9X
4XSHAIS1zjWUAPXKo4gmzZlICwNpygvdtDqbIi0W5XwW9EpaWCOm8M32UGbE4SEkXNkJV33y42gU
qliBlh4b6sPce1bncDFIKBxamHAII0ZWzv1mTU38saVJa6YaMbbXkXUrKwrR+Y1MLDwIAipJbtAG
0pMv7EVGHW7HB0KKBdbdyP3szbsMdXrI5n5daOG/bqjXWQzJUJ7lvNeKNzV+2/puLrZGSu4k0Z7e
V2VfMAL7CZnCmUU8qjy07ImlvS1pihpp68oM3L9X7tWEpEXbz0fNn5zvhTN3bL7b7MWxT6wXK7v+
iNQHUrLARjWAggHJ5cOSomHfjdrZnXY4y3uX9+Gi6OYq3rXqA9RqXQt2XOdL654j3pQ+2RTF1kxv
3fDtlPV2RmKL2AB927MgQadBX1hqis7jlCObcLriS0QXpyNNtdrDz+Dmf+7qt9k9FlQ7/OdWpt2H
9Y+/GBXj8K+2L/cWRU/b2fIpn/4gP6ruB33tjsxy9udipZs/xUxlpLedm1PacHlyivdEYjvIFK10
uxQvChwlWR6lfeF22zBP+2QbhH8NkMkfgcZ0Dv/2ZKNEt3S46vN7gUrE6I8aQ1bkeP3uLixGnpFw
IkmSmFOESwGNV/0hp7lpy7ffk65a0QNvyfjYWPllxB3FFx9vmF98OV6HEeWgAiMsHgwPBDLFi3ZL
RgpB7W9n+u0QoKTkitsTUdBLdO+MCngY/Dn91eAdXIqderTVYyzWKEhnW9sCLtJT8oakLJDh8kD3
0HaZ5GNISze8dmBkeNRROeVSfcyGtemifeG+wxewSuebwn6Lw1/50JNNqBe77svdN/2jrPkfR3bl
1VBsexi5ZYj2Y7yX1CjUBDrHy+mu5xnmV4tTNSs4M+4HhPgpuKdoJCdY6uIUeMOom6ueXGo76owv
+YNDzKNxkLC7MsvXkvpmzhbXwH2zfET2c6dOqfdLzUI+HKLpRHXhSvbn+5sGI81LtPeYuM2HpH4K
TQh52wmoYONv+63yYGbKAysZu38eiBgkCldP67cRSdjJV5qda7QHxB4sMlDum2Y/mObjbOzbjlVW
34nJ2QxcG5Z7MDT4iG4j0gcJRzIuV8Sp6NIf5vZpHr8cgyfmI08+tZjSeRdBPYVBtXZWzRr2PyBJ
1NeHj9E5LtWFhM0KYrCOT2NC8eYX2I9WTjuyV4vmRbdQXX7pzlGKp3B8pcKoivaLvWnjY0Go1bLF
au+L4sEDmK3Gxzy9CJS2Sf+ZJz0PwdF2Xwd7O3GLJRFGlVfbfInSixpOekRjPSqp/j2VByIh1OIy
rwQJBlWeUGJknzyTwlPiLjdysHkf3xfj0VMBi9za7r+5j+C6ySKkNi78nST9OuXJpSHZzila0POg
JTCWPV/01zgj5NQk/zgVK0PfyAaLDLqokMtZvxeSnQvKuKJqr5ynVB9Pg/kZqXCbmx5QNa1l7QMb
jS+dlr2nXA0wGJO+xVRIU2MdMKYzMINdswFoUqeLmbUkfqDbZOVwAbvlE45nxKevVHBz2qWHibD8
vPtOUE0XJUHu5b4wfuPBWTXmW8oBYOop/s/UB5MuGOAn2MRo/FVzvNaSGQvv/Jh2BSkgoLiAagU/
vtHdyHjr6nGvvAuGCkaCaLPQ0zYzcUxO4JCEW8tnU+abZOyeVERpwCI4ZaJ1G35MNqL98TWsz3lo
+1pDCxhQ1WL/DV2xXuLnsf4KYxJKkHSmnAcVEGarrRP9sfPsy+Jlp76mGVVwY0XFiggs7BumP1JE
7JnoEiUnnjJfm5ynucrJs4++hQVjlf42QwkXgWQfOQ03Ij306jBgaoPa5swl6h/AueSvLNG2hPQA
O4BHafs8DO/UvMn+kWB8xBec2OGmLX8sCHYyZKE8/yo3kEpsjTAkTTplE2/2saM2g/HTNC3Rz7QT
3nN6VNHuayBQHV8OqeLoebV3LZ32Van2SE1AV6forw23rrszULdp9BnNExdZ/DKb5AlXbQDwd+qx
H2+dxUZO/1e7VHm2t15aNzNrvhZdrnIKr4X10xR/se0cbZoyIqI3ivx9bBM2dPRusIBwzctAheCl
1rh441vivcamEagWTe/yb0IXEr6U85/XUEOG28b4UETlKj5xvBPL/t7kPbMl5vIzotS1XaeLvhuc
4aTky9hsZMKsQvxMqq0MKGE2Hr39oc5SNV+2dW1oBIdui6djU21y41E5BCPvbceg2mKNCyNAPeH3
zIiyTLaKTs4RVZ+pX/v2qMSxhRaX8U9h2f4EhNxrexOmtAbITY1XxzkPmrFF+LnS2aVImCA0mm8e
twrKAD+5b2QAN+o2WZRmKBpa8+vk/lA59m+hX0MUgijdh8p6Qai6SqoJ3OeXM16ED612NJx9kW5V
Rmconw3a3F6ePPtPUfoMC5C3myJ+G52QJFFOI2xIB42nCMaA2pMT/LNl/5ZRjVL0BbokQeeGcYWg
ljT/06ez3rzYaFXLk5HycOITjPQHWSP72rX38hT3WHfsPvZpKP4sKdcRJScteFXyIhVsE/0SdXMJ
5Ws22v4wP/RNCN3PWPZmoPyayQVxANpZ+ngAuvDskDJdlc/FcNOaZ7d9Guft0F7ppfRBf8HQD3bO
H6gvbfdhssEI79gl+r4CzchmJiB8hkV+o6D3cUoeau2II5CK9qfcORbyPSV+fpl735HUv1LlFRPQ
TJ/eYsDLY7+zAFcLVuqYuU5P/wbqNWq1i+pzSnFmUrHmcnuX5Y9HzQYF6tvE2FKraJnUxZPMHc3r
JqXcMap3KrkNlGngbIO8/k7GL6/nJ0R1oFnvpfmvaYdtbM1rS9/TGIGmi+d4cdVVaTQPk8IqKwQb
xIz3bYlNcNgsVAnJBv+FoDArG/8JhH2znpGwpE64ug7ADeEKK9+NyhF/4aRGS50dQg9sX3MfMAz6
S1ae8mqGL8flCN5DGUwyB+bQHTqiu/h9OIgb3OxewNVeLMJelKFhh2uCIsTZ3wg/i/Q/t0WSZE4B
GeEfXoR5CCy2pF5+KMotwoqD08+7nn4a/a5romAMbXxPQn1m6oikl28jNB9bdOjkorOCeVur6ylj
vzeJDOumFLtm5mV35nHvVtG7mqp3IbSdtwyBK/VTVdHDWi8+cNhKzvkFPDOwhukAxv9hMyBKbziM
VnqlQXE9jvMmqSkwN52KYCdJMLS+713tVGTRMba0TQn7v4LN+G01uVHF9BTNOkQ+hNVo+ovd7Tve
msRDN19YHyhfmCVouuE2bldJpvmk9TwLBwVYLPel1XxOmYtAvCIxwMu9A43fVKvmvq6sVaNZwUK0
u08gNva+v7m49t2zFAMj8lKuTO++zeXv0EOXMck2xoRVwJkPyxLtUMNdck/zE8vblq0BU0l1jtGd
ywJ6r4SkV+1uCsOLmQxkrpC4ppbuQS3FsdQGWr/LdajTxQS4TG3y0eWAXkVLeEFReJ4I8ikj+82s
+9XApdlnJk4/dDlmdMSetFZz+moQizWZy2u3dIHHn9FRR6o58r0pDQQHR0Of4zIvCHTo6Yk89BXL
VrONU1cVO6vjPUVSOVJk27pOAHX50WjuLqvGc2tMfoW/sqMfD1aTCmf6uW+o+XeynZ6AI9/GQR1E
Fq7pVqNekqJg8lFYe+577Vgx23XA8tQCuXOFhFc86upHhTbZKdou4T6JdTuwoZwpwwMr0jco2q+a
zRUseXv7eTnGOdN7hgeul8bF0odA/tfjRGSf6Naoy/w4bndN19Nb1W+VPtFbRJkdDB8dt3vHrNYS
+5+V3d8fPjsXM3rmX48SvNFwDp2xrElqepAVE9tgjs8DIFLv1JtIA5PTQX4me1rngPBAU7/67D0l
JBb59kCdOjPcb1vxfbtFUNtcUUhsGxPRmcUISZMznd4inAPCTRHXoP0Y+3Sfjfnaa/O9rpe4O9Nt
M5UfsMo5XehxxE+jbdoWKuauOTRLKgfo7Fk740QSYLiBNhaBwnUfpxGR/xWtaSG3gWQvNWVyzNyR
QqJoGw4TzeeehqioCfKpPlYRZ7m7vAqUr0PPQNxQX0DPHfTXcO879kADdb09oi/aZzPxrlj5Qi9m
IaHuvlr2KIcUax09vNJ6pklvTV3VI1VROTH9y7Zoo7eGh5euCJJv1LW0HGL6RFHTtpE+W/0tG9jy
OizxhsQZyK+TI6Opn+0++0hniRaQ1nq73E1FRGcGk5WqGeswhCKALBGdFesJUik08lMLG1b3HMlM
PzweKfdHo+rHGdVkF/NSGKXvooJAwIppGwn4wikfJpSd8SbUDQMGC47dxocy7FdpWK/LCm4bdwPN
dEgia7+tuIiINkN2DThfB3Hr7kwAVuIag3SYgqx3VmZmbanKWJt2+cCYecDly6bFUNxrfkRulmti
XW8lXiGclg4myKQEDxOUjEIQIDZIK9/OMWT1zcGjGrW672wxVciF0e0EU2+rij96NGips5Z3Y4Ru
G+bzwGa4AMvWDqpnl3RZlMZuTyh3yYkp8Q6VKgPZM3H5ERF/Nj0XnW0DulIdOxbCrsp9Qxs3nAz7
u/J87tq1iTbPG/NbrdKDmlLdRy/7uMQhnW6ieKpsZIqoKNgMca6lonzvDIEqBANNaKGJTQ393AyA
5S4flO4Y/kgPPctIdi/ZjrfYsoIxhfld+BYBRrEmrcNw8oke21ihs1LSRU1AL2MusZBR/jsiDXeA
5LPaAjPBj8r3OSNxSsZ0XCH04su5V7kvYVATz5UvY+FLzQbXSIu1xJlctzrXLqah2F2j2PKj6b6v
N75VlifdxWVscLJUXYlYyaTgW/5YWEv8ORN+LBAA6C7Kaa5SnWbAXGLW77rfikG85vNqy8gXWh8n
2QbhogcW8F5tWGcD6L+hRH0VDaSGRq15LMXyYqXWDnX3lvKZZ/I8r7DCtILjSJ7kVmnB5FVgoum4
i+mnjnq5xSi1xkcWhF561XtGVXhIF2cgIRxXp9A+6hGNqAvzZ+gLCwc2DBnDHHtrqnh9wQwXK+3J
s1jfxnLfM7HTh0kXpT3RSkCDfddidTadrTf9E9xeA22rHebIDo0u7eFDse4lZgf+r0GlV9IzCoto
QfsuvmdCuhDcf/HsccDiHRaoj3unf89ROlp5+jgC0PUT7a1zibcrOiZts8XHD8XT+3LKHoWo9obC
DlcNW1OmT3i/wUNhZyHu97o094bw/hqZ0PubYb6Jy+eKbNE7xW7pHpgML8Xk9XsFXV6E4lIZ/Rr7
PJ+yKygsRW1ocSDZzvusAcT3nfPA7PExIiWkYnQA5EGUld3/wtKEWPLesjo8LQpn2tijqoyjF6+c
zn2ucA4i/rdr2hvUzK/IGqotEDO0RoJNkALbJIVi4HIQGBMRXt8JFS1IBhyO01jRJzt/mCnV2O6A
qMd2iM/DuW36Sa4YoXv9QOUJVEBYk8Rgo+duYViDuJ/oFEO4FrKkmt6yu0s3Z6c7U1i9Jbzo6KhZ
7aDYftzJ2thJeppAGQthBnUk3/Ro2KiwFQ/jWAEfuoRYVB47jbt24JRDSffRQCKm07jr6L46FjO7
PJ5UnXVCtt1Dk4ds4MbJqpO/ynJ/PXc5tyR81rTiCdExF5aHsSXtwrX8yYwPNp1JdzUMM+96dhGk
3UEgMCUJEGOYLZjJtKwsO6K0FAC+0rixXYBcAMrofhlquG0S1lXRzoiPqNxusphRjlq+VJKUUTRR
gKhhM5n0f9cUT0Lbb4Yc4rXDTF5ObbUXsfBN0hSayWboFsArxCUsFph4P2ydvERjqZCcp6UoAkUC
zJM2481PcdM9VLUkTZS+EdYk/erxgtZ50dKB695posG8Gm5Vuxu6TvttkcTYOYfc/U4795/e6t6D
bjdwEAYRZLfFgsYy7VPXpU77WqH7eCMrJ9+OM7fBaCuk0RK1kEWq6S506ONZNVX2lVKS+lhJZGDk
F5A2uw3jqDwJRRQgTgaNbcd+V4NojrTnfC9Zp7ZYDBMM46XEDddmdBvG4SPpyVg7oyWeeINiE0Ee
QJ5JUoXu3uq6Nd+NOXIvppiLzFdTa24FmLavubSuGiWIQzaE6WEw7UPtkYYhWszUizka/zVk7vC5
FOeGHJBttwg8btgudzCxfdBkDpqlDtHeJLEU91giEQ/hYcKc1p0L85eseFS2KT05luuYX9SOotoa
0MRHdQ/Xl0bhoUtY6otMTdhQPRPqCRP1E8q0eJ+2eAzASJIGNLZJX1Sm2mvR2Yj5kddOj4kHfky8
PhEuJnada0oMh0t8STRexjpxvmVhk1IyK2BPl7rabKBF2bBFSCVTp6HFHudnqP9NFNG56cwOEQ8d
nU099SOgUsNYfLvGsmxUyren58R34E76UpM2RmijOsCdgbABbJTrlA4iaMVp7jg+5/jqLH31ly09
O25SlWyhwpQeQmyHoBH8wub8kiGWCEalPxfT+FPrbXoobeNc2DnBHLHDPJiWGUH39/u2dzEZ24Sr
XLykdra20WOPbEfjHfrZe0GhPN1IeSG3nL4IXop5OLZdO2wiGp6OuifVa9+ZUMFesezZI/H1IMu6
8qyIS0kKQVDpZvOjI5jcNss07EqoU2IRZcK7kobQO21kMaKPlvbjyDLfGxkmXJWwV2Ar+O+xL8mj
4FjL0gbTcqPz79Xjd6aTheJNpBRbs/WcuI1JdgsKEmaXOtMOiFV0wOkOwNqOCg4pA1AYPDC/4aG9
iz+X0t4gmUtOyGLMNT1G6lCXhKdAi/bTfjALZB9SqddhGnBmeC4YoO5VrzQbMp4OGmd0hrVFX+Wp
wDuXYnpHydgJJCF2v63uNE89es4/L2nz4G4AIwtgaHAkZmSfyo6xLK/tCSAjYqJOYtcncH8EsOX4
KUmteuaf4HgyYcArvVAPJmE6HKDTnYuWES47gIVtNyS/hE8nyJtHYKEy8zArNPBfcVPwX0tNmWRe
8WkMq3PJf6U5NS9mrtyOpIc5RnXrAoemqZofNcreEgD0g0pGit7ae3oUedupw2ThePWurrJvK1xe
imzCx3IeEnlxY0LgsGQSx+FNM0o/pDW7qK04ys36OWWOorop5igtXDE+2qFdXrPJcrmQyMVnIxXh
ntrUe6aEYb9qkwLVpMx0Y4f8prPQwxvSyfnSOwUtZtXgItoFYlhPJq3FHiusYv59z2ajwmhpDvvx
lfSAeNjw0dt90i0Nrz/4KxOhqtYFVWhU1ObRj+VFn8wny9mYyuo9BxgS82uU1wDe4SomVCMkzwBn
eeRjOeWAK8Lwr6Xa9ElXbvjbz9KIIMXDZO+E7mPIHfg8jqI9Cg1ZYaHRqEbAm8d5cj8v8sUIJjvx
u3A7W4y0wsWBmrfdsLcRca5URGX5mqkntX09Hj2DvGUlVdC1OTkGmF3rnYWhyCcLF4h1jmYYkrTR
Wxy4QK3pZKJ1BLiifzCKN3yt0V6jvJziLC5mKzV4ABfNsI8jcQ7IntgUTnn7XrTvG/wj6zEs43Mj
0BKbzGeLG0LQDgQvE66vr7JeY2iWzfKuLdDdYtQsngn7c554WnozCQYilFDGsrQQ1hwC5WtgaOPE
oEcaN3Rx1flNK8Jtp7UC4CdtNmruCA5p3JBxYzQKxm40V31i4FwpcsY6/BMM6Hj7SBbXyauKQ4kP
F7UPb72ebdDH8v6oAicRPPeqNRMuIpp1UUVTHK0inR2mYEKONOdrwfWwznVFl3hGzwITHGNq5gnQ
wj7s/DqZySfSsVeEHuZbdHaN38VthHBBXiNcI5Ef1+glVNtjFcnKtKJuKgzb9bDU53rsf3VieYcn
yUSGBCFML+1o5fuuFZBEOJUEKHr8gMBNsE9o5vhXcI2T9GWZ/6h0/AHC8oJ6LFitmPQz3wth/bxo
OAzOPxrL0BYUjVkTc2BqKGuJIOY2L97Kxjav+BvUO44j3R9JSkB1YH72fZVaQZKPBkNfT+BYRJbZ
HsKg37sLahtBOOuluYseUxOAymGvCZw+KzZ5xA2MMQuDsui8S5ObCBg745hnU/eIS6BGWpk0ADZS
w2NT5+/ukpPJ49ZfbK0KTVKU1bz2TCUOuSHC9/KO09hN4+xMTgHzh54jcbDF/Fgv8i9UyX2utadv
tL0/9Yz4aWqcR09q0zmMQwy9hseW5OjN0Afk2ImIOAbZ8Wzc+528FFB/muSdLfc0fWdVqfGFDp1K
SBkRHD17xQUPpX0qFHkNq9EbY/hPc7JvBRrYwDbuABglyNrZjNE9uiPN2yQJQQ/jlvBTnbiCUyVl
6l2TyIOrFjRAzpEE4NfgSCR5LNHkfTQ9ck2yKRBh28ljBKrdKMOPzPewZ40AZAmrGGpg8sxfmkGf
iAJ7aoQCHKyHizVqp7LNmlsY2imShwZAQA3Wi4XiGgakG34Ks9PhjMXr2NN9XTrFjXaB+CziSL3a
7B/s8BNArYU5nZ7q61xTGFTaL7mLf0rgmeT65hRdLU3z1qeTfChSJj8hNWKMEhJ1MlGNH42FKvUb
O87LgkWweNTr/NZEd5vY7EBnlaNmOOjeKToiIqnwG7VADLjcFC7IxKoY+r+8LAjpSEvAKORB0oaC
bgig4l1JIzX4taWRwaDzmIZbI6FBl6JagaCf9qHV2GOfHphH/abRyq1M1KdNWsmW/AzvOPfRvUrB
Q7wgUgLb2hjgcGY78knpIjKts8ydsirk+8ngVcZ6SgvLgGMVBpH5afdHw3gR5NlARsOC4DpfnO8E
JG5TVslHXZc4SmYWnzrXllVKNouvZqcBPFjgOlwSL4JyjovvutCLL/LR7iLuDFQyEC2MmRM5yPCl
qDmvzRn20VJO/WSYqcFWr8fNQrha+gKcwcbJ7YUcoaNxN6niodlpo2fPG9VmgvpTdzL2NESOvP2h
gcqwnUOCdCIE4jd2D7lv65pgid5AMzhVUxkYcoi36Gl1Mhwp7L0Y0ai+c17tLNBc7W2c5b8ig+kl
NK7ckKZNVJQz2L+DlavKL83xcRy64WYbHqpn2aGPSuJ7igAJq6yH3Qv07YuOR5LSKc3BkGT2myaH
xmfkjjE56Dcrpopkh3BEUIDq/g4ulwOLjhMMBZvzpiGMaW/ZCw7g3J2Lx24Ge2scr+MP2WxOFrw4
3YTpOc6669Ji72OGMxnIskZcCyICoVtnHZ6UmWmVlYoAAAwZ0E98J1RVFuuk6x3wk+Z1lqN71agf
2QzxUBxDqcyAgaYB5yQ63rUJyV85IvY2Tei1v9k9lA3ZCYPi4GgXRZ7UD8FY06kXYjhaZtfuJ+WA
Bodu+U+KRay1Qu9ZQXR14u2q/FzwmBGHNe4keqTz4Mlmn7iJu89bSmddkWJcHfsKtMwQ8BtT+diO
nCrFAK4GQmndsWLsRi1JJKB4GrrO+5lBvNPwTn6N9DNH2Q9VaTYfmd51h6b1sms3peHZtIb0TXfo
7jVHTfljlsybYc6gm4iyOjjQGMyDSsS4T9r5IGz9e0GcppH6ttIrgtOL1NP2A1bznYhMFdiAYn7q
WPUOZASdgqlzkrt8tDC2zMNYJvJL6Y3hz3Yyrk1iDta6lr5m/1d0oQzEtIBvj7ILFUyJBrTmGeHG
GIzfRfXvcsZwr6f6/OmC2BytCec2BHx1INw+e150pHR6Pk0nFNyy93GiQDd3xctiJz2nCdCk0FCP
aTL9V4uWwYhZa9V5vfhzepvXkenZpw99fsLAZfoT/NQKk5mxgsMHWi0OiTffE4O02p8ympNTtJWc
+8sYB53iyKWZo6WpFt9QF9XGxp08Y63rMKqqm2uyEYCubOQshd0HvPiEfIS1c2wdw/wbTczN3aRY
h/pEWzYJY/dPRgbTZfZ0hGpxw9RPas9JTcYl18UvIWXdqo17iClGW495IZNErN2zbCYnErAPjfZc
O5m9zuSEOya0SlqmRlO6X/8j7cx241ayrP0qP/r6J8BgBMngRd/krMyUrJSswb4hZFnmPM98+v6y
Lgp2WpBQdQqNQuOc7qQySUbs2HutbzldGT5SY3jPmAu/R/Dw0VcPcniqMxVvCww0uPywEdP/qYqn
sGobBnRJsmzgkG66Xji/IudOFcnOd+zhVKWAIjdZwFCw9AJ2CWuq95U0YqAApoHhkhobklr6rIYK
SESBV4K24hQ9kc4zcezACEm6dUei/Uz35kxLPThGTg8lRNVElc0Rmz7JPjfyb4D1khVxwV/TxngS
HlkqiKj7I3yq+gHNc3PDAFpiPQzoWInEP3hY+TAMVsErLRsC7U0sKbr069dqgiFiEUi96DgsfiuK
2aRhNdBXmWv7yONVgrSQb2lV20tqtWwXZmq2DrYVFO3P0TWcaF3Eujl2biDorlvRoUawtYcCMmyz
3hnQMMX516zFROqmxPLW8UR/yZysnhoX25K/9Dhay10ONxeDd5ag3qCr0qebOmN9Xdtq1DdBEw80
ooU8VArL45T5025GAX+vmJAitG/SDflGhLRgMziKZGaIGTvFyvIMQb6BB+U0jcJ1OpfGanbdwaWf
ZCJyr6dSLlztQGVKTBt57aSf2ojOe2LJIFnlcn6Us2RgBDNK0h71A3SeE/Kj0i+TXSvESxKyMU3l
xKShqaaZQWdc1s9zEnXI560CqUA2hiR/lh3IJlfIWy3qnia7pW5C8pNPvgl8aeyRxIwdszcAXvM6
C5t6Gw/B+Qreg9um7Q9L0F9rGmwAFhqzFQOCbNl2yltnc5L+JF+4PiZl7MOL89PBWTaSuV/tOuLL
rEqNmbu2N2Ub63XKcW2flWHLpI8BVOPkVAahsG9IyPFOlWl3K89podwb9OcGxHlTBPR0nNP5Acpu
sZuLQdwKaThLT8ftLd7sfFNac7acGkGYIYfPZeko/0faU23Ql6RWmKW5xfuKWKNhiY/iCNpWjj7O
h1y4TXUhYJvTScczjj6L2DRCemwKtmZ4GeKm/BLnmf0KOABYm03rPgPqOPMnM9mbx8rYho0bLh3K
hRW+/X7ljCK7nssJoYJMeJzgFxLf3YOUScDUb/JJRJjXA3/Vuk7wIGOmb2wahnw0ayPDuN4aR+JW
KevZGra06Irt2JjZJhpzcctbcJ420cXMQjqggM7IH+gzD1JQ972rfL0wcJptad+ma2FG4dPoTuY+
M7v6a9bxhKCwyJBTOsSKGwYz0VSZBmrNsAR4Ct1YgzWBKssALMnr7yKMqp/DlI339N474uzJQ6uC
rLzJ+/HVdJzghioi47lCwezVVYUpas53nlMOt3OZOwecwADyGDmunNYGLSODHLcghrhes6yXNfON
oq/IvA6YxXkRPa6oJf06LRrcOBXAXyR884D+GDYy3GHSn/NpMYFy2AQNL5ugRb8StUlJmQTnB5iF
bJroXbSYaubnJOjUQxNSqBH55C7zvnWgO2pvk9oq25k0qhZxND1RdtL/5iAMi8Mx6VOQibJylVU+
jGPCzkSZwvAH8gsG+nGrgCT+CpGNYWcZ/J2Z4Ry1MzR3PVwPmv6cZ0QEJl85yUCz24s2TMLkthtC
Ckxu5ZfzurVw8VgucrbbdU48AsbjAjRVV3+fTJS4ke3f+A42dn/K41UNWAqlSvgrolRdOGJ8nnrE
xHXty104pA9USe1Sm8Z9KinYFtmgqqfOSZH4iEEcu6R+UyRrwEjAXn/tWhhk9WRkN5bE9NmScPnF
hUz/XJUpXWklEcWVgtFWGL1ls2YgTDTcY8kOsrKIvbgyJ2VcBb7i6My0dV2bClCe62Z7+HyIRsI5
sM77GhuWPWrzB0dXukfSQJkyttJaGzwfy9ChYKuUcLa64AA8SNE/BnHu3+imq49FlPdrDkSo+IYs
umeQgXO8Rg0cASkOFzMuqMVcRz+8LCoOfVGnB2QY/OmgkzjyB8iii64VxzQpaavoFnKUDMAVUhKo
9B7imNx1cy5OTH7Qczc56rMeYwIKnfN9CERM9TG3dkN7tZLf7cHMb3jmQC2E4RvsDIRqkQTn40uk
EFFBPF0UtXLVSFqlNDmA67UYaezSsBZa5VTmsKN9ncn1iAF721dkRgVVzVzVLWimW3nFZOgcD9Y1
Eg6jZR1mE0WNDNEao9dE+tUWWCyQIy1G4Flba27vUtondEOy+7FTt2kXlGuzCIYtUE/zxT0LyMF7
eee3h7pR2TWCXNu8dnrjh0iHehM1aqyAupb1Oo5Fvwc7MkC+j18wWPvLLDNR7loa125QmRvPq6ZD
OCvaCj2sIthy/abqLJPTFihctwtfoNpkmwA5BXCzZDwWecHBovUQMBmU/qtQldTxJsoJz7GybTQ3
7jqY0rrdIENjGD1741I6BodGC72WrkdGl2N78HDETkc95YC8fOWF56U/uQ3p8f8I7PmBBhV2r4bK
6VAWhUUwXtqCLWdcipgfImCzs4CYvYmmDU+Ro/WtH6IcrglQ+kIK2hlJhYee/SiJ6YrHU1EgU0ej
i9sIF014FpK3aDt+MiW2b/x8DL8IjQMwp38MxAQEl1Wmb2bIRJVmNRY+5tiMxANMldmsHivC3HYh
xJItRlhc/U5gwhsheHUoQZ86wcwZisp8a1i4fxpBqxatrLNSMngZOKPvVF8OpxA80iqu8UEYXRUt
B1blZTJ6zqHPSYFyx/wpIER0E3jYepOpGHAGhXrdikl+rQsyy9uB4koYbbqxpuEsveS2Zqr4Fgca
EbA2eJ57Xikpmp+cZhmizhYemnjGTgqh5N7qW4932zybENDd837AKRqaHs8GZY+taBanPnDTrJUt
KA+78a5seuioRDMXllPAHOSrxBPfr5s5mp7xcTRLr8HWDEexX/jOmVIuJmq9WqOhkCVFzpAm1I7t
EO89OU5LlXf3eUXDqUupWN3BYPILJ2pnub0+DgoPwEIVFbO3qmh4aOLAGhlo16YzHbLIAhHbj/FX
v8x+sgBDL8+d8xioiO+6yR/v7awrWJVi7JraRRHuhNbzBHDtqMYpobBH2+NRrcOYDKOHvIrh789o
N3x3DDehSfNeOb6JpmOWxRbtAZW99t4CN3tpOV3yo4hoOxOIcCjHipDCwaXOK2tAsiHUO7a+CDEA
PUbzIQBEgVQNSa8JKJtW6Rys5OgIvYiZKayCao7oIRuypYFaZWJpSn6ydnate4yc4k5mMUIPyefE
0Xd6BR6n6KxfpYNPRQBeCPVq4e9mLARofFHMjSUdO8NnvhH3jHBNnwU7jYxd1tXh99RwmBLQHdtZ
xljvvdQtVugr0E3nQBz3aSZatlWjHbk1lLQAC5MjMZ0oUvrG3vAjkXNoe29kpyL8rgLvkMqaMzbv
DMTwcubIHRk0bb20Ztv3YYEHPsZUOtf9dEj7CnR+VARbwcFrM0097coxODNARsKdfCeuYHEHzVrJ
ptjGOrbvB+mk91MUAFNwy/jMqJALu8FYGQxMdjoqFNfiZB/W1reeJLwvE/hYsNkCh7Gv2Lek2gzq
yrfeBrrUK7PvHGh7TiDugzFsHoVOUGBi4KFX3rS0jBq+VWMgeTDbrt7Xyoi/Kk2NbLXSoUPSdes6
R05myDh98404ORVtAKqT/ftFRxhUk56jIXTwcUlnHFuWaizwuRMsa42sL+8duaX3T2FcQ40E6jMy
64vHE6hosTccu33xK9s+I8XG+rYXsEAMnTRLkZY/aS3It74TLOdM29aOFXNm1oAaZiNBroFXAOeL
chZ+xeFYdGH24qSJXHfD2D7nHYcKACTU2IN+FZAdicX05YYSAkWLtmva8s3YncLKjQ5FR5dUIE0b
ZX+2sMghZNURyTfNAJ8DO9qEdqqM2yrU2ZdUO9XJooFFB/XcARYKR48zo7ocJwcxfBIRtgApH9vH
4OYbLTn8MWrrCKoY3FVoWvONZ1NK4A6kvxOANykUq1VXwWYAcNVZdPfi8Q01eb7TRutuMA9PW8CD
9a6vyA4wUWO9pNYwzAitVbMrWDFWam5YT9WYHKcBzcdkCqJ2Yzj0fkWqVprSu5SoOa45LUOpH3Dc
QKRi9SvEG6UPRZqdnrfhut43BgXFTHjcGkwk+ZgCCsVdnAec7dwyvBXYymHwg2m76mSst507ZNjV
nWrrV3MLbsOdXmpSIDZ44lkv4ACy/GNdZTrQPqbhBDpLZQ7d/7OXhPJgJxgrfR1bpOLmYM7XY9US
/0ne6RbIKwhgk+13EJZxY2nVbzh6WbuhbsMfpT83O1t02XIuxh+9TaxeW2TRrxzOHvrGsdmIeCg3
A/GyG5sOF/yqQG7EjDg3UxS4GeD/jSJ7AxUqGrSwEI3aphPtxTiytiME7sUkcWP3gQ1iIfbb9Swb
Fz0p4RhF2zvPdTnQmjsvthMevqteGv5ej/S8F9FYf08Mpb+rqWZyWDhlcQXrt145ls39gBQQBN+y
7gxPrpx8zdjB37kxHhufOJR1Tl4yNAjX2CVhEK+joDNYXIN8LSdkyJWlf7XKAAB1Rn/R3QHXEyZQ
S0TMzj5X9Aiha/C/0lpgstkYd4FZqMM53ffOqrJwDXE9WWA0QZfQ2eLKT5jXDY6lT0xySNDRzjcq
C+sI9984OKAEKVJgSi0lIOUVxuA3pnFnuZTjusvIdGEtNQUpHUnSwXxMvPgqtVFrpzDTHO+A0BJj
Wxqnz25ugF4s/JIwL5w2IZCXg5GU5ZPdgZlxMJitOx6nL5ISaB/j+V/WDgqUNI6Da5cJ1HHg0WeT
agd0Dqj/82ReZX0BKjC0fzAPkreYzF8R99GPI7542w9Ou6oC6Ww9jn970ibEQVtTs2H/LbfpzOIX
17mHvzMbECmraBMljfeN6du44BxpLqoMma/nEFCRT3GzjGpaJjyAS2hl9EsytJMlfJAFI5f4B81W
GEiI/q8pEZMlp3FcZqRZL8eiQGNp9DTyda7OlZz7FRAATgg4QaDmIB5iYgnPJvQp3IbOQFZjnBfL
2DFe2eQjBU6MhWmIZ7WJfTc4ompF9zfTG2U1RkgrCrWxzOyJhlewrmgkLqfeMig4jehA5y5cT4ZL
wZSV5q859B5qLC4PTmrwSvkApk9uN5rXeInrjZdG1FRY2zDOS1J3gRQvZhf9HuFielXPiGjCbLR3
gYWUJACcUEPycJm33khwCU8igBPNqaQ/WCZPx1zM5SqMZyheIe7A3Azu4I7sZlLxcGhVzOfIAKUG
m1KaX/gVLSNPt0mGk5rSAE9AY5jrJoX+G7rmsCzM3LyiwQuEIo3Kg+myDi29c66OHCb3i2GiAGrp
CAH+wrCTFO52GBtxA9hSL4IsfMvKFO4Pc7sjvO15GQn6BJ4TFTuPEcYOfS1AA0Fds8ksCAFjlD82
OfNxVt7wSsJPdFH2T1TPJUTLxahbdzWQSbOWeRU9qXwi+YOuIUJNevh7bdjyCV2TvWnO5UXf9+W2
teg+0xJThxn/+C4GxLXJRsSzUdTD2RhQDI8qKx6TyM3vDBujLWfnCaEW3e8kLb9602htWC5gwDF5
2bWJ6Z7S0Cg2yDfcR5ScADxSzSQKRQKjzkLgV2VAM6YdFHmwyxszgeCxGJmTrvR5KuTMnpyBuCZo
lnNRIe1oPJrOumWTQEF6zis0jQeVZEAq0rB+MLIRNBYzwhsA0fzWbZmdwLcD41DgI5u5bFa+PZQA
wE3670mdHv20nL8WVGJH8qZvByAVqzjv3lhdOCt7QUdhCBbeJ8kEkAjlro28Z+FQMZKQQZsZ9hrN
CZIy2rS/KiEEHv2M9k1d0Zzkx0RpPEqBfLg1tyC1n0PN/rDIuxDQMcIvP+1Lc+XayS+An8UxKnVH
PZTU26ZBtQuOQ5zGYHjBTfK9AWtxNczh9NjSLF8xj+03UwC4Lspbj9IgdK6ZqBXbxu85o2CPhqRA
Pk5A6tG/lFjYogGyeTQvlrBkvEWSMFTMSqdYysapYAyzF9XEtr8Sm50dKx0xO+wpbE1zDq853FUc
UxC73ZU6yba699TKn+gTDQLGR9nL+B5537AcWN+omlH59IUewXLSz2zyCAl44bvH0SoxyCbHuTo1
JpgTiP3mN7vs7B+RdWZnuXiBHDgryxjU6bXwB3fpdMm0yWff2WjTq5/ioaGn4HJEJogZHrwdjkcU
5uKVVQCTaWOOzAjz8RvQdHUNuJEN1QoarDmMn9Pcy47oRTOqq4IKpCqNV5Ziqi7QI7gyTG9LJrd7
YMCXrK1RQkuqA3hRPh2VOPGjjaiintjFM+gy6VFAI3aDZi1pafVl9xgh53oyKdzQ3WIudXu6VgvP
J3woLrvwgVmwT2meJncDKSInDwQ9yvqpfUbWbW3ArXEwcRQyG/4rfhxcqXY2ioirqqNpuUzo2CB9
T1P0r1FaV8cqySv6JlV2xZI1P1iyNPYWc/ttWnWsM1QsoqN8QgjDETF2Mdr55gtsmic0AacOdjsI
f5pMqfdQDg+FS3NP0Mn5Uo2uPgQIzJddi3iOqWvIo1IUr7EY03USJAVRyO7ZMU6w3503F+aVlXVk
J9Cw3Uorib5aZwuY6YrwSNMsecskQ2gT0diNWSAurUU3rr12TA8cOIrbeczUxiDdbAOQhTwCJ3mM
DFkVy2YXFwS5wInz6NVqWuykoKzsAHLyLtNricBRXYXZNX5VQCSdz2ikbC08HTHNCA3h54xEaR+j
/ozV0KBN6yFDTYK2k1EA0r1RRjNU/bpYs5JE6zZHPolPw97wLJAFSarmJq9ljba+8OdXv0gVj8BZ
0JFH1T5oghhpqwGZ3eSfQUZWJ3ueJUPZsVh5qvW2WnK7nBoCgemD8oLr80iP2XwhxcjeOXFx549z
vTGUkP/Sy2HOJk58IUaPUKNk/KYHXV7jawpf2eLGa6QgCHWAgWb0KrFQdSQDrEixyW5pDE9PfcFa
wPS12A2p+1BVY72oXT6kF/6rnIVVkXDDGQ/eNOIBNT1NnMUXthyjk8FcZjtLC2xB2vK08KId4o6f
ARw8CSsYTzpeDwXE8BypQiuqPATo5xeRQ53lteG6g0ic45WlaA/P/wDCjhcOy9a97ZOweigU+B1Y
vGFw8MZE7RHvlStnmhh7mnK6ruJMs4G3+kbk9MrI60u3QefxwPSuhwqIuTuzQHI2Jq8+VnSebxlq
ROBg8x/4VII1rOjg1gkrsRt7eHEx00OkRFa210GA3zazim0vocn5XR18GSvnFSJ9vhdFj5lXDhqw
vj8vJo5uN8RJsSyjH2e94MQuxsK/cxwkkYFb0lnJgTkmjDHphdRMjzj33I4ufoJI0H+QA9ChNi71
Td03bJ+eOtdp+Dzi0UzoHHLXJhPDUpIQncDDbqxJhIx2kUZNxfHNOiOe813H6wjelsVqaD0ySSOc
J7Aymjt70iRNsVleGwFZS2gXDaw3UDI5uEbspLr8EZwr6Lyq+jdt9d1r5nTBJiXeC5gc9JXQ8Pst
Dcz83uyngPQX1TLggjUbx0hzXGlOtKxBDfqISw6ti8eawFByJCxgAmriS1p1e2hcvAG2p6bHxq0s
Goy+2iPDwQvuiG8afkQc03ICcNja4NrIEYei6W1tpBI3ILsiTFhoOMiyG1aEdnWoLkraaSnaYQP3
tPAxlOm0JEgh90c4T1B7Wi81iUEUal+iwN84sveuqmwut4ZAPNPNRr3jxaOqbmi2t7EbrQIr04cU
AeyK8o7VqO2eS1SEuwbBzF2l54Zni2xEqAnxhn70cAXjk9fVbajbJ1M/+MK8c1N7WMXFpI6zaz9b
vQ1BPmVXbXOGFAgs9V2Hge6YtBna7Zbno7JRY6dGF+6YrsRAGkjGmDzir+uqhO+WVbwkdE2puQwJ
spa50zXpVuFqSCRuGxjbnG1wYDdTM7HeN8VBeDgDZIc/FJBmB+4hz3cwtEyU3l3MWNSuXihcqXIQ
n8J/SdKOJVCZ7RVMLR5ceEAGUiXOsNkPpWpmqn3Wb0qvLm94ruQVgWwz4KjZxTgYNmTxFflPSiAc
sW5bfnOTHqdwb3TuQnBCRaFoYS2pkX7Q1+OU7krBWonEaExq/EcJRhkDvfmd5OViCRRq5cy4VHpV
Y6uK/OapruvmZDZkOAaVTrbBNBJOHip7hSD3hck/Y0E4m8eCfWfttAGg9bKBtoAje4mex92lMeAA
2Xks9pP1vRvd6tgwusdUxAioESiVUxTci55wotUghhfy0cwt7nq90Znq3ggmcvbCi5keeear28ts
U4NavfMG7yV0NWK2mg4CA7Sf6HnFmukNB9UoJQLbgOmmywEtiOqIzOoden9msbUV5CiB7xswje1v
3AkHoCKpa6UCA5+8R/pWMVoFb3wps11nyODWstvsTnFuRCTejjTuaVHveaheq5Y5RZkVHCB0yEbk
9+Z6sEwUpI0wF65r5KsR0+5CTTk8Qsq35ThjwkQJWKy7gJ2v9Zk4kcYXYoeLxu1ohBamHxoydHOm
lmgsoIee7bb7mJiLFbeCo3hoTmud5r8s4hJXMJ3SH+1Eo9t2O+OlItCLZoNscRyqu4rC8oYBG8wp
0x+/U+19Q13m0HTFAkOy6biqOxpHQ49WIY6Ln3w5XulixNZxzhgpYqZRugyb/ZgqtWjqqj6FLDu7
sASKic6PCQVzVSvHso4EhxQVBhkW9rfEjm9sgp9XIsMwqyJOUO5IUsrC8if/yiLQhALLnVARs6eZ
M6iZjqQPRFIomRq3nvee18M3DnXy1Pp0rrXF0KFJ2BpscyCFFWDiMo1ilM20gSHo1g26nOEb2ZK0
lpPUBSZigu7HNTKOxY4xjbFMEuyOvZDTGum0xj6CccIcyBeac5ySHglPq7Zv5dZKGtzo9UQgArPG
A16TL3GS6AdkQPGyyit3i7YFlBMUjyXt/hCbQMfWj64eg4yJvtg1mqPdOhVDBwQ2jAkU54tuKoO1
7t1fgdf1ARPScTwf9w2wVbijcMzYq2KYFM1fH2UyGFwYc7EzdXsHXXpAAWh3bU2eVcAqt3Q09STj
UfGE3OipOhITSV9KEtrTgANHtuDZPaNWG+aice74RV6TfBu6FiSoY8A3B1iIVi2w900Z0FFBsPHT
GcbuV+BAKVSwfY20fNM0Zrdob4i6nvR0/uuyX43I1KqXDPNDi7cbKATkwDOn1GQBXkYaaHcWwvgx
v1aAMhdFzYRSp2pYVY6ZbGtkuFeKooo0RKq2RcN2i8fNTXY10U4gTAGaRRqPSudZAIETpz4yxJof
HbIQ7vm/JaygDY111kXGWnXhhG0PARIKRPOn0aG8pCFX/UwcGXFKSMgQGCt+GnlmHage174jNfu8
YhqIdz55asiljdnWg7NauMG8csXJtMdbEDdXSUe/B5S8XlvM74CFSBcySGzvLZFEZIGOG1nhQS4Z
lcKr73vDemSejSdSWXQoHdfZK5/Kku0CQxPl4brMpvoaeri9ruesggxBPIBbR/jZWPOyUYIEsvkQ
v24qIj7P4A+61WjQomip6g5mjWOj4wxsY6tFH22R0jBRwOPO5Ef23xqluq8WfC5oqrSZTpVEYVYQ
NrScSx/ksuRZrKMJuUBUP2qm4hvX/+JhYqDGO0eSmDMS18pATgMHmdkdgS/rAFsYqs/z2DTv1PeA
WuG5ypmOzX1qHocwt2/DjM6sgdb+zixL3Gmj52GtR9KKGLKmOW8z4GUIjucKwbdrC3FwBqySQMq/
zd1ZLmnBoTUjbOQcJLt120bfFNviIu1pVtBjV1sefjpzalAQaBCsRXDAt4DsUEuYsNjOPFbDoAaJ
TY+5q8BvRC3nXdtEkKCNGetHTsFi2+MJxwWtfX9fCcF7E5M254t43FlsYChhjfHGpc1t7sYKDTIR
Y4lbnooR+66Ppor1iGaZZdHd0WkK9aHU3LaM4J7IswHg23n2hJ780W0dlpw+I8Y4IkLY8RALAOlF
+cTpt4Ee6ySrOZtAiRFAvPAqHLFTyGpujPDJWv7QZVwZ9t2MQApRXlQ/EQ1jbXWZDvdJaDvsKjx2
jcVAlUnazEwZhIyOLHWwLNTs7N0C1YrsGK3S0lJnGELU5MV2bqV+LeKWaE2YvYvARzn1cZ74u/nr
UmuF0VS5/Od//l/5+nIXUeb+7/+I/4/2jbjkCE4xVDT4hM7Tf/rxtrSkZ9mSKZBtmeLPj+94YTlx
T8UJ+/PXYC6XhZi+f3yJvwPeuYTtUatLy7GVeZG6Tp/N7eKqL05iPk76EW+ck+BNxvL4H16Hn8jU
nlLaol+NVuvPr1KaqcU8qjAgeb0k04qIcEZQyXT4Z1ex/ryKquw5Odu3ToOn73kzi3snpMmLjs44
UsrLzceXe+/2c+MBFVvak0rJPy+XmJz1ZeRWJzYetvDJ/yRH/rPPP//73x4vSAGZqEyvOlXfmdQQ
6PPP/nz7z48vaVPiw+bPV9PaTbeFv/r488X5+xfANYv86uf//o+2TJvb/dvvc374fvv7cRO7OMz8
CrrurX70xCnoIZihIcSyugRiBhajQbf7NBt3H1/5sx/u4r1sUVmyk6jqZNgwYFdl98k3++zz9Z9f
rCyzIXRMmxuD1hJjefgPb/zFWzkBMzHMmTuTz3i/77DB/KPfxzb//Ptdj4KoaPn8gGmzUHh1tx9f
4Pzo/H3nXUK6AGcIWpt/XqBh9Fx2jlGdtL6vkB2C+2peP77E+R5+cAlx8R3otBNAVQTAmNS4RoOx
6DpKKv1kIHjMOcF8fLVPvpC4WL800iRE+LyKmGOQww/NVa0+eag+u4T1529WyNST0/ltR1CRYwtH
dDd/con3n9t/35Z/vbC/vZAAswKBULA6oZos+gVDiY9/pc8+//zvf/t8H2p5jrSpOg0UtjjW7z/+
+M9+ofO//+3jhcGRKZm55QCNoo6pJDK5f/gNLpYsogpTJ0p1daqpKlmdPrkB5//3vx5arWzXo8DT
trr4+JLNnnFnU5/GjAwAKvM4XvacXfzp9PFP9e6d+O1CFyugbowMDV9dnzzGdqTbw3D6+ALv3gtN
Ljm6fcVh42Lvy1yGtaKJIYif+cb4g53qS+Ze/7OLXDxP2sd35hAafnIicLyzjYPZZQaY7z++zLtL
iae0RrJuSce+eLm7bO7JXpSsVlskiyjOb+UEQvP246u8e+89zRUEDBBTXNwSu28MTX4R2y30Pv8g
Cb5cOc8fX+O92y4tS7rK48RtexfXIDetbX3Z1ycDup/elFgd/9kFLnY+h1FrPTtcwGuWXfU9qupP
LvDer6RMoUxLWoKvcPkNmFnxC87lKXtpiBAct3SKy+L48bd47+FVQtvaEnhs9OXP5KetD4e2LU9O
dzTS57G+acUnpej5h7h805VlK2zXUgtHXqxV2kt10GcJKoyR0AivOhqmvrGBWSdBsMe+MZO1Neaf
/Hjv3f7fL3qxvNCZ7isaeSX9sNeF5f34+Fd799b89pUubs3EXG3I+rQ80VR3gis/oju3arsv/8VV
FGWDMskQUu7FwpIHOqYyDaoT3aroiw5fVfI8W5/sJO/+UA6DIY/wcenoizfeMumulwjUT06yx6fv
fHLz332+fvt468+NatZNj0PK5OYzgI+tE5sVkKaPf6d3HzDHcc5PMb0BdVFizVlZxJYay1PAeJFp
HO0RSIvnoXVCI29ny//qJ/v39S5rRqSnTjolXC+lLMnm+wmpxcff6F8l21/vjMdddx11XiMv3hm3
zYBed35xql1kJtsQObDeQHBjbI2ZM/sBJ+njK757n3674MX7EoVF5mQ1FwSISaRHCGCp2H18iXdf
Go/ZqGezv8jLg69t1yRz51yCZEwxgoGtfla2u3CvPr7Mu0/Db5e5eOJ47e3ZzbgMDAZy4Lag/isL
RES86pmUBVz44+ud3/XLW2WbwlS2zX1yrYunr4LHgK0zLE9Nfpv4iAzWiXusIOT3n/x+772pv11I
XpT5jO3w5GgupH9FxVGqm4+/x3tPgG3SlhA23VfTO/+uv5WUJvoyQeIgHy8JiEPDTETQJ9/g75+K
/o2g4qMFIk0pL5bNKKxne8q8/FTGX5BsqDJYsQ8QSvKtgqr08dc5/+x/3pY/r3XxdWpYLhHuvvw0
jd/y4JdHUJqH8F+gPEwzLHcHzHEfX/Hv59smX94VwvLI2LLk+f799gOqji5+haPshHW5RYlQ3DAY
xGfy8VXOf/fF91ImbSNKJ8/DsH2xKXQC4bsdGflJyb3NZAM27/Pk7VJrVw0/P77UO10L+mC/Xevi
GwWtndLr41rFAGQS5kE3n4CHYeN8wx297AwEd8g8h5+edz8m6MuaT77s3488f4B2PemZluCccLEq
Efadedgn6SruXUZq+SfP4zt37I+Pv3gePcT0tZySczj4MarQk2yNYF86n1S7f79Yf36JiydRe1po
PXCVKtsH4WpWV516+fhOvfNFbEvw8ClqLFTHF2tQOqItwruRn36kxfc+QELgMTBafXwRYf396AGy
sShFzkcdEmL+fMBjFGiqAbVzSl7cxRvj3Mi91emeVbUz9qq7wWUSeo8fX/SdJeP3a17utThbZAZj
Oj+5RNvh4k1Kbx2gckmLe9/7j2sV+49rXZRCse9ZsySB9qTRhQ1QrBSYWDE9/xffCOGowv6mPNO+
eBzy2UUbZvNSWd7jmVs/rIyePBIb68z84+NL/atMuFgsbFYjz7F5Njza2n/eMQza7mC2fCOmfoTH
nkge2Di/bEJWl18r9dWW/rrvHkL7asQFGo0oIBW8my9ecc2MI/LRYHxJofiPV1W0+fhP++vNdi3T
NXmMOAPa5//58y8b06o1jNCz7jgMPtfWA879X//sCheLV/vvK8jilHu3//DTL35ZtGUeJDz+/lrg
jUpWBmOvj/9+5/Jtu/iFzv/+t+2k9h0UdiZXcNFJFgvccKl9SD57p9+9Cm47yzkvr0w//7xKL6Cj
EAMv71CF4NIC0Wv5wJd7fPvd8GpY+B6D5mSN6XeB0Hm0q3tUYbdBnG4djSihzxh2M6zefvzd/346
HMhS4Dg0G51nXZ5Kk8IfhWmW4X3nPTnOQ/xJl+Ozj7/40orEiWRAwXpfE++Sbbr/dNdy+THP25U0
LSZK1sU6UiVRiTHJRnc277pxG4+fPBnv/Pl8Pmd15bkmL/XFthXlSF18Q/h3iP/yhaP/iz/fchyX
DYVgQeYWfz4SWGhF6ZqNe1c31zWhS/9H2pn1yHHkXPsXJZD7cltbL2q1pE61ZPkmMbbl3Pc9f/33
pAfvqCoqvwp028AAYzScLEaQDAaDPEcSZbd+vamZJvBEOqUNVfCc1DSAfZ2nAHaPx/nUTG/fW7Jw
Yh4lRZPIJxxSWlVaVaJkoW9DMKDjOG92fLJ8V3eZsDIIXobwfSMyGaFTHOUlhoUAOrxakVT6ttbn
TIAppPkg9Wlz0bjM0NAZE94VpSRNXdf34kzAOm0N2E5Nc2z7qvjGFCC1v64Mfa/nVgTkxm623mGg
DErZKrkCEd5dVTwLXZVaJdBBMgbUhn95H3XQ+m6Hh+ugxQXFsLFN0m1dFV+DLaXrlJkmX58INIcn
RgsN6Iz1txvqhRTBDzRlbrrGMGI/BlEa+PI3l6i4259rIRyBvB6CyjDw/a556OIHGtZur9KGIV18
X9gFfjmpbWzG/vzNgUKhlsTojU3guPBcyoamRxotBNHYgmOakYjML4uDDn/MB25YSiwphFylf5io
4dHZa5tUQRF0aUlt3WTMJiBE7btdQGdn8cSIWEMJPJGs1oZb4BEmnuGoGtPjQljKY0gvmYdr/dx9
5p7I0IbpSep5648VPO9CxLqiZ25Rl1FCVK9bP2X29jQV9Ci74E7CCr+on72099vWgpsFDGo65HJa
7W7bw5Z47gcq/ROabbpiMkjXegQ8iN7QI8wcRLPAfWUrofVc6U73Kams/k5d4oQBJdV6aMm6JZXm
DXOk6eGXeEH7IlIX1VS0xj/V02+p8ttt5VZrE9fW5B+u355KWVxwJgvY6JnZ4caftG/N4tdQSmlM
GA8PntsflfDhtrQtYzEh9gbkVqdhRHzycZneYvTDbfwe4iyd9vHa+mlUspfWDePnKcbijF/TIFs0
/qwrwM0prcYHBSgY4sOU/xzHegexGN1ytxXa2hzLYvyCRxkaYMT2HWYh6todp8YHVOWlscPH0TIk
59rWmlk2VWxOBdxMXLOmiKfFTZrGZ9ByeIF6Qv+cah0EFgmkxbe12TIGR9dRh/EUKnNCAhbS1akm
Rtn5zMeW9MX/xoz+/WgD7twxQ5k52idokI+3ZWpbS8gbv07e909AFEIVQDw9M7IIzRmBoIPQPkV0
LGd/Q1BxCpE/9MP3Mek/j4A2DB54/PF97pmnunNebv+SrYU++yFiO0BXj01Ez17nd2Dm28OXmfft
sv5+W8hWMDkXIiwxlBwtwFRN5/fdYVE+pfOj5dDQDwCe6icR89wS/95cXWP1N4+7imauSp/FzjgF
bLaaUUplDqjpviRBIDlqZBKE+OQUwaCZIEX5TU237GIBbjsFEje7rus79goOwNAQJXCPw+ZSDc/x
1NG05tZvlc9M6JSMFcXaZ6/+oRnFvRncA6W+05ikfsdmnUld/eVs8QKnzYtiXlo/m5i7Hh4K81sA
w9YCUQ0dw322qxlWuS3ynzYQMSA7luGQGBgWj35CQA6YwIZyJur8IoPAR3vIxx9R8LkK7qACyKOH
IWaaTvnJHLdE181tPJO7/v1M1zCGoqYKY+RG5ifauL8Hhay0vOlgNDW5quNikq7g6VHZtaNSBa1v
cH+xP+ZQoegnyfKty3O1fOviuQ7PskDgX6oBfiaQDkQUeGEHWqzhyvC+2O1nvX/SPGevtX+Xzh9a
+EkZXqPqOX9zPxxmSkMDI6w0NNDJLXhbCAjpUhv4AiwjKmA29Ts26fz7gq+5yTyCNML3mTtlosbs
JZfArQPg/PuCmzH7kmYpyFN+P1O5DqCGONRmCFuDo3X7fB3njLI58pWFRuPbG7dlfueSBVczI2gO
MhfNSih2F2vY5aUk91jXRrQMNoZ7D1Vxl9e0S8vQZhB2ctiOfKjjPfub25LiwO/511v1cFSVG5xj
WmTfjlgXolmaFqzEbH3tpBhA4IDceVvAtROtAjxLU/97SAsmtoDfyez6gICJ6Y47HeR18t53yFiL
Wkz6ka6ZQiwwx2xK9Shs/REWrPSYrQzwklPjejdQg0sKSSf3ak88l7xwCgbg6Vu/pBOgO6ghp+Ex
TSW507VVXUoR/CVnhrnpTaXxc/O3xPjk5cfbC3V9mvN9DwIP9b8rJWxGPxmkz5XFAVH/xisd2csd
s09M8z/l7f1cP7uaLF3a2v41M3PoCCHWiDGU5xBeuHW39Wdm+BUDKg967AfJ5kiEeEIpRRuMqZ0z
p/Wj6hPs7x4I+trL7ZW7jjRcFzEAjZKW6lJ5uvTGIElqRi7wd3B+lQ6mnv1A534Cwx+MPZKotq3O
L1lCbFEnNwImOSdD6e4cnYekU+JKvHL9uZfB5VIdIbgkCWP3YKBwesItk0Dw3js8JFn6Tu+A62lk
V9KNLOFCni3s0AQKXggEWudH4UtAtIyVR7UKd6126Nx7B0tUsg/19DhpEofactuzbRN7EZKgnviH
dNLQnob0kx4eTO+ukzVHy6Tol8YxWH3D8ClSyPam5EeYPEXNC2fRbROUmIUtpAoVlBG9B2ivH8HL
4kEXunff3Au6FkV+WbktBNLJrkEImTELF+gXuNp0iQrrf3/D7MTSRNNP3RK0NSpM36cApArJE+zm
99fGA51eGuOq9aQszVIF3b3z4TvdR+Xz0v51ew82BeimQyGMhwlVfLBQEkD+xtqgepR8j05J9e0d
nzeIlByYDrcHYYubSU36YdRaH5h/o97rkiC2+evPPr/+/SxnNnn2dJeJz6s6rGcPSp+fbv/+TUdg
xJiXbk7Lqws588/GDIZB4zugmBfLt4baE9WGYw+U2W1JmwFsrdB7FAD0q3ti76q1AnIQacXINJcd
njQbzNtGh+2565mbz5b72wI3rnT4hodaDK/pZGRCyEw7kLQT24TvO7MeZnPcJ/MAsdyd4Tymzscx
X3nkAFxUJHI3l5TnDWqv61XkqkOMUVMoWqjmjSkcTCAcmsNzkf9wrYfb+m1Fl/VpkCKsxVuWaNkh
FDQzaNIULVNu+mZwjFP9IZ1MiZgtE9QdWiq58vAyLr6ZKa7VM+1udL4NhClsWeNdFi/eO4zjXIgQ
jytTGTolW2l5KAr24CICONDWP0rG6htJ6nHdO0PIPJcluqxTg1WROMgqPkfBV1ARmUc/zSpM0aqv
Ok+Ufzr+PVNhtggOcS454LbX06PRaq3oXb0RAoXKpB9v077FQOTS9h9BTfpx2zK2RIDvyDCbRdcY
j/mXUQPkSC012rz3KevtPgegm93+/paFn39//ftZVIrGGFRkk+87RrTP7AWcn2enPxbG3W05WxZO
LxqXBBJg96qYm9WOy7h62fu04t7DrQtIIbfSfjzdFrOpjsUlZH309LjAXaqjzi3sLwoorNwjdqF9
gg1S13ctNbrbcjYyUuIQ7zIQz9LULRZehnEywhAcdb80q70Ndt2iPYz1gxM/682hluWkG0bApAD3
QwrVOmm8EP2UZBqTKu9m3w7/6vZN8Z/bymwsmkarjG7ZHByUkUQvYvp9gE9vInDDG3xa8oduAa9N
smT/lN2E/AMxFD10ENHothYCA1juTqYMC2sGtacRvtJ3DR7ai5J+MZ1nPTxZZbRSeeyqxNmXMFwD
MbU3mQKGjcE8GAwFv0Nr01yr5WQsjvgEXJpqadddPPt9fsdYfwpTc/CY/H5byObOnQkR7TE1B21U
k5kAle9ey+Udl2+NSdD/KSGsKbjQSWqFxewzSj8CTZ/vjEziuZvWcSZCsA7QFDoLJBBUSP4El8F9
UmAmHmSvzbKFWv9+FoeSSZkXKGxnP2rvJ+q17ZfbGyHTQoijZjdpYUdHuZ/0j4xOB8PHxXvynOO/
k7L+ijMtAFkznCROZz+2PtiRsrcGoGW8R1P29rK9WngrKYPFuL2gTakPwaxG5Qyi8kFz9vrbG8do
TzB/fV/Qg54GLXZHzEpbTpNxn2SSq8LGaXDx/TXBPFsnGKNzmg6a2Q+XY6CB8QLCw+n2VmyKsOgf
YWaB1wBHWCLDDfMs6oHNhrbWqI7MAdva8baIzV04EyGsEtgPjNXl4eznzbMNNnn98u++L6xS1Bip
FY2o4PV7Zzjgd7e/v7VE9LEazL5oBkey8H114q1w6PTFt+yXRP1zrgYwriT9Hes3xKBvYUw0MXBK
0kh1udMziD/FFFeqT1MrBMZ+yLxAktw7zmM8TJIt39oPawVGMEnZ0UiIVFpbRXk5dirXkg+tquyZ
ipGcGVv3EC6IDm1PPEI6hjiH0ABBW4bcUfzQBH4fLy9STd1ZnQFPFSxHyQJAfvsHkHCPSyJrqNvK
OdAL9ATQd62r5onOsrqwprvB99q1S9tNHnVGu8yTBxzOm6EAHAcnV8kMGbhYoRouty2HCmSh4qr7
vakeenoV4Wy5bXzrxouGcS5BMIx26QY4q5AwwjfynJymv8P8HfbNmz4PZFgedi7YwzgXOTCBpuar
+cEJ9kV6n8jGUrdMzuVCyhMcj1TXI0RBYE5ADi9+CU5pDi8MjG+312lTArbMczfTfVeTL0qiVNGS
l4vfwfkRdcnur9vf3woCvD5ZFA5Ig9DicqdBnjY68NBm3+qSI/w/QaIclTdP1WBO50JWJc/ifQxW
nKl11ewvEMAZO11/RyQ+/75grl02L0ntoYQR3oFZN1mH24u0Zazn3xeMNZt1WC8LziuP65FWMfSm
f+ms/FgZknC5tds8EVCr51LhUue6XChDD4J6TIfZTxOgHvQWz367KhTn6BvUNJ61riop5FiTA4zi
SBkqPWml+tGAujabrCOtKZLr8db1nAkdgEqYo1nnBoVtyfPIADS8Hv0paIuD6oHKWZYjqFCFC2eV
nsd7iOPbvaPArFKblfelb6f6q25DiD1RDwfyWp0GSQjf2MqL3yRs5Wyp9MJ0/Ka6iPdd/tegvNT6
s6tK7lRbJ8WFHOFwjSclr1WtGX0DDKIp/aImEGfEu6n6XLtfBuU4dq8mPHq37fR6esRxmMam64F+
UFJDMTG0NGqvTQqlcwrtuOPxpNjAC3QAoqia7pww2y0J8F/FV9g4G6OSSN8463WeAalAgsXCjxBC
ieJlo6e4Tu9r3n8SuGfpugP+rSg/BJbkkWZzE5ns4GmWvIL04tJNWjCkmXYoBn/R/84AhVx7YiqA
DZPqzf10Dg2R6tpDymHFlf9SUJK1C1j6PRTZwM/mu2iRBK7VA4RTkAZbjieXjsHrsohj1IpbTtPo
9w3sp4Z5t2jNvjFkz9lbYiysgeyB8stV6qAac17WZj35cX7IY1D6XjTZvK5MhOBXTROnTA8hYvIA
E94r2qMjqyDIRAguZSTA/E8LIgzlNMcfGITTZCa8EX8pgxAV14KvwRvD5X5DhVSCX95OPmhBKpjq
bz/Mzz//T9A4Owcj3Skq1eDz4zfXfO7St1+rLj4vnB6m3eVTQAzlLD8myocCYJfx7RXxCxH65QLB
2TUw8MkehBB//gMm3e8K2cCMZBdE916WrvDgM5/8HkT+BHar5OftOCkTsP79bB9iLWoHZ/UHc/pd
+QN8z3d8fm2ap2RHf4/4+6OuMt0WaE8fQpusZ5QTpL5/J0FQQDfrUG0LJMTVXn8w0uN7Pr/eM7ji
rEXHy/XJZ90soBQb/Wqp92qc72VvVVtHBZ2w/yfAEfysdrPBNQNOR9d5BhYYcp5DuOQHZdqVrqQh
/J/VFmPsCgLHmBAAUfRlXyoDvOACCPHc+1nja9YxHB6M5NWr7gb9CVDGY6ffhXHNjPRxZPg2cb7d
XsqNW9uaABF8wWChSU/QtAqNomxgVvF1mAq9AXDxrN+vYTICzRZKrUW2dxtLS0WTCAa7GlVjsfvR
BoORP3iVr+UAfwb3ZvRRaSAPgE0VxE6JHa6/XljbC2Gr9meOVLtGAEyHW/km9/qyeBz6k9J+CbO/
0ujVSeGLmQxJCN1az3P1hPXMSHF60L4rPyiy39oONPtIP3Xt/GiYNsia805fRv/2Fm5EC+pHazc/
4HJcJAUDiluv9iZVq/xC381/lZKvb+QyF18XfM0A0rToHb4+AAv/bXYetPTOK15vq7DVA3Ihxbjc
qHb0oLQykDLP9yOUJ2b8vQ3jQ+/93dBDDYekMt0F7WMLofttybLFEyKV1UxuDrFs5a9Qq5T63nGk
Xii2Jg1nFqi0kDosDNP5NB10IKzKXnrW/160cJe5GJoAyZxAa7r8fhDlQ8ereulb7o+4ftLdxyb9
4+1LxBQgmbO6TsaImBMZlPSxEWWVnz3Bn2dNEo/Z2oHzzwvmqzoJQ0pzXvmA7w/DbwPkYO/4/RYj
DTzqMH1iC6lfP4KvpChG6c/ms9d+DhpbImArpIF4CTIpdxpwswQNirk1BourjB+X5YcpBo8+aXcr
1XXYghtcjZJL+JZHrr0G4JuYNGyIEZTadNF1EXMag/uilPCplRl4Or4juVtsWJZFKyDQWfQ2MOEi
WBYchlVYtUXtx38DJtD+yWjX7X3ZCJVMfXMQ2CZdExwGl6ZLhW1RuiWr/QxY7V2jmI/lmIJdCGkO
aM4NaOip8mYwCTo0zmUK7p66lufBHFv7dQ6loHJYCYhva7VhzhcShGXLNfhU9BGtKgBQ3fyUurKZ
wQ1zu5Ag2HM+QvCb1OiQQhEYxacezHs4hhhysb/f1mXLBKiurhNBHNfAQ13uUOsqzjQGYe1bk+92
H2vw/a272yK2ChFg7v5PhgjuALF3PSYmB2bTPnQtFFDKawYWu2d/NoNP+QAz92dLl53Sm5vExZly
AGhXV1UmtRzsFMZP8gIXIuE7MPJvayX5vth0Gnc6Aa3h+5n70YQzafp5+/sbIQBkm//9fk+IONEQ
N5odmpUfdesDle4e0vSJxfp3UvTL7Q+joRzD2EBKvm8BbIc0tNsHtqRYIlsrIQykulJnvYsuw9D9
VhvlU1Al97cVkYlY/352CPN6W/93uaro2PI83EmOMNl2CD4fK3ZrlgYLtbS8Gx0VSIWU3SLzRpkW
gt8HQdCptYoUJ7zLYbOsDv9ulda4c7ZKfQkHdRGuqRBXTyYMw/5p4iT7dlvKZvQ6M10hJW/aCsDE
HC3Sej+oTzpD9OopST4nspYebTN6nUkSoldJP4lh5Dihx+tQHCZ34wKrvAtsmm7E5jF1g+q4pPpd
oKYPrtKDENh+z2L1HgZFWB/hSR0i58dt5W8bCl2il0sM6Sk4GQVLXObHqNh37VP6g/HH20K2qqxn
0UETq/RLncdqluJRQa9pB5KfbBdUYX9I23jcRVW2QChpvaRs9hHkxWbnxuDk9R6kpyGzyJIAv221
PHuaIH4xGyFYlRbZXj3W3PeC5pSWJ0XWX711f0bbXwIEg/IALlzI4Ss/MZoXB8j22IQcAViMutWO
pg5Jk+mdhsl6HNFSj7wTNcy7pla/3F717a399TMEa1vUdOE1mXOs7J+cAZrXCubDDnh+MIRuS9r2
oP9JEvvli8gYbatBErzoS/ShVD8X0X0ZfpBOaG070C9BwinjOUHT9wMrO+gH8BWAHsQpbuuyffz/
2j1bOGPSIB2LoOCGXpcQMWqvdvlc58+x+tGs4GO7G8M/5mg+3hYq00s4DkLd7SoKPJz+3pPRPucu
l/N3HZ2/lm79CWex1OlqW29WEQocS1rTf7GACJ3L9tSMzum2Nv8fd/8la7XMM1lLONMqUVsc09Fz
p/+Vm6+O822lK1c78O6qPwf91Zt/z6w7oGQkpigxeltwbrhehmwwsJBWu2u7k+q9FkAf9hINN/fL
ol8SADiqcmKThpIZ1VJ0C/vlQIj7hRvCXnL0rc4p3KJ5hf8lQdDDDSw9yUOOCqt58Pp7s9xb1ddU
OdXRMdQ+zK3k5XEzJp6JE0IWiMQe3DAjZyCsYTB0vX0AcW0q+KWOEIvAOQ6r2GbB6vTueyeL6JLF
EusBNF+k6qyxWJF2oKjVfI7Dn0G8c8qncP+eTo9zVQwhBmVQqGjGqoqlR8yihbtIErclxmUIAajO
NLO1IWXylezUh7RKf5qGh9seKtlusYchzYYpApKfowEKypchmSReuK2CSQUR6BD7ak640vNkgqWu
8o3mPhhAh3XvQqhf3qPELyFC0LSm0jOybs1xm/s5+Txa78nRrV/fFyLmoOVtX5R8f7ZOVvwAC87t
378Zqs6+L0TJlmlDzmgWSWu/pMqjE/3QwzsnXyTLJNsLIZI4Hm8FbrouU3hMoPixyakkIjbPf8sh
ENI0RG+tfhnvIcHrgAChZO9OR2X8Oy3urIR5IOd3ePckorYX7Zco4W428DIbjxYFgDC5n83v3fBb
z7B+60iugNuL9kuMYFsF/LIjcL0cI+FvUBgr9oc0lZwhskUTzEvvoa8tbNLQsYMO+UhrPzwlj0Hr
7m3vXRHllzaCpc11AeTWP1UTyOHgYs73UlinzX2xTSiKNP65GsjJx0qZuN4Q4Ov0EBpPbvGxrD/a
vQRDZStwMfAA4DAdBtrVQM7k5PDGJBPBF27Y6U6V7ftm9ncuQDBlx1u8LAk4CPvmKc3/6Mu7zOkB
uH7pnC9W+6czZIdykCi1tXbnMgWbrk1Dn2IYsHzbOsHiGKQn3Tnmzffb4WbL3s6lCCbNK0+Uaj2a
6cr3eobMlp7uUwyHqwwlQqaOYNh5ZydNm7Xc2r3Azzs4LuvmlGmRuUuLWZLVrnmJmCadKyVYtuP0
Vl52KAU3bASDevq4THBrH0b1s6u/3l5AmV7rAp9ltdoU0kwxoJemH+aYBub7ZfqYTu8ocp9rJGRi
Ra+2xpxh4YxmOdXBmCmivuPgMRnGoUNn5XEQZwO1Wp281OVE6G37yaqqF80d72IyS7Cl3tE9Zp3J
EuuOZR+Ek7ZmS81DeK/S0ZzsZKRi2zHhf+qIpUcFDBk4wilhuPmd1j275jvygHMVhJDQh3G2wKVC
sgTIj1r/p4X477ZlyTQQAsAydbBVRkhwfGPZaT/+3dcFx+/pkqLzgXwyL+/s9li850g+Xx/B3/s8
TEM7XM1JvVf6b3b6uan+iCNJV8L6lWtP/7XLgqdbkd3Dva5Wflh+ztNvavyiDMd/t1CCg8ez49Cy
iutN8yk09rJX8c3y3/lCCa5tqUE6eAHb3KfpoU5glE6/RbQ4FtUHJf9sTvmJtuOd6/xhTo+D/jHy
fhrGKYeM4N+pKdzFyhb4Cwe2Qr+no6ILT2rj3xawHSj/b6toCrsMlGFV9Ua4XmB07ctk3sf5aYo+
acm321JuOw396pdSAtKzpcyRYnDTM+6NWZICyr4vuL1mx2PWVNyR9JrBiIdM1im5adAGncX0MTqu
LTZJMKlkQ0necM3LB5pdjZ07NX8ElYwIYlONMzGCGmWs6bNtcGq1zecm/h6Azv+OfTgTIASveNaT
GgQQ8lg4Z53up13+9u8ECPFrcbuxGyY0yKeDtoDqLom+m+YK9BkMIDxdq2LT9aAlNEMB+EL/zz5p
IHq+05RjNkpycJmU9e9n2YMOFXs8tutByFjCpB1H60dJyp85spdEmSAhinlDEQ9RwHKF4bRrw69m
8XUAtXMev71jW0gfYBghLBnijO08dqmzJIT9RaGP2MR+aZ+6LWLTRf4ngmaJyzUrUzWLg4WYr3qU
dnZL8L2RFes33eNMhBBFcmcIQF7Ey60/F8AYft5WQPZ1wfkCR3GnaeaK34UvtMqlkkAr+7zgeo3S
mLVesAWKc1cYYKRL1n/TlM4WR/C8oDP0Jnaw2cK+c0/ljy+G7GVItsPr38+8IqyGvLbXZ2kr28/J
M6+5pew02l4kEDcdgJlXyrJLEerc0UJkoQQv0+m4T6UPBps64ACw59KWTiy/FFCTgOZZWlMnypMd
VCs7e/wQ289jpJ202NsZ8XDQyhen+2OxHtPgqWKuL/Ge6H2U7JbsdwjnujF2ddYOFb8j+Dx3JxsG
FplBbK2lC5DoioCv61fTNkUSdIU1jDmNPtq9lxUHs/1522O2lDiXIHhMGSz5BA197i/G32H5bNYP
BuAUb5ThUtQD1UN3YBYCf0dwGysL9HGY2/I1rZT4PipD+wPVHuehmm1PcrZo6+ZfpK3/yLI86mJ0
7161Qk4pEGdZuZSveavvk4ShnmkPbsmhz+/79qnPjF0JRXY7wx3dpS/QWsRZda/FxZOZVrvA0fdt
nNKdrkqW4KoYwM+yyTroLjJWgAlhCRo4wmalGurXsHV2ht0dleRrSWOvlvzsXMmN9iqKCLKEKJIN
jVs7+VS/uu73yEt3mVHuo0Tfrezqb9/Yc61W4zqLJrNqp3XN2+6rHQbHOUp2mOpxlA4NbS6eywQg
92E6EMWZB0J6bvVlXb+qxU91qva59ikOwx2cwIeilPHbXLkcq8c4NmZq8/+umrFrJ0hicIqqV+C5
v1ld/GFII4mRykQIPgdksW0qPP68Bl35R6q4930QSOo0GyIAfYHCi/8xI/vP1ehsZ8x5qC0lL6rX
LlX31Xe3aCU6bBjZhYD172cCeHDQNSUpq1c9CXbp+EjUOE2jd7RkZ+714yZgKeeqCPlVyKMDkzsp
G7J8srQI5NNuB97ILmvaw1I+QCNxSrruYGTRXe8lu7R561MdoCYuHDXQ1a0IheKEVW2VzlBGY/lq
LMVDhLK9Krn5bNj32vDuAh5I/+gVw6OTV5o1N1H1Ok3B3ZDo0y4Yl90AM84ub61gV7apROKGeazD
7ppJTYpODxHo21XcMEoCJBaKzgn9xyTLvrcEQPxggFq7Dh+LY37OYFhmYlnla9/9Pkf1cfBkiFQb
BugBeQUsiktJzRYjapcOXclwc/lqcd1Vv+wOWvztdnRbz2/hKEGCx5g55GfXcGWZBQT/VKrlaww7
nVmPOzv+s7DaD1027TVIcTX3OMlooba1+iVTCA3p1BkZg18clRPDn+ZLp36NtWJvTXe3dduUsyJP
YHEOqdT69zP3zYeqB1mhx6hpfRphyzyGCa1xY+UM+xwwy7cfFB7TtWu3MnOfzLlciovaPstADkxf
l7HmuSU7jnQk1eqbAQoBDSPnxFdBKVR5CL0Uo/RpoXiBl6xcVvOhlA0pbhn1+eeFzdHDaOkB6U9e
q6wpPjWWWT06trS8d5WRgVdP0zXUMmsz/xVCVDPnukK3f/TajdFJiYojDCjHRpOhol4nSoyL2szh
muD8g1wnbEljTCXkP1P3yvzXITHu5/R3J3q0rA+qdyqyP26b2/XKEQwsmm1X6AtgKYQY3tp5v9gh
GeA8h/uenus3M4S4UEUB8k9dxKWbXGxVH5yy78dFqehzMU/W+K3MnhITrKHld2d8a3lXECW4zjTG
VddUTvWa2zsv39WyeY6NtdLoS4Raj55roLuEVDE0MvDU6IZ9TfJg3LmKne3apnjz8Y3VAKlCaHZJ
EER4MMwqmTu161/hzlGrk90wz753ZfB3G6owprBmvUz2ktUIN6SW1kItHpfoNQhG/bmZivxouXEl
qVRfS3EoJdEMTbIDYIDYDWdxCVuaoA6+hk1nHeBUaFrz8Fb7vRQhBBZXjZRRA6znqxW95JPf3v+7
zwuBJVDSue7Acfxa/WO1WfrmGSfuj4yLeOsL7vpiLDi7WVj5MHW1+zUY6uP8HLbm8c0aXAgQnMI2
QCZtwsb9uriYqwuF4FvfbAUNhAjSwHdpcttwv05le6BbZ/enl5MnLW+G0SXX09e7Bgwyms1I+uUR
EqejOheVm78W84e5iNKdMVPv1t9us5diBIOap7GcwTvKX/W7OpoOpioDBLl2CrrkGNuhwMqFk0rJ
pR7GrKtLM3rpK8O/O/d+UMc3H+mrgLUSiYeT6Ik7bgVBavRK+mplnxjaSrTf496/bVTrJy4TMM4L
ILVBrlyHNMTjvGi1Mk/dIWUvOsZf96W576Jj5aWSYLixVhdyBPdLtCCbYaNJXwPL21X/iRMZ4qhM
gLAZbuq0VTsjoJq4J0/mXoslE2FXEoCSNKl5rMxVBumwsBtpWBuzNtjjV5DEuCof3EWGJXaVliDB
UtdZ8fXAuKIhyl2vnNxsnL6a/aELD6FzHBtJUrqlxJkI0fe4aSWFnSBC42HukycDH7gyp0sNLMHn
ki5wQnfk84H22P8dJEwCVI/lm2coVilEWDJRMI6viPUyK81tiC2mr/GjokIgy3T9G70CAes1lJdN
ItXVVN6kLm0bG8vwdf4y2A9D8BrM33sZPeP1OC4nBSGKudJ15PNqPqpAfGC7ow4AASfGaH3Ih3oP
Ze3npe+ONvjGihKczNn8u2RUS1VkB+712+0/8i3qZeCOrLhSl/GrqJcwcetcB60j21WWdjCM+2ye
9zzh7UfzsYo+DvNT3IUw894FYHJO8b3dvfSyOH1tM+sysNrWP8wI4sUlqyMugMmg+04Z7jsgndso
OzjM2xXTW3OAVWGNCydMvSy32CJaM5OgRvWs+9Z3dbhXrbdWMYTPr753duFbRg0ejIrPG+N0pK0+
6mRMgNsmg72ADqVS7hUxoq1aaV23ttBg5II3lruSMe4gPpoeswlHWoUr+1SMzq6SzkNcxybW7kzy
etc5Uy5YxtTIFlP3W/WxWT6O4Qc3/nLb665jEyK4J6OevkL3CfbIsGXdl5Gu+3G7G5x9uhxuf3/D
0HQVl+a0A4SQe+ylCoCWBGFFys6jxrGr77MPbQ3zgeSg21gncJqpbaLCCponKGEGihHFRmH6SjM+
xMrwFBvTx7peTrd1uSqcrAj7zFm73C3gRhLT/rSJ1E5TG5MmsR+9+WAZf3eMwwTep1Y/ZTUNSaps
kHhjd+iv0phTxk2ZMhIUq7ulKLzCsPwyjvaN/mWqJfXUje2hlqUTCrhn8oIhWNjSOM1UB5Htt9GX
cVh25e8NLZ2V9fX2ym3oQbxdkY5NUBQ1U9DDMhbHKTPF8gfvpCt7Q6KF7POCFqnu1RRt+XyrfrGo
vqSL5OlhSwAU42u/PjjQV5SsTe3FjRoElm835e4vJ5X1PmwY8FrxU2FMXx9TxH1OvWBoij6z/XR6
beIAvAbt4DlvzqUgDtAwYXiPmei/IvPJF96pysn2VTrpvXKfhX+9eZcdsgMMSoX7GKzOS1+f9SLW
prF2fFM79dHBlAEib+wCNRBWX/VWagDxvaTQ1dGIKOX5ObM4PCsek+NbFQDpm1khgghC2I1LBeze
q7MJBFDfCA5tsa+zNx9WF9+/SgQDDqqMcoKvah+6n1kpiU/XzgxnFs0nqx/DJ2sI6194Y+t0thb4
Yx7vam959qb22Rl+d2TENtfmeilo/fvZuWQ2bjSAzh74SXgsH5XpKKOr3dJkBXfXAXs1rhFXJ92J
hrDOaDrxir2W/LDN13DYaa0qOTiuLYpSFDK4YgBucQXZ0zE8rSVmFX5dzH0RfIhM/80Gxfd5cdNh
ZQFXUliorJr0uu278CuFwXS4T2SgYFu/n6yKIg51EBxbMFh3ZJFKIw6/KmPxYnXTYwqwpCQvl8gQ
jbYAIydsIbT7OjNPO6onz5HZ7bUEOtO5z7uOhVeTFl+ak5cnnlJ4mut3B3qvO5m1rtH/4rpNleD8
86uxnVmrocdFRFHE9ef0OOrT3sjVvdE/d4azDwxtH779uoc8shE41Ml3r8A3uzCu6kGPPSCX3ZPd
eSdJHL/2vsvvC/rY3pK1RRWgzwJdziHoP6pvP+8uRYjn9ZzlhpYiQrdPSrer9IfbfrH+9+KWrLDU
KxCZYV+dp8EyteHipIqvLxOUA+Sd5b0b3o/BsxeEb85wqROdyRKqIFOcZs00I8ttX6gKe4WsW2DD
fOlg0XnG5/LIs6Nw/w6cwfEqxQp891sCPL8avRkbcWWWXm9rtHJuwHuqoQnfidMFfvtYmt5xMcbj
7e3Y8JALAauGZx7S0FTRNkEb+FqS3oW98whnjJUfGv1g6919YLin2/I2LPhCnuDwtjJlmZ2iUGap
f0Vpfx9H+f2cZT9vi9naGJOeA20l5gZ/TnCUfqqLJs5RK8m+gL5hS0q3m5+Hh4R7DZZ8BRCd5GZM
r0AVwJzwo2D4vnjzsx/7TnMRyEuQlZJVCYY1xlpb224R+M1Ao9Sp1t+c1cIoDtEm7xjA7lyVvmKz
n3u79SzfaA6Dts+yw+3139pmbkprwRms+6s651DSdxBWtulnYfGcmtmTbvR3Ye299dF/vZKdiREd
PGrKsed6CM7OQf1TlQ0lrlYixKqLzwtFTguQcRAOPdMvgGSs43S/OMk+tDioZACCm+sFYgDRyuWB
VHzs60CL+n+kXdlynMqy/SIimIdXoCdJlty0bMl+ITwCRTEUM3z9XaUT9+ymIJroffzglw5VUlNW
DitXkoIQAzWJ0085dT7VKAxqCDnc3pa1c4tcH5xueLJAZQjKvSub1gLXtXlRusari31PrX+z8Q4i
XDwxw4FUc30C3oqkBL0SDtY0oSkPA5fobtxSIqvTuBIiTEOXM6r3HYSAjxmpmXOW3Jt/4+fqSoDg
VZYkt9MogoB2zFBNQdx/YSjMBAjWm1wXKN7gywQmMd/5ZDn3+zOcfwy81Dw7jaitoGflghI9Di3t
ohXTqU+k3VRueN4rR3YmQdhpVe/akDdQuoTS21jvKnq8/yhBuWrQUqDpUwAjEo5SQUtVbhLzEoXD
SUIzgWJgrtrt774S6Lago4gCOEYwDAhnSa0TzukdmpcyftJf0Gvu/uERAUVLBzByIdsgJN8ysw6H
Ts3NS0++2i+S9vYvhgeEEHEcDh4W34m4UIq8b3GOEC7Wvifjz9vDryhASwG00+FwIWeB8Yw0J6NT
KUkX87tpdJ5CTa80Rq9wttLqy6JZgMRUBc81p+AHfktYp0Kx6DQZrXSRk2kn97s8f5TZczIcEiX1
LM2XERC3i43nY+UIf7CmI0jtoIGIJQid1EqWWDo5lz56Y6ax08vySKO7HUEAxmC7/b8Q4SmPNBmt
17iQ3Hgp9vRuaCy4grFwQERyTvbF+R01WYonsO1erBS98NrqUxrLu7rLPoHQdcNl5ldBeA6BfQCU
BxAbC2XawlVJ+yqdkjZ0LhPq5S3np2kGIT1pX4myBYhf2Rh+nMGspBjIzompEtlMmgqPCwz3bjxU
8KOUCmVstXq4fbyX7whCbwq6WwOZAuSgGFUaJMOYii5rXnPtd3Ywyl/3D897g0L9oo02WKnnCqxF
15phyO361Rk+27GnFP/j+IKCDMup0Koa40e2Z325uzWrY6KRC/of8u+HbyPo996ZhmkInejLKJ8q
Y1/f/cSCEx9LD/ecA0XFtXeyEIgjK6leu6NlZjun2iJEWm7uh/kMK1pXEPUUU+2SOoYIR2fsFQh4
J97J4d0Rvfn4gu3ZyJEZ6gZloNRJP2VukrMNActLgJUH4QHCaYg+q2L6zE6VaLLzpnwtnPJH046e
03Esv/799ild6ngoXK5AkINFikNEncZA+ct5R+vXuv+W6po3AqMbIqGfsa2E0HJHPlS7aYG9zQFC
i/9+5Ws6VRX3Rtk0r3F3YI7LthgLt8bnC3o1flJ3UqI1GF+L/MFyk9+3F2preOFCDIaNZop93bxK
yNEa39Fly71bAACFOrwxA6H0RS8ts69LFtpy85qB2Ls6Kegcf78APK4ovPm4EWK9a5F3ejKNNX0l
2Xuzy+/umwoLAbcNqVLUGPC2uvP1n0x7NLOyJK+t7dfohrChrVfuw2x4Yf2TSIL8AsP71PjOTnn7
7e7VmY0vPG80q7VQ6jG+CqKWH6Ud72+Pv/b9hgNDwORNqxAcni/POCrqNEkpeaXxTh8PSrgb1I34
4DKaA0yZAmwiR7/CzxNehNbJ7GiSCQGk7NVOCq+pYq8h4CG2LYB0crffKnxduRPAdQIGDS2Fji2i
36p3Ba0mOyavci+7eXyqutfbi7YU4IAMBplduBJIHoqozr4OUT0qGShATc+hqzd3OzHz4bn4K5Ux
JilBIAbDT2TYG8PoFkqDVirmxtZvzUK4GbjxdQHHP39lbkF8NAe6vUj85M8Ns/kshJsxgW8QjgaG
p/roGvpXaTe278Di3q0+EOVEBhy+DKxl5CrniwVsHigmEjq8VkXpWjRxq42naGWZeA4OJZaI2C1x
QAVFF8BWHdpX09PbM1XvtsR5hxmkKNF5Fha/6BPXErrBd5ncvyrJU5E5Xhzl9+8zN/aBqJB5w0LR
bkW2oRrH2hlfk+QhOsTO3VE7buz/M7xgUMZkiOKow/Cq+dZmr+bu9jFaKijYYSDAQA0Fmt7BIp7v
b1WOTDLMQn4Fubz0UMhK5iIUZQMl1FSbPJziXiPJip7E8PhMA8pw0fVHp/CLMqZNr0w5fabK8fZU
xBvxMTrMOzTwRlQN1s18KqYy9hMp2fRqZ6P9AmL5MlAkWh9MJqPJMk1D5t0WuJwOpmKDB4XnvwGr
Edauta0JdRRJH8Tvhb2L2IanupzPfHjh7YiBbCekwvDaiFZPzbuqoyB4H28lZ7ZmISxbKseVEhkQ
0+leabuTs3HCtsbnv1+pWzgckVMnGD93kKYeH2u64VWIRxiWJaC1uHtACaO6TcyKKiG8327ou0Bh
r4rj2zIu+fnunb4WIUYqIi2W0grhx0BR3Yp58YaVs7JEvKsDymEcfg3FWgniaC1LtawLWvlg50/O
Vkp0bXzgDJBU4Il8oC7nW9BKlVI0SdwFiECCyY249y8PEBQfNXgaboMimCAqqI5sDST+AS/6S1Cr
m/26vf7cDLt+7LDFSLvAWcfDrwMgJZzRJunqxAC8ITDKkxSiStMN7RPeulR6vS1oZaVQ5cd54mDN
8n5C85UCcJfiRodNkJhuGPnKhumxNTz//eoupJaNrmclhu/pm9R/1+8lLfhYp6vP51flevwx6fK+
x/iy/E2pAhLcXp0VjQT4AWKmiFDz6mLBWpZMo7bHNG8DEKt8Z2W9t3rJlVprjx4BG3bHyqWeiRKe
vUzLNAT7szZI2F7pflO6K9poQ8bWdIRjWxhdYZoDpqPEfkh8ie4c5krJxuUW7fOPPfln0UTdgS4a
SYVC9jYYqt5NCskFq447GbVHkr8KOzXJ1rTWLgsMPb5RqDpYVN6NZolmilFFgjKywu+KPaBhY1ym
+imm4fg4EDY+UKWnW/QIC6wzJsrpLACa+w9DnLCcUkmAjygtElRVqr+g67gZ4jXJLRBb9Oi7Yjl/
+yZu9yE12VOJpY/dXGrG2h1ss99LVYs+dyGZcjQaqbN9ZVjRxjux3G6cWYCTLV6SiJIS/vv15ei0
JGkY1sVhx3rYNd0n0yB+VWx10VluOOQgKouSEq5FRPelaibbSGtCArN5IkN8yqXS70FtmYAnIQuA
zd04xqvyUACLUlHkRVFLPJ9X3aGCc9ASErAsdoFlf7DSN3X4LJm7sDypfbwhbqnDsMkq/D/oY8SQ
xOmRMc2MYYqxzWQfuvJWi+HlxYd2QTNQRL+Q/kFkZD6bSJG7bOgoCdB4xM/txzo/T1tOwdpJcPDM
ykiHwzsQnZq6LvUqRrYsKK3GK8HLF3avUG5emkr+bY35AeUUXi74SDISHBCEOgfBRnQoyyiJszRg
TckOFuqHE9dsFPOhzHttN6rg7W1sHUSXbGiPzEaJNlWUaI/mO9+Ar5X/dHRCmzKplD7lCBO5hDop
kLsZ+3P7O5erDjzw1Weq81VXUCoWMpQpBfUYP7d6/kdCkxS1s063xSzPDu+7BUsBvGXomWcLYghp
BmdU8TKpZ0vZ3d2jDBrIQo8fXjYNQJMjOjNT0hjmUKlV0Oyl8NUpg/u/Hpl04MtQS7JM2MeqkjG9
ZlVAO8+gvtF794+PLDqsWBhq8LWFi5z1nSWzLq0DPXkkxzb7F4t/PbzwpIakNgqtxvCj8Wpkb2wj
DrWyt5yBh+eKAF5ZVMmOWSI1iSTXQaX5NtlF1kZofGN8MXHHailP4hDj96mvh26/YcOu3IDrz7eE
i5o3SVn0oPcJ9Lo+0Rb9K53GGyfreHuPl6pHgYcCxQOQKMASHznRq0eIsGpsCtmogtw4TonhTlWQ
GJXnkJ+35XxEFgXFgwIWUwcBjImqUjHHnWuhySKlyQN8jebZja15Sm6mnlNQdR9LieOVoOjaUWiu
x9jJK9+kQwfdBB7j36h8qC5WPHzTwjH7O40JeUH/kf61YHFyULrIfmHEGvY1gRUjR0OmukOlWVsG
xcqOIIPGWRB4bAWogrlO6qVMlyM7p0HX9icdveGPjCaTX4Xa++21WhOEOllk6wG60hYPtp4VmeUk
NQ3qMu8+owZDfrTQGeA8KeVWTcnK9mPXgX3VgRJeknFo9kCTrJTyIB2ObXqKyqcuOY/lRuRg5apw
IA5/QBFGRUvW+cohg4SOp5mVB2XypNj7dKvQe23BrscXNAlDK03TLjA+YWfV+cTIs51uXMetKQjG
pMbaARXLECErh/HFrPzbW760kVFBBFeV20wGUi+CleFkrRo3pjYEie6q+jdkm2HIRPHP6fdtOctp
8Eolmbf31TQe0Z7vRDMlmWWA5icoyDHZpdWGNlkZHjg73m8cwFokDoWNqFWW2LVeT8HQ/o2P1b0V
HuhTwk0WPKTAzeMsCedo6IwulSOnC2r0q9De8ruxtP8RAG4nwIIRE1zYAx0oJk2D9kFf/1at3/Tu
BxVVEYj8IigBWwlh1PnqV+OEXLA0IkAXhV56QA+CDQHLiwAB3M0CiA95JE04pb2VRoADsyEwUsON
qsCWL2F2b9k1FkkH1SCQXYD9410VECsUNXXEYokRNOiJCv3XbETglzoJDRFBEISQLKhtkIScr9LU
0hi1WpkZGE+1/NUu6S51ip2hvN2+Cgu4D58Hgga4DVgybuEIckI9bGKWWEEVB8ovsG5L+r76242/
wdx0jIoNb2/lakAap4VCFGeJ8+jzGIHzEdLaGPyyQZH/i23BZICVQPIWj6wY9Joixy7kIW8Cqpju
J4fdy7eM5cL4yLRxL5IDsebL1aFPTBXHTRMAh+6pOzSx2ji8XDnMLQSeuMWhslWwEgDRPBcATigr
QSl5E5hxD6TrS5O81MWj/UX6WqbT7vbmr+zGTJZwxvJMip02hCypQAA18SR2L26XLxc4QeDMOTwM
IXYf1wdJN8d6agJDfm5r7WinnTtYCkhntro4rc0FCROwGgHVzktQhXWraAYXpkI09UdjHiLrcP9S
wT2C4nJQ94bkzHz4CEESKSIpj0q5rbUz67vtdAC5rsYXtqJQYmDuQtIG+fQoEY9aG+jHtWMF8xZV
VvAElsHsstTQKqxLu4Dof4rxWx3/LqufVP6eDX8NZatB1IIok287qiHQrRgGCZiTuIa+sqeNTuon
RBHawBkcN9d3MjnW5xHcn438ZlLPoaecPpQ/GfPK0etDn2QXlFbDf0OF7e19WxSOi58inIuicJxW
lbQ2GK0SHdKfO+n7mHwn0nNKeX8Oowmm+EVNXm+LXXmCcIHBLALUL8xKkUYWBPpalaUx1NB7/R0I
GOBUbgtY209QSCKnhkPDk5zzFR5KWZN0UBMGltXsWHKsnOrUTZWn6sfMSfaF/e22vNUJGbyMACQa
vGRoLk+2WUJrxamD0DBeKin0h3L80t3NlsJ3C+4FohGIYXEtOBfTDyRnagn3C8QPUnmQtsDY/O9F
7YqyW1hmsDAR7BBMA30Cm4QUhVUgV091bPr9+Lm1n8zypWHN/v4VA3DSMXn+liNC51PJSz1sI1WF
Yx8zbTfpherGY8/QE9TaIqblmy3MCiSSvIYcoRYYnIIoIzQKMxn6NujB7/Wep0O9U+K3Iuw1X2XR
FoX7yhpyIKKK5CqwJjAa5hMzAcyxMpCuBRIDxDUBh/uDrR7jCQR/d3tMWDsch4/CHjyHgiEdEyvW
u4kH6aMdbRqvsw339iatvBr2B8QBcU14HiIFR62ESRaPVhOERYiHyY+rrcI0fqLEvQHmEecAB3rZ
vd0hlAyFlPdBE2V7sBS6Fhme5Y4cu9F5Sa3ik6kx5sqRfP/xgysLrj84Iag+kIWbpMrRiFYkUxcM
oeZa7TtaLXvRqNy/ftwHQegQuHpegzU/C9XQhJ1WIraXfFV+Tj/u3RxE61F6DDWKur4FpJ5Xqtol
8tNB16WPMIoeEcjaeBaXam0uQnjW26K2wxoKE1yYvTcV9hE9yT+hbdQGXETl6nF+CiAH3gJuDfzN
BQS2ZYM+arROAhrWBXqdDR0I8EPds6b22XKKk668R6z2azXa2ZUZPbEwHX9ECcl/2ugqsXdSs3cH
0KwcKlOPQA2hdG5R5Lrf5na0d6i+hZBbPi/gUMV2cpQ5Iv/iAx6ptNfHKUqChGSHSK88Wznk03jq
7OFkwuwFMvX2Xq/kqSARWpKz7fFAnHCS2o5RBwSlJEiprHi6krqF+uT6Ten4RC77nUWj3lUlR/OJ
bQIdFmm/KqYPeMPTbtc3SbvxwK4YDvggTgxmAUSJ0nHhqZhqhnw0yswCQr6MFMk6ecfSxyJ8sPtP
caO5VJF3TfXTMbeSrEv9iuprKIsP5kxzUU8eT2o/MStNAwP0vFM5vIF4tHHj3q7ctNHOuVb7G2u/
stsIfSH4hV5sK+aaqpZlhr7RJEBrQXesH6cy9WLn2MWGrw9vrb3XpU/ol+Vr6gMFAXeuvDsOqFYN
H+nLZPTU7P32By21Mq80QEtn+FeoXhOjpGkGmo4p7FL0W97X0THachJXbv1sfOFdYeCndOS0TYOG
ndM6d+uWuekmL+3WLIQDVKaGk6JoPw2ixNiV7IeySfy+MQ9dMMqGbDQjY6zTYLS9qjgN6sHaAjSu
TgJMedzkw6MvljVFGry1rBrToPtN7L2jbLg9qzO4Gl7QvzWMTYeCYSmAT9gBFQuKvC36ngXHN3hI
edIdGWYcKWg1YR96w6SRKelpkIwPvVO6jbHPuif8b+nHPEv9NPes9qxP70O4Rf63cpVBlsIrSaH0
4d8JSi031MGo7DINVOfJSPfJlHkWTCX5BdUcG+/9qij+BHN3ALFsQZSudkgG6AwbVfpR6LepG4bH
NHTL7u6MjwZeuH8EcWP0yrdrVYPleglBunK2y0/16f67b+JhR3AWwTVLTCgNfdUxtaEfd79N9/3G
gVtdJlPDdoAoGg4A//3q66u+Qb2sUaWBpHnoWS09az/QxS7f6sq3dq7h+yHIqXwks4UzZyY6K6mO
x2McfMtBztZFNf/thVqdyT8iFjmrQsnUzjRJEOU77Hahnu3E68Id3TRh+Y4Kxgs40P87mY+X8mrN
SDiGfWw6gGgobkP2tNuPaNh5bzdQfk2vpQiqoCprZuedTYImcfveLbYSV6uzgJsEhwKgPgAN5juf
ynYvyWacBuHkaYhADW6enYwiuL0rqxsPGBbCLIBlL4AS4F0ukF80sCvow2xGX63hBDq02zLWdDK4
3DjhOSAMEDWfCWyjVhuNMg/QbkpJ9t0WNnRtpa7H579f7XdegbdqUuo8mJwvBthREwTtIiDyU2er
Y9CHEywcLecjRIi4FEBAIq6kzLIwseyoCAiNa9fq9W80ttFbRPXkEhj9tjiawGalWnzIy8ZtmO7W
GtnV1r0lZDh8KD1Ex2OoHMRUxHBKQvXUNgkSW2q4q6y9TTasyZVj4cCigUEDyxZumbCkaTq0jBlZ
Fqi0fC7D8FfqNKdsSDbcmZWTwSuWLHiyPGMquuZqVgM3TGqIiX/9MLay11uj89+vzkUyVRXqEKss
iNXPqRVsgd63hheOtTYAqlAhbBY405uzM+mX27dmbQuugWbC1/fofRWNTU0Co4Wp8SoZr/fWafJD
dC1BmMCEQiW1ZlyCvsv0Xf927wQ4OR2yNLwKlKNp5svf6ZUDkxKqRU2rg5p/aVUFZPd/bwtZbsJc
iPA+jmbVoL0oXhVgMD2qverFVshguQ9zCYLxHQ6hVOsDJNCuRyO7F8fxzKK8+77NhQjK3qzr3Mwj
vL/oWR+Xp6l4lLe4eFfngfSozIm8kSUVEmfKGE3gjsB2WNJ+mhS3R128o97tCWEeV0KER3GInBIR
PwjpyVsS/67CjcDE+iRgo3LgoLZgn5mIbjB5wDpJaupVGUNlP1JBzdbbu+JM83n8V44It4XN2IIz
HCZE805aV0/9nB2GZm/ve8ur39A2Vd3C264kNucihf0x1G5KUPVMgiSvXTLGgNifuuxJIo6H7FCh
7ClYZNPmcvv+8Es4f9DmUoUN04Z+avoBUjtOCuaX49Girn5/sgsgCZQVgqkNXc8WLXbGqrGippCw
nD3Y8MNnJf51expragAt9hwY+hw8JgavJb0q2jiRKMzk2FXCz2Hs/wsBBmKunC4WmBhhd6awR8si
wrJAKh9CR/LtvD3clrC0j3XoSDyHCngzEFESJAzWqE5oNEyDtvGpTj2bPJXNw0QSz0nunwyPT9o8
fIV8p4gFyDLgts2yj4JIKXZa/GhN5sZkVvZjJkGYjBNNI20kSCieK21XWvvba7UyPCL5vDGIjhdm
EQaXCCNj2clxkNenwivTuw1W3UYUFzE0lJ0j7yc8jLk+JYoc0zJg/Q8KLruft79+RYnNhhceRnS2
LOO6xPBp4oW43sTsffPenmTIYYMEE1REMOw5wZzwMCJI2oV23RUXWfeLvPTRv8E3yLFR7zbh5nKE
51Ef0jKTWsixqktf4oH8fXuxlluNYARSRA4C0sCViBk2x8woYFZpcml+meYjMvO3h1/qP0TWOPYC
l4FzVQgHtSVWL3eoCgK0yv5myuOefJbi6oAkx7fbgpabDkHwfcDqiROL/tRzayhiqT0mWRsGtfQ5
b/fRtDe3jPaVpUKPJNjtgEBB34pzUQvNGUqk/S/RsCt/FluVhFvDC0+FnuusUB0ML7E3+2fZbEBt
lvoPCRKAbJDn5A1yRNh1XtW5Wqk1vaBllaZd4uzdoRcz8cP7lQc4W+DVcMgb7oYuzMMAgtnqjSa7
lFLmGqbkWtbu9l6vrBQYm1AjggcDMXlDuOCdriVmq9v55QX81e6ANk//2/jC3S6dTpdoGeYXfdrp
/THvN7Zi6/uFOw2Ed4/wO75fHY7psLc3lmflKiCbjWdHQzE1upMKxi5TmIyXtKAXYv9gUuUaBIDi
ZKtrwsokrqWIgbk6H/IqU0p6kRy3+GW+3b0Fs9EFvZHqtV1kZk4vYKyYhl2t3/0EgZYLVEmcCw8B
GBF827Ee++sk9II+pYz44xajyuoeXI0vbLGmhE1KjZheLPRT6+AQeNlWMHlLhLDNwyQhzYV88kXV
907sJ/ZB2ep0tqK9r1dJRHmQjg6FBeDhJbWt7veIRuCBztAYw6jLcAcTazre3nW+KnNrmbe9BMEK
6uHQm0I0MwcQSkgTimcuxjCgtzLxo+FQGH9qI3Vz7b2a7iVxBewDJP7AiEEYzGbx0UjVMCPopk4v
lfQjqfttFovlJZkL4L9fhUjaNqaaWjIcs+psshPr97cXbGt8fkauxjeMISrGAVc9nI7oGLoJc1ue
sfn3C5q2iAibWgcLFGV+qfmd80zvbdKOPYAO5zaCocE2VwVlm4dGr42oMAgQhAUAq8juVuYYHzFe
ZK5RPgB7c75EVhwVWZRFZqBWz+XR3KprXz6rs+FFW38qy0rPU8kIiqp8tnXpj2ORB1BG+QhpHOyO
+Lc3fHkj4YOBhwMs7PDzod/ns6GMtoPShmNA/fhnGe+73BudDRkrhwrVKLymA3k+uHvCA56BnNmp
jU4O0vLzMOy0LXjS1viCqcbQdl6lEsaPtaBsPqvaxo7zNZhrEQeOMKeXQP0X7DQu//pSEO6SUbML
8uKsyVF1GpLqGZS6f1Ax9pcN1UOrN/GDE1/u3BpUpoCLETgoHDWwsAhbEyudNE6x2gZyQ9xCd40q
dmXra9T9/hdygIVDdIb3OxSnV2ntINkyCqITFELXnZ8xv9RL93xbyuLmYxagUVa5sQuyUtFHC4fW
Yhkp2iDND0ghxpavlfcqL4jg9emcPYhDK4Q3EpV6bayA5TpAW+rJS1p/jJ1x4ywszhqXgVA++GXQ
UADVt/OzQDqborOUDuBleMia49fbi7QyOioM0QeUA5KWbNN2DU4taczGAMXa3T5iu/9peE34eKnr
uppOGL63n5RDS+41Q1GJefX1ItSf5KFmVh2Gb6R9tDP0+7cXwyOFByZuXv8ifD2lJbDkpjoG3ZNS
HLvodHtxVg7obHjBQqSqGXahheHRQcC2P+nkU3IvhxaQynDtQesDuB7qgsROEaaUoKiuYHKQ1KGb
PYzOFhp5ZQ4QAJwTbjMuggjUbIpBLfsxllFnGLqRpLlDxryu34pVrBxTtJnEYwH4n84pSeeXwHAQ
QMB9loPM9MvBt7eKINamcT0+l3+lcIdOdsp4wPi1/JIln/NiPyUbluEH+8lMqWMvkA/m+4BU1qIW
DBTcNgpLtSlIo3Y6SXJZ7tVapX5Yd1EMXVuf49o+6Hb7jrel/83UicCY6GWWummqKkEiJbmn66mi
78D+GaPS205dp67JicQR9YBZzJ/jOk5+w2t1BjfV5V7aq+Da9FurNx/syer2XazmB8T20K5iLOh3
FDHTlyTvywFI3ql5tgandhXJirzU7o0g1dS6eciM0ncs5jfayAzPlHs78618rPdhLY87MkbSGb6y
tm+pEh/QxJz6pdzHsasBirJH7+LopzrE/TkcjO9S3Q2uAeCbS+SunXZlbQFkq0aerAz0ODnVRFxN
JcoT6golt6mmpvQqSbfe4iKmOz1O4scqJY1XxbQ+l8U4/Y50rXtEv3mAXrKp9exEiT1bquV9BQ5Q
DxhIdslsEnkVLWrXzpRuD4L92m1QWvFL7i1QihSmHgxaOfUu6IlCbxwL8wXNMJRfqW0PxCvpyM7Q
/XIE2IPRGa4Uhs7nngxkz6zoZ6OH9hbAdnkY8ejj5iIqhwMPZ2J+GKuJ6k3ZJXqg6eCuQN/AZBea
v27rnuWFmssQD3zfsqoCqCNQEt95jtndmhPD8yATghygdxVram2t1IpisLTAHKSH2iuAM/wX3w8M
FC86Ri8zUbFJelHlTYSti2A42GrQko0ZmFjk+W3FDK4E8N+vNEKHQp9IGQw9mIw/YB1yKxK5LEW9
x1YoaFUQYpco14W7uEBUdTraMdCQ6UFqX/rhoIXo+v1uq1u9j9YOFTr0AsLB1egikW52VO17+L+o
UKvduHogAHyS6svtXVm4EpwGhvcrQTEczC4RHcZSdN2oqkELpkHzJytzi+GZ6Sel/ULSP7dFrR1g
QPgA7gSeEjgH4W2uC7lv5LZXAo29DtLn7nB7+I9kirj/6LIDyw7xfTgsglNH1SFRlLBTgpYOrjP+
TVl/QA7Ji9MHx/6t1g+EPfVy5Em1tSvLx6H5glIFl5nVbsoDJX/um+ec/dImNCzeMHrWdvKfLwP/
+/xkTnVra5GDmSfkM5vcEQi8bsN0XltcXtCIIk08t2Cqmoug5kAy0lcqqqKP8vg4fb69uB8+nri4
MBdwwUwTdYEilYwst7KKJw1nXpM9q7DdXKXeAFo1cqS09tSR+kz6ZNlgoYv8rt/T0t4ryZ8QbAJR
8b3Ij2p1lLbMseWkUf8KNm1wqPLe6GIoxTIn26zhjJ1lUnluutnefXnR5+MLKrdUuoTUBOOP7G+v
WTtdbXYjPdlNd7fHMBck7h4LNb3sIUjD0wRe5zSZ3NsbuDoVrBPgYIBvLKiAYp7fj1Avd9b14jOI
ni5NWZ561nyvhi3cw5ooXm4G7QiyowUxaAvnK0zawgQbTf9sNtGhrpDArR3qqWr05fa0ljdL5RTG
/5UlhA2qImocSiGrld403GZ0RmVb6fS1U4aILWBz6C3DWSTnVyt1+l4Pk9A4MwvtEpvG3WqstjYJ
UG0ji44LhMybYD3kMUFfBbw351gfXBlavgz7HS7P7aVanQaQh7yHEIxaEf4lScM4pWC3PTugAZZd
Cc1SbgtYnQZ/RtDhB70txKiUSfQ6NJoJ02gpeg7Ifkrq11YaNu7KEseBjjWIf/1XjuCEWWpnAx4o
G+fEDr2Mw5kzZaexS4sKRLrrutYb5cKts3fN/np7hitLyOtXcdwQO0C1kbBRjkJiVL2Y8plF8Jxc
R9nfHn9lBWfjC/omjprBZAPGl1pPc3w99ZK32xJW7uZMAv+CKxvJSlIniRpI6Ku9Yn9LAKr8RbYA
9WvLpIGxEq8FQEkIssyFdCFYY+22l8+W9ULjl7uryhCv1VCejoQralthrc6HlyKTxa3WyWdHQx+m
bkdC2yVb+axFVkAQIgTWwr6UGjnEHJIphwPxk46FZ5mfFbYnybFmG9uytvFXUxKvTlVZnSIXA7Yl
YS9Wbv6we/ZgV/Hu9u4vxXwQjfHScUhbPAKosYmYnIYT4M27pD9FmsuyDWT+qgjkU/DSgFrZFlP7
sZHHusKmCYinA7zELj0m7YaeWZ5hZE5QxMYb6SD0KZqsEervSy01JkAcTU+p9qn0bKjnfLi36xqP
xFzL4d9xdVcqHOMpTc0pUECB9HvaanO/vCW855YGcjXwnQHqLNySpCBgHZQqEFAwb6I+appub/bW
+MLTyAa7QYSktoI02xkGiJiovqWJV3YC5iDS4pwWlSMQ5ys0NLEapyYJg0GZoh91GobnzLZ+UNS6
v2UdWnimWqGCYwNgUTdrpWnPK2ldh6iPYZyfOlX2Oib9qQy0fxzt19vT5zb13GCdaQmRgnmswO7X
j7jAU/eohYekDuTkk+rEQBduhbpWRQEJh2JkILDAVz5fhkmVlEhrUvlspn/H7G1SM78fukMSBXlJ
N2JSyyXHtExgJVE8gFpe8RVHOVwNIr5cPqMu38/lHyE3wWFdKT9uL9+6HFjWwFSgCtARlKyVgSlK
Nhv5TKODYiVeQXaxftHI79tiluqCT+cfMYKaHfVRbdWmls9tFHuZlNRubkhur0Qb01mTw6F4Jqfl
BgKMX5aru4xXipgRS5SzZR8j1S8n19k4b1sShLtgoJJWQSxPOTcWMLj5sQ4BvNyYBf9K8Uxfz0LQ
SGgBP+XZBBmp7lqjn20RgKzOAWoPCRJEOxceejQioqqEVDlP+g90aYTF7nQb53d1CiAy5DoPcSYx
/5JFfeF0ca6cS9q53dFGZO/2idoSIJwoNZdTI2tq5dwbb+2+qTcokZZV1DAMUPTy/xP4+P3qJOnU
rJjaMuxznT8y5I+bFu+cZvXvFuuOpo2a1Ck/hEPzlrWWTyQ0mtWtnQxSkdJMd6mOyqI0R7cBMvgx
mvY2deLTtNyAVK8uAsIBnCwDayzmn0F3n1RG6SjnLt7ZkQ/213+xyP+ML9orETpgjmFqKudEOZDk
xLY06ur3AyMD0lqE3hcdVZGVoFEXqvh+84vdvH65/fVruk238XDhHywh8dkyJ4eOVR6p3IA8TYPj
jeah7eNd33f+bUlrViRKmj/YelDDLYa81LY2tKiWoa1HcrKcbKfkxmnUba9XpNYdBxTk2luU7quz
u5IpvEZGZtfJmEImEmSu5Jym/FHVmGtVf27PbVVZXMkR7AsSmtlI2SSfx/wrOBEM43sU/YuoBcih
/lk/weHqlLrBQYMMRJ8+tf34qVWQFCuRcwm38NPLMjB+sa9k8TN5dbGztLXCsRvlszwkPu/Olz5Z
bJeY6BswlrsJTU4ikA3m1XsxfC1l+ACX2+u5tm/oCAn7AWEYRC//j7Qra5YTR7q/iAiExPYK1HLX
uni5bt8Xwu0FkNjF/uu/g3tmXKUiirj9xUR7HhwmS1JKSmWePEe5cVu9mClYWjCfJoKlE7jyoWDb
b8kmrXkkBFsQrKCIj/9TrLBSmqhKYZRD8iT4qWmftP6TTD6BIGSny41nzTXHMeb03JpyGPOaRuM4
wBq6CO9NCEikIBwZWe0jhtkRvbqrzf5YplXgNI2vO/PbOGZBW8dHnZKgy+evceP4bV1vHI/XfRmX
v0s9xKcqbhO6rLUtSs91f9LoTtjI8nWenh0T4Xo64btoq+93dYX/zL0aJyaOkaZRjZ1psCmoEvZq
DVpQpXIX8y1xxi1TyuZsAYi1MoGN0077YniphqCsj3SrdXL1MjxbX5XEciimuYaKjh5GUL3jZNxH
VuZVeflImsibYnS4xuDOTqcPZpHt26x4kaN1P9VgVOD5nsfNsUErBE9EQOPM43xs/DqPj7f31Vq+
CJrfeI6CoRlN+Cqj55BWruTu4vLZfVlCX1DbE3bXNY9Tg67rPHpMasSeRe2NKIHetr12j52bXl4O
Z2eKI7rUgvvrYSN34p5ru9ufX93MIKv6nZUHakY56i3UazU8B3BkZb9cBOl53nkpR0W/faPjtyTZ
woas2FvknkBbikcBsAmL150NR4jelZrLkRSJdqLc67+q8TDRvUk+xVsgw+VkUEJdPKYWzj4KYjHw
V12aSjKhu1aSY+as6VfjzB4Hx0nhpB+cSEenVp8HgGruR23a357SlVsNdjE8nBCo46o6keigSZoo
T/Swjw8WD8zEp1vq3itOcWFC2ZtInPZmxzA0bSh8Un8Bsu79bndhQbk2U71vbJFjnWyw1IBlBDw9
/f/ThHJbZoU2DMYEE5H4KOV9+m6ULPQnF90eeDU2kK3ihIw4jrOcZ3hTcyPo5x0wMcH7VxrMXgCA
Ls3KV/XotjeTTrh0DouavYkhC4AO/FlsIvTWHMoheK6jSgF5GjVnzJuEt7mw51Bz713rUGupN6Pp
7/ZYVo57sPH+MaKshlbgFEZRdA4du/K0EnIZUIAmjyLdOHC2BrP8/dkBkBVDwV3BMBi2S6Tv5uhh
3DCxkkxZJEpQ8wZCeql7X5oYUYApW+bOYUzupvEeIVf/OpjvzlKCvRhwTdQpFsDGVZayaa3E7vU5
nMihaQ5NcQC05/aSrMWToEcG0bYNKCNYQZW54jqVuI6mKeSGcYz02EtFd+qA1um5vetL4M2Jcchl
96ul8sHmzO+b3G/p1pKtnDb4GcApIC8FNmIVmqK7veawmk6h5fNM+Gwu/dsDXfG9CwOK7yWE9YAc
21PIgEHOdhX7W2a6lzfv5eGDewM7iNYSNGwCeqFMZyTjqkclDtzr4ODzXLFxGqxFCWBrxpuToQl5
aWm99DsUkluQzGkTQpke1Kf8WNPcL+0HQbU9Wl29iTxbUeY15otuf3//DKLHFagYADBwryou30WG
QNJCp6G09q3z3a4S5OX3dKOEv7KxUDVDfRHSJiiZqqwzPZCLcy0IDXn2mLdN0EwpCEh+FaXro2r6
L0a00GZBu8xClkeJ+w3w4NKpoyx0htMcfbO6U0aADuNbEJk13wPKE7gfoEpW8gSNwZIsG2GHyx0z
72Xp0c5DM8eGj69tojM7KihWTkZm92igCgfn2U5rr3s3qT28+9yAEsmh2AR8FIUBXdyjwzbbgvBf
E1AtBkBqt6CGGbBESiSaDgkI3UqdhaWR6Qdpdo1XkS71UPHOH2mMPFE0y/pQW+U3Qw7Ew9Ox8iWw
BJ6b9FsVnGWvKsEdtjH06cEQgqwIU4K73IxomWiDGZbtYw3xhuKRtBtPvHUTuHOXoj1au5VTqWvb
GKiDygwtWX3LWPzouCUIas3dbUdfdQxgaf9rRjmVBhEnc6vDTMrAd+oMwfgv8pmYqz8Wli1wduXm
qdOmllWaYQYd391ofLw9gJWQHpR7CzcYCtvXj6OUzElaVISFVhuY0QNLEaTsuXiAVuImnGZ1Tc5s
KT44yRFXBS6psOgMLzN8pwLOdStltLoiZ0YU3+q6ZuLyt5HW/6m/H52NbYRODxPsZghO1cDB4ihu
92mCAwdrTUvt0bCnu9srsnqmnZlQBmAPhl5odYqdmpTOA3prpW9poCKWUAvzKlaM+/fbs5HytwBx
xu2nK7cP8FrS6vQC9loWQGDNo6zzIeUXyPdj/zFhBBprS+EewgXKIWdP1ai5VcVCrT5W/Hi8PY61
hcfVhpsAbx8wRCtbUVAry3MS4wjNPO1bvkUfsua8559X9mFRdtaULsvSs50poKX96LANmODKmxfB
4p8RKPvDifMIAl4YQVwcgJcvC1QIjoW2Q2N26Y1bYnRbA1L8DLoOeQyFMxbSykEG/HkgBMC+w+1F
WT6invTQH6H2Uq5EJ4wSCICGirUF5SxMxcdeg/wnWoNj82+DvlbOi8AxcNvc2t5BTR2IWbzgF5GH
y8MS/f6NC9IuBuSJAQj+q9VrQTpwCAnubhtaPnQ9rj+GlMmLwO+d1QYMTejFu5d8PHUJmMlEkr3m
yGYETk23Yp1V/wYFAJgqyfI/ZZ+WrhwqMQoWjuOLk+zSbiNmW/8+wxsVyQ80eSm7sxTjIr03s9BM
DlXmucPGlK35G6jvcAIYi4+r+xPF89rJqsoI6bDvij1KEiLbeNatLf+5CWWPZskwZGgBMsIENP5z
MBr3ZYK+iA0nW5soMD4QcBpAMBdFtksn6+YY9MiGYYSirRsvJXT23bbeAgWuedhC1AbeGMRteL9d
WtHTitJRpmBUJHSXztadm7kBnTS8EZNmT+13Slaj4xIE8YBl/xZFvwbuWFbbcbT2uiek1HT2Mjnh
7R3zO+I62zK/DWBxgP9HNIPbRh1QRarWSKR7KnK/If4ASiJ2V0++YB8ZDeqvermvqNemPvSW5i0i
CmXNrowvf38WRTntNDUVbd0TL+f6b7dus33NnS3BbOW0u7KieEbOnJJC+cw9mQnzutn2SPfizsci
eybcQiD9cWNKlzfp1ZQidAOECGkRoLIvRzUA4VXXzeCcrMgAiIgB3QLsFxjZTHDwNqIhnpNJ+QDY
gDwQo3bucl00n27/CMVP/xnz2W9Q91xqSSftO+dkAhVt8BlvV+b66FpC74URZmYd3LanHCP/sQfU
FBgs0eOn5tN6aNNA9DJzTqyWu4LXXhpFQRNvpVDVEtE/dtCLjG0B8dSrRHCLVITRR7AzxsUzGI4h
aNqUD60LkHFPk5eutL+hX+atjUyfyXxjUhd3vFrYM+PG5cLqLcrWpZs6Jzo7T7zhdy7PN/Ip6ovw
9wABIYLXoMp+nWgTNdMK0djWydRf3KIM5uh+GENjPoly9oZ8Z3TDLjJcn1jxoSVbdCfKUf2PdQuv
jgWQDton5bZxHYB+6hHW8x6n2Zz/st1mP5tRkGf1RuJjdSnx+P2fLWU2hQWm7bJ3rVODJ66HtOOh
jdkno5g/tS2wU/FY3lVVt7dH/TAjGfe+6+KfkUJAElmKZawqB06SRFFrcM06JeOD/Ey3HrprruKe
fV4ZnB5laMFL8HnwLnt7E3+8d7/htsbxgmcPlgksR5euWOPrQzQO9qmsfhTt4I/50dR+3rZxPYYl
IgCoBrBx9H+ryYlmMtvJtnvrJDxu3kE+5vbnr33t8vNKsGZNRhkLF5+nifa1MNrnuC4fNUM+1Fa1
8XhbHQlEPLAgS/erStfE6WxA7WSyTrPbQpI38cSP22O5Pm4xFrDsIHViWyiMLH9/dpFp4HI3C9ah
4RGaCKhX1qiZ49rsqwfqbB21q4M5s6XMW13OKe+BFj8ZRbwvcxmYWyy/1xfm5WgU50pk046JhdFw
tNLaQQF9Fek+dSBKtLqfzpaA9Np4QMGOxD+CkIXu5XLu5sxuE3vk1qlHv2oduYd5+HR7df5pML88
ucG1DfpbXA//6JFc2oi1yRlbNsUvwMDXNhTLaXHMjaoLWtzW0h/NzgTu2pl3uTE0nwa7TwI+1vFd
Jeno9eDYexm12rzT6yx/KQqQbcSOYF94ysePZdFOB5xgw5fOAfdHAZ2dYw+43rGiFqQ8Zjfya11C
tzwVSeVFqH3shE7qnbDb6aMsJNYwShigaUn0WLd1fwDNTn/M0MgVOBYk3qhMnF0hbb6nvRi8WRfJ
vcgEukXssUP12u6/ogH1lw3rD5Jk+ktrNWKfG8Ldkcz9Otd6e2gy3kPABoA2rWPzHmz27KEDQ2nv
RXWP6K4vp1M2WvHJzKXwZ5Ah+TVUlfdmwv8eoSLg2WVC/LiiXcDqSHt2p2J4RM+C2DXounoglYAQ
yQD6uzkdysBCNQOYVIYuvkwv/XLsIs9Ik2TnRpzuJ9uoPkRdkvtJL+zXSLPKfYRi3JH1pnYoZZw9
VDVHWWQejbvaZn9V5pj4aBxm3lTOcWjrUe9rsdH6RKaZ5zQkf9Bq/e94IElQSO0jEqPzT5D53/ah
tR2+tDagYIN2Yhy7lx5kt+jxZUDAvkS9CVkV8WBa1BMG++xM8lCQ/n2JUlxPC10JILiAoYNOQq23
tbYk5kDM+MVOkn2uFegRjx8ye9wY1XXYBjNLQc+CqhYahJS9F7egPddnK35hoJJBaiN5xOKfhs7a
3569tT2OVqolHl60JNXh8IjHcjKx/yCWMkZIY291Oa1dJqB/Wzgk0Q+JHMPl8oAVMQK/tYxfeNR6
pT57oA73Kxs0rubh9lDUktTvpUGnE3InqFai20GZM7eMxmmkbfyC/vqjy8cDdu5Dhawp3nCexvVA
5gPwEeybaPOnKNM30lFrS3ZuXoksurjr0jEdcZRNztfZNF7NpD0M/VbOZm3FoEcNSs7fImXqqdzz
JKd2GUWn0im/M/ASeC2JNoLdNRtI2sIKMEA4nZU91bRGrqP0qp2MSfMMpGaabCN7shJkGr/lS/9j
4vffn13MpMsZ4phOO/VWZXkx+PxAKyWO6E/8bNRdaDV20MnpzhpxvGnmhvU1p0R+bYkHUDu/ShYI
PjtmalfRabSzPc++Va3YZdM3Pm/M46odJNiQLYYe0VUDXNqOtNPzOTrVBaj45WdQHnmd/YEVf912
/dX1ssEFSxeiPCSMLjdZNWWVtNBPcoqyHRVPYos3e+X7uLqXVg0cSAtx5OX3sa9TdPG70anLP6CV
Of9w++ev7Vx8HzhOAEtwuqq5jlSbXaeIUu2Ew9yAR/TULzQa38+AHT91VPSBLnPHg4irPALxQIJi
GJ0javhbqNbVgYKQAu9YzOUVfegwo/e8MAS8Ugb2k7nVi/kbhqWEOwDWAVmArB5QAGqWqmTNQEdK
o9PUJtXOSK3ZL00X2bcCvCA8I9lf01AUgVHUzgGNleAG6SN+qFLdxB0bJT9aBBn7UcSVb8sa1B2k
yw5g9vjqNLETCBIhMhBi8vJSg/pe1f1KXfMh7c2fnejY0yyNLuh5ig5Qcxref2FhZOaSY0DT3JVC
NKtJkXLdiU4ayLOjlO7izA71ojzedpXVBcJlghMQ3SlQwLr0RESpxmy38BTqRF6Zcb/eMKBiNJdb
ZME+/teCCmwY4iobMi3RTlE0BIUAzJEZiJWo/ZLPpu+0xUMnNa8xikDM5MDs7qU3nYdpcI+xVdxZ
Zucv5LnOODyhFLUTeXok+Rbn48pVA/IUhAWLkoiDPy9ngZh1zWPiwE2rJ8sJSgLmjmkj0FmJq5bO
Ft0FRwte4yrDXNaYw1TpRDtN3YdI/1xkWWDotTe7kGKaNg6AlXcN2mgo6NKQwMXLVgkSLMEGs0iz
+CWtsKr1d82xgkQcuvQwaYZvtXfvdyLYc7DDkfIDtuNy+nhX1BLcrNppnJ45kCs/bn9+1YXwOF+Q
HHjaAm9x+X0k+ErZG4N2GkaTPGiRpfuJSaXPK/Ad8Rk9fXnrGuFcNvwxsp32wGY7C+I2+guv2DiY
OxrtcrTnfwSCJvo+Zjbxq5z13mBrLQoBvf3AmjreyI6u+RRZ2P4dSNMuOKzLH10jtjSGDJPSOp9j
Cy06BtA70RYEd+VGBLf7/6yojLTmpAlRpaZ20gkcy+dv3fDA+UYGa9UI2LpA/r3kz9X1bR2ztsai
wCEhTTfAEzMP2hSSxdBBITunbrbgO2tbBQ9zHOrI+SxB++XUzZA5xCuo1E6axb0KKd3B/ZWJ57aG
7rS+sVXWbSEDSRfFXbxALm1RmuSuLDE2bXmodbFH8i4oZwt3AVic+62yytrOBFrof+aWvz8L0zJI
4FZmhqHN3PRicnCn1rPd19YI08bwmsK/vXVWzQG+CpD8goRSi2p0IC6X1RJ4FqCVwQkKASPvwEyw
NG7hWVcmEic9dFaXbN2Srrscmdn1SVMTxGZdMoBqJX3rI3oYtHTXyBQFvXnjOF25uM7NqY7fDGle
Js6Im3/2wEPWvVN/cbm2Lr6v+GBmy9yeLHx/LhEneflWOVVltPnHADjVXQNQY1TZ1BiwXQCaRYcB
SPbDsIO49OaD2SM42eGYToSXDrj6Bmun5+5Hg9dvet57JskQbNiv4zA81lUFXGe6sddXPAYDR8MC
zlkUduxl3s8c1JpGQ09LRFRztO+huZnV9xoAWCJJjmOcA5SzhQNY9Zszg8o8kIn3gjp6dHK0/skU
7n1RYNwuIqtpCmaNbOyI3yGhEjKC3BOJcJBDQG5NfYsB3RIVYh4w772J3vCie6Jzsdflm5V9LL0a
NHcDKLX6YzWzgzCw7nG1pfK0OsegooJGIfjOrpKok9YmYM1dnjFp5DHtuRtBN7q3WugAfcmKjXto
2XdX4130vPCOByeoGiI3FUC5YnmbAWQTsMzcOeQxHn+ULPUinAO540fWxjPttxDElc2lKx/SbACz
/u7LOnMi0jv61JVNdEqsD+UovMoiQQpimZkB2deG9viXMx00cNXh3+76zvV6KJBWU+pLUvpaIX2R
x16Z4I03PwlbD1zo3jaEPUP29lCOxxbdWvlMfbnQCkRHbTB8zh7s+iHVJ9wViae1YMnPPT06OOYz
x5s7Hp7T9JsZHU0B7d5vmvtlMu/m+i4Zh+D2ifu7g00dO9wLRy7qLZgAxZ9lMuCx0afRKR7fZL/L
pxNagj07mT0yf7emwuvI0bD6F818LgANKUWCPMq0M0DAWA26Z+kcjHHO8fav+s0offWr8JOAGwDx
AB6el9s6YtlkkZy4Jyt+Go02GLsvLiJ+QdDyBGn2adaAMN5X80NZvVEDd9IEiaL6q6bPvmlCEYD/
HcvaZ2nlz2PYt07AoBcpp/3U/or4o1uyIKq3MjO/9TqvfzRiWHgtiGzVsLyNarvj3IRGOH5NwStQ
AKDiEP8qhjkwyL02vBasxYPvS1s9lbm9E3TXI39jJAeq73PGkb6kIOJ5M60CSqAPRMsOWfM825+q
/tCzkyxD6b4O7DiPb32b3VnFj7wekdp1jlWyESKvlDuNJfnoAi6x0AubyvXoOHPRJjJiqFND5jV5
1uR9Lh6mJjTh8rx6beufLL1DoePdIrzLTcNwpAPzhpYWG7w1l2svm2lo+hhwMSt66aqnKrztWyuB
LhjfEJqDiQOpGdXhmRR90lW1eQJT2ZM7gtHTQp5uficdyj+joMsAloTkVSOLLaESXdWNeQLTYdBG
jy2pN57cKyEFBvLHgnL1jSBZ7aXszBNgyrEJwSz65fZMrRkA5TM6imAFMBT1aGBWMY6taZ7QP+Z5
tsz+xQAcdNpgIfAmuEqP0QKEMhLZ6VMOvtJj/v1f/PqzryvT0zTSpV2Lr1f1p8J4duRWTX7lWkRm
Gwm3pVMETqtMj9tNtI+L2jpVPXtiY3fio/OZj9UnbkTBZMfH0ZRbTPlrzovUB2BOkMkCCQ693BtA
uw6k53DenktcihKKQ2U/xrsCgisbq3NlCht/USvDjY+bH/WOS1PcQhIkrbss1Ol9UwAbuJ+7DQDa
lgnj0oQBodC+h/RCmBRTf9cZ6B1sIMdwKg1nC1ZwFbZhNEhfLvkFsGChJnxpao7LgscJTOlDHNRD
e9A5tz3XKhP0WdAfHTCkt93v6hG6GAQfElRi0JcHnZ1Lg2SoTRq5lQhF+iWx7knyrcEGSrfyVWvj
AmAU5Ne4cq5l5aCaYORd54oQqI1m3yb5vnLkg1MN3/FsO5qt/ev2sNaWjIKmHVlzJJ+uMFT1TIc4
ci0RyskCtV8iPsmYnSpjC9y7agfaZniboSMBPY2X05cZOV7b8yxCdKd4jUTA+b1uN863qw2MJaJn
NhT34zGQ6TzSRYgX4g/G4i8zte6BfEBtvf1uxOUzqHnNjV21bpNBQA8+AUoX1Q9R95jKkQnco+gn
Sj5aQwXe6TcUQlj/ALL6DXPr0/g/cyrziJZNPbo6qAC5JHhN8DbU+xpaiv/CKcAwh4AdZxOWbHHS
s/gZSOVYdFmThRkkKYvRDs3JDedhK+25tqUAqUGvI64jerWHB2eKCOVVFQoJdnAWz+YXXieHvvuU
Rjhybzv6qjEbis2ArKKFQQXOTWYRZ0gPlOHUNEHJUJoq0zt3yL1J28LKr5laur+As4D2OKo4l9OX
sYqmXS6rsJM4jYbXCYKecv6Op8LtIa353tIhvlANAr2q5o5ys+wEpVoZ1llM9ppYyH1nE8rJ5Idl
8I+IWh/1lrUbE3kVRWCXAZmLexJIabQxKQdhonGp2xxWW+ORaI/uRgJg6/PL5J75XiXSrkjruApr
b+ABgJy352xtA53/esW1LV5KzSjx6523ssa7rR99a6NwvDWCZdnORsDNJuusZQRzutPkZiPj1ueV
E2fgrMkb9C6AFOaoPaOJ9vYELf/84tGD5UVXGhDwUC4ATFmZIB3ojt62WBW22nwo8/tx2Ff5X7z8
UIxH0zjU05bBld2CCw+vE+CvEb27y3jPpqsD+3bR8aYIC70GWLeNtUdbNGjcLw0tiCf0v98e4Kq9
pREQlxFK4mrkMDZzGdXdCHvunn9E+fNnsdUe8ZsJQplE3EOITSzAJK6bTc2JpJYGnq8wt9DF74GW
X/MH7CkfICX0qL80ibbj5eBrmfu5zbVdY6anTEygWwAIaKhfDBNVwyol3MMx3X0q53l86JxExKB+
iKuPWEICHm0no3ewA5H7Cg1SVZ/rjxU106CqLX1XFWnjWfgnd1HBBs+SXfoQJzzyx2YQL7K28K1K
44VfaQ06q/S45mCfaxKsdulbMQsy5E2ted4VyKD0HtpMoWfAY/eY6Pr8iAeddgfkXRRgmfgJZAUF
2dOBIn8NCIqHckTEPaPO3wanIye9Jm9OGX2tUg0qDDxvgUFMhb4bNBuiwzY0PUGQaLPCo9z5RWgf
vVJNNzx3jC2yw8P/k1VJ8SGrGA91krhZwC3oFUdz0txxQicvITG5R39p9M0VhtF7XQwJUk2khp+x
wrzPM3tRIyWNR6A08ZyPEw2GUgzPTZ7bmJ6h2XCxlS0KeCJKL0sqE0U39QSw+zGjeF/h3uwef+aS
bCSfV1wYTazAE6F+D3oQldzRbB0oVZgsD2NWeun8RsRTOtz3mMDbW2XlsESiEmcAiucIBNQXER/m
ronatAizCZTy4rFqHKA4NsAbK5OFGAAvElyVeHRRJWpLCAXPbNXkYZ7cRR/taSsZeH2eobUcePmF
bQ+vUuUyLidzlqTWstCOPw8i8iD0sLs9S2sDAC0MurCRFrjOb6ClT0+1pCjCtPbN7tXaqqZufF+t
YFd5OuVRj+8zd+fukIL8f/18U4nMY1dEpj7h8/YDwN/tVuv1cl8oRyGYh9ABBy0fJIDU+0ROWdwk
osrC2ep8WXV3lJ4QouPEu9M3ybHXpurcmLLxnCEzc+GWGYgtHhwcJ8bH23O1tvEWVB3SBKAdQq7j
8q5iIh8tB4iCsI13pZBex0svJ0G5v21mZd+Bjx7NQojBdfCzKEvSJy1F9SfHlpjjgJLixBrzGI3G
278xA4wOmt5AbKQuDeLEWjNZmocJ7ULUGrxhMI6VucUptBJRLIQVeKjDCa4hljHab/JFEy6ctMEz
3G5nDXzHyFMynywOrpZ+8KKtVrgVR1iWCKE+0rYge1OCJM4K+BwpmzB50fJi15Tl+zf9osu+ULWA
fwqiMZeekNu8ceyyrENaIV/nmVtlk5VtY1Jk7xcSKGwalQAoLV0qRGtUoWkE+YcP42szBlviyive
bAJhBqpqdBMBvqeMoWYdyXgWVSEIIT/21Q7KW4Ckao43v5PzCXcIsoEL4SS8Gn+qLyK7IKzmEN4K
x7zyO/wX3vbkteVeGIgXqgAI56kV+0liiQqoYIRTkvlTME5bU7VqADqDECZDYIx83eVy6xpOeMCj
mxD1oDrI8N/7B4D7HO9FHF+415Udn5HStYe8wQTZxrFrkz0ld7ctrC32uQXlmm3tmjRO3ONVAq65
2DYCBE07rf8bWia3Da1NFVrpXRePeiR7VAhyks5TM4HkMIy/1cnR3SIWWv08wneUZBY4ta68T2yt
j/XJsupQlq9T7Rv2VsfPlgFlqfkgqi6hMMDyA9EP0fvE5ZetgLIr0kXo9IEakJqHYF2dM6vWqlCm
zS8qEdwbxftDHjwAIFWzVENwfijOhDbjGWiloQppB2g2AG8bK7ziShffV1xJEr1L2gzfHxJ5J7Th
M3I4eytKj8jybdyEK4txYUqJ3tACjBxRAlNT4+kQPPt821dXLtqLzy/mz96eZTcbZaNhU9iQ53G8
CNWprb7v1RGgdVwHSQoS/ep6a2mTJ23sliGzSlTbgezR3OmdmjOLUyH1CRgqOpgdvDuU6y63O620
ohIrwurdLOWbZGzftfkuqrYUDlbHs8DI4VmoJqpJJzLaCUC9ThVy8TgfO7HxtFldkbPPK7vP0mvI
uVoWPi/Fna3vJNkNjdg4C7fGoEwXsfJ+RC68Cot872T74XjbqzY+r0p44zUw1Bm3q9AqfBCsalv4
jbX9h5QJRRecjQSGmp41orYSSQmXqos+fR6l8VNLo/SlFbF+x+gwb1yuy5QrETziDx2wsYUk5+rE
KuXUjxQvTRCIFuRpbu3EN0TvevnU2T7BZRVEInXeMpoaW3A1ZSZRiANNOiohyNMQAITV0vEQxeha
IqCqNgGO+9JvsZ4pE/mfzy+oW3Dio8FEuUuMpnHniaBP257i6NXOR4pIsclTz5yY5rvmYL7PM/4x
uLyoQbzoAPK3eP/ZeTPMWkkYlcCKske7eja3UF3K7vnP93HDIO+0oKiW+Tz7fgNR0KLNdTSekzyo
k5co+bm03t9279VZQ8EIgD4kIK5kxxq7M7RisDBrlemhqSmgkb5nAujMjbNgzRCCdzwfcdQgJlJG
I3vLnZwUq9/1wJ0JU3w2BkN6BoHiDRWk9W+PSwm5f0/euTllcVAYt3jeLebMr4nzOcv3UbYv+s/U
/eu2obVVQnkA4T30wcDVpNzPBNRcgroa6N27v+zhLZr3TboRZaxP3R8TyhVdG5A7mXuYsJu71N1V
8x2TdyQ93B7Ick6enQz/mbE/VpTbmRTS4XmJGYPM3Tzu4wc0Xg72Aagy+gu0BP/CGJwa/ZDgrEcE
denbVaUZLdWwWfO6ne50KzM/cl3aoO3KyR2YO8BgXNeDFYBtlOvA24z2xg9YnVMkaXH0Aj97hayq
HUdEiZMbIYm7p7oRf48yQjsBuDS9PtpyxlUfOTO2/JiznRzXqJlNWoaTr9k1Pwp+LLeSe8vuuVo8
vJjAxwNqVuj7XlrIzWwu3eVs7c0PafpslRuX7PoI/nxfGUGGhEKZ69wIgYP0pPGjKY7Tv1AdQavo
HxuKT+QTn6Xbw4aM5hHdxfMXeL7hpWX/5bbzbQ1muSPPlqNHNyAnFvYTMNwHkKcCNtkHqbbhYVtL
osQldTICbsJgBed7iiq5fYwK598cqsAXgCQMf6Bf4nIkeT/RqodKKRwriJ803W+exm5jHKuzdWZD
mS0bSsaaBiw/9CveknHfkmPX//oXC2Iuir2A6xhXDbWZW8SClJgqI7svoq8LnFQfoo2bbnUcZ0aU
UxSEPRlpaYRxAJTVuB4fdyy1Nq6d1UU/M6Icoryr05yaMGJoLzY4ZN/P2YfSOt4fSFeh4nWV5YHm
dc/HwaR4MKMD5NsAgOftpbgeAEVwCDkUJNjBaqkW8GbdANm+Rmg4Pszo/SzadyZfcM3gyIVgCdgx
EKc5rrItIjKNjYZ6R2hyfeeMwkfm8PYQro92lFHwGteXhBto8vXLTVGP4wwqBuDuaDXFj+hw/4xM
FhRRsvKD26QbQeCywy4PXjwGkTREazPiW3QmXhqLo0FYAriRsG6DWXxtZhwkvh6/UbqxDdcWBjsZ
NgBNucb2AHiZuGnTsjB6gu5AVGwc8OufR48gctSA3agv27E1ZG9yMKbp4gGAwlR+vL0oq99HshCo
QUhOgq/hcp6aoo9MLYUqrJz8rD+gR+X29693N+YF4JMFIQ7pcjVpmNjZ6HA3McPaBjf0MbWgTPT+
rYE+OMjzIhGDQrD6fjFLaNDV4BwLST6ST1XqDm/amGwRvPxGCSoehegY/DRoVkIqWgX3ugUqX207
kVAbXQgyIVWi02/jaCMuea1NhvpzfmjSezmiWwX869WPrNvYQCtrBbALdCnxJDXBr6xsUdJrVWwy
TQ/3EdMPZfpOkMByBJx/X62BzSCk6HQD0l8TmfaxlLuxSDyj0XbAVd/2irWRgEGTQQ0HrBBI3Fx6
nVnNjVYWuLuYnHbPXT3u3v19A/g3XL/I86JfUblTCCt4mQ6ChprztQ+7LRmdlZ8PfCdaPNEPCflJ
Q1mIztZzwgAuDB0obg2v7P0RF8D7f75/RQUdZ4VtNQ5F7u/XVD5CNwdl+sP7pwgXCjoX8UoGkYyy
BA16RxOTDBRQS8tLkcvaesFe73xgMkAKj+QCzhVs/8s11tHH37YV70Mt2+eQh0i9NA7eOwaYAEvu
kigz0MykhFlxEmV9xZIBvMWfo4T7st0IgK6vLBjADIEmDWA2VKAux2B3INkbkQ0PaVbucUn5dRlI
bZ85G/thy87y92eRbwU1OSJG2IkRxjdaQGm1j8xjvlm7XV0USBOizR+Ihqu6QUuMPBtLo4e0YxE0
rf6972yPWsn32wuzZWbZQGfjMcAhOpmc9GHRsj1FajGryr8dmn27bWZt2qAxiyIxpAT1qxIuKfD2
n6uuCzkPbZpCgiQHudcUyOb9ImsLfBJwJqCnkCtRGVkgOd1arU3b0LQOhfnSu0crbj1HfBribxN/
d+piMQb4JFpxQSmnMkdIsxXAsmttWM/HxA5BwUTlxlWytkDY86hKuyiuXhFlIgNpZF0tujDhzKv0
Dwt1vlPtbi/PuhE0KiCBurTiKacwwFCl0Bn7P86urDlWnMn+IiLELl6BqvJuV3n3C3EXG8QiJEBs
v34O94uZsCmmmJqI7n5xtFRIqVQq8+Q5zR6JJasP0Rdm0xUPsDTFROGB0BtPVGSwfhoaSQAA0yzY
cy6eGuCzOLm31iill6yMIvOPB5A9tdvP5kgrVHBRGujgjbMrV1h3XmlvRVuFwqaXp1fsOGpFBInm
FPB6IV9wlCtl6OFDaibv93RUvltcdmxje0Zodk+ohK+ETUtL932u2fsxqrymg/pRv7e6Z0pfIHPv
S/Z0+nuWl24yMiR+IeY0/YZvfgCYFKNHg1e3R5+czrZ9eiXGgK4lsNdmmf7+bRZbj7meNpjF0vqd
HoMcDKKXrnFH6vNgswiQsD2wM1S/0fuMZ8zPibpYeUll1v0eXLz+iLxUPqzcyoub8m2G2abYvfCy
1Kv6fWX+6curKIV63VpXx0IkawE5DRg+zg2OpTNbLx41Fc0Hjkn612R4KYyrMXM2lpdDTi310WXd
FG9o/Qg046oybiolVz5yTl3zbx0BG0EjBPpKwBsyCw1oTJO0dY1uXzvirXXNq5Trj5mQ9yM1Nyaq
d4M0r+0pw+hA7210qvfTZvm//AAg4Qh44ulRcljYkKzpDFgMrQ7c+NLbNqyKrdQuiXql6UaJi0a/
scyzs0JYd2je/vesM3/Ih2aoCwezDrbwJQIjGQ7sd2yvOJGl4/B9mllkJ9Nc2engdHtJ3xz+LsB5
DMEPd3t6Dacr/Odz6OfHzK/4obQTYAS6veemfiKYn6wAp5Z8IfRKHNyEwOYcpaIrNF7E6dDBSKpU
BKSvw3jMd5pHN4zE75obv57+oOloHX0QHnfTPYIS8txXmfBTQxKN3T4Cv6khL/Wi9FV/qXdGCPpB
Pz8T3PSfQzAxrjngNULpZWYNXgEcrhnH/V68pdGz5ayEYNOtdPQ534afWUGO7g7alhieiAeukhAc
KQkI61FS8hsAgT3QQ2krnWnHhjdpiuLBNbnJ41eXWSUM6dsYVfjy2esM30o3LDYDwV5O79Sx6U3p
EFCRIU81QWdnpqeplitQa/F96TtDHHj49/QEx6aHwVELAxQJkQVAsz/9/JgYvE/Hge+TradvnC9v
QD1sk6+4wWNfP82C1A7SXPhnHldAfzgZWYtZQH/p+yaIT84E6MHEfswwf9CXWZvbdJpBp9s8Rmi8
sk4LG4GXHRBbE58S8lOzjUhqs1YCeuGIIg9FYMb7/8c24J61pr4v8CnNt6Gwxy4xOwzvgp6L6X7W
vmtaqHsh8CTh6bmWNsNEz/yk2Qbxg/np77scBCtJxiGY+OjiNcE3UMc4PcWxgwG3Mcoo0BdDWRra
5D+tqmptN0vartwTloW6uqrHN9sVeESoDeNbDdz0p+dbsuJv882zCKmjetHnaICXQOuDPdUvbfZo
FZ7uE1FcxBwNxKcnXFpDqNwjGTd5AWOeUmic1ANvMOH7lLBXo08RJqXBkHsr37VkdVMGbNJ1Atjc
mjlOK+W0UMzF8R+5fzkka/nExc/Ae2JqEgemff6m0NqhoEWn8T1gQJCocD91DgqqPupW+d8nH/zT
RyObCIAr2EoBqsSq/bQIszfgApIUFAVV7jfiUpOXfBx84vQbU7twnEuQvo9Kx48ofaO/z/nm9IYt
Wcj3+efRpsWUAoleuXcy8auy9JsC3LU+wJ/buOIPFvdWMHNLK4vKMjToUJWfKK1+fq8B5lRaDzF4
mPOAAw3W6MOFTP8f5vF9ktmijqDtq8EoWqPVKdSkHx1Or9mC9cEmACxEDgUeb+7z6sFUKEQX1d72
GSpVa35ocXgMbkxJLcDZpiX89pZB3001RnwQUBiK/bp9LVdC38XxJ7o4lBIAF/dmh6fSorRPK4wf
iZcC/dzPp1dnYYcn5jvQ3oC8Aa1ts58fRbobqyIF2lklW4dUmwxM2GuObekbJoZfPGCmS3quJgVQ
ZC2RLAN8Lf7VtMxv+pVAZm2C6e/fNoG0td0iehJ7w3mV1penP55epcnOZ+d+utH+5wNmq5TWbdLZ
zQS4LCK/tXc9OrzsayLeTk+zcLyBgAVKCaBI5F/nIOGyK9qyGe1yX5AKWq2VJX2DJ2iiNl+jlr5p
cbNyNhZ3Hw0bgJGBQw6B9M91Q3dQmTdUL/c2OLiRskapR8buteZVZ+KHp8gGkk+AcqNkCYaCubrf
UIJVm/eG3DMVDk98jZhzyQAsE6ZF0MyExt/ZBnlRlhfUwSmJoShz1Q9FfyhVciZg/99HfJ9l5g55
MrQRdE3EviTaVdZZt0Kt4UMWPgRkACiFIIqFHs4cyG05APa2sdHsyUdfX/X87IQIagffhp9dIKOE
g0kYhlfgnnwYye60AS/++olJAxD0KVs9O4cgvUVaR2L4+MNS76aW+KfHX7BX3OEIxcDVAqTd3Bmm
gmoyGXK1J5AMI6jZ52XoruG3lj4CmqtoZ4BLRAV8VvZ2GdFa2RVqX9giyDYRq1ei8AVvgvrt1DCF
98pEwvrz1JUlKxJlR81+cK57ccX66wHacVZ4/loBdzPRzkDeANWDn7N4TS3jVMNaDaDijPknALEG
xNZOT7K0Vt8moVPA9M3xtgC0lE6LtartNxkovnL5Lew3VAHx5Ib21HSuZ/bUQxG0UkSv91q0S42g
WgPxro0/cxu6ILQobYwvmivNe+rMYBQrLnbBp+NR74CDcZKsP9oGA0yWek+zZl9jhyt9CC3jreaH
nh9i9Xr2ZnggLKFAn0LC+ijbSepKRwe3qPZvuofm1JXH3fFWA2yA3hVgZYALOErBqdqzG4MRaw9p
nvoialZCzYXhEZ7hCgKiGg2j1sy36qNhi4T3Jjx47FdV6q/hwxcnwNXggKYcr6x5t5UiGmQ+7AEA
k/jzqk3+nrv2/5HKBIQFVeYjxpO8lY2up629H27z+i4SKwHIwo+fcEpoIMJTF2+omaFaJpq1wbtm
oCnN2Jp8fNHdNS6aY68EJnC8dv8h6I9h3ym3a2ZxHajByk/soPLAJHthn0mGBF+E999EngJ8ImAm
8+7KgSUNKVSn7ymaRXNnk7pkyx16tofFLLhAsVQE7mnO6SUt2dNIkwZALJ1fupfasBHDnlgrGc+l
JQOFG5w4aEYQ2c68Xxk77gB1FmNf6vyC2HgJoo3sDjlWSJ3T8zXbkVlF5yag8HDoaIn76WopjZNc
i2pt74KQ4DWJXk4b8LErBKMfuCamXAD46f9l4L95cmhBU6lLQfesbZ4VWsJ5Zfqerj2fnmbBkH9M
Y/z8Cpbb1lC4ku4LowT3ot/2K3uyMIGDKglygBMF1lHxTzkN9GN0HESr+mM8GdnK759W+edLACcE
oL5/WTS8ZWYHMTJTw+GlYe+L/E/cbMUbKW96Y0vGLeu/zl4q7DdQyAZB9fioqgxi9Zpl0gQSa0Pi
q/TMfpzpJMIRohY7CRcjYz8Lc0bbTMaWaM6eG36K+slatnRpI76PP0sGUkbSgejM3euPVZT5NF4T
DF84fQhrkLwChmzi855tRevVHnfLWN9ztBN1ZQM63NSXogB/yMXZOwHwFmJayDYgT/6PCv3b2Ugz
ragHIcm+vkrbh2iNhH5hpX4MP1up1pAp07Ka7MFIGvlpteIM14afHTnQLlWk6DE8s8M0CdgaVcW0
zrMjAUJZgAbA8gDwzbzIKlNlj2mcjvtCHZTzYGUffXq+c0I7ErLKiPynJP9sqwdNtFIrK0COU+rX
kDkFIYbVr1T7Fr8DbwpEm6DKxnP4p2tKLJKNTp7qoHCK/azf97UJrvGn06a0OAl6XXH/ASyCosjP
SYRJlZZWEdmL4n60P8FgAXaMs7EiaN5C4RJBMwrGANX9nEOlNVKENmCBjnEVZ41vj/edscb8uXD6
pjwFaLZQCsHBmH1IX8gojbKUQP7iqzRuItCUaEBcPZ9ergXb/THL9Cu+nTwyuFZVyoTsTfuzJA9Z
tD09/oI7B3PFxP45UXEgyf9z/CRPAQ7POQGI+mClL1p96RWXJtjLG1v6fK3/aOlrLAQ+gDriWXlU
Ru8gOOiCQo7soeK1cTvwHas1I16olEPkeuoFguQDKuXzIlXUorwri4rsDTL8rjpjowoQSo+RuMhR
xE5seUF7a+OUzsZAd1qF22zlSbhg4WhiAL4PsHHEk/NanOyGlGiWN+4r7dkebs3kMm8vT+/a0jqi
moB0PxrFpr37uWsNi4TGY2PcO6l7Y7bNXeS1K2+pJfMGCHrKJyGSPIJZ6xEUTqt8mkL+NgrTFx73
u8FGiXTlsC5OhPwxcEpT5D33Og12wRayg/MnkFgV3LV8MvShw0wWCNG/nF65pc1BaR5v6alHxJ0r
rlEGzgkKIiy0PbDAbpFAYY8RS8LTsxy/eRFQfJtlduPQkml2BVnPfaHZt0Wp/Abs8Xb7S2PNziEr
LuL4k/6F3kB9gl0BzQOTsXxzEaAdjyvWJ+M+VQKVcj3QLejUam+nP2lxlonSZAr2wQE3uxyixEER
K3eHvR5pMVSbx4ex4xBcK+OVW2iuGTZla6AK+z8zHdWACRsEuvUwk274RfEYua9e8WWzp7oGebpC
P1/yf0hTHJsh2jzAzgaXgf8e2bvKNGLlnTGgndlX2UYqMFv5kAI6fxWn3oXJ1eKNMX/kR4bTo/et
x6kCDVs+DHjoP3jpn9OTHHsHfMq3SWbewVayBnHWMO41RSCu1d3YZr1i4EvW8O9yRUIHYPW5NbAu
VaNT28Pe9XbFCHX0e9Xuzv6KiQ1j0qAAYBr1+p9mPWbosqrTujzc08ry8RBZcdMLq+TiYYGsFPDe
cKSzVYLuHfDGXlIe7Ij7VIfI7speL00wKZwg0Yn8oztvvzAqOy3wCuYHlYcD3yYrx35l+HmWNosk
vKmL4RPjOR63TvJ0/vpD6Auo3omE9QiqzPoKRINULw5jA34m1HTLFQj50gfgBfavfwvpNHfmUYy4
yKshLopD5tfRW1me/Q4GwANkMJCaQ+cW0vEz+yFcuLQn8mBwK0B/OOFr/YzHsRNmcJGPR8oIb+35
LcytXm/0UpcHqIElxC+961T3SXHDU8BgV27J48XCXMD9TaUdsGvM7y2zZZ0oSVMB93wjhms5Vmcf
B3QNgKoOtTAL8K55IGgkgPoloy0PyZCF4Kf0kzUE9/GlOM0AvJUF7z4lv35uiGo0PkImUR7C2rvz
vFCpwPH1NUnVpYVCEhVBEUCvx0QkBXFZHXeeOFgFCaPRC3BpnHsw8B3fZpjM4tt929McVZ4eM+SK
Bx0jYbcGNz2+izADyoX/RBkgjzF947cZvMK1s9Ij4iCzq6IEJO2iVlfNmRQ0uGeRIppShMg3I6VG
Zg42HoBlHXHMD3UjttBg4vba42JhLzAJVHsAfJmAdjMX6yZp0nsxlQeTPfPyoT47Coa0A1Q4PJAa
IXE+9+BaVI56zlhxGKKHPg34+Q4K46MGOanjIeV4/FRtGtfLo/zQJDKMbAg1axenTWlhoyElhrwK
IHXTTsxeX7rNRmdonPygrK3Qbp3qysvCXK5cRAuzTNgVG+duwol502X+zZwiR89z2rX8oPlZ9fmZ
eX/WnMfiDGDQRnoClAHwhj9ncJQoJRE9dsK8EvRXwp7Q44+Ww5XlWnC4U/5jwiBS4I/mSJYMWeje
BvHoQbOzm7SzQ62zQtl4256gCduX9dvp7Vmw3x/zzRYuT2TUVinma5Nh41jNhqw1AhzHUUDw4aAj
szYJCMyZWVqSjn3Wu/wQyS2NoDxEfWmdHUihYAz0zMRyDgDaPw2Yb9sflzpYSCO9PKjhwzA+IUF6
epWWvgHIHA/uClJuyLn83Hw9d12VU4Mf3Eez8b3qmuUrlbfFGUAvjkwnQhrwdP+cIQfjbF9bEqEO
en8oY4FnQ5YsXavlLlkxcNv/Pc2cclZm6KaqbExTFhuLP2jpIxqA1pS+lmwKtXtU11HHR+LZ+Pkt
4GUTtGgyfpDeZ/Go1jqxFodHeQxvNJx53FI/h6/y1gXGgcCgPEQkXb4BlePKfi880GBQ6LeH6U7P
9nnmixhSo3Wq8wMlmq+rC5tGYSw+0zTdFBpol1H96QTxRb/GZ7ZkB1OPLHzAEk8SzRNe1aNdHMT4
aXrPunwxhq/TxrwQpMDfI5gDbAAox3n3upUwFRcdol6n8AK9ND/cONuNNv9LJZin4/P5XKBCjHMJ
WWSIsCDQ/rldVoMHTl1HxaFFN6spwAom9Y3prVwAS+s2tYNN6SKkkOfBY5kmbT5IzCLbG+ru2j40
1vqjl84OSEnR6A2UHuxiFtz1ca6lrsQdo4prIDs2TBZ+3d3V3Ro4ZWGDkCfCGx2iVbj0rdmKdYbF
gXYckkNT9G8t10OEgqAp13ynaTd9576ebQ9IIwL4iRADr/a5gLknGxPc6zw/eMWewN7SZ2GY/oB/
SfR0eqqFowsMMvTp4BsmfYjp79/8dNYXCJBbG8GA++r4rXH+ZYZWEXCAoZsHUcDcCKJhjKoG23LI
n5gKICl6+tcv5F2RKYRxAbcHNTF7Hi3F5YidqRAWp87v2A2KPt3RpgiydtuQXextozrdlPwuMtYi
/gXT+zHx9Pdv61Y5bj26ZiQOvdbdNk4Xur15UxbRJShaVg7SXC9tipkxF1QLpwZuhLazgI2USQ4K
JkTmJnjG4vSOGrdWe5uK90J5G4f+crwnk4kwcppArR2xhegHqVgC24Bfh+LQ7IihozPWK4eKg7D+
NtW1Z96gDWPjDrtIXsTduPapC+aIeGHyGHia20fKqZX0ehH3HZ454wOKEIGgPRKzIoizIsjtTye+
AKlkjT4HA/ReQj545qb03leMauG0I48Khz8l06EGMYstmJBuZhlddWhH7V6PYLWoUIVRwrZGbD6Z
hbFVtfmG0hj6T6G3bJJNC22NGA+CYoDmXgO9BJ2Bua8yy1+nf9rRL8MTeep4nnYDXclz5aK4oG0y
RkQ+dv09kDE+dAqramMlOxKfnanCBLiTvImmZ0JRzRyD2YtOVZUSj2ZRBDsRZytbvfQpeONMZSzk
deGCfh4gZ9AGI6ENxtf90gBPMq/C+k8tfyXl79OLdmRT01IRvNec6RrHR/2cKc/Sxuy5VT06wdhv
imR7evijE4LnmoV81QQCQwVwnsOwuTHoY+W0j7b5lfFH1u9IBbHfQ2SDf8hauRkWvgUEkTbaMUEX
caxmbiitq0ynrB45SGLJlf5w+luWhsfDGdz4yPYAxDg77XWRRa2VJ9VjZX7FG5N/nT88SkfAVKFO
BTXUmdOccvc0c4zqEc3af5q1gGPpx38ffbK4by5ZqMJRLjOrR1n8ChxzJbN3FM4gn/B99FmMa6VN
3FoUv/0jHQ7aR6dezl8b5I/gcCwwvhxVdrW6y1sUquRjzt8byL4q3TrbUKc2ZrwCkFhF59G85lWC
TkbTGTY38W77HmGzc9NZf033ehgvtPrsdw2iJFzKwIPhlYk0yezS0ixcjLRMq8cuQcKtaIKCb233
OVrrpjzedcwDTn8AISykTeaxM7AuXtnGqnrU2aZkm+7cfPH0Gd+Gn6b/ZlQ9IXnNcwyv6hsmnvOz
Cbim8R30yoM2w8O5mBut5aVJHGF8AiHZvozvpSwCXS8CQkHYa9Kn01Z2bMUA7SCCQHoakx4pj+Ve
3bjx2HePwDX6evcZuy9Ot8L3ubAjEykmQn8otoENb/ZJ3RhnCCvT/rGD1I1dVqFxthNEiRjBOJYM
4x/1T8RRnYP3WXUwZMjc3Sba+eOjLAwyyunZArKM2Qdg6eRASWY/NtvaE8DLnY2hgsgh7vDptEOB
+KjjZCyyfDDcxH70sg87fWTFFiK9az0NC1uNs4eDjjc5OqTmkRug7gPiG2Y91gfT7MOmLjbJ2XyB
+JDvc8zyCm3jNrA2zMGYEbLuRZpree/j2xUzAFCIqtyU050/8axSKbS0YgaRhIV5h4tlm/NPMlxq
1iYjaxCHhTXDawsNR5My6ZQc+3naiWpLwFJM45GO5CIj0D+Gfna8O30GEawtHJEJeza1U4Cw7ogx
UlZqjLrIMR/rvrEeeUzyi55B0QpINOOA5sLyPko7HhiRa+4qYwAfaodGLt8bi74IvJ4MUIvzHLnr
7SK/kU3zu6bub5IBxybs3Gs2ehG7v0Y9Yc8jdFArSG6j7BVYZhRdWp35x7HQ4gIskXkpM+4y3/P6
NEwhvbXpFNd2XuX0h6RX/UEbPOeXhcej9FXuattGFzo6QOIvIZOtclOQVTHAGaTUMowOAe02dpEk
83r9kkXp71TLoOHVOJXvWVkOHYlEfma9rm560AFec9og8VgZ7CPhaDjwk2EwYKMNfGEeW9uxQmNz
IBP7oyoaG6Uhl71VsnEyH73zjzrtXvKuLsPRHbPXwnPLUDG93eLzTciG8T5o9Wi8YHlGfMh+ZRsR
abjmmuwZxCHxTT1oZGMq7fc4WLTy22Y0Et+NafGlDX3iK6dlGysTzp0Y9GdoQmXPFUh/L3RRGQG1
lZsHcT5CyT1BQ4+5UT7ka15V1nhvHapY9YYWKdnpQv3KZPuqe7z39XIwrqmHRfe5B3HEqhH9eypK
F5tT2iMaMIvieRAl3juG5kWXg2nWQWGk1oPLOihr0YoXeci5SfeWMjpUBZIiiGQBZEKmV/GDa5bD
H0baT1HF9VaK+oOPyIX5ianFum+RBJWEvKUvnchf+pq+GuM4JD5atsi+cTPhA4EHWmttiEMycir8
oo3B3+d4fVkFStP4X4cCh5PHURy0dcQPDHmZC8urnoAt/7D1fh/zNDHCru43rCafjd5VflQ6/b1X
j10T1lTZ5W2tlWrXVfwr7yw32gK8j5b+urWfHNZKFUQCnd+h3pggT41bWtOA9gN7BD7ijTsNx12i
OT3SIN0hq9iHLt39kDai9qEc99bp4k+fSM2XWWIFkdejk4+rLogs5vpMJHRbC6e69DTlmBvGBN/k
Ik2KkKC37LoZEyZ9YUrwS8QmBOhY1G4cJ2W7Mh1jv7UbEepo/v0SWS8us6x4hghZ7JMysyBJF7+q
WjNfHG6Ul8NQ/5VOU7e+I2J+JfJBC1Rjf6jYHN1Qc82aXhRs1P+2NpipgT7tIUHDmo0BHt9qT5oM
3GkSBE1FpzqQI2YlYhrGwjzGAxQ1m5dCB/D9AvyncYKW7kxZ9xEBimCsq9GXdlOGfWRmQd96Tujm
7MtJJQ/dOlXNpqR27tuNKvMt7dsRpmQbvtGRm3QwCfetwZLysh4Kywedmx44aScDHkuwhOUlCOJ1
0GsRNIkESCM1IRmyvZGAAKSx+t+gjJU7Jy/ioIssO/AMaRrbLkFtK6gH+tcctbq46bLqNgOf/S3v
eGrANKpnoyhuhlTb524ptN3YCl4EtUVaMEWyp6jP33WawvF0zLbG0GbdmwATU3dVUZbe2G0Ft6Z4
1uq+JsyXujewdMjHQC/YJOgoyryse+akiLvLxtbii84W8eMAhgQN7UBKINSyuZ9psbmjYxRfyqbg
bJNqrop2sNT7rCK7JoKwnzKyN5egpx3XYBU6+AFB7YoySDJNKT+ODXZr0D55qPooC7u2beVmsLvr
jkgcPs4EESGEzukfAxfltk8i8ieqtirftkBnb0jUwf7RhX3fp5YRAZcDJUTeEHpXMaNgYVba1Sut
zOEJxcDfYH0m10XTPvAcm6FBN/wNwCQKJRJWJ4EHMaDYFxZ6fZOk5v7Y5X2QA/tzE9vQlcht0v9S
TRXtzJYWz5A7ex55+o7mGXFJDWnfGLlj3lAJ88Bp1oLWbiMfiKzGTzXCQmRHIzRy82E7AiR1o2WR
xq9Np217Py/G32AKSrWdiSS28VfWLgVxXmMZYdb1Xajg7P08sZwQhUIrVI6UgCA19kiC3Ck9v+ss
zzdp/qeVZhfkWgvfytHhAUnHRC9us4lT40YVgOMMqFHXYZVrVgkKcjvxNmUBWoPGILiHDKfDXd2D
DI4JMK7XF6Ya3sshpyEUNpgvjLG4jsfqpu6Sxm/aHCA8Pf/t0QQ+UiT3jTsaIbQfzY1tg3CfdHCs
dtdafm0J7R33xtdgMUaCpixVSI2hwgq3CPJ8rogQ+PSI6TsX118WjtCnzHbDwAuYaRKXEFppzCRo
FMv9hHvoP7TLZzJIISA3iWSa2UR9CMzIRepqwZijx1XnHCyQ+InELGBVeWfuSs00NiwxaMAUTW/N
Piv8XOU7YUd+pGNfmhY/DDe1egQQmTwYVcwDNOfijFqtBH9GCl5mX+YNfwGhaL4VAzE2NssiGG1U
Pzp9D6LDSMh9h9L3hQn27xtgJONd3o+JT5vua8BSBrhwRUBRBHtw0OC/mzKHYeGZ3SZu0wjnUWve
pcgz7EbUvcscXGZETx+AVok2XEubd/jD7h3iokMIV11elTSpDxQin3ASriWDyO2yu8aI9A1o3FQd
gBCRN+UFS/LSvNWU3n2Aqtjwx6oyA2AqcQobPXqvquKPXjv21oGn8Mkktdn2RgQxUZVdQms033mu
+muZzYF0+oshLAksiEYfqUjNLVWJUwWsR/3bRLECGRsnutDNqg4jkZQBiCZZYEWecTMkTurHDq8v
4Zu5z1NabjJWuU+44ORdZ2bqys7AtJEZODPKKN00KPAO23WZpXaRkXXXnhfFPk16aiBybUafUy5v
0XlsvZtt+toYNHnpGoj42T2V1zk8i2+kKfq0akRTwpU4Tz1CvAc6Sk9ALas3/Tg1+d+6IW6I34pb
vq5zaEhH5G+co9gXtoI8WU1f9xea02bNfWvpyZ/aQHzTmtVV5Rn7xirYjRyHvLi0VJplvg6lhioY
y+qGMPeQOV0GA9dz37Gr95g2DyKV5YXmFQyyK8kOQRy1exBk9ts0iXZVrdrLzNGsUNd65xLcaU0A
VLL0K9Ia7ZaVoC2r9HECKuEeN4eiDgyOxnFlF3fxaMabyEqqTa/pLf6POvTiX1XtFoGSWrWBvYD/
xTFDJkTq9x4dd7iDv8xB/92Jbgs+BQ4QOSoAmbezUhrKyP4bm5xAPy4CFh+dfL5bMbR6pAUSdSzx
vRQa4oYjmgC0WlhlUJcGlg5VW9Eln+iEzLe9gKpia9SvZiZZkBvO+zjY7Cpr7PvONEAVRcVXUXJ6
l8ZE/UWrCrlhNFJPI42inZ5z9PdrXfrM46bcFBEZLmLhdN5msHKS3oLDX/pa4cXXRHojqFLRlUzd
rvRCo1J245ulhqgsQyfAxusGQFApbjqbq/IDVU5m+1BcLd7EgGvQJ9JMHi0QyQ6BxqT5S3Vu9W5k
9QcYWX91sRMFxZjUiOhSSIl0TxE04g+yahAQJnA9N6RuWhHmmZOTIE27vgooLqu/PR3pDqTU7S9E
E1WIbI7tFxZDISVtKrlJYk1u7CgfNpC5Ta/R317dG0VHHurGYVvpCBtb4WRZkMZ14fmCDdFz1ggg
+iKjzt2bRrml4cdWO45h7GrGVjPIV5Q07X1u8OfKcYoNXDLeEoTJC507EahQSuCFWq2If7GaNwhe
K6fC6tResoOGOqIPgAI+LK0qr/GeAIfXqCV9d8OtQhpPuXA4vwCbJ4M6GIJekHhH6TbLZRZmLHlC
we1vmSH8K+00MG01wBcqPDS88cvz2gbu3YbHcfHrIYRob4qMZq8AZNGbURjppk+Bgx5wph8bZ0Ro
X8rmgxl286RZ2r2sWqCcPLfB22hQAbEVjkIa4ekjeKI/YTdps9OHlKWRX3JIGV8bQ8ET0OO3mqcQ
taKa0CgpEUuOfBt3BO0xSnPeW2zQe5R7dnxrN0g1uwCgXRDWl9alaPU7VDJb8BK2ZhkUFtS589Q2
1SahFfI+8YACCgDc1p10GEV3Uv7HSG3EuaDeu9M91oHhskuuoO5cSl9HgupFU2V8ycwo7kJhgLNC
4w54ktAMUF55soDTgdNPXnsnpr7m5lgHAHNApSVKdCHoZrlB+88vxx4zAjw6YmOrpw+iqYVfVwlk
8+qRBVmcPhF9YAHUtx8L0jyXyOpfWZ5A6BePDe5+WgdRUhT3JSl40KOu+Mod/jCKBEEagfqTowhO
dVIml7oBwkmmC7oDpYOBw2zSEOBkfgU6Q1Id0Nti+NSKJL+Nu0QWd+CsODQO+YB+UK1uorix6D4i
BGRDI1G5H8n8T2GrJ2Lmz4asbNir1b4mxBbPNK914WvGML4KS/V3raxuaBE7IS7RDFbv0Y+Wja8W
/c0TrvAO0chF7NjaR8pT4oN3BnBv5koj2TJILh4isMK8OjF+vVWW7u92VLgGLXMP0mZ7MwzipUwV
C3iKc1HQ+rNuaYxTVr5aXc8DfcQzMell6buQUt1JJ+dBbaLlRfUeeUJM/JxQi72Cudz9BQ6v5Gq0
dYlrtHZzP++j8i4qjV4FZY7HbY5GjE2O+v2NAvcS2epjHB1Kyj0eQpyAi4vRUoeaO1l3w7KJlTJ3
8N5LPLRwqS761NvhM2vUdStTEEE7xa/BHR9LxwC/dWtDG/xWJfSPCS1wv5CAU25konApdURXoKqj
gNhQl4PnjYL5CeXbpsSGg3X9v0g7r924sWYLPxEB5nDLjsqmgi37hhjbMnPOfPrzUQPM300RTcgH
uhTA6p1q165aa5V8ZdWZAXlGLa60TPwp9tpP1WrCTZbiILVE/ClXcBJlXJE9BkwG1aeEOnDvM2eF
W38dgahsBlNyOUFx+6dQR8GONcPbDKUxxqQifO+2TtvmOleERrGjLr91R0+Au6eBMgnlVpO2kad/
63Ng9FIwfOlj3djy6ucV2AUhjsV6LkX3m0BvcdvQYvUwBnG+GUYlPo6d6e+z0G34aUHh6F3a8rzP
J7KBG5Y/IKHX22Ak+k6jHIftD9l9byqMoYN7F41x+yx0Y/xPRFOtV7h/aXskTVQ+hKCNbZmrp910
hvo0ohz1UqBUcDS6Mgg3si9Gt0iLaS955AWccL2sQazRsMgmllS+58Ddrka575qtmwlGsU+zRD+0
TbHX8lT8xlu52yZgoO5b1DJ3VZJVIO8V6Z84q5vh2HoQlnlXgfDz8BTcgpZt1WKxqUxrPOS9+crU
uzZRCfQJkyB2GMXnLFa7YxSQGDDaI4/EvRXU1rVYGh2ND9ygua/rqFRvLfoh7hotkK+Dyiw3lJrL
rdrVX8maKkddkL9bftHbfWa9+C0DUyKNBvParRuKT51bE5xH3i+jyr8TmBm70Vesq67kbWhRqe+N
qHvKPb+ud2UpxptS7Mp4I4hiui0UN9iWJm+denB/GkhYbTQhRrNPjY9JLB/lQj9mwpCUG8Lnwjb0
cVcQXll6fFTKV1M51nplS4P2Jvdeua+KXLpRfB9UItnYN42kyD++UfM0T0Wv2erxJCUbpw88Q7/K
lRftorZNiDurcN9ZRmVHTRXfqh3Z1aEQvw9CkN/QJN5Itp2b/2OltXItxW21K/1Rv3dVtXO60nN5
bqIyIxrhc1KPv0Iv0w4tstWDXSk+72aRNE/r5xY7v9L6ZzO2XlJBjH0gVTrZuDhotxHnYhPVknVV
xEKyDVEpymyXi+WXyy3yAhSjlY5jGP7KCRFuvF4R7wJPL7Z917e2iJO5Gc1cfqilRCWPkwii3aou
GrWm8GrJ3Rd1HKVDmardLgvr4LaTEdN1oWHZQZP+MX3hrdQy1bbM8MmIEPfKCZi30Jp/um6KvKgL
jsgdA+PK0xJdv+4R7/qqjuTCpEawXvum1KNt65WmudE8qaZZdTgiD6DlxAGWQLNANzHsRmpztMLD
/CVIPUz5xrfWktttG5vSY9cp+VvQFHQRcfGccOXH8TXnOjjUCs/dfc/z0Cl1mTelruf5r0qJkAut
isdSqmVEeBHs3dSh39UbSU6f00jvr7llKegNVtzftnFg7Ps2/9l7Ec5Ib7vGaSq5eEU1ZkTjsEx2
XilY935aiPgaSBwhxELDLt2kJ31o/SA5EG68Oqm+jSC7HvRe9ryNabojwyJUudblIhBpHuIa+84d
uo3YhEjLy+bXoSqDN4tM6BfklL6BPNKPozwoGzLDI87DH9Td6OrfJFJ58YhT1VFyR1LPj341pVzz
68MqJr3QhsHWqxrlh5S5+tdhIIkUuB0O0PKUHzWP0BthNIvfbjOtuKh+4XdX2750h3pTkDjb0nO7
3QELKp5diweu1FqPcuu7m1bNDFtWMg5imnR2rAbqpsfh7Gs18/4JwTw8ImBQP0pVNe7lsb5r9U75
ApItbOxODqbnhRCp7CSl73GxvI6LtpQOaTCSCwG1C8ogJ1F1PSp6f1DFZPgCXc68UzsaZw2Jlh4m
R/FYl501bkMxNe3YElrbF+mQY0v1KPDCiFR9U0hKtFKWXao5oDAiTdUNGB1zsFeeqxJx1aA8Ge23
0di1yjHrPl/QQr0EaAI6FhBH1FmZJjJMIoskUqjIbaXw6K2xkpfKGQBF3mFY0kfMukYuSyHnpDwl
wq7SNtKa0OzC96cSMiAO8Px0k5wBcpJIdK2ossynWvuJC2UjXq7ILCzB6ffngEi9MjoScHw/zlty
R0c1vfLIxF02sjKIeRd1kvSDSfrHpFB9yzUirFSVlj4PogIJeeB2EMCm/58UqmWyPrQS0Q3gw9dv
3pri/sevI3cHmhugC91J0YY6/7o5WIqgBI3yBAZMuDKT4+W5mYAfZ2IG8ItOPz/DnfB8U+XK5/Ni
fmsZV+141Q0Hg3zEZTNro5idAzKVlD+EWnlKx19j/xz8/P99fgZ5kPMq9ygWK095fSTRrays8OIk
UZ5EXYBSKAy28zVA8CvVg1zj14t7M7KH3FbfsjXt0aUpAiA+6RXzRPyg4ePmkh/lIbXvhFbd1pDZ
tLL8/CxNihWT/CVY5znFMgirNAmQwH1SyU0G6i7JPstaYzOdGjBm8xRmY5ijm/XUKK3dmVtXXANQ
L00SSHpaTyhwdrF1bkEoWoVck6w+fc3pjai7a+SGpe+j6zG1sJqw7vOid2eZUaDkjf7UcR8SsRud
sLII0xzMDtyEz+Dng7X82MC0iVTKqWptPLXd/ehtkV/oDuWjlX7+RJyZmYGmhCSMPMvETE4JYevF
KxjChRMhg0/UILEAmv/Q1qTISHf4fmYQIGt3Ub/VkoNK5bgkCXN5z368INDMAqYIPhrWLkSE8wWv
dUlpk9zibaGOwe2gpU/UKrSHvGnVFUsLQ4L9Bd0I0smkQzSz5PnUruXIFJ8k6Y2a1qbrXcp5ARyH
5vOWwJtNwOIJOI1U7/mYugBFCjbf8FQPMs+BoivbGwAH8o+oC8hC+qb7aXAhCQ2EIwD2su0QpD83
SJ1tAP1Wq09+tavaXb2mq/1OlZltaoCkMsBXuMMTsObcQKkYvFIywhDJIknnCVq8SYLYBDJcVndj
Mno9zP6cbtQUfbyt0EsdaAjVsOtRKm5GyYyuKEEGjxIoA9vj/XwgyWTcE7oOt0oyiMJh0PXmQaJK
e6/0P+g4hmiXfowkrd7Hotft0hKWUCDmRmq7Wlg9iKPh7XpNFH5WcSQ9hiGh5+V9ubBbIJxCvKFj
OIDpuQyyRSsGUR9L5cnEl1rx8yDLdj8eSONdtvMRgj4xWzFFxY8YgH1zPrV9BBerCVTlibq1rXRf
GuQYyGoNFQkqKuFef9s0Bzm54hlInnnFWX3k/oBZY5PqXEwQMHDu59aVKfGUmqL7JD1UhoY6r8cE
/8rVFyvINkLO249U24oixEcfzFYFnQOBBcPynGDmNnpmGn3uPvmed3AFYe9cntKF70OrhrswteRC
Xm42o8YgdrHu5sFzkXX3qZRcK9Jn5Zn50acWps1zEhFmSW1VyDsGzw3l1non6J+GRvJ9sGUTxgxp
SnO2KpFGW6RGiYLnMCRK2KxS/BZnCL13nR0HXm5OWrOavBFjNPGeJBmQTHJA4PYvluDEwMwhVW6v
5kOBgVzcV8+ivOJgP/5+HiwUj8DbQkH/oFMotrWrZGTHnmD2RTnCwp+Oc/g+K4Bk7vR0nJMBIskT
6qxzhafEuEmlQ2euHLuPlx6A1PdjN2nBoltzvn9koaYHhKRFz+Z4lVrPob5Ph+vPrsC5iVl8kPaF
JgKPiZ41YQu7KVmTdVlYgncKKjQ3YtoPh8xDuDjSUvrPqeJVcp15nz4BFnJ+k6jK1Mjhw4XTdn7c
JaMQPqe/fADO7ec3EDRzgI84CHyfMZudqEjkpBis6FkhOS7b2bfPT/7p52evarkt9dpo+XyS3pjN
XWms/Pxpf5xfxxNL/r+fP29krFJFjFqV70vNJjeAK8g26Xlq5pvAXNMKXNirZE7Af4OphNE8R4H3
oa77sZWkz4b+kjWt3dPhbI2c9PGynVRm/2dj2mwn/rRIKnRVCM+ehV3eBXa7k6bM5e7Ti3JmZHYt
mHoK99/FSKbQOy28GdNP32uMAhkquLpQ5gg1Z6MoNLevwjR9xqHvRnW4duPm8BdjODEx86td5eqp
68bp89dquOvDT19rNJ5CAQiBG43LZ+6Worgte48C71MS/ayzjSKvxDoLPgMGGvBsi4mCwj5b5jgD
G9ST3HzqxW1wBUrm05Nz9vnZAkcCZFYQ//pTG/R7dMCyaFg5d4sDQC0VJRLiFuL78xWO5UAf27Fj
gkqgjwb9bLoVC9NvnJ1skETcazSWIp04f5+GbiWRkDWNp67cA3jTo73b7i9P08Jho68Hb2zSfu+n
+nwQGVAeOaPA+YSu7UYN7zPhJvfKTfzpFgYoQpKxpJEnwo0TufLcTs4DIUAd0nzywvzGvU5Wo6QF
L3hmYObEfdn3y4Fi/VP0B1CRb+21YGPE0EVXDt08SIZyARgE6SryQ9PjZ06QbyXVrfLeEJ5rg3hM
3mWxfC00Xw3YC01zNVrDFtwXRQn/eHml3okEJ7th4pLwhuRxgBwWr9Y5BzetA0Xy3F55HnqgJTAz
I9X2wD+8WOOgHAJ6TFO+yL4Gtda9uYncvHWZbt2keef+SSw9uU5d8WtOT4x9IruWLSijTDW3BZmm
CDwt6qJComKIffPRrwvamDWy/4BIb0eXd9T2N8l1q2wgmnSFBwyhfxHMFHhCXu1oN28dAEHkB6lR
wKYBSLyqwKrQ3SPqQa4nVhTfgjz1HztLe4bZKW4vT8xsC/87LwoJU2iO6LnMdao92WoT32iV50C7
eT1k6W30etnA7KD/a0BFa5SGFQvhR1xVtSWKjfIstt4W3H3ZyitDWLMwuywq+i3Lqs8Q6CshHNy/
GICMhC3pOuLXSWb9/PD5KWm0rJL4vCocgtA/rsRnysISQNuDm6nClRQ/UD+VLiCPZhbKM2280P50
o+jeM6T8Raoz74uooXQkaCOdazI33LooB220KNfuKEh7mt12RrU3lEa7zuVIf0yqrD6QMpD/6F13
5wKZO4pyZ5KcEcJtEQr5lTVW0iHUBGgCRkM4KFUg6cwq37c1oKoWFsJBUv1+MwQw4zYU+ys7jxrx
d4EQsd240CvGoVduQCatyZMuLCPugUmQSCeyVeZ3TgiV1Nd79VmR/1j/eMrXy/twdh1M+5AFRFgQ
0pTykaOT165pJaarPJNTtFVgB31/DUD8spF3pfWZm5lIOTB80G2jUjYbRDIadR9ZnvpsDMY2iw9u
9WodWrI36g/AeKDBlWwbvU3Ad32bDL91ydGNHy2JcqFdCaHmqgP/DhgFJbQgDCLC+ctLtioXGcVM
fZab7K4s4l2n+l8keva2Hv2J/PFecUE6IXigZNJOzrKVU7mwqydBtv/Mz04lyKKmCQPMtxVQygii
wxchv/HUceUB+GGcpJ4nRqWM7NEkFzQnwo9VY2kup/eeXOGDgFiInuPMuzzaK3ER7roweijM4LUX
dlIVfRHVYGWg8lTSOF1z5Fn/1dsgZUimcu4gok7hjU5u7UFuKPlmjSVtZEEEMZjlz0khxnf0Pcqu
/DBSp3SefMXeqUFqcgIjMtqaeGzM2Nt4rfVnrEN0uBMvBzDYo5pQtt0RyPta7DU7CiQ1mSge/eQr
IPGSNDv3aFUSpWHSF6kzqAgW1McyPnqAEy4fhSUjPMdRNJ4ufPhx50bihO5nNA2fOmK+JfkPt6Pz
xbfLJqZPnEz8+zhOTczGYUZgKS0dE3nwj64EV7F1MF1rw8wlsrdv/LUE+6I9cvkKRAJeJvMur34y
mqksBKnTCrT4G9WNioKekNBvuH3I/V9CeHV5fDOP+D4+YnsFLj09nz7oNA7qIMBe8GktBqkpr7bG
8Mm+tf9aeG/s8S7sM4+RBdfsdMUvAAG7e09464zPpU4+fH/mBMJcjeqUdLejRoot92/RuHL4lqZI
Jd8qUR8ifTIXcGvqUM4aUaDJp7IpmaW1YuzSLgbWBqme06Igb3K+i4NIlIQUzXQnsjZueyUIu0I5
Xl7lNRPzgoDnpqLl0WGz64qd2XSO1BQPQWGshN5LZngPoQ4lTfoPc8XBINcD0ciayKG5ihXvu/qQ
rJWF1kzMjrzfWHJv+V3kxO2YH0zkmw6Esu4uqlbD1jVTs6NfTCCvvuD+Zt2+GJ1/r/dXY/t4eWVm
V9j77p1e7xB6p7WfK0EULQjBshUjp0p3oXIcdVssN+7Py0aWdvCpkelpdpKwyalvmZ4lRzBurN+w
0AaYMt3K2i/ZIMMLKILHj0wd8NwGqsoSfJowdpAKntC4a4LEC6vBjQKyBnmrdxWe8++X3HbwRoLc
EapXoa8J8x9raCSfnqgzIzNf0pe+GXpSSDvKegd+WBZWLqyFSTr7/mySfGEsO1NjELoSbrX2MSr1
lREsTtMkU0Q0YiI0NVvqIEnaJPFMejiO9vAdTmi0speWDQBb4DFHvt2aDcFQoC4l7Zg5TavfakN+
bdbZbeGmT5dXYuEeNKg4/WdmmsmTLRu15PlRT6D5sQJssj2Mukw03diDd69K3wP/+2VziwuDlsLU
JY1X0jwZmHI1ZqLEqLoAHoxh2nL1NwM6sTCbNzfTxKKqxMyRUvNooYwr6Q+Vl29644tqhnaQvF4e
0eI68SSmyYdK6DqHclWeBhtHzzNnlEP4HuOfoSuoTbnCSgAxbahZgGQQqvxnZ3a1BODsc61oMseY
+BCx3OrEwAOU2R7keGvUwiNgo2TlPbs8OFqVAtM1JqDX+e4gKVK0ns7u6Mh+FIfGvfaalbBizcTs
ogmKTMqhUWaOBYZdv/aew/yvzuqEt+NJCpBpXrTWer1V6hL1rFB7TNs3q7gP8t3lXbC4Oicmpuvn
5BjlyQheIie8y7JxE2lOUING1X/70W8p3H7eFEgm5HRolEjfqGlCT0ylCN2qcemmTuNbGzmL79wk
g/4hVXY8qt+kBEriZYNLK0TcpE7BBkrE88enMsG11YG+3jKPy8CHtZxBIo7WmrmtmZnfCbhsyTcY
lyD/DrPOVopfmryiqbS0TKdDmTmHZMyGolRNbKDIXcn5VotphFbYtejt9PHx8rwthBw0Qv/fvM1c
q+CNSebFDMhibdTyqzaA+JaznZuvHKElp6oim46/pOb4oSmhKCd0gxW9zJFT7UZQvFsoACsmlhaH
BACgC/5QcJ5NnOHpQ+hNvd0jK4NI+TAKX5tP9o+fQrSpPfF/NmbzVUqd4EIfSp2k3+aljYrE5fVY
G8P0/5ODow26CgGO7/Pss6sRvmfbwrZe8dNLq46cC+l9haceKNNzK60iwdnQ+8SRevkgqA/obmyV
5Ff2ybLOv7OFFjURoI6ky9wNVGgFIIQdJY4rPAbalbuWi1kch46HQe7o3W+ej0NJusoKoFI54nio
49xufPK98eH35TVZCj/QhQKKDsyaVOHsgiE76fWoG2SOMKYbPz824w+loG1nuzUUb6tWa4Hney1q
fo2yxYCbGgjffsiRZ4oRI3oQZw5NQscbg2zsJhRKZSv2knAIzUI96m37QrEp2+WyNuw8RQ93kCZE
u4SIb0sFGZxBIb0vB0K2CWQru3ZRjtpenpalrUqnBTBr0xvvg+yiAdegG2oLl5t+jeQcOchXufmL
u/3UxszfomYuCpIopI4oO0LxAAkGYYv95XEsLu/JOGaHgRpQ6kE5zhxkra4NuXs0lHEiWl4XYb4l
61rQaClaSZauzd3MjSSS3MadydyVr4lxXybbtvgbCwDEeCNN6My5MyRtOBpSYRHyZcmmaK/89mc6
tH/hrfC0/xmZDaNPzNEYBjdz2jTfqEKA2kppV+Hz5QVanCyiO3C5lIyIyM9PuQH1HbUKnQWCxNyN
h1E2NhJPmstWlq5dgi9FJZ8OqcKYed4wL5SmGwxivBb9JLRWskNilfZQPPvx78umpmmZn+9TU5Nb
O3Hy4SR3rTfEen3/tWvvlZXPL80Xrp08NSXPqbnW+eeNVIuNCJQVmZf41jPlvdR5V4Jvfg65+u7c
kR9D4mWi5H5oH2i4BTmeduRsqogP0Ib+i2CaPy/P1MJQSIWxHAiokxB5z8WfzFSZeakrKEbkRPWv
ONwV0j4yVmZr2j2zxQC6SVwC8Yrn0fz5YGWhoBmaEDl6/qdz4SpaG0uAN59eIZC0layHYq3H5sKt
dWZx9pqIIt5oEWvD8vd2pNwVnm8no77RxWFlTy9NH53jdXSzKVZ8cAJ+0CZigOiPUwuJ3Yf7EkGn
xFwJuxaHo763LoSxzr4+324o4fqjUfoke7xXLckPkX4Mq3orZWtdUhZHA+JRn5pzAzyfjtXJZmjK
IkXOhc2gCt8gmdqS+VoXK8H3og1Uy4FvUrRHjO7chof2hTf6rA2daEdhq/gPYvd2eU8vzdf0DgfB
OXEZ5kkTPSsCkz5aMdkMbUM3dluU+q2IrkUzrJwefcHRWDSDMOmASKGIYO98NIjLtGPZlLFjqUH1
pdCbH0XiptlGU8IElFYifHFT9wGwx15wQjgCQqztM+ISNAXQdQMBnrxS6ot2Vj1WdpGHOs/GMX1N
3CE4dqMc/YlJ5u+tUbbuIr1UrlvUHJCOQplEyzXqB4JcH2m40juAMFK77Lr+EAlquOUN1zolzSTu
2k6AWyyikJTFtXCj55KAvEWlWL/EvFF7pFDMZqs0jbwdx6L7U6u0pFXyoXsr0cB48RIt/OVlmXXM
UBq61rJE2Jqw2A8gdF7CNm3tzBu9YyDo4wHBcHWPoAGSE4I/8ihtafrsqtExjoL0rVFQuhJQBkPN
BuQOCo9rVLTFZecc0l7G4g00X/YqROyPjuOcxeJAs4b7XrDz8HB5ay2uN9JPpJZUDSzQLFLNxthQ
UDOKnASox72YlrvL3/84BnRrGTtNGabmUXMehq4XQqpWnEDkUt5QStjVZfyt86XbRDZWXNfHoYDZ
oYnNRKAUwUHMnKSWwe9o8whTB7ehDrLyAppj97m9JkwQldAJZcHbYXbQs0wakWKiPJFQNEQwtSJ4
KUaKOlm7R5vv2sv6m74UfwyueRtH4wEW7qsYRis/Y2lCqY3AzAB0aFrzTgBilNIP2SAZD43H6YPw
KLa8w7WsOqKnuLm8eB/j3GnE/7MlnzsDDfieogVK5DRjuc/Qq9PHq2ikb3j5aJbmXbjmrhdXkIQM
SAAZoPH8YkUo3VCJ35nh1t3DAbxtZf3T+50hkbxgV8L1+NAYT4pKqzZJANKwFFfhvVXJWp+TxUFM
rTxJLTKOeV6p9YU0qDsldMa9pV+Xa1DvpfUHqSThFgBwUFQ8XxNPKOVMa6nFJX7zEMfWTgpRjwjQ
KShNYyVeW7Q1QdGmq5OqzMxWh6x9ZNEp2QnHsLtCOq7fl0bVb1sDlTPfKvIVbMr0vfPACjYj734e
IGBqoW6djy1qB9eyQEM4qnyITLS5yF7tL2/ppdWBezNlMHgXwCo4N6E3hR5mRoaJ3jP2niHnuwaR
tZVH6PSV84FM4RNS2vCocK5zwEcsJ2mFnhMVs+E5bDc1aoRRuOLuPtpgsogzNfKzdLaY6xJnsaRG
SD1QygSkKCZfteKnOe4lSkKevkZMX7Q1NeSjDIj302ZZ+qoG4q7VfkSqOWmfddKNG41HMCUupHAP
qKsZP0fX11Zc3eJ2OLE6cz8WgYfkQn10ar8/ThHERlcaaYOkdbYyl4uWQEPR/WPCrs6zTigFRVEV
epGjZd/TvkLo4FHWV/DWCzbY0kiFq6wX23y2uTtkaIbStwIn4Hk1tlsrlbfqWsJ+YXufGZn+fxLw
ehNYIgwxkvxDp+RtSD7i8vlZHAUVWpZFYzTz0F0cMjHOmyJ08q7Y1rX4LR/iO9lrVnIRS+OAEwMS
VifV/AHRCBK4qQIQ2E6CosuLEDxdHsXi52V8KAB4Mpdz5I8ptzVBNZ93EVzWjzIaU5cNLAULvD6n
QjYg+4lGfb4QCAJXoyz2gaMg+HsLlOoJGH6yL4k/UaYlfDf67GcpaNod2iUt6rd1em1msX6bt6G0
BhFZHC4Ab0AVKrW8+RMlFQZkg3o1cHpZ2LZ9e+d37svlAS+ECtL0AJqojaDA5ydo6EqpGAQ2Xqx8
hUOyjUX14Fe3RWhtJfSMc2VlBZf2IQ9wIGKoglOuns2vn+txmxoJV5NbPiZaeW8VwbHuvNfLw1q4
ASfiDbEUBYiFIpHbD02dK4FTuuXRa8UffuYCUO2doFG/Xza1OCJrenPhwKiCzUZkVkGqZYEZOEax
NUQACvddtblsYnEfnJiY/n/iHYop1heh2jttJ2XbCbqFPnG8tvfXrEwDPbFS9qUneoWBo4uOsnKv
dcf/3yimNTv5flK3ZVaZfH9EwkkR+y8aIOTPm2DVgW0BFpFhB56bqDSlRRPcxf2ku6TchitxzsJ1
SqdNkiyAtUE3zjmxnlLhX1WT9Fd9lPUb2XyyEJTrbwzl89EOTo7cBJ1Wp74rs3GQuwzrvo58hw5M
+9aydooSf449Ob2KMEHGjdcjOZD5hQD2u4YAEPiO/4wI8SelQD58fbbWsTUEuhfwdatGnu62knaX
F3oOzf1gYFqqk81U5tUQa9X086Vim9E2MKqkjRAO0D5oDeWj95U0/dvQ1nee2r/k+Vq6cumiAJFE
a1fQe6h4zDtd4/PjemgKz/Ei+UFr0XP8mUI3kWMkY+sg3oSKdkhr+gpKCON50lMk/cV5Pf0Fc+Ek
iPVuoab8gkpXv4iZ+9IG1ucjORBqlH3YI3DC5jA1T1eLritlzxGt2164S0pnsFbO1IL7xAQUZ4lc
H+565tt8Uy+MWNE9J9D2VYI+1bWwxilcXit5QucDiEEuYAa1RBc5apDP8BwEZ9PvstEi1jZI7VEw
a+EW2Ld3UBF5szPDFTadRVrKL9DkNgZPuIoUGoxd3ruLI566GhpoNUzZ7vOt2+WZXKLd6Du19CVO
XrXizctWErVzMtR0PGgTSoobXS14cHM8GI2AWyLjNHDwt7+pJf7yPRVNu7e6aPaSntw0afmCcBtN
J2rYRZfHt3CPkBwmZjEtBkdkcT6+2gSPrkSm75htsOm/jYG/ch0uTuCJgSmmOTn7QjnA24Su4uTj
rRTRlohq4edIkP/OH1IdICYAu30IlxuxcyWxygk0x2LXIQSXFM9/MUsmSifQ7qgRzANNM2rSuhLa
wPHCzqXTEd2Us5juA/8/K7PTVYeqAtEMK2Er2yrQkqaQV0wsRJBQv2EqkIykkj1/z1q5mVlGmQQk
udGCtAN0Gp9CVLRvxtGPjkMuDQ80/JC3itGvZQ4XojwueVTmefqRF5iX6xEwDa1OJVgXiuZa7+vr
2Byf5a598QZ1ZUMs7rkTU7M95/bAUFEiJwQzatduGz+/l7Ox25hiuLa9F88PZTaElWh3+QEbPGqZ
QkcPon6jOaRPUb0Shi1NGoRPOpPBhCJambkfN4i83GrGwIGcGGf9vancSnGzKSp9JYhZMySfH1NF
HFEaNjFUxi9uo94I1SOIfagUayiKpQmDwyqTrDZ03p0z9+72YR2mmeA7bnwo5eOwkhRa/DzJE2Ik
xFc+9AwbvDhKRniSoAbuuxe3+IsLENDuO30V1NS8eTRlo1wKh9x3aDsCjXH08pfe07pbvYQGctkb
LF6E9DtHH4ijSh5g9lbJB7RV8172naES6o2bAtnro6i8N9y6z20llGw/8A+9TuuNoGm3WkjDkzwS
9Tela9YEZqYY9jzXBvMRpNBUtCRBpcxOVO/redfQdsRpYhCDlDnqja+M+V4yU3NrGG0ytV+J6XFi
vdAcq1/xWkvnGauENEAAJlTL+eaEpoSasWt6jt6bN1Ic0BzI3frx4fKELx4BgzWd7kEScLM43k/Q
OB/b1HfErP5lhhkKwNZbVFBwq6uVzMvigEzQpKoEzRHCyvmAMm5krTND35Eiq911xZA/NLRVv+6K
bq1925LHn/LYRBe4fRbv3NQgNG0xBOwiX2/6hyoGO6MVX7RKH7YeLLS70ivUrVIWw8qTZXH70pQW
WQLKwlNt6tywJQR6IYa9D1oq/ZL71jaGmFPHA1qA+bamDBkbdE8xKgtGjVxv0Uzeu4PyefyuiXyX
YUzUDZFs2mxRQz8z8zGPEx78dChAm8T7Xqy9+Jc2zomNOTkoR3jLlU1s9M0h61pb03NbH66ULlxx
CUvODdwIFFYSWhqCT+dTKsMKkqJUpkQdHQ11YyRPnz8Bk5IEKCTuZ3SAzr9PinkoBz1MnNhvD1Xx
SlkUPdmv8ppC19L2Rz1WRzYQLTxVm3kTT6Z3V+sOiaP4oz0pHoKpFgD1fH40PFLwoBIP8w+NCzXF
Sz0rahOnpBGQjI7LFSpu6lrPv6XFP7UyrdlJfIv6RpkqSpc4HZ2DSq3cxv0/oe/bqfD7L4ZDrgSs
Ls0ejfnbqxXVNE1ovueEytYoN7VFX6p/hvpvfC0Zk+kdSYbsQ9rEBQFR6kUVO41EzyirpOOAUv9o
tGjl1bO0B7DxrldGIDovQ4ZBr1g90vZOOla85hSvsBUrO4xJ9XJ53hYd0aml2W4DLtGWltTHjqSg
Gd9HdBcybzvBsqNYuwoCfat74n4czadR1+gNEdBYQ1o5WEsHd0pvcrQmHZJ5jc+rwkoS4jF2DLP+
gZr1lwxtjZVhTuHA/Iqm4IHoHZAs4HKzS1LKNTpeBWniWIX2rBbjNhoDhCYYXpRtuGzAq6sV6pz9
rQIMKOqt6yQLr/pqTYZhcWF5W1D2hTnwMdcSIomBnEXiZHJBLz2h2NIZwt9WYIAvj3jREKHIO56O
CGnmraIkCgK45Zy8PkLVSgu8PSxNhDXcxnRXbC0uIGBUwHtTaDC/RaOx9Gq6+oHMrg7WfR3/RdRK
mfG/z8+2aOIartb03CCtpNsdjUmab5fnarrlP2yOqQc3SShq8/PKQRk2epvKXuJ4+fjbyK8tfSMk
6bUyaruuqneXjS0uDHJrSLyAE/mAnpAsr+4lCwSiYT7AN7HF6iFGCfGyEWnZCsEakQ1Ngud0+6oJ
rBiZq5S+UGJsW9n4oLnmgX57e9Vr92pAF017sOmeRy8qeRTuMl96cDP/WDXI3V/+LUuzSxmNlnBk
FyFzTT/15A5IXLfzUgkivQmL3hqk70VG/62Bx8KuL4w/jR8LfzHFFGSMd5AngKLJGZxYDMUOzRmK
Gc4g3E6gIit4VeV/Lo9q6WbTOMPAHnVwCXOHktMeqG57Yn7FPMjRTvL3snVQPtnF9j15M2VkaXlP
9hyB3/ORGB6dDuJCTRwKiAc6Gx7orHI/xmvqDEthsEaKi/TQFJAa8rmZwJUItS0rcRLpu6X7G9d7
E2nu4xuvjZ7YjTSsbM8lh3Fqb7ZAKl3S6H9n4jBoUKP9kWlFdXl1lgxMBQH6cZsUV+c7IGs5f4UW
Tff0VeDdaF/+4vOTXiPhM8qZ88dQkpjtpHcRETd3to5gSV6sSdQtjuB/JuYpcXLt9D0xQfimfp1c
DX0R38u+tyb/tZhdJVqC8UYBAGc0ewBx2odSLIGJaEFifB/cPjgKgZBsNBVVjT5yowPKRxJNNWMX
mE+g7tNmoBHO5elcclakzSndTprokFbOt5/XFk1c6y3RjjBuAPa8RmN/TGl6ednM0pRO+qYycRXg
q3nKwKA1rDQmEzHNdTcD+YBuLSuxZmH6/4njaahCCWqAhVzZmLHdR8e/GQFSFMQw4G3E2fc1tzJ9
IxNiZzTv4v/j7Mp2I8eR7RcR0EZJfJWUqzfZLpfL9SLUKpHaSVHb19+jatzpSjmRCfc8NDDomQxz
ERmMOAvsOK9UBs/VMdDQXujD6NG/k/8q7LoXqkF22zu3vugC16MhbMcC3A0ZuWXCCql5JTE7d4z+
HXJ1wKVItXnNAPbtkJr49RiW8mChi2f3V6buD8Jgfcn/HWm1yWanA5yv7PA85N6+kvke/pAbXYqt
5vQ4QCAlKLz06ENagJHutarcqPLJJ52IK0//s3sEKSgSWVyJuJtP94iXwlq0HpDaO6N6YcVwBBL9
yljPhQDDAe0hJH74zyoEbYlbNyVgomBkZZ/8pExgSNiPny9vxnOXBgj6S9oEKj0IT6cD6WtgZiZ/
zh9Hd4yy9MURqL7e1fS2o33gkafL0ZZfWy/fouIMJA7wLBCwPo2WGnOqxhKoOdutoA7XM7g4sUOW
F3dpbt8wSEleuULO9WUX5cv/RVx9bIwo9M8F0G2TUHd9U2ZhZcjj1M9gJZT6ZmzTLendYJI9vEDh
eRp43RBdHvTZhfzrT1ilTlY5zTOfS2hryGC0o6y88sw8//vIRE30PShQQqeTSnsbUkBmi3ssfbKK
HzNprkziuZMdPJX/BbBWAbq8I0Ji1Xg5wWCsrg4Qgv5hO9fEFtZfN4AFi4Al1LeX1o3/DtpmyD5H
rRfMB9URuuGj2T5xOU5RLxiELSH2fo/2TRUpWXmByFxYSdjDtoFHqdH0P3ml8ysrtzrXQPUAZnkp
BwMnC6TsOum1hVHIoiz445Ba1aEZ8u7OMzkNCw3Jj5m718w+zsYDXgQRgct+1wphhtKlTGvxmGVR
YwbSfbRhN2wfPrQf/xnVX1FWyymsZpprjSim+ZPNXYCH0uUAq/3yLsDqK5d9MaLViwAyWRDFL2b/
JPvN5RjrD/tPkAVztzgMIN99V19WZiZZNaJPP0w3Oa/vHWLvPAL/1UbrhxGW5yZNooQnMTKnQFX+
y+U/4Nwg/2hjQZIJf8waC9d1PocpHHr4RaajlNs75T0005fLQc5tiL+DLJ/+X6mIJ0hum/CYf7Qm
cLK5CLIJHi3kkfSfLgc6Oxq0sBnezfjy1smbpgODnSnLHmXrfc94/RNUFKiL9Y+Xw6xum38WDU1m
aDOhUv2OFWZW41Dzys4eBed4kmQ9nqowPOTmc1MMcAyxf7fmB59Ff2I6qJCimoxM/x3dAstTI6NA
I4K53xndC/6p5EdHsqBlKhi8/MrGPDeTaD2j0IH0Dnp9y7//a8lUbSs/HdrscYDxqfwk5GdoSF6e
xdWB/8+IFsVoqMT46P+t7uzcHFootaNXBOt633yuxMceRsvve3gWYboALlvEeE+HUJnZPDE4jMat
SOFA/cnSV1LUMwNYSI/WwnvEhbXebUVVaWIph8XlsDG23rWz4dzP400P8uaSX1vr2rvpN95kppTF
RX9/238QivFndoDihD2WxQCYWYt3joZdmUbtsZhkkHJ+RVn88uqe+eZ9MJ0APsIFAIbQ6vQULhH2
lA2AUdEgET+ArbRYINOPJQ3LKE6iLHP41zZN2cirIe1xfBXVDubW3zyZXwGqn1kGhEBfH1r5gMSv
NQR7I8GrE9Ihj+4Eap6d3KADF/2Xufo3xGquylR1zTwiRGodbRDwaJhVu+5aZ/jMJ41uwR8VKEgT
4sM+nStm903bA5UTL+29yX5K2kP7fHkgZ+YKEGScvlBuxRexLhGZftLNEh3OuOtCR+7hFnn5989s
KrZc+ehCgEiCUZwOAVxcP586A19c/csgQ2CwY9Nb4WB8LFXEtsKSA+kFDDco88A6n8YZC5+mlkxZ
PP/o8ofis+4/fHQgAEVJFO8HrIm9Ol5T6leSpr4fV+ktP7TXyBXv12Fhqi1maCCW4/m82lAmngsN
+AJ+DPXf6Y5ek7l8t5NQsUDP8Y9BEAxI1gXdkRI/KXhrxbq+cX5Zw43pby4v9LsBIIKJp/8iugYJ
8LXtoCRjIsmknLiRGQRC4Jc7f+zpa2MfYYkXQhq2E07Y1RQRt/czKUwnLougLw+lf2Wrvn8FYIXx
mdkLtQoNuvX1Rvu0V1XSzHFW6KiEmY3IdpAaDgg/Vu0U5P49n54H4y2lG5nsk/bKsfU+s1ziW/AW
Qy0VWptrQFJPZ4gglXyOTfrkSCvKEhrO480MB2wImD9IGUG+Nv1oUo59t0BBUfCGNM57EKZJwKJP
rDF2q01FbvLuygFzZufhV4HqwaY+YzmqC0GcUjdTbBRRou8cdSTZR9MGDAGXInCkKEWi7b1KS5Jq
YHbiAEdfWD9Nm0cm+XV5b6/bnMvWQwSAZDAUm75TKrNSuPem7TBic8sA5EjYiYV4wAzdA5lj+4f7
RoW7oWMZTCrdX459dv7wtobgBAz6kFmcHmzQF66NmjdjbGv2uZ9Q3ZzcZ1te06g/8/naFpIuHyI8
DrLV1RyWE+wegcGbYtUaPRaKy0ORF9csbldlmD/ziK2Nqgi2woK8Oh0MZyVRvSBT/MfRvMNZZPwy
xBRSA4It09PlmTs7pL+CLVfTX5mGm8JhvIK0QZwpuDyXEdxjr50Yy+31V1npn/Es5WBcPSA8rMdj
Sjw5GKHY3OzZL+Au7xY73b415hBIKwvLKQ1KtTXUlTz87DQuuEWQbaBzsJYU7gdUBNCMnOJMKxG4
vftphHdY7tYhWp07VRjXTibUANYj9ZbEDUk5HKBwma89+/oGFtE0n+eYzB3fqiSffkPZ2kthj2xK
qGzmUG31Mcd8LO7nvGojIooiqiloDzm8iKGUpPtwbICL7dxk3qACN0EmFf7ec6Ur9IiQsS36y+2+
B3s9KOxKP6fahgW1LuSel5a/SQfl3DvTYD7akFaMuqL37+rR7/eFmX62GzW8lo49/sxpyfY05eRz
Pjk/iTcUGxgciSc3y8uNGgHI8nDKhyYdsDZ+9b3RJmymgdFsykjXuuJBPpbJfmZNuSVpVx9aPrr7
1JF90Gl3jjoXao6MT9OmNWj94qmch04rHCjw2f2jXY40sK3SjoZ+goFz1jR3eq4ZBHxctlWF9o5J
D6N4s66aCNak0LdmwgjM0hg2XruY9/UdsbZWQiBwbqbTk8cFfxoMyR+YM5WB46S/a99AtZDK4qEY
KVglKEiFiQElojSHmlkNrOldaefOpilzFo02HaIWfvIbLbtv4GKI0KGlGUl/MiOcqYCHZGVyCyE5
4760KuNJlc5titJPM2/0VI1HhyXlhrPcDbJKpgc37aa9jZQd7Rhzm7reIung/6S0nCMuJA8gn5NG
heDGRhgUUzoIsmFa5V/g1FPfjrQyULSA2UrguKNn3nacP4FQZoeFOyaPYH5+t+t82E953/SYesXg
JI/6wJ44Ogs6mr2xSeKYHYfmizlzfwi72kl1KOX8NklBVViZfvlAfDJEgOVb36HLq5xo8C32lfup
8WYBcLghgyQiJJPnvViTVX1PvNL8xHxV3xoldmNrsV/SqLrX2Z6zAFPzjI0xbZKy+1WSkTwneTLf
lumUf/XL2vEPNqddRD09upFDuR9gL1r1HnWo31k/u0+DQlOcp2yISn9K9+gN9KHLe3eHMk72VBnC
bwLWCv0ZNWP1nTe8Dw2Soe4ireFbotBXhQMFiRK87dNQeBkJ+7Hw7ux2ePbImN1IDkWih8bR6Y43
BLK3I4Qd4DeSHsaylNDU7JyN2eGUzZZNMlGvjsZhihun7jHP/EduT+Jrlfr6YYGdBiAlmi8CTVH3
kACIvx3sxn2eEsx94KKHCOCBzu6JWaWfirb5anlN+aoa6y1PgPCZhqkJe2eGpfxA1DbHKs1kpFss
0viAuWWv9tRZIYzYzIg7dRfBTrPewt/Mj+rceKMz+KTR1Cl4nHHdhMiJ8Q8JjdO06NhnKLLxwNRl
FRlgoG280VBfU3yZTci8Mr1z2k5joOicdf4AXst3T3zvcQpD/Dvo7V9pQeeAQl4jModSY5Eb/A+p
LgJXeWJnlkKF/sD6aHaTOqIdE9tucoqwgm5LiGeMubV72R7smjlRnmbei3KEcex5koZFOqVhpWwH
CnQ+C4Y5KYImHY1wbhXEh7gnj1IPJBSFK3KchApevnzgOwi2t6+qd8h3F/3LYHYEj0qv6UOLF9CF
yfiwmwu/RFOrcgJ8w0bIqShDS2m4LLbcUc8gDKnQSri/KwtZh1J74+8eycGNxCPmu655cbCtjAas
q/MUdjdlF06wH9/j4DHCmmYDaK69+VnYlapDdJP0bcnb7DsluHsCjudUaAs575h0+6MtWrprBuJt
hsLsXy2d6y4c/caMSN93u3Qa/H1DMydqa9E/w/TCD0Qu809W2fGd5Ghz9xDav+mB4HocE93gGCfj
Hq1lPxSmNu51Lui2IADHl647PYpC6Uh3PhxYq9mNtJ/XcU8690ggh7rvNJk3aePmX1Q6lHsxTWY4
KloBBGt4NxOv66OrEiNI0EEAUKWd61/KLnDYTYWIiNE9UnOsQpGwx5SYSQTT9J8wW+MBHyrgGIvi
FTXeEko6BE6xidtFfenwrUE8nBqsmu/zoeMB8WszyNsWF4Oa+Z1qfRXiXdQHVgGCR93l0CZ0kmqj
irpBF1RRcZSthb8Jf9RtLzq95V2u72ZLMSj1+HJjwxxvAy2bKYQrQR1ldHL2aWqY2wRgyw0wfUiS
UlN/xe1bbKZM8M084i3kkcYJR07Epsmxp/vacQ8SwNBwdB3YIREI9mfADN21vS5CV1YsVMz5XTB3
fpZ+Kp8a0ZQ7ZSOspyXd+olRBSzNx89VV3hRO3RzAIkI4z7JgIu0tTAOOUu6XUNUs8lw6h1Zx4dN
UfbuVgJVv1U4+A9ykSchMncPDkyWnnWph5AoILBQuQY9uMHeUblnbbysd6O5hCUOmcBwCYcGLjqj
rdIIQCfACJPOuS0mn4Dijn/QxKvCKQMOidXwhSgHHBoTyeXRZaO5EW2VPykBFput2uZJ1kUDzY9Z
v7QS7S9z8p1HqUz80ZUsNj3pu2+5nrJg9Kc2YCbcagXthl2lrRSMWUxWYLG02tBCVUHesOpQWAng
oXbd3jQV3mT2xPheYhPjk+bdswN++g/hahH10uv3FmdDkFgQIROz/llTWwXw4xKBZWKbjXlt3uCT
TUIUDK1t4+XZDnpiOLs7f94DgY+PDJj8SFSdHY5lOwf2XDiHriL9PZJ41zmiBzQNQSYSsbWV+5yL
tDmOvW43dWdgz7ozGOxJDbFMbbjHJrX7bVtSL/B7q7ybwTIMXdV4EalpCQMuZFdQ+DVCe2yQQqbV
W14ZAA87s3NAdSrZtsDDbAff0YFhFH4wVa4C8EYDA9ZQtmlGl8H31f3hz/0PCXLTW98nJlJRjiNP
W8ZO9rVATwkmdBNvIDcnG+dGTFl6p0jGd3au68/5TJLQorrb5UVlh6ViMmpTLiIDzllbatRyV8Fq
6RZZAfbgBI7iqDNjC+UitoELz6NOM0YD6PLwsGgl3fGkhm9YDdpmNC2XDVTBsKbTiBxizJ2n0UHD
3skJvAYApiOh04Oo2lr9ECVuPm4Spfi+UpmOZ1Ek+1ppdV/OsBUisnPv8R1Nm1Gk6UOtcuNeVnUG
yVqLbIVJBoDU0Tec4APlBWVhiAjljGYr8i7pIq09/TxBs6egdVjY9KFFfrkxdTa8uj7vp7CGjNhX
25tUbLY6/+k0Xf6FzW66oYLN0WBkP3IzN4OEDEWIHMQOq5bZoeqRygJAZ+2hq8O2nUyMDXruWdD2
yovo7I+bTvMxTEowOPvGSbeCQGAF2mLOnpm62xTExKbDky0w+/ptqhnYLyMrH3zQyiK7ytAwd+YJ
qiyNH4yon2xSpyabzJz4xqVpZoSD2Vh051TT3G8h8N9AzXtMAidLX9PZAS2g6+Qb0oiMbhy0GePM
Ef0thdtVcRRMNA2SWdh+ocmpI+FAUo1Kpu5Z6v0cZD4ETY1N7yRNth31iKQUEM59wgZcOyWuQV7U
7mYSfXcAyUs/DzWgdF5aV2+2VXi3aGV0n7yOFEel6jl2ScrdIIfGcH0j05kaaM8lbSiUms0QSDnx
oEYcCJk1j6FGWQRXCtyNoK3SgU1N81hBMukJmRnk2pKm2GYoqN5WY++/aLNImlAMjT6OYwqlnC4x
hjaA+gv/BZkHHTsEhIIi9fKbru1BcBR9yoPBz8ewA/0nbJHh7ZK6I1smJxwPlLshlLn8aLbMYV/U
bbav2aAiJ/e+dtgLd0nTdJCvSsrPI/SAbvushqFqudSLpp6/ZEJP29F260jPvg3F7tb45FsNj62U
cOjZ8QzPoVbv7KnyN1ba1y990eIVPpdVyJp8SXq0B7ckyo5ZN1ebOm1eiZJqUwm3vK2Ebm7gLdnd
4cWT4s632wdayPHZc9v0YEiBraLs/NBS8Rv/LxFlg61hRIhvk2ZTv2Mw8T7gudXGbdMis5emDy8p
Z0g2WZ72cTHVJCCDJza21RVB6eCJUQK79mIn1Nq6khoPDB/2p85w602WJWVUiSGLuFFC+m5s+xsj
n6vt5PbTE3fK7skBVhvHp2MG1aDVVuZJ6Av/AA7j5zxxSKQFzKRSa8hDUVb9vTXiraRwHIYgBait
ZRXOdrGRD21lDLuM9maUdNWvJJcah0XfHmvJzfva8kVYGCoaXShaynnoYfvld7e2mXXfikoBqMtb
+w4Suz6AQpUZ5UCP46oe82Nm1HmYdlkDULmxy0wSQCS3CchszccBDb9Nl4j2SJhOtzZNoL8N6OgT
WgOAUwGuHo2dLG8WIMa2aEQa+vPg35qNyKNGMLbtXY5rHXITnxyz+il45z8YNo45lzVIW4aWoKlr
F4cp5f43S5olGtqJjqxOdg9uWTk3ZsW6o6eNX65X44DW0jyK0YZG+yicAAW5YjtTWH5m6LSErOqc
gMp62rhac+gp+u6GjKO5S6mhA1744rdjadT+7ZQ8tG4ujrzW5TZPByNEPzDbqEHMAY5wslESFwOn
qgJitUMSymBhCXKZjGuTznsyOX6Q5Y0fQemThDnLigPs6OnN6GdNkAxNFgCw3rx1LWQQQGBODrMF
Ft1sFPORWVP+Dc5s7taX5ngLcfvfk8iLF8cmmEuafx6YIttaJz+0UuWztEUTA70IN8vRsuLa8voA
6Wi66S232iERT8NFxzVCfWSIQIiyAxPrc9CcwF3SbclRp5D0C1A5Me4NVClD3Q1dVJjVfWYO5iEB
f22Tsok8OB2KEq5w6htUoOu73hHDY8nJ+EI783nuSlh5NkbJnhPmPNi9QV4gVWPCNrCoIeInWBZn
+fDGsmy8q0H1CIWT/GZVrm/A/BuPVt9WBwdXVsizcQhqmJ7ZcCQcFsnPUoU1JocgvDa8g5ukQ5QL
AVuJSjRhxQ0/GJRMw4TT5sZuTWPXV4Yfto3fb8ssycPWpp9tNH/2My+q35BAo8E8dcuTKys2OU17
PMVk++B2UAXqLDbToG7M+cmFodzB1aYIkfEaO88rf8siZ/veavNoTF3kZVzZNy00nbclMW+zZihD
P22MuLX7ZQq96dAxwiLI+30rwVfYFXh8bYUsNIoKdh4WJgpQVUWQceMFRo/ANIwvNdBm22Q28KIc
RfklJ0S+ArXqHl18Gzv09Nqgbln/QJBPBTxP0shvW5S3+tLcw2J9vseV2gY9L93HlsNsDi/X5Cb3
fWtTNiPZO51XtMFgqQzZhZdtjVTWSAOKLuBNyTYVip9BqttfPtdtUOAT3xPUmTYwwYDKwijJZm6a
5hEJ8xwQIJKC1sCOShkdAkuO5p0PHsNtVkr++YOV0qW4x/4Q/E1zAfyfVkrlOLh0Zv4cA+/sWrdz
faVOeq54uLgg4JfBToZu3envVypVLiAzc9zp+1EcMutKj+HK7zurJuMAy0zf5Ph99lAk4XgN5vyu
BI/pYeg7QVwN/KJ3BJXR83HHjckcD3WBSuHRNraTuIZ1OzeGv4OsGpiKlnRwewTJszAnwTWxvWs/
v1oCBtCYGjv8vIeSY/3Ypm8f30JsafAA0W4uIOnTJZ68dnJzVJ/iUn2Nlf3tw78OGgNIXlAM9Rda
4+mvJ3LoiOxdI4Z45FcL5SFUwD7aXQSHdynjo8mCXjKinIaAxfSQN6qhcWKUD2gBoa4+2b8vD+PM
RkIMYBLQX8FbZM0xRQeB2UAL0hgS26aKZYVKxafLIVz8mScdiWUYNiim0BQDqspf/v1fTQ/t1A5M
Xmsaa9yRUGl6pkWPGn3x1QO39UrP/T2oahEEWWgfIDOi+LY6NiYUGtu5qSguyHGfl/1xTvQjGKOf
LJX+MCaNcuRHDWwXpvUCjIQgNmKCO3M6PKMhoy+clsZ1KoLimKU/L0/f8hmspw/tcXzjgAkBrrDa
BYWVI5+pEi+2qp8z7Pv4FKCWGoz48A0TVaBrEjFrBgVwC4u7PORcl678Iv5zOiDaMFZUmeHGVe+Z
m9ZKwON25ZEmKA/X2SbnPUq21afRJpuhapLw8nDPnAqAEuH1jkkF/mPdtEdVtyMuvucYEI1wGo7C
/aAdyj/j+yvC6lzocadng7DcOAVqqcSW9P7DhocO2dKdgg0q0BOnE1gjWfZRTcKOgLEzeiyDgw4O
xPlT/UHzuqXZB9oHpuuP8Qp65qeRJhN5/+BpO1YooWVTQFDHvbwc5xAI4BCihQ00sgfG4mo3gN4p
ja6VVjyjZZbqXVnFlRwCkArnpt3SUr2SrvxiJM5OsWqXoZ7njL8u/w3vtgRa3TjGgb4DxNWm61wg
N1qKZyybYjBpwjwrb2dbXWknng0B+xqw7cGEB5bwdCIbvMVQS7CneFDNb0MmR6/0d5dH8e4YXEbx
V4hVOxtII5EW0privPtmVlAtqh7Gqggyur0c59pQVrc23h++XyeIA/o4ns4cifeVQ/ZcBKTPi6uk
iS7VWtonA/ABQg8cEZZSYAqOPZjdV9kKZxrZ0CzGZ7QoueGeXZ+rU+u0bWkNsVReWgFrBi/rdpQ+
XvxMqaDKsnZfiLq4mUaLv9Qu97f2UH2/PJln2tqQJluEJMAns6CEcrovSpJWAqx1QB1QA/HA8vQt
JL6OCGxThX3+QfeT5Xt2bERZOIt/eF2n4UAbtzzt2kNMoT8MqfNRw6oNNXylX51rOmTv7pUlFsBj
oEn42JjrD9uTsEYw63GIx9H4bNF0K11XBhSNKqQZkwjoUEXcLX6Y8zX7trORwY0HJgvZ6ztY8ODY
jQRBc4g1DMIH7cHU0wzd6pBA7ah/VEMVJqTdXF7Id4kBRgsSxQIoggXWOzpB1lMXbSV/iB1IQ0XV
VN67UCnPaggU+h04LzjMYB9tfVDt/c+CUshE4ZSG+ja20emCOkppKF0w6GniDijdXWalgSAW3rVm
hP9af9Df7U+8BZizEL+R/qxzrYKNeEl7NvYr2GclqoLXMHXv8kXMI1D+aLYt8EZ01E8HhIYVrXRf
49vHo9pnEL7oUDjuPpwFLGHQZ8P9D/wvxPJOw+ATANzCUmM8O140zvQBIvOHyzvizCmGEDi/ABpf
SLWr8zibCHocsh/jvKn14+Sjkoz3SPp8Ocq5fQfRZfQ2ob4PNM4qSskSSSmpxxhbEi3QPZVLP+3Y
aB1quh/7t8vhzlwyzt/hVod/p6d+4kk7xmYGCMf4y7c+TczdzuLH5TjL/J8kpVgfSCQCeIoc23xH
XtNGw7KUVmOM0tYTTRocwtObaJzPnjLhd8ZD1nv3JTDV4eW475PTJbADlWxcCyBwrz+ouuiLAo7A
U8zhLGkmBJWgdkOpQqXuZ8teauSmqf3ducYTOrftwQRAqgU6wHscJCGMdoqbgCTOLyZeLVT+bq4p
vpxLtWALgK0IpCW2/BoR6xoc/cthHuPUeKA4gS3FQ1I86MQNuacCc350q71t3GXWbzIcPs6FwlGM
Uxn/dPBYhvzc6TfnDLUsbG5YcVtBoRVF35Rn+8vLd+abOwmxTPNfT0G/a5e69WzFfqnAOdwR6/Fy
gDP39UmAVR4nHbvQNMMYTIHWkb3N9GEAL1qIN21dSQ3OjsU2ocuNawzPs9URBQU9yxboDMae+8NN
vl3DJV75eWtVQBpzNvtTVeDng8YSwVxcK7+c2dIgueLtsJx/eEasEnveO2hjgT8eMwnocDtp86UF
SuiYDya9QrAwl99aHRcenJyRw0O/Axphq1hTrarZrI0ZkH4WmPzNsW9nwrdZ/dnJfvrz0jNr9z6A
bc6VEsqZ4/cksHW64QTN7XSkeo6lSJ8BK95k9msyxJ2lYC6318WVZ8S54wnxQF/AxgAifM3EawjE
odpCzXFjpd/d3PjewAwDnSy0HrI04KLagaz9Y07aW7sH3uXy5j+zZRaHFFSMwCSCV89qR2rWUL/U
wGBaYMtA/uzK3XLl59dyYX2V8ymz8POoGqAkven83//h70fKj/cmELl4bJ4uVqq4Ev6gp7hM4Rk7
Gsi4U/+akMzyI+utCMLE/wexV99V1xvCYEMLoGqCAAAyP1U5fUHV/ueYod1hGG+EzSKo/HF3eXTn
vjcIxqCO52KN3il4SInmgZkIQOnVFxc5drdDM/VyiDO3/6JJ878Qywr+dbw6ynXHXpVzzL3I+SZN
6KzvFb2yx89uAxDxcXBA8AlZ5mkQZZaWrWYEseeITjAVvzJP5wfx7++vPtlkIkZDoVsUD822Z7vU
3A5QdL9WtTu/Gv9GsVej6PxJVz2i2O3GsAP+xb42jrMR/iSwi/XOu8pq7U7gimd/3vuArxd+9rWw
1L0p6ebyol+Js9bF8rNMOXM7TTHFO26EeF+KPnZAMxX/lzh4swFq7b0XVkkqBXyfBhyf1ncVgNMq
BkDlcoizW8v/N8Qqe2Wp9CArihApkE4qrwN6zZrt7OZC2ghCvcWQwa42LwHwoVbCRREG6WM1WMDs
uBFctgdL/oex4CBGKdWCgyEOtNMNloMTPU3EQfME5VNA7678/LlV//vnV++KAo9WVgLWCry9F1m/
egBynf9wmiwiV5glpDdoQpyOADK0Np9EbcRZG/EmTA+AoLjX3uXnlnxpDaCQCYNq8F9Pg3g9mUWt
0CfzZ2CUjK4JhE9fLm+rc4uOyhuYlyjHotywmiu/SBKemqkR+96wYULuRVIHnJkbX2wvRzo3Gtz8
yOJRt2J4Hp2OBuhZFCDIhJaW9PudCc+qKEW98Yqc7LkoUFsBndeDvew7vzUDVtQu4cimBrUlGwCQ
Lg/i3HRhLUwKRjV6r2ulB7cEOCKZ6RxPNoCjaRsWnrfR9d7trqSF5/YwijIwEsUz0ken6XS2LFVR
B645Y4yWftDn3yogfKryypPjSpD18Qj8sbJ1swSpoZfcvvYOiiLXyhVng+DZtLCxYF+73mHI1ase
qcqIFZFhSX4jVtBeo62dXXYkeCi8ovT6jnZloV4nwNQbYx8g4aOaG2uXpPr35cVfvoV1eoTV+F+Q
1Q5OWi/R0sVDt8xRemzfKoAOGvsNK8Pq/xIK/VMIWKJ/9u4BMjh9yWYPsH8xTnA9M+QNI+ZjX893
sDh9kcBAXx7a2fljYIxB4Qc6ZOujpimkI/PWATOKNoFv4mFoXzmUz345/0ZYKwPnqAIqkPGnmHk7
QaIZUj4ABl5LwMyzuw21vUW0Fbn2Wp07gc130zmYuCqboKvs3w3uFBSFek1l0d0kugWSBg0TVI5L
/wvRsKEvAYEIynH0d5pp0Gv6SHilvpK4nXtrQWJrwSOgNgNFhtPPuYd7Xk402gJNKb+XJr+jjc5C
4nU87NAOCxiML3ZtVX78HQ5ZvH/DrnbslDYDUDbZFEs6hIAlbq6y9v5o7a4/CrrQLLFv0NL78+r7
K6/2GNcsA88GI0sGVDwBVKsmv9wi2XZvjMlUNzCLYPdAvoNqwYGPGStSbkSZgxwPR8ddatVtSLQj
3i7v6HMbYWHJoqu+vOPXjRg6Q+ASZgT4goab7ItuIyPb/IcIUHaASAk0tVHpO11TnoHSxqEqE5sA
oea+BND3pVbX0CznvhsYh1LUvUDmA9f5NErrA0neM5zRxWhG1dwdUexVHfgWHzSlWMrjqHX8G2i1
V1K/qrpeIFAyAbhh1BGwUQ9jOUJQhjmvl6fu3OewCB2jRonyEGT9Twc18HTGeY2WYkXInTXA/YiR
HbThHlsTfaNiEK+Gwb9ejnluIpd1Ao0VzIR3ZfO07bPEl6BEFslD7UCf1AigSg4f9cthzpGPkbb8
L876UjXYJCw5IWvLYVpag4ikgEhj8FI28s9ecWPXqLDggxfHvjAOTXdNc/jc1P4dfpXFl1ObJADR
zTFQq2oK5fxaq6NJo9IKDO9K/nDu1sB9iMnE3Q5u62pv8nxsuastPBQltEea/yPtvHYcR5Zu/UQE
6M2tpFL5Kqq72t4Q7Ybeez79/7H3OXukFCFCtTGYGWAaw1C6yMiIFWvpzYaXY7gyoYsDohIHaz1A
H/BKp3vFjkIrd3zWjbdXd6tJ0vSklb639bSG9FGcWDeR3scf6zRYYw1ZtEzgQqjn8A8xyNcSuux0
g6ms6rtKbbYVdYNJfQsVHaVdV7FWQteF8IJI36K+STlsflacDrSaiaJaD8yXIR143KfjvqgemVfz
avINexYiJhKjH3km1hFOn96YQw1fguzS9bCdqt+0QTTB58vHYGFr0GbNtoBKAMyAqMBVy8oYjyCR
3Xx686a90d+/4/v0v8+hPi9JkcW5yP1U6YZScWukQMZNaW/+t+/P3uToWpOryc9aLVFc1Ym2sTJs
0Ex4hwUYG3GDhPncUIIF8h9pMmqyKwfxBvH4a+VlZoduww8HMwZSfHPR5NRAYdd9mmqW4trPY6Rt
JDqfLo9g/oBw9bNV509z989StqcGGrlLak/vVFdPYmvXOum9Fxl067aP2mDcVUYTb6vemeiFjL9e
trzgy+E9AlU2V9goWQtDQ4VYzqQZHjnRitBvzc+Sc9NlH95jBFwZqspUnMQiqBZ7SmQNgewmcovO
yjjet57sbQNn+mRq6UqAuDgiSJ/R5+BYnr2S9N5RJRlkmdvW5geo3D/OnYQbKY1eR3uNaWHBr1EE
/9fW/OdHe1uq6WxVh5g3f/c9Sb4r1QHhHHAiMFakcJ1dnsWFOAypQRLWsBJx74pMOZqV2VZlgTTt
SiA3qrqBo3zTBVeKT/3d7JTmQLNCGDdLyJ+OSaU3xPImiguZ1mwdh8by61O7JBUQ8AUOMvszYbNX
vk4vPETg7twrYDxGw5o6zZLHPDYgeBzNnIAVNNrk6uXe7B+aP9evAw87PA1TZMEXdjpBQ9VbzehR
0oq+jfKDrbnemvbL4gBgBVTYw5SgxeS3Y/UBumbUk+z0d5FtjGRNL+v8goTMBUXrmbCYf4s+X1G9
JIJSyHo1QloF/Aff+RrSyq0Fw264mtsOkBHGYO7V4ds58855Rq+kEo7ma648hI+hd/VuOv28cATD
HpaNKePz2ZNNK/dazLRQLp+Z6smygUCj2CZeLk4xmnR9N8Yr7T1BBX/E9Nr6Pp3V94pxX6jyzmx+
K3PvtPSo0FiqDG/X7rZT+8L4nHHMaZ/rjVfJ+VTS21yFD22qXO1aMALiZq7rgV8SAc2d02flFDNI
JfxQtrRnppvYOlweyF+o1+klN6Mq6c0Cj0WkIULB8gmwRUQI/EpuvtxXXWr24Po042PQhtEXZpn2
1zz94Ix187ktVI1AtAiDjZQo3nZKChrxG6d+HFSregFYS/Vx8qLwSyu19m2jD+2jHga+22Rtej9F
fnpr+FV8W2hA3OQRxAGN4mpzRyhSjzsjG4eHgdjxzufFv6nBQ9wjFJv86MrQP1B5Gqjl28oX+NSl
L/5owJg4BoXbBVBmttWUbDwzoVnBn+JNhuY3mkmjtevjVsluuXg62tum4iWi1xEos659GiLnY5M3
/4S9pG6kQE7omJvCZtqTBwvuq3H0v+UwQj9Wo93eo4YagnXqSvOfASzZn0Qdpd3llTi/SOYcg4yT
J8MH/69w51sZ3VZyarDa5WtC1yjN3FcTQnLoj0yITzet9qosKDDh7NuYdqn95REs+S/yEbPYGXLb
ZwFFnjOTQ+ubr7Lc70Ppbir/FGmz0b0Hny7Ey7bOnfE8lH9tCQdwKBs98StsjZ1960PbZKor77IF
CyAkoF4jz0YQKJaLlNzPtJKb/1Xp9sWNsUakdR4QERXj5WcThA8iK6TlF6QLfQXZlOFjyxOoNGaU
z52+lsVZGgb8q0SwUFDOzIqn92IdhX4pKZ39Gsrfu8fM/np5HZaGwTjoPiZSPpf6JL0vFYHvmK8K
fK+HwZ6g74Cy/W1KtP7F6ORkhWtKVfm9p/4KvSMuR6CcoOvBW5yOx2tbv5uSKgMlVZaHvhjvFZsO
6ZsqjCfYi2wZ9qbsmy0X8U0/xfWL1cChFGVZsPEaaMrkkHRBbdfOxxwXZd/YZlLux0rPmHzb2mqF
Gv9AcUE9zNQH21zK27fLE3Z+zGePDk0WKIS5yiL8fj9Rmk5Kp/QV0gB55pavtU11dXEFET6cOvkE
okUgB6dzFBBr6zR0Rq+WXG4ngHK1OcAmsbs8kvOdNVshF0M8tBCuZFWQq1FrRa9S96g4wbafrneJ
WCAkpXBHC8JZR0/g++Ogy1n8qqXyxrBo/JfbTT/8c/04NAOqRbCt85tSjBzz0aB4lyevY7jND+Ma
7/K8oMKG5YD8+/l5Go9eI5HS9EFv8HnP+DaFN1LzBJnGoWxuo+ZWKa92izrysUR0eC0SV+LKU02x
Rnlgd6lZ8mzR3A0R27WzBYetRb6Zsi1E9WJjGlSbVmQ3ef1aqCh+3eb53eXvz/7odLr4Pk8QBygi
EF3xfIS6HISOFtWvilpHz51sB2+y1AUPsWFWT7rX9feaJFubIejX+sfO9/NseS7XmwgInHEOBnqh
1klT1q/N7y7ZRJ8uj2vt64IflscYdo6oql/LKNyazX33jnwIpRD6TAgfEOHkn6cbzYkTOCxwea8D
fAXjJtLW4tGlIeCyWBWyhcyUcFA0X9EzRWfpx+pF8p5kbXUF5lessPhoPxnkB1D0ZRsLQ1BaFc4F
21dfG2zd+FlvbL0KNqatnKSWc+dPbfjGOy/f0r+rbwuJV8bWabqSV7eH8im+wZB+5J6DZqLsVVtO
9id2jIKIrN/JtI2Y7V6ijnqIO9XeBXlg70snkSCDGJMdFYdoO2jqR79vjBfbM6S7KMhA7sHVPn0a
HHM0N0qu+nc1fSEFTHIWVIp5ND32atl/Shvu8N4Me6AltWRJ27qSx11WFdbVL6vZ6Zp4dW5B64wg
VeUsoBkSqK+Buis1uOOv9iCn35/v3yN3FVZFX9fmvATjx1T/ohs/Lp+D8yDx9PvCJmo6JcpSXVJe
+ySU3b5q6mcFxASki3Kn0aweqOELxOLl1W6LDYVgG7cIKjxn/bRyGajt2Iyl2073VvRmlytX7vnZ
OP2+MG2lXbVe0fL9jnZdBfcxrPjFBXgpFjjWxDBztknMDtSBP/QDDNzAmz8koDOMAeI8aBwSGN+k
5zJIUID8Nmbp7vJ6/QUbH51JEgTI7mEYRWgHInzxTBaxn/oKJCEHTwngH0gRoi5GSAHz0BylzeCN
/YsS5/ZN2crfoi5Ot7pnHuQg4vdoHUBsOA/uS1Qqdmlmf+QNGu+01of1LJ2ax85vP1kJvGWXf7NY
ozr7zXPUerSJFWgkDCU1skOhFzBoSV+cJnj0SuULUsX7Suu2GQqujj7c2anxBCJo207q/eXfIGyI
s58gxGCj48UIVTBt8vRNkh40iPn+NwPChWJ0wSAH8xjbzzBplfHK54U49T+/nyCSB+m8AcS6LJdA
2hSwtBzyMoO16blIP7TYeccYjozMk3i0TlWEimIoYwQewdGki3Vl864NQrhPQpju6mQexMzqN+1G
2ArXhJoFf3Y2T8JWg4nTtqNezg5p/z1q73WlvGnLJz3I96q0hisU015nxoRNZQOjUJ1KYzzj91p6
9IwCcobPGbnatPmUO69QwO5r/Z9OtvZh/jXy95eXax7LmSs4Wi5hyw1qrieyh/ne2FgaHZgPSbyb
+hVXumhlTkrSLACXsRhh9knulUlvZ4cp2aLSphS3cUv0f3N5LItbA0ArNyg547MWMNOTfJIVHJ86
vVGVvVPu8zVe5EUXcGRCmK5pyuGos83sAD1n3H1zrJW38NJE2TPomxttjvaFpySUQ3UZKHWO3OGr
PtyC/Bluq2jl4lza31CxaFQ3eMyjyHR6RCEz8qkgMYjCfu2mR0+loyb/nPhvAzQ9l5dkng9xe1FD
oTxkz0kX8fGit6qW6bGTHyyoFv3c53p78/uHevyVN3epsYKX+PvLz8yZ9EtQ7YCATuTXLycyBr7O
bk68ptuYfQGzapQZ1R2/rdgkA5yDgdHG24nkAfRldr0DyNjfpj1MOJ4kJXcONC9wHnKl2H0aPJha
m+xjw0624N2SrRQUkM21clm81YXRf1QQWb2BUdh6qY0y+yDX5ZsRlfGNXjc/jTFp3xDYst4y04x2
mWoP94MSWjCs1lm5KXMb7jQoe39VYdSg3FZ6t6Pp0UbVkEWoiil7o1m6XqtHnO9fe0Y+sMWg56QI
LYRqGtSf/lhR486Gz176DWzoivs/P4OnBgT3D3jELqYQA/Z4C9vMDoZGuVkTL1s2wkUGLpcUgilE
ZjChpZPZOLI76tmunJrtJH3Q65WL5vwogmcAhzVLpNF/K1YBkXgyG1VqywOrstXM5zH7VDufPD1f
OSLnS6IqZCThHwMWAAhwHuzRhSmrTdBJbIJDbm9Tczt2K98/n6zT78/jPPr+VFhNMGR8f07k23tn
uHGyFRjI4hB4wOC4UJ2n8nBqYjBQIZQcLzwEjbWr6QkL8hW/uDQIpD/msgln+wwal5qFHOhlFh5K
+zGMbrNsF6crr7A1E4Jr73wphloqDQ9du1VzOAx5rK4cjqV5Oh6F4N1HK5MbLWAUZr1vUgi9dpe9
7cr3baGinKMvqOUmon568o+fpnDsrkTAK3Mk3uODNZoVjLUhKbUvZvFPV1VbeS1Jv2ZDONx2WRiq
lWCjLbfyCOfag74WQyoLZ5u7lSP3H7IV8cyNcMMWUikFByuH/V0ptijhIrgTIf/ofUo1ddto9/C5
t8Gf1vwtOX+y8C5o93FV7y8v2PJY//0dwtl0tK72oPAMDpO6a9W9HezM7h0maGjlnQd/wDnkUyJZ
MhZNFB5gLNfM2877WK114SyN4tiEcPytquusOA5C3hVbGWrC5m5Vp3NpwY5NzD/hyIl5gV5XEpSN
h9D6qqQ3UnZnlVvTuL28HEvn59iKsBzcBoovpT5z5dGAfleuqXksThRID6ocaKCc3b6hMY0RarDB
IZfvoX0t4HdUbt4xhCMTwlpoJHK7OlHZ2Q38ils7u3vH95Gn0okbwRDrQgBRS0pcNqEZHHxzI8kw
bK/cVosLffR94fc7WtHmpMOCQ+u8UByPshcbeqrwPYfiyIqwnRAEMcLKM4KDkezV6DHG49trVXh2
5GkoSrR7ZELYS/0IyVaVWizEV7TbbHsLfDbrV4zMF8YlI8LjsbcT4NUZs9UH2b5sZHipIHc1frT6
TWsdYLNL8g//2/oLt6QxBEoA3iU4DOMeDvFozTUvHsGjaROuyE6jMdEc5u+jUK655pXKfTy3T5ZF
rJdLYebYocX3oc2s/yRrjD8rP98QnlZaE1lVFbEgk7opv5o//6fJN4SrUY0bzcbXBoemeTDK/Sod
x+LhgzOLljfKNcD6Tr1s09e2NaLQeKDuapRw072E0CprX94xiiMrwhYa+sDq1QovGNtbI4Vpe3f5
+4te9uj7whaq4XLLfUsODvV037lRej/0K052ZZ7EOKvNVU+ve0bQA0ujpIymTv+n8L5ePQ7KAvSD
kKpV5pzD6WqUTQy0fPD9Q5NvymFbFLdDs8KnsLBdEb/WyAeSC+BZKCwFUJxQL4JWonve2zjW71Ie
VjztwlSpNlof/IWdM4laWffkmPeJ5w69thvjRyf6aPV3KeS0lydr/qWCJzyxM4/0KEBQNMnuKEJ4
biJ9p8yJiMZBdfKdiZ7LUH5X85WJm0/CJXPCBaLa/oB0A+Zk7WsauV5wO6bfYv0JfdOVC/F8N88Y
Tkpo9GHBcSxC7D1I06Yx9mTXMO8QVbCyF0jsL8/d+S6YTZA2IyewkHQyfV4NEDQpbqZuLV+/aYK1
CHHFggjfn+wkqtO/FsJvswTHWlpuaZJAqgBaQeSKDKOwHEqD+kuWDYo7+iY4KONDkY53Ut7dXp6o
81Wn0VyfMbtkGMEjCyeyiOisAL2nuDnMPYg13UpV8VvxypseWGRZtytnZ3FUsD84dGtB3iaWaaZi
GNOxZlSp1D0YobexMxl9jF+XB3V+csjYyMCJaK5AAlB8C8GtD4A4IFaoguExKvsPtVUlZMimX71n
PGbT9NEOrk9zYpOi/LxWPEzELpwg6Jwq6hMaCVKo1Kc4/THifdCbuqu0OFxxDUubDyzkf7NFQsga
a1plRHmguE5930yvREiXJ3Dx+yDugadDr3rWm2KYHbBbEl9urH8Mw18JhYnLBpb2AQyqKmeTLrAz
qhGoVUqQWAad+yHiErYXmLfoyEJ112nmypZbHMucG4YLBNiHGAGUfV8oncRc6Wa9owC/NbT3zNaR
BeHKQftb9afSZrvJxccgyj9SWl3Lcoodnlw27C8kpiA0oax+1oGoyX0fS43FjJnofOsRN0AgP8Gz
/kkKtI2lTPrWr+o/+USLTBCESALmd16hbOpI2phlcXN5/c7vQHquFAAcKs1gdPIJbkMN205uB5pO
DG1bfpZoAFLccnrHyhkzeyeNUjr0VcIul8fR6lrPUNxIC9I7e0AZryystdaIpf1hAMmfuQrIoIg9
C7GDsLZMp5QbojPmv3HlvmN7HBsQ5souvK7DXSmuFT2Fw+OVGNO/G+P48+ppmFDphh9X46S4kwcu
YZdfHdqy0kfTIyxCOXVGBy+W4krWXVfc5/LK9xd3EihDJA4h+dbEYKAthixOW11BWm/blLe18+oo
TwjjXN6vi4t8ZEWYJK9MaYHNNBxmGe2UNtz9c/n7C7V8KCJoUiTwgwH1vMolGRExB1iRMP1iKB8z
M0b2xA3UFzXMnypkb43G23XJgFzRa9ev5HmXRgfzH3SlAPjApAmxQt5M6EfTo+zaNoyofra7uzy6
pSDBwunQZmkB8hdzpEhk5kWi0PwZD7kXbgzZrraGFLefBwKUfafK2b2BvtRKQLq0M3DX9Fs7AI/P
MKhZpLR1C6zK7TNQaG2eTM9GTfUrb4z2gWJfu1JDXLI392RSP4R+9YztIRzjQKv8WsaXmbdpY9/V
qJeZ+8hbmc2l1Tq2I+zFcQQ/n4/lPC7v6xRXd6i/fL5+webWGRYLGaizAKhEV3JyFFhevDG/NYLo
Gb4UdFC74TlRjUf0yK7PcTFlRwbnuT16qySBEgW2jMGs/mp0D7lZ7orxrdP7d/hS2tXBNsOVQ1ul
6I1UySt7S5YhkCu2rbOVp3x3eeqWVgcwL9EVlX3Ao/OfH41Em8aCgt9InilEgqZAW+j66hWBDQLE
vE3RF4Mw/NQCWqWhb0zzvu4L+qfdwlQQffx5eRgLAdaxEfFWG5OmsqIAI3lP2ywxMsq2FgAFVd2/
x9Dc8TeDbc/asyMUaON0Lr86zV0t/faax6p/u2xiYUm4mcn1gyeDrkoW4qs4TsPQkmLNTfWvvvMH
KNnl7y8cfB5ZkGTy2KLFSLyCcqWZKkmigT7Kn6v6a1fexoGBDvWHy2YWloRwCWrJmW2Z607Yu11Z
KvlI47wboo2DVNRXdDPeYYFOYJX+P3UOnE53FopDxkiuCCaAobgJ0/65Gbybslrr+10ayAx2h8cU
jCeXwqmZQql0e7S56ybpWZ7Q75yibVWslEcXFp3GYoBdlChAiYvv33zIJq2ZuNO8/EUeX5I/10+V
BgUWNQs0sOj+Ph2DKTno0dp03ydo5CGT4qaF82ny5BVfvzhVXF/wFkDOgrFTMyMaxPbQ9mytTr0d
pW4fF83XMIhXqtVL4QfEC4atqHTjo4gjxJhAU+PKzHz8r+N4s4LmuNWS8B7Uxj5GpXTTRMFd5iNU
VExPWZX/gimi3rQwjl6e1YVAgZ/BDmRGeTmKsPjBDBA8dyLYPbph3ydIHhvp5zYyv2heQPp+/HrZ
nMjaOse+YH04u9RuIIARGyw7+i68pGsga6Crbz8VSvS7rZwO7XNH3gXl0N2MDviswZSSr1Vrmbvc
0/tqk6N8/A4fQhZlplSjneWsQdGv7IoGAH6JHwwb2vI2o+ds/ZT+vrWeWBFi+59Ba5oGVxOGzsjp
RyMNyhpdZlc18/Y58OMvsTT4yCvGbXCbmHn+kkia+SBXer1tPNPetZL1jicvB58nNbAuoPyiLzO9
BNndlj7moQ5uNLs4NJp1NcCOtT0yIVzEWU87VK3RiU1KYGMOz7oj7SofwUF/DbC45Grm5wccX3QJ
ASM+PaTB5CCtrCSTiy6oP2ySK1lv/y4YwRGrxcGApUk4nHE/kaia4L/st53/YskrcfJ8/Z0mblES
njndYHaj1VB8JjsRb+ROhWNJSQpQYd/DRL4plY+p79Mi+wG9gsuHbum2xJvN80RfIKi609lCWi5w
Mq8a3UfV+rKHuufL9d+nm9fAgVCTpQnt9PttqVP/i5vRpeO22ZnBy6S+hGtNoAtLzu5SuWHwIHPS
7tQIj7jBKrvRcCHM8d6i6tPlMSx/fiat4KonDhPnSPdbU6InGoWT75lxH5Kyv2xgYc35/f8amP/8
KErNtFqqkgwDuILbSq0YRbdz7DfV6G4GCBE71d9dtrg4JLrZaaKz53KaemoxiO1+lMPEIKd6E/q3
6cp1v3BRkkEzEI+aTz3vzNPPN31XZXXVWGhUoSe+7Q5Z9I4BHFsQpizuis6sjdpys+l3TLEm1KyV
RVkbg3DZt6EPYWRdWW7r3SjKjVzt6pWzsWwB9CmU7vxlzYt0tOyapxk5WXXLDeoHUrN5/KSuEUUu
HG8W4l8T8084MiFlpTzWZN6AUzqbVJq9oR5/zz5dv5uOrcy/4siKkdjqVE0MJJTvrORWXUNDzNtF
8IkIJ6IQoEB0DjpF+L5j5hmo08RyjeCHmT9AlV2EP/Rv1XQ9Po1qBtUEEhVzuUFsQFAyCHfsLLfc
KflWS3+c4vqkxMn3hRUvylYx8beW69ndtpdvasCUnv67GFdu2+UJ+3ccwrI3NRJFXcc4euW20++8
ANnkvffTaW8uL/zi9uLuUDSaMvUz2DxaJ9JIwsd0JeNnQv+Z/Rrr2yu7GOcLl0n714jgq0qvVTPd
9kxXbuwvQareQRn64/I45vk432D/mhAec9GoyqHWSybMVNa3sov3ftaN9BmtNVQtuV1uQ7igZ8UN
xMVOD8qQ+6grwR7gSvlmLHf+GuXowjjg+yTnBbExEaX4QCknFHGHsYNIzbk10vv2t7VGIbAwAsph
MxU7hTFajIWrVtXrrumhA3RbBMV/heHKhloaAJzJis3fKogC4eIwS9lBIdbgJiwAxkflNqhQLni7
vNrnY3CwwM2HL5mpLIUxmPBCyUgBq249bEdt43T3l79/PoiZgXGWZpy5H89wEROK8MiDkZ6u6e4E
WnCTq/GtH5hXH3LMIAcy0+cS6Yo1Shucfl4pkuqOA/gLaW9ah1R5auJbVf50eUDnx/zU0jyhR/49
aEw5zissScNHp3xIAWorgCnR+b1s5zwOOrUzT+yRncKMpDRPHNRUIITRtde2TDZF4w5atquqp+Z6
lAz9JdTLCbM1drN4Wmyn0n1Y1lTXsnx2AZLZ/jMSlBt1+nB5XEsb7siQmGLJxyKx5dmQh0ry0H6v
AMJdtnDu8IHHwKpET9GMyBG3dE9/LiS5pQFjbLmb9Bgxn6j/WTTxPuzin+rUf71sb2FE4H5I3c6v
lHMxNwmyyK5VhsG1eut3YuJqrOjqMsjsY1CuoERKAl8kB1O0XIdUTR/cyPgQ7PVgZU0WDqlCYGTO
Dx+CVE3Yaw1Ct2rg83nrS9w+VcFzEq+syeIcHVkQohbDatMh9eDP9uJ40zYfx7XgbskAWsyzn+df
+LPT4yIHthVqagYdLwr3RWNuOv9KHSruXpICRyaEIDj1bXOgGRMNFiLHZtr15AeTfiXbspD4wQrC
2Cb5QXjUxKX281FTu5bd1NX3CMRn2iYrb03/1pe2HEdjvEE0wVwrcizMHvU1pEaBffFoVIWrxu+q
NK6ahlS32m/tuqV1+Pp7AAsk0il7Ay4T8XGePtZKqyFokPk/7SAD57Xr4tvLB3Ehf4RwF8lbhOXm
/Ketnm6CJNG8pO2o1RTF82iM+5gWLTkzN3Jy77fPfv6QdOl9kV8dyGKVegfp+5lZRsznkui1g0El
yV7HCMFO3a++1G/kTP8OEc3VaXBM0RNGRE6FiGz46QDV0EgVuc1Jujp3WfenV16kK4lV511+YkI4
qVFc0FvTluRbG2kX9+NzXccre2Fpt8ECwO/nxubBLcQcpZQqZSyF5DajzocWrHlR5TX+1oXrk8AS
ZhzqNsQ3YikqyHptmvWoXal39qmTvKalvTVTCClLb+cpqGCHdbniRhfHRfGAtAjtKmdHN5YinvkZ
q6M1/sYgQ/n78v5ecNNsJhJHM/EETwnBx+Wm3YVm4Y1uHj7LZYwMdbTpwuuvGng/+DhhLRBG0ZEi
CWHHtU9KL4FOKKqmbbr2UFqYphMLgh8d60mKOgULrIj9rV3rYp3/99P3y8x95tC3QUoH2TNhAxe0
16iVITVuYJQPeRrqm0jJIY4fX8pIfbH90tzEio4GyVqiZ2lcdB+SC6VTCSJSwYmWQ1DlQZu1hFD9
tg68bX89Nomh8aAAPEscgBM4Pf6aZ456OwatKzX9xqifRul26Deac3N5ny3dQTOn78xiTp0YX3Nq
J5clQBESdjQoANt8L9fmsyzdVc2DaU93ShPs4iy79e2JBsWVruCF8FqbUw5ctMzjWUaZetUk+Vrc
okvySZribdI+jC3ItuR6cBRzeWRIuCtGrZkT5knrTqYGA3O+iRIIZC9P5NKO0OAao2FU5mUiNohT
HgqtqEh6N02+SDFQtpWzujRZhJxwPhHyAHIVHGmitoNfxJT4ytTeN/hSpTXvNd9G/WLFtc07SzxU
89WNBgOluDNWKMiCDcies87t6w+T39/ExQ9fonjh+fuw+HZ51pbcHI8Q8K28fmccwenu0/XU1LOG
3acG1p05wDaURvlvSZZXwoWFK4LSxb92hB0w1Z3SowvRuuE/pl8/V7+0702fP5e/3rELSNRZXNsK
uAtTcNtNHqWJVgyNG3c72BjXVJyWpmvmI6JSgkiqJvY39HGYdlldt247Ju5AP5xXVh8sew3avrSX
QXWwzWR8D3mb01UxASqofWpyXuJg98dX1trEl9w2SU24s9jMFFjFVc/DROlDr3XlzM2jf/TuCwG8
0j4V9GNF361sf3mTLR0dtjJ1ctKbs4zu6XBsSauyJMHPeDWCg8G3qviVThSO19IFC5Qhf1ky/2to
ntejd7zTU9tW69lQ+qLV0U7Phqdp8u40s/hUau1G9ptXPc73KVw1Wz35HfnmjkVe2YMLZXR+hkle
nYfq3CYvXB21XNhTI3M5ZWr5bDTNcx9mVHHlbWWYNP03uyZNEcWIn+ouczbARu9CW3t7x5zjqyiG
EMKcPcyLXnGqvOXAqa2+SZM7uztY1tfcW5Ni/OshRG9lOzMuAegW+VhhL3VmYgyShwcxehSs/ewx
H4e3ou/ogKz6jTyauzTSd2H2xW78n0OLRJyRooQ+ZdtKtn+pMqpu+fDS2pQ0lZktN3m1UuWmltfY
BJaOLrgf2gV05Ml5QZzujTbzKbmHTEhi3uXlU0wXuB1fDyybqUfnxAGkl6TghJUni+sYgDZHV5ef
M+VW+XF5URf8AmkjyjaAyqDOFuPFHFX1Fua+AVHoelN8McbrQcY8GHFvXKJANE1rnsSjAzTBSOYZ
Gb8/j8NtST5slbhvwfXo6AgT8PxNsYhNFakc+4Vc9oMrJdrWslPS0Ydm/KUZb4H80xsf7fLjO+bs
yODsnI6G5Be5E9seb/xSepJqdWOnX99jgKQuHo51F70bNU7oFX15cA39pnJ2wzs2Lq9QUM1EuiCY
LGEASWnow+SYnVsM3ubFVj+V3krVdCHgwAI711IByfPYEaZIbezcKuUO6ZfoqzQ5+2Zqwo0DMDLO
62DTGWvy2AsXwrHBv7mFozXR9TBuwkrpXAvhnmTYQ3q9LcKPcnP9E/7EjuCbhjy26grudDe2nWd5
tB+qoH0LnGp/eQesDUcIbiqlV7OsnzrX70m4qS9m9ZZ134Y1Fqel028gJsO9MsttiplD1YQAqa2J
QNF+n4wnr165MhY8JD008IFSZ6GWI4LZ8qmPijJoB1cfu02tAmEB+lF/uzxXS4OY5XegPiKOkkUq
aFMf/99xzKYQ6dMPeb5SnVgyQEqPfDTxDc1Bggt2gqKSk77q3TYgvKyD2+t///HnhQCzsrU2yqe6
d8thN1nbeC3CXDqLx98XzqIcgrOber5v6+gBb7zsVlEeiuKmXys5rxhyBLhSX+WmEtGs62r1rkrQ
0Ds44zYxyICuvDKXDdF74/C4PS8RZHZjSHaQ964JA7Sjh1sfFb/Y+iDDYj+0K9traQ+jucLLCaKr
c0bdPpf47+HA6k/fivijLT8V+opTmVdACHh4X/zXhDhxdC3Ug2N3vTvV4S1UZ0NDY+C2yh+T4sk0
w02/tiWW3MuxQcGLVZmu1PGEQbP7kSaPffiUl98SZeUSWJ65WRuHGuI5I7A0WjpYWbl3JYdLmfYl
PYBLm5aTd5wfLpv/b0Y4P9S4vQQsMNsu300GIVLY3l+2sLg+9HmQj6I3nCbu09sMxQZlqHwcQFnJ
/SNwhPKZNG+y9dQqe7QGSyHLJnd3Vj06d0E8GneXzS/NI8E/qUnQ2ecUosYYk98faEvOvY+K/KAN
u26tr3LNxLxhjq7POqcDF4Cu7Cr5tzH2d4rz0aFV4vI4lvzoXzQjgEb1HGduDmVmprVKEcH6Vu9a
eSWUXaofgOyl1XWepXPmQ9vrR6+YWnqrQegZ5QbJjax9GpNfoxFtcvOHDk2uFV4PrnJof6TYQzcL
pMti3jDXAsRU1El2GxjmttxGyctg6t3rVEhrhO4ie/+c3Z9bLRGuhEYASph5GY+XSQJyLA+UYexu
3Nc1ogQH0v17Ustbo9o1yrRNcLxaX28qkssSEh/yg4mSRH+Tpd5GV34W/VOT/ZJbuofi+7JcU8hQ
lk4KTTBzeYBo/Cz1aBfOmFUarUqTfus11jb3lFetNbc8myGNfdLDW3pdiUxhAPxh6PdxeeDwbvWB
sEA7dN09AcmuSNZS1up8QEUHC9k62QkNNAMXuTBvVubFKDrK8yteT5+c0N408p0s9Yc0/yll0cFs
b0oj36TW01A+h/nPKUiB9nabYqpuPc15aNtiI1U+stevfRsd7FrZ+nW/4i+Xl5fpm2EQtK6KqbM6
zhCoVVjeMvrs2MFmnF7k5sNUlnvUgLYFUkCpd1Pp9179S8+eUu2hyNxgCHiMZztVqW6qxNwaFjov
ubchS38wo8PlE7zgJuaWhzkvP4un/u0FPtp/XmX3g5fS+9DV9fhhhM77aZb5uDGzcQ3RMHttYcnI
d9D2M4emYOmFJYv8TjKqmiUrpLp4imv0DoeoGx+Msau39lTUb3bcFh8qyZFWvP2i5b8UmiQviS7m
PX40SEONDSWixuL2NkxhprxTxpd6fMkqf99DdjFV17pF8uRk/wA7gdO3zgqQmRJHehGljRvaj+r4
+M/lJTu76vk6IhPzvqcixNE6Hc04SXovxwr1lNxwtlkbBxvwue0WBdzwDr5Qf6Xj42yLCPbEm6Qv
pbp3+sbtoaMckkDdZDKIBLJzK9N2FgTOhuZKEdmoWfFAuJRnoGbc9EPrKmVnbuFctx/pftA2thR+
UrtgvGW+13BKi5M589jR0kIF58zXO0mbaqbeuMrwVOsI8EWPU/6pvvrBMQ/tyIwQ0RBRNJ06YEbL
jJ2sx5tg+HZ5VyysEkU8TteclmFzCHu8NrWkUJSpcv+PtC9rlhNXuv1FRDAPr1Djnopte3t6ITw1
CBBiRvDr79I+556uUhGlKH8P7e4Id5CVUiqVymEtb8k+D0tTfqjqxYisIDG+3pa0smQYyQKLLyYj
Re+LdI596qLXkVSQlLg/gDd10mhwTKZyO5aDCvNxRSsbjf/otkO4giZ0SauKLIaXNk6DebxXNryW
5VH3Pt1WRyFCzjNgntTLKYMIQ3voQJnWGC+Tat53VYYJBB8XB1fkfy6PLEV9MyNNUscd8SbkSui4
rY2yfKHJ4ikO0cruwCV4viDpxWCxbAdm2sxBz+oWxdzt4h+d5dCNB17+vL1oK0cVzQKYXhat4Qhk
JRugSY0EnZu3cTBSh4asN/hh0EA7YSCV8sj6rDy4w0IUjR3XSfP3O0pAyqKSjDyp5CGSmQ7ESqFc
OT5gbKNOHmvv5Bk4rycb9Zb+a0FOSXOkvuJw2fLVJeQCfBvlEDwDrrIey1BOs2ayNnb7ojiCRXeJ
fM9XhezX4S5wLnCEUU8Wk4iIai7NpPHASj+5C4vTof9UGuaX0TSi0Uo3CWDF0e5SbLKh3hiNM0cB
mENvb+m1jZpo1gImMJJGDp530lEzEsBQcn2icZqPm0JPgfGhh/ejJWEa+UyKfNpsi7Im1RcaB5X+
NiEPliz+9rYi4odexBmSCOmwZY4LLL/JoLFL/5nZhwGVauC97O3heUi/11ns3d2hIwmUUntZbZka
Hgw0zqwoMLxQu5fFCHcTVg3HDWaBkVuQwl8axhLUTef3kMD+aR9Lxam6Nu7Lj0s/P+/9yi9mfLww
H2djMyYfbu/HtUe6/L50aAGQz8H8gP3Q/Ifm0+weaH6w68NtIavW6yKBBOpu/GlIF2zqBlrqdBaN
c+8hbZ/m7NF1FMX9lXUSeVXMXgiGL8cXep5FkV0VVIWbZzTWgdwYjrnCbNc/j3ouWn3Q6yN3TLc5
s11LK2jMwd5peuGSqdIq104bfkWgav5XgvgFZwpQcxzR8UdpXJrujpdwLTQ71Lm3N9zkaZ6pYt/X
FELTL4pRaP9GQCx5s4wMLutQfop75oeTVYBVO7q96de1XDhJpHHFuxTQZVcRo54wf8o5h0ZF8sgD
8jVd6FPiDMC31h+1Xot6t9zbxvCQGdrWWHjEG/ZM3F7xiBLGJXmci58hLSwoj7uAFTqNF2csIkL4
CV2j2471ew9Iemi5/0PaRXElXaMwv+uOUU/EFIASuYISAKivr3UjjZ3Ri3lQHrKOPIEoYNcCk3Ve
6BaEKM88m0MjqDdWt0QFz1FDzk8ZkGf1ttg2mFcOb2/Iyik0QBAJDkcHjetXd8gwBJ27mHoZG3OL
xooYQPybslYVIFccPKQEqKU5hsBNlwyr9xjovDyvREvS0+yDgeGU5R+yyo3qtgj76UNbfL6t1qpA
vEiA3CTmkOVWCIzfaAsdcxqDZdEbuzCbd40XhCR7bm0v7GodmYTifocGYHuQnYNtZmVaRtPYMuY9
3IHVHIZyOxsp5rwV6YnV7fpXhtz6nzI8fnoXemVIp/kZJJDvZFERaK1IERCM6PzEDIBI2Fy6HX9B
FtalXhWn1RfefCnoW2G+3d6gFVdzIUI6gGSxvcKYnCoe9MMfM9jf/rpKAfH3Z36zx2FK9BYKZOaT
i0ZfUIBp+aDwZSu35IUK0u3CRjM3rAZCeuNLr9O9RQtgbM1RqsLwVQmSTk/Tti3HHVfFzhBm1iZF
G2FxpJbKfMWuSj7xQh/pQraJay1FBTHuMkRF8dsrwVbpgHQ02yH9vfXKn16D3CFY6/yp2VduGbp0
X03gUGanYNCiEtGv/qTTJXS1p2YBHR37hsdNNI1eGATFYS6mrW82IQcOcXU06c4k/afFmHdLsAWd
SBiYfwAcElbFlxJUypVZIaW1aTxjk876Jgdnl+/81sfPRZWGRf5h1n9yJDZ6ZqKj4S3InnVDdfuu
2CiOGjIbooR+TVdGRg46c1rVosfANdm2c3LFmq9LEOiaphiWl5ONzJmr2nWKOjYNHk0+ZgRVjagr
JwE6/CtBChVTzHvPzCN1zIxPY7In/IujbW8fNpUSkrcY+tEL/LasY8P/aZpPbbW5/f0V879QQcg/
O8xj3+q1XuD7k/5cTuiZPc7LLu0Vp1lYt2T9F1Ikl6G7zsBtE1vhWe4jElthmuwRC4VuvdO0aRsM
P29rtSoP6Ijg8UOm5Iq93ij0UtNNk6GDn0Z1WoYei3V3V0/JxtQe07sn9B20VON2wmgPIG3QPXa5
iA4yJnY/JSzmi/Vod99KencJXUhA7R+gnWCbRkvgpYTZtPAMTesaj/qn3At7VUvaqpmdfV/SoJ/1
HlOwDKfR+WqXP1mhCH5XzUxAVgqMFrynJXdulcPCm9aEAYBghw0fiPm5bFBsUDXXq+RI3tyeEACT
xIAceDjiDftmeEz8l0XFerVqYC5ALLDdCO3kDnQt7woA4Lh1XLghqj/dcqiMsM6/aCxaVGO8q17m
TJZ0RA1KrCBlWLtk9nc1XTbDWBzHzr8/WBVok/9TSTqj1VJTn5hQSUv2fu2EvNr0uQrSXtof1Mwc
tBqj3w/dLJjolRu/qnxu0rEP7JNjjfOmtxrrxbTJvAeNb/WU8aG5Ey7nPwIBLgPFcM1cgQNjyFpb
GhSkTma5cXUTs/V3euh3CYKyW0AP4aEt1x8KwzdSgNDapzqzXo0Z5SytUrhPeeDhPzIQ3kMCQmB0
Ml4e/xEEVUnTO9Ypq50FwBA2/8Vo5eyB1DNExtg7j04xgVYma0wAh6MB2kng6lLfaRS/RC404pf4
YJIDuDdqYyjnyDhTqDLOVhm0XUxQomdmhSJiFTZJvs34lzZ5XNK9kXwd3e9JnaN1+DD5mKrOP/rj
29JnoeHRqETjx2T/w0t+pACEqptne1Sk7sQhP7ttxGqZopMpAOsAOJ7kWeGssL2yTh3jNDMQ/WZh
Gwwblm67YGPr913P/xUl+rI8eGYIvtyYrrXxlLRs1IBdIFa+Gqrm2PdEjaQLGqIx9IyjGaA1SxKA
qhnL6qo1Tq1e0Ac9t5udM4zja+L2xhaNxNYcDh0lbQi6Vx257cl9yGff2HUsNUNbm50nZwn6XYto
+oXTud0yJ0s/pa5HdnWDUP4+JyKbh9zo0/ls7N2h7+K629bahnmHvlAsudD4ckUuLFAGEMpKi9ao
XHdANfjCCN6DedipuuJVMqTz5s2tnbUW1AD/o8m+U6sPR1WHv3SF/HepAJKOKBjFA0f8/Vnkpc1z
Pg5N3gG2PJteZqprpxzp/HAIJvBaLsza8FF7m2nZHm4HR9fKIUcghrQxePg+kHwpOOnmzmoTyzrZ
zm6pHxDvKSlxpHBCHATxvkWJH0UCAQVzKWIhKNSWqMGd8nHPss2sekPLlQ8hALMCovlW1LERdV0K
AP/n3NaGN57ANdGBsTdp3kBHmJVhwOrig1Vk5qeldn/Nc8J2I+XGHhgV/UvuUuDqsCBRoUisOWiM
UGG0Ekg0UFruW9F7T5u6RptOuV0Mm3rQy23lj36LNhXuH9sZXN8gZs02fhYMHzFUpIVT3zkIg73+
zhqhWJqLnyKFWg74mM1GL/hpaY9asEutJ0tVUljZXvhWxHJA/kB3rTw3ls9dNk8tRMzVizWTUBt/
3jbRlTDhXIAc7hZLnhp6BQHOR4Aq9vYBFaZgUpwDhRaeFPOazqBNvIAQLQjzFkCwd/tCcQP9b5U8
yYm4M7bYLCp+8vXvlMRutq9UBEpSJu59r4UEYMKJkyDnkrKkB9jwpPentpwnG4RNlE4hWvWq340b
pL/cjqSg/wyWiHvMXEJEWioq7WtngkeJaE4GAx6KAHKZzML4Q0Z6azjxyRyiIE1PRuuhipWwu1fz
QpBcKZuXZXGKxBxOmrEx6s1c7rirCG6u4wZEgKgHIFUAha7qjY5NOR4QAIid5hCJ64piQnbX26+D
Kvex4i4uJUm+v56Wni0W6U+B+dlYtk722PE3s9o5yMMU3aZx96R/KDFuc/tYXVv8pVjJawL/aQDx
OcTmlrMcaeY6Dyghq5pJV6SAoRcIeeiKF6UuYTJnF5tuZMQejWY4gd40XPIvVPXcvvYOwBk5EyB5
OJq2fGnLbjjNhdZERa2NEQF5wJtGiwmYCpaK9fD6lCG8N/D2xkEDzrJMcez74Kkrih4KvSVvBo3A
Rlug4S+yqn17J6A8TrTo7kArn5huB9qJtHiEg3xm8QrzxPDQb/aZis9qZe1Q80L9CY8JXKFyWa2e
Cso8uzZPU/eU57vAi4xuN/+8bWcrTgFT2SjMAg0M02Py/aAxI10q3JOnWT80+SM1N0osVoUI+Ybo
Uh3FNBfNl0WJd0ZE0GphK06LSoR0P8wd7auAiv5O/lh8H/Njq5opXZGAyTQTffE2/rjCcgXhnsas
plpOhd7Zm6osjpWJ9lbXUaFirgoCGwpgrgSSmVwiKsxSC/JiXk5+Wx8X03wcU0rCfHZVwceKCxWw
zshRof8Cp8a6PPuD06VAKO2gEeFbf3nr9CQySfVsZ7U6/Sq85OVLAI8uQQcG+gcEtFfvvCTrJmYF
LHbzPEytf5zklfdf3eFIWBJ5zZ0JEhzNC3FyeWgcyMJoA3HD8t0tjwxsrwB4v/fkXMqQbG6ZK146
psbiSnsuq4M9fczuZMy7UsO83CIOPsQqy5Cs1JyjyIp3XHH6r/3/pQ6SDeSu0fSmkdXxPOZ7wGAn
IKm4vUrXTgweTCQfRPMHep/k54U5urlN8fjz+KSHM2bt0tSawrT2domNwsptaSv6XEiTLmu7T3g3
tg2JiTttPT9/yRzliOeKKWPOB0kq8SJDr6x0M4/DCGoC4mXxTDfMR/fxq5NHgx423eucvt3W59oZ
oPUSUbsAgsSssNzjOYhh/CbzCBo39NBzH9o6DT2Va1tbNOECABIFiA5EApdWZo/Z0NntSGKQH390
VEQeqyqcfV2yYR3DPV1u4OuA73md/fnFYNpLoid3gtyJs4LWUfS4YBLBRs+blHavyNwxPhkkNrI9
zx/T8phXeVhoj+28aT1FY/GaDZwLk5Ysa0Zr8DodLwX72+Sc9EULzZJERQocWOdP0mWKcHd9Ef9V
TlpEDPli9MuFcsXobpIkDXOk54iqXXrdEBBVo9iNRnfZ2ihwFVOEPAQz5G3xVudN++Bpg6Gw6TUp
aAvA8Ag6P/AsFbqexZykHszMdhISO/zjwKPA+3r7zKi+L4Wci5X0tCIkj6mpv5r0W1+an29LWNuN
cw0kn6Yzi1ueAQ1SetTzQ63vCVN0bF1fzsDfEMycCDrga+SihTeShtMRG972n/rqUUDdUdsMXdCt
2N2d+DXvR+dcmFjRsx3xHQ0veAJr1t1pMzM/mn/dXrC143IuQNpyQOx5U0pMEifaR+5s0pyjEF6F
tAbNVEZCoim6Q9ZMABAF6FlGIAXwJkmemcxGhfdnFicP8zclnKbq65KBmXrPSFGOWWxpdvhSN6pg
dm3vz3+9ZF79QufJCPDryYBYadgiq1noP8b0dH/WAwWes2US23a274tdUQxJQdBp0n75O638cXvb
VQsl3ZS5Vnkkt/F9IA82Y+Rub39+7RgihQdmBXAEXQewHquc2fLLDJOq3gaTb5uqQ++hpeIwXdsO
PGKRZ8CUBUIZyZimOU39dMyyOPf3QfBg6B8sY9prphXx/PdtjVbOCeoGGGmC5QK2UQ4tWA6O5MSa
07hCUS9Lpt3cmw86796MGsT3ln4EtGKuCJlWVhGUaIAAREJUVKwk9Yyk0psmCNJYSzfaT7/bO6qi
6IoZCNYRVBBRtESQIV2WBfV7IPS1aK1z0jcKJB59UVSRViSgo14M+qHDDU2i0om0LG3SiM3SOCEP
6UPAFc74eokQF70D/MDWAJ4sHUiTE19zbW2Ia8MNtZQ3ke+Pn1JThfomfublIwlyXNFqI8aHA/lF
ZlPqTqYHBARW+NYL5dW4QR67CRPOvH1rjqoZv/dE3LVAgeRjCLwkGeTSWfRRb3k6xsTzw8RiYWZs
/f4X8Z76+tSmfKv1S9Qbu9tWfr1beADqMDVUy1Dxk1swygEXqO1MI0ZvF9C6Vacso9vbIlaydkIG
iKrw8kBzrTxL4puzR2bCx7isxjDVgNDIIqM+MMbExFk0VCwkqR9yTODaVFNEa+81E3ld8dgVeGAe
GNXlrktQKfUNxmb62O/dZ06Acdf6G8OtgBqcP7jZwEKgF4WNZW3nSudh2iJt6VJta4MD16vrPzWx
8b/rGwzFKjzMmiljWgyDVqJUibf4pcvXupmyxWn6ONUtLaJO7jxmme+HXdIGilVYs2ZRekaGDO9+
hJOXonLfKjvA8HQgJt2wDMghy65Ej76K3mjNmuC5AAUlKu5XAE2ZP5REy80upi4/stL4YGilItpf
WzTXfC+nYyAWvUqXmmTe2OpuhqFIzdli5CocuyIsmcJk1/Q4FyJ5SXAtt8hhlX0clE+j+axq0rxO
jIoyIvbBQ6YS0Lnyxuu9geK0Cewwxw+H7A+mIcOF/GC2t2/0V6OMWz9V3CyrGp2JlMILunjBXOuG
gH40gAdmfKKWiilbJUKKMNBknADsDVrpy7PhPFR3kh4hMr5YNVfa+ToZ7MTN8f20+kOtX7WKF3D1
9yPritOImX3MhV1aVo9D2tl6Acwbf4pyjEpVqin4VQnYb6R3EQ8DEuBSQlnqTuPO3hDn7WsQJew+
WqX3BQLaP0YcRU87eqQvP290rWdnjTUgr0cO1MbYVYsh2Gx8omXylln5j8KwNgrfLhZd9q5i2EuA
X2CeTnYsJLXdrKMBZBb7gH8FgRpGOMIitcOJpFvSfyua9mC3+9ti1xZSYHwCdhEzG8jFXGo6uV5m
6LkOILjylP3g8+v/7fNC/Fksns2Y8x6CBecT/cL9j6JTjEqt+TDERjYQPpHvvRrn7wUcp7XgMJrt
Z4Jh18HhoZIfZTWgOJci5SnQUzgYs4FFSvy5/FFqtn2kSep8appWe2GLUUUuqDBDdOp/I0GXnUxr
pvcBJL1bpIAVxRWHKPqKXc+uwN7XLwCXLOwxLHeOpurzWV/J/wmQ+2b80WNeWmJok7mb3NyY/v6v
bO1MB7lvRvNSonOOU2X3ZGt22qb+c7+1nQuQ9gnJPtArNtCh9346PxPrbz6PgT/clsjvXOEmtznp
tcXBOHx6MEzc/L4qz7sWW4joxTI8oFgDqeDytHhOQQwtmHEYs2/pnG6pX+xd82i1CnCntUPvg24E
7cLveB3S/eJOYPZrBnhPPXkhD3r9F97z7PMy/6wFmrj/eE/dpw/DVO47Mzi5hbnV6/kldTAdBJC6
v9h5C+1pGLYXeKXSjRaUFTrUKjjP4EA6iqBMdeuLpZe8M5BnwK8JnAeM/cnvSXANJ4D+CNBu6+kY
eXjN2+PQNEd9AAxI9Tc9bPp7qQzvJagj2UFXL5M2Jl0TB8wGhti4103+VNWqjMyaX0MW/t8GMMkO
zDrQHLcnXezRPGpsDIG+BFW/zUozzO3YA39oHS/Z17u3CgOCCNqAIPSOcnJp5FnZtJXhQKhdoTHy
0ah/3/7+yiEC2oInONJ8vAgc6cqZRlw55oBm5bzsItJ87yw35NpuJP9HOcKhnl1tfWr4U2pYdWzb
O90NqftEAgBjKXJ+K24Zo3VgahH9ZogOpPi5tpyENs1Ux+0Q9fWxXLaJCqnsOj3jI8OAphOAk2Jg
V27t1UzbarsEpl0C4s0xPvjsBBxm3n7O2JGoeg5XXM+FMCneSHK91Bcfwuw5rI2oMBWOYO2cnisj
7b49kyIlA75v1K8B/TY3h7T73ZkZChiK59OanaF7AVCVeAiKMPFy/0EHVJtJoHexlf3wSBdVqJfl
zsZqf92257UVw50vQnZ0d1/Zs1lzDkigrouTXgvDobgTgl1EFiiMwMAA8ozinww4hMFce2FBPsfj
V9N4JOx4989HFg4N2+ItcM04UsDwpsplYEt4ytzvnv3lLz7/nhJHm/U12ybpEdfWecDjlHxpSA48
p78RgGsSEyPok7hCuODIxPjGAvTeEWh0mrblndINCzcr3S3gRABgOKBoMVpjSW7YN0qX0w5YsWwI
jB2x249N0n2xsuaFj17kEeB6Du1TMmshCo6PeuX/npHY8jleBmw55OBUMUv3gdD2d227gAZXsb6u
WOD577OlyzVLdUMbM2uMbeTS9LoOVS1BawJQdRYXK3wccnaXR8nuPZfzeh5jT/PCAj2rfaHYxRW3
gOr2e/yMtqardEreMDoNrTZi+BEYPLPTfPQHemiaPvSyAr18Hd/ctssV7wCBAP81AjEQLcdAnWlW
ZTCSKU5a0BF1w/Jz8hsvIhjt5N30z21ha+v3nlsFABBIFN4h486uotSsswKks+DVAP30U8AUnm7l
DoIegp0B2HhATBbizz5vJU4NzFEfwPb1tsp3k7axVRmPteUSM5JILgrwGvmas6y69yk4Z+J5Nk5e
Rl+HfIo4SBo4UyVRV0UB9wyt4bp5PTiVd5qPmXg6xrmdf20Wghmj8pPP/UM/qGZuV/cF9zZ60ECz
doXlliItmcw6IIa7ugy3Nf64ve9rAZxA3kE6WDR9I2twuTOBDQeQDNMUFwxQWfowPXO9eTas9NBk
5nLERMZuNIoXJ7f2c0nvf9uDDAu2jVhORzZaSoQVrJxQ7RXIw+ar63zIFTf5mtWhDoBKHiJgC+Dv
l7qVXq63dJqnGHTHIct+6PYpuZM17v3uExxL8Du4BtGqcSljbLtqxhseGNC9u/mpIZ19e4PWbO38
+9KDtF6QuwrADY/0RH5cegrYzOLHVIyfAtSKb4taszWM8xvvEO1i6OhSFVYPZbos+RQ72o+xOJiq
+c/V7UAiWlSMMLghX1IYaeS63wU4ocOT2T5a5DR0f2FQItf9XxHyPaNlbRvMBURUQQ4gW0D9K0xq
bTsEPQdwuPECgU1JazRrhsZ7d46dZOfTl9kEsNhBP9zeiLWFwkQmaiToBrHQt3UpJC1ccNP1wxwP
5qvZvAJuuFU1H63tNby8IQAccPrf3cKZQzbauWHg85xj4PBp0cA/3tZgrcyE5xP88X9G7eT0Jwe6
6LiUDSBGvYZ+ndCCuiltDwx7pLFCvV+qLfLe80O/FO5mGqt6Q6u2eW15YCjOz4qiQGFFA1cgKOvA
enK5llVtzRhKNhfAlyDHFvQhbbe3dV2JvS4kSE6MD90E0kJIaNpd10ap9jExngqEOENIi6dJVyi0
Mk2HTtszjSQTzDT0wyW5A3jPtIv6+YtOrZ3nvPhFEjrZLsmyiM0f0n7egfoiaqwtyTpAbyeh7uzT
ke+rMma6quNg5VjgFYP42UexFCNT0ip74LC2iV7jRjTZE/XYoXe/NkmFvszy8+3VXttPROkCihPD
78Ctv9xP2JXuUBsUNn07Rg7d2mRQuMGV0/fOIgSsfbAxXXUYZQFQF1MPsUqq+UCOeC61F71lil1c
UQP4cwLVAS8aAENJakxWh2CpQ32D5z/KkI1f716li89LNpnzysu9kozoK0qjbs9K1dW69vsRbDko
cCDkvur9aPnIHcKCPu7mKN8ZdxIhiVsV8Gj/fl7Y25l78vLZIk2Nz6cAO9JPIGhWbLLq90vrX9Zg
DavLBHCuix/O35ZcVSBbsSIUugWSsY+eQUPeYN1GimriGcDbs4j7YV499lyR0F8VAfQvZPMBmYSX
6+Uizdxi01zg0dfWZF/BrwJBmv1FxhrVesSHYPt10XcvvdxmUFIRh6SgUXGiLKxUU+Fr+3D+eSl8
Snu7nJdAm2Ij3bAq+ptjhtqxCQIVFPUxkHK5ROXoDfpkFggwe4As4h9FvLG2BUi0g4teYDxeTTZ7
GVvQKObwuBoj8FF2NFruH/5HxQZZNc/EQIIoul6qMGY8KbxpQXrCMcJtgCD9blfh4uEM5jThitBn
I33fT+1hdHsemzwatDDPFFYqXI2UmsDQG+pNoIoGsoAnLODsKONJ6Oa8xA4n6fNi9WFttZFFnn32
mGOoquCKct7KTXQhTlou5ItBSZokEw529FP/0QEd3P2bFQMQGi5hZNivRqnKsR11ADNPcV/uFrrP
3m5vyEo8gQk3nDYBlIJ3kWSz/Vhh8LVqsOHc0B6ROPQOReZ3f8yltiOAN2hZqM00fUwX5m6XoskU
TV3XRxJpNrxnBEyLAImXNqwINCvhIlczkT+6EXJg9N9WUCVA2iI69L2TaCaSQa+z+Zjx4198HpRk
InuPy0muEVaGgeizwDPGm1BZsb+YjsKixe+7tGgs0JkA89KiB8DjTomPxIzd7vi4bfMTN/d/o4OL
CF30B+pyU8pEssbvWx8ERs1Lqp2cze3Pr2mAND3eScBuR1+d5NQ12+knOrIREMzkiY8YbUe4TpA3
43fnfZBTEKYM7i/Qjcqv47ZFgyoA4oeY6mzrUbLX8Q+fVQmZFYsCOqGDHQeIiaDfu9yRYO5IZWeA
T+9PLgCyTF2VXFIJkMKFPjfBNV1aEACyu8lPgLKmMKr3R51kVYgTkOBG4ANaYDlgGNM+a4cAInKW
bWfntXY+ld0/zvSVzgfdHsK0b8K5L6K6K8Nhbjdz0m7L+9tuELGgW8VAtlZ0Q0iXARJQlTb7tX/S
min0/SZyHUVld8X08KJ1BPKi8G9y0GJ6Q8eHofdOZm2F1tBuK2Z+cECNcNvCVzYMaS30PiNuwVyi
rIg+DYFdl413oo4TGbSJSt7f78bwdLbASI6hJ6SZpNDFTnzwDwe5f6JuHTJqRaWuqNytKYHEHNwY
BpwAOSVJsEgw6ZpBAjHLLcZCxvs9PUL3f78vOTJPY4kTjHlwsueoLzfdl/v34PzzkjER3Runucfn
pzritIqIr6pyry6QB2xrwdYtQNIuz32T9lNdAhvm1FIaUYr+PdUsqEqCdFe17cymxoSErHpdPuOZ
fXuJroMj3LHgcwQeEspneCZICph1V/lJhs+3+fNsg7+4IcEIeET3F/GHQwvaDMP+G53OhUqrhh5j
zB23RXDiTR4BYy6qVJMBa4f8XIK0an1htnPgQMJS7tI8It2R3B+2ogYjxgwBno0+Wvls8Cwvug4l
/NNs6aGjo3H47kQD9gXOGJBxhoP7Xr5TLIboaEi80xQx/qlPP97e+es49fLz0o1SO9PimCM+XwF7
JOeHzAGW0bFQzfuu2C+G4zDyL9A1AO0nHXGSWlY52TQ5gVfVJC9O9eO2GqrvSwbMlgp9rMjunRbg
pDc76/73IV406DBGqgeJnavuPFCT4SZa2uTk8Q95SPO732+Xn5eWJ0+RxahGfB4ILcMQ+svGuj8a
vVBAWqBydEp7GSABsxHDtrx/ZAAKIGxArgHGinmxSwcyIlOWV16f4J7Tw6Nd6IpLbsVMBTQgYhL8
C1BF0hXkE01PKt5q8H9VG1aps6GsirveClEdUgSLq7LQQyBuU9Qi5ce64ZISSGQTwt3gZzd8c6yP
o/lNU7XDrFksLu3/L0VOaJhgepg6CimLTzfuGKAc/RdbjvsIhw6+HQ8Fyb9yzE0Qa5iS08alQ+T3
KiDSdQ3+/b7kXec6c/TMHxMgoGRh+mgtf3FB2ALqFINJaIhDx8KlUWGcSCtGTEmcKu2Hn/0gm9s+
Y+V2OP+8TKZud3aXTAVct8EfS+dn6vw0NUU0vbZEgjoRnZDAqkfvxaUGXdnXnTXWyanMGGi59OcU
6La3tRAOWorXUbkEZgM6yLFUrvgJZ3kNs/Qas8qC4NQUmApavDSirrF1WLD3zHQHdME7YUGRExXY
eSg94X5G1VTOC3BncNLRgE6GZkcdGGd94O9bVdxkirBzVbN/Bcm1oYXychg5BGnkgzm9ZqzbWD2Y
1abgpCUqB7926AUT4DuiBybIJFszXY3NtgFjtvqtux0P5fI4e79vb9WaNQhOSHTBCbciP3ebJB0A
GIcgbilzZGzAF5fub0tYWTIM1iMcEWnS63GFIbFyXSuZe7L8t7w5NEBoy7KvuUZChylErSgDUSDT
EpB0HvDrL+2ODYWfttXonoZn3/zoqIhUV/YD1VMsFdrS3Gues67xtTRvcw/gpsaG0F+0Yg/+BE6g
WnGzvJuRdIBc4V4Eoun7LNqlIqbXW6VfT+6Jj2wOqyV/LLLqYXDdTVbwn3ya9CPW9c10ps3kVtvb
G7amJoY6kcMDIMo1/H9alTPAxTPvNPLqIbMP2UvAdikN7vdD4GxC+lmEX9f5YfRI2+3AIGYw9ul2
GBS2sLqG59+XjMGZODIsCXarBVRwwfdOd5z0WJ8fWFOHKa3DcTgkKuSSFf99oZQ4DGeeb+lclict
lNJObvAZbWTT59ubs3KaLgRIQQ3yYVwbLQjgwxzpBdpWkZzKahKivRH//em2tJUDBRoetM0JLjIM
4kohTu62SWa4OFAaObna94ao8p1r6gA7wkahwAJ6hJzyqCruM8xTagBKc8M6eXPSKXQcvjPKalcU
ze62Omu7cy5NMokiT/wej0rtlJrGACpvjJenxSPgYxXLtiYHESFaSoH2JWjJLq2AVlmil4mjnep2
OQ5190QwaF6Uqur62uKhuxTjebhjMaMjpSqbwJqWtIU6JinDBHOjJ6RBQJCNARCFQ1qxA3R7I8WF
gAHvcbkTSnOnouxsDfA1doNsW1QE3+7eGSCiAbIGA9nolbbFip6dmyEoPcJsGpzScuMEYTVvjXl/
W8SaDucipM33qsZ0SF0ho/OauUBWVtjWyucBWCMm8FEnusZB0ZdGswfm+ycg/x1bVm8pzRT5QXHf
S7cCynUodCG0Erxl0ntpQejJxwwPmsDWosB+q91X5u6sAONf35PupVOOZazpdC5Q/P3ZrhC28MC2
ILD/2qVlhDtAYVcrBwVEx3BNqGkDYF8+/ike+rXeV4BJAESJdgiKULMUyYQ1HVAkBK0y6mzoc5OC
qHHKp2qyLIz5Pywe+j4Ot61q5QwCAQ9xLiIOTKfLE3549dEl7Y005m1lRUPvh03GD/X4W7NqMTC3
fLotb00dkcUXw0UALpBdS2PwjqNlKAO36yN4cs3jX3weYAhi0geeUsZMRVGYcHtowRrn/eF9HgaK
n7+24fju/75vXlrUnFCajglY6Yp6nCN3rjckGbd6b3fRbUVUgqSzwirgRzQUiqAw2JcRLaNuVIhY
ASnG+JAgZUZbrWClkkzLXFyfeB1APhhPd51XP9EC5EXc2lDffCorrwxRDttgFKkJKxQvMiNAJnbG
EP9tVd8zobJfOPsd8qMkT9PBWsYkjW1P606dVThsC5K+V/ChA6u4dIotig71o80RhPu987VM3f5x
AXptWLez+VsHdebtX7TmqM5/kHT/NUW6FB7DwuDy2ulNFvblJ2Anp2lsCrArtPpPi+JhJhN3iycg
OllRMjcEt+0VZhxDNFl5Lg5GgJ0H+sV3tBeFntF85Bj2D+167PbexOrI8Jt0NxRBHZqMeNEyDGPY
tJRv9K5uNiQdyAYPWnuT56R8RGGp3QW2akjreseA4AwQPWCoiO4UTKFdHoM2CdL/R9qV9caNM9tf
RED78iqpF7eXbjtxEs+LkMWRSC2k9uXX36MAd6abLTThfJjBvHigapJFslh16hyT1FN8jFtRAxeh
689x6r5bnJS7Zqr9La3zOoj1hEeaW//uSfmGhrVkP7uTfYRg+/h6e8GWu+/Kg/BcX3DGkLuRc+0t
Y+i6B9PvCQJzz3Y+vOQzPSZ2Fvm+UGSyVjfmmanlgDu7U/Q+cTLSsvRUuSbCr+8pEHpxptiaa6fk
UjQARgDwHIAYL42406wlQzPHx6Y0Qjvf81J1c6ksSNEEiUc7hlZDfOy7Uz9tmPfl9oqovr/cO2fT
1NYZS3MH39feCxbZveLaUn1eekZMmgPy0xqfL2Pk70NLKB53aw51vgCSgzsN07TC0+Pj4Nw3+bRr
rTjM2HNuqWg21u5ftPQjuwsQK4oey0DP5qmMmSgML46PdvxI/LtBZ5HX6UGVgZ1YRYexagsehUYX
5H2BNL20Rc1RQ0LcIhhU+uinaBwSz6KdwEmvbwxXUYBcncGFlHDBjYJqWZpBUeWaj7ObHEHwtIG6
+kZY8deUk19DUu1u+9qqKTzvQH0MeuKrjCDtq66kloZEeUNDM3kwmmljJA85VeG1VIaWv58t1mCD
BNOcYcjIDxTaInl7x+0W5OWKy2DtjPEBgQWYHgjMq2ergFiT5ffIMs8kvRMFe0wme99MiWKJVpDc
AMKe2ZEcYujwZor9bqnA+J/TjH4fKNqrOsPfmMX8SKgRcrfZ8sbctpq2a83i2+2FW3NIrBsUwnDj
oVYt3bOJTfISpQ88CLI+KMUQEAEVPfKaI1dYfrpt60/qWb4jzo1Jg+XOCLm4yYmPSel029yyEsQW
7i/BvO5gxj3dVaJ1QrOiWkhMHX1sJcig9n69HF/wqMDoWx4MwNxs3Mngv2jqfiV6ce/FDkKEuXmI
HaMI/Ck3HmwdFXcoWLBtmxM76DXwVnJ0HIUEgUtgz60fFQhoQIdfJi9OlsV3oqn9+2KCJqZfgLsJ
khx+WGZNvK+1uEMUZsVPaclAZTLp/r2fFN9FNtb3M9BWEXgf2G4YLQ+CodlwV5UWf5qcvtnEZWuE
UH+PH+ss/z12dNvRrisCeyjqUGNO/0TaRoR1NkET00CRbCqb9s7oUDUB1tyaxqDI79ns92HqT2bI
Y5QxE4clG24lxT7r6beJtGkEBXX8YGf+gditDgo6kWMMXsXtPFt+0DdDurPmAr285jj8tqk3RLeX
9eoiAEZDwwGKqhLC/SsGVGGkduIXRQaJ8cC0n0vr9PHvo+8MygF41eM6lm5iEEel5Zz52cmCVNdx
zhQggasTBT9/yV07LhoBEZbJp2STVv6YGGAisr9bPBy2vrF14s+3x3C9zxcrSzMIms3QaiaTqufZ
EBvVBCtL+qP+NLLIYfd5gpAxIkQPhnYOJojvgqL4tuG1xQERGJ5heMEuoMfL8xLAVx26TzPsYnt8
Huq7j38eyDMA6ZZ3zBV8Ns5LiDvVQ35ieL6yLaU/Pvx9nI7oLMHC47fK+akpsdvZMykYPLsX662q
FOmQldm5+Lw0O1k2lQPz8XlwjzOLRpAXi24P4OoeQS30bADy+QoJrlYfcqS9nNg6NLX2aRzARG7X
XBGurtqBFgCA2EjleTJGz0BXRVNa0BDRmjpqvPe2f6CqyqvKxnKXnN29Bevdcs45CJtHaBX3EPai
Isx6xc27uiaA6GEgYLzXZHJAUTt00HVGT1U14yb6rHFF4Hq14eGrPs4R0F4hy3ZFflVB+4Qx4iHu
7gNrft6GvfHPhxd9gX+CsxEvh2vckRnjGulaHMMeOQ39P2DWKzrFXboySxcmlr+frQXxAAJq9Jkc
8zzkcyBUYsqq70uHrjWhuE5tfB/Muff84yc6wuyl/g3o3fWR2zKojpl+TI4aTbtgzt1H4tWKCZLV
vrG0qBiiE9JBRRd5O7k1bY4bA3VqnEvWCMWbyk3LLaqy8cHrLJQpkwGVd2/IAwAIRMgLNm1Lzah3
mcZYaOuC/tREq0cmLSCOO+OgCEjlq5rNroIv6SdKTyizh8hu3eTJqfern9D5ajdVNz27RH+cqzqk
Zad4OK8u6tmUSFedo43xrGc0Obk03VheGtLh523PXx3RwrmBuiNapORrzhCMOCIlKF05XydfC9vi
3kbvySxewJh229TqYFxEBEhtLDIy0mCSwaLFDIaXU8ym17ywPkFba3vbxMqBpwGs//8m5Mo2A1jA
7hxkZu30wS+/ECfM6d9M2JkJ6QaicVWzgWtwAQ9U282vLu0iF/Sh9BuFUPpfDAfXA8r0eO5eJf9d
yO7FWtsk0CKG5GJ5MKbfbfz7to1VBzizIZ1LAm2Jtsm7BHcEiYoJ+hfDD16LoOnvR1PVZra6Pktb
PTKnOEjk4MZADx5iBmxxiBhGifHPUBjbSov/YtoghgPunYW/EsHI5VEL9TIPPF94s3s62SXjnQ3O
L9Pd3Z63taGcGzEvjcwJTa3lXATWNgnBMfujoeN3bUwV8ZrKjLQ8hPaz0KqlrOi9TtmJz0/FX0QJ
y26EosOi8XFFJt0jO2eIEfXYXvQsnEi318eeQclctfprBwDUWjWUFZfeORmFZJmAF7oWwHPObrS/
lLriEr8KExadAAe5efRw6yDKXDz97IYVAwHzVoejrJ/8J9PX9wk1D3RKI22wwr9YfIDQcaO7PiAu
0uLjMIVaZezgPtTfnPRX7O7TD3NJL6NB7zAeaqgyXHXEpsABtalR4zbMdjGNLGOTiM1fjALFPB1t
t2gdlkliqkq3RkhikmMjWHo3QYJr5/RjvCubSpWcXS7Gi0QCYmqwl+K+RpCFLLw0YbkHKbmWg4lE
76ZPmV/YQceTb3NJP+HEfq9nJNZGT1ex/61aReUMPRxLY4KcTyvRjw+BuVY/ii7dJNqOlWNgV19Y
vKnm+xlUw7fnc+UohQ7XIk8O0hh4h+SAthcnpOe+doz576QEcwyNgwFt76Z7X4HM8rax5ba8mlEw
7ywdHcuWkm7TWJug/MZKiGWVQ3zvmkjjTbTPt7UO8VSLMDBGu/bGKhwaWMxVybWtHEuA8CwJUczr
NSwKpMD1kCVMP/Z6G2rGt7p+iVOiGOI1nGd5iYGv+U+N4pqqLWEi9Wmj60fPeE5nI+iGg8G1IOm3
zI2SeIMg2s9+3J7XP14vTSywnkhdLLVjZACWoZ8dI22MpFqeV/bR4lm1gcgiqNxNkm5o1Wr7QmvM
qCv012wu6j5w67nZ9W1bhvPcNu9e7Y2RQ7n+5Iu0DnzhdkGmOe3OqNP6rTeb9lNZ13NgVlP2OFTo
kMUtZbwY1Vxu9QSRtTYVcNRqpM/15LyNU1XsR3c0Qk3r+i3SYUXogtQpj3hO+captXRL5mzcNBX6
wwOwIyXhiKPkGM/E+dTVLigIdaECeq4csxfzs/z9bH6S1tTSxmrtI+SHo0bfpjx0QHaI7NvthVhx
MTwmF9JB5JLwspR2U95ZPh9r3Tva3p7r9xyvgXR728TKUC5MSOG8QEhc5BwmkNAxAQwaD+l0R379
hRFsEoDSgXfA9F/OF5tFBh3v3jt62SdL37Mq5BlcI1VslpXzABjY/8xIgUJbpXOn5TCT20WEbKlu
vqdDNFZHIaagqN7AQXh7XNelcBQ0zy1KGyU3COENb71jnPvh3HqhywD4jemm9XkQF/fGtDWRozb0
H2Ox6ZyPB0agvMA/Hh6LAJFJ7jFWbiIMknvHitr3Y+Xcx7T5PHgqcPbaGWRBKRIs0oBfXLe1pfVk
ZS5BC2BW8dAfQRbZBCTFPUJ44KTfjexQWnag1MNc8/5zs8al1xSQy62zofaOLv/c1zuWhr6qsVll
QnJMOlNCu7lCw17Cf5pT9qMf6WYsVI+YtU12PhLJMaFOyl09wQSa41ee76slWa7tBnNz2x3XRoPm
JDwsgZIC84p0H7oUvWNiMtwjWHgCYbz09HPuqYgF18ZiAvejgYMAMtjyXtZwjLvpCCSm1ZubcvJD
czZCUXxvqGI01qolMB6BTBbBJAjvLtff5mZXMi1BuxUkK7cj89xQzHP/ahY+2mEdWn9zLUq2sa5N
QTvSYWtD7WvPysrfQeQyTQIMAOw3hJiHgZbVXZkIEXamyzbCTrMDq/Py4FDANAZiGeEMfu032+Fj
6FRCC4AEHqJubJwtqzwbOgbaUCYBt1n90vaz885yXt2Pdu5t8UTMto2wkKFwQdXZdLH3kFIyRbZH
6y3j7vikz4zeTT7D3dR09Kmd0A6ALikeiMYhj6zuPkwRtmRwgZZaFgmtw3KPTuKmVpLHJhpE7RlR
wu+srbYW5N1QuLntcitrBC8AEGyJbRcYxeUaGbWLRYLk78nUf5T5gdOfdR+5rQrWtPJs+hPl6UuU
Dg1WaZ9qXZ0U1gyJr8GYothP0VyrghOtjgRq00vXJcg75Cr3rOe15mQTlKRQXgscTew9Vr6aLtkT
oWpSXdmoGM5/tqThGFNFs7qArbw3/MCvkjgUE4kjw45nxS5aif//0Ib9/yaSFsiaazITgu1aDa/g
Xreah9oxg645iPl5KLYf9oYFz7xIDYA9FSXYS2/g2Tg4iPCcY8+gGVPsC/4drh4M+sttOyvugN4z
oAPgC6hzyzkUQPhqxhrLOc42D1P9H1TyFKHEmoWlp2bBN4JHQPaGwu4Ym7rEO6Zh3aWBr3worbgA
Eo5giwPE4Y/6zeVUFXEHbAhPcXcDpZVFLNtr3l+sxrmJxePPolTTh4S0tZho9OcMWphaGLOH5NvH
lwKycWjEBLfbdULDztlkzUxDu4H9QuITU7jv2jqglXtBuuDfqwh4MCguu76B+4Il1snAfDEpVnq5
RaS3zgUmTbpl+rp1GRA28RE6VaHo+184UO944wVmigdFLVrFqqjsSRuy7QsNEqIAaZC8ezJra1cm
3T4xUIyP/QNvW0Vlas3PXARuuD4RFcCjL52AaayxwRwIoBCa7sl734HcQ4EHUZlY1vDMz1LS9G6h
LXBp/9HUX/L2hXsKXNWaGyxgjyVvjrNZzmtZjALjXNH4SMfqH0ZQjfRcur/tyWvFFwu6LOCLBaAS
zEpSWhukWs1cOj5qbN6sQ+oKCl97lAqdFFRdbE9qfmhyuAZlu1gH6cbk3zmk3XRu/DXPrd3tH7M6
YNQk/uRvr9XthtLUepPnAEWkOji2WP61aVR9dmvrttDiQvsLJxCu1st1I21dJVZpwBPthQxVVNuq
s8ZgJroiSFg1hN5L5IoB1sFb9tJQ2o7CoyCtOrZu8djp5lbP8idnVj1lDWM50eS9DMGmfw3JK2hp
evIH/+j3Jr2vBHO2hkfzXT7EX5HfnbcaECWM1ObjaJJqO09mfNd2vdjMse1sy7SpN55dNdGs91XQ
iQxPYsv+aQI0s8unKjmUs9tFbQzADjHiYoOuOSgpFCPfuYnnDQG4oGFLOP6bPXAXcmp+EaUNB+IG
AfUudzW6EVNXB3Wb11FlgN49r3RIe+ZA8ZR+39/ndKR3fuuPPKg9YC7cGLopQHXWYU8ne1sKXh7a
xPS3Fp2n7ViNOfhS7DIgI7rIG/Cr7DKOAzJhzbDXUuYGqCjPr97kInLth2w31tTeM12PQ0cDfGdo
Wu3FcpHxnlFKBPdg4AptetLiBPIg9vxa4P96anq/3MzuPO+awnpznfzHnFnu1hiJA+Fg9mBpxS7H
I3dDKrM40tKrdsMw5qFZDWUwChMyR3OCwv7ECPip8inMQS8WeF0yvUBMMQ1EntRhLVgcOe6MPyCt
vYGQdxdB+pa/2mVaR53OtahzeL5D55wVQlx+DNFZ1T6hqdrZQWzQ2XSeluzBTDxGtEYjjdOLz37m
DXoww/E3SKIURji0nROieAUEVSOQ4U9o8uhmgkYVHedgRLdWkJvzezW5My59XdsM3KjQoVW3QZnh
/QAsZvfUl1zbWOOUR5OZ5hujsPr7ZqA6Wn27Hj8y/qerHeM1Zr1+8Gt38MMpI/33tkx0OyqJiT4f
qD35bVYGOoL3LbSZfhd9PwagYi5+Jx35bgx1+TjneL+0fklfuokwULUPQwi4pxtyq9VC9Hxk3zx/
m+qHIf40lp5/Sknh7Ga7jfFbJ/delHYXJUmF7hUIJbUR72b7IStp8Vik2hz2nfCDqRFtZJSFeE0N
tzrNXg5nhCuVd+Cnp4E2jBpyGBSvFB19Ki6pDQC2elffalQDvr/O3qy8/e3WdfHkdZ0Zoihh/Laq
xNtaRZLswKIxPPjM9KIOqgbb0eIiyttyCsD62hzzCm0WxEjEtqya/kDLPIPK39yUG6fpSOTiJr5v
7ME5oGCGgY4FjXItfx/quNv1Q0qfCaM0hOZ38mo4g94GPutRu02SXrtzeTbtClFXgZno6UFnxN8b
WmuH7pymEFnSvR1v9DHi+tBvKlFbwOg2cTiXQ3pHzUbs+vl33xlhCr9tUGKLTBAHKcKOlQMezH3o
/EKj0ZKal85Ed3bj2pgbdqqtDSAj1ub2/bFy5F58XjoJtQ7c+lpcMzyYYiD52RPztDvD1BT38sqB
e2FGukLitG/aIWnZqZkDL/5H0G0qtnGsiDFVVqQYhk5YLT+u2GkmB1vcEeszbzaO9vFb6mIsUhij
W6krWh8rQkGbKyoADayHxldEf2sZQ1hZgGEQrkX2Tlp33gBPqlk6O01Cz7EDoLtgUGTQwFk0PXYc
KVhsmAxsAYVVhKwrtMgafRYVSaZCX6174H+/RHIRqGqShKf4JW4cmdOGaIqhqr4v+UabpgAsuRo7
GdPGiUBPdtvDV+JodAQCiKPhGYgkubRcw5ARgw1YrrF5LrJHo3uJs5NJ7yCho3CM1YGcWVr22ll8
C8IZvZmrnp0s8g5wwPxhwpwFi3r2/cX9z75fF8RBPys2kV+DUCW2rCzMcGDenq6V3DiMoFy1aPLi
0Smt9tQTEB70WO0ix/U1hin5MXfxZmkaaJI+6Ipfjao1dGWFFgSkvci6atdMq9rQu4PDeXzkDl8E
zLsqaMp0i//5N4/bB6dWCbYuEyWHf0szxEJTia0lJwzHpDPrBKpDx2r092aFRjQ+Nntexwh8DFW+
aMUrFsa6pScCMcmVhAufTI+DXik+pkmEi0eoGoZWv48KKjDExsI6LSVzu5oZJaNoJSksyJrX+nMz
laosx8otsRCl4VmI4hKK7JJnuyVkUfyGOscs32kgDGYbMny8RnFhQnJu9FhkxJ5gouNbrzQCAwLD
5YfbepDsdPFyw4sAvCF4AVzuoBxxsm6mFDsI1K6Hmine0CtLgQVe+lGW7mO48uXnewNvvSmzsXe8
0ImcD/dU4dcDHYNmXfTOA5EsHZRE02dReDMunqIJBhdF0+nz7c2/NgA8vNATBnAIxiDNT6GT1Ekn
pE+bJKxTsE4pDhfV9yU/GnXRNjh46Mn9yqztSBQ+tHKQAB+MNDYcFaTWcvZXJDUoOygwvML2D9T/
Ai4QNo9h66L63P78i6k6syVNFeJ5u/Tnhp7G7WR90rSX259fHQqKJ7j8kfq7wv+MHvE8Z+Ls1Ofu
M1pA8F+L8i2yW1GpOvJVtiS3paXpiAFPtJOJnvxwTNi3udcA2GudPDSy0g4gwPP19vBWDhQXJVEE
Nks+4QoURLQpMduJsVNagtg1fpgoP9D47baRNW9bekihtYNjC05xuR1j15y0HkHRyfKf7CLIVW1U
y7xI1wgI2tEcgqsLiGg5D2T41GTIQzGoLLnBiDdkq/3U42ET+x9Ha10Ykja+11PPywU2vqn/8rxv
JbGCuP5sq5SWVvzgwowUPkNGQy9piUCMzv9wNPGIxg1QfAjs5Lkxvt9emxUHuLAlbR/iQTQq0w12
6sTJjHe9ONFh9xcmgAT90424NLtdLr+Vpq1lCCx/Rr+11oYhutQUbrzqAUBp+UsFDSBNKViyp8Ip
8RrALs3yCbx2BUs/Q6A5fakaCqV5U2iKFOraswDUugttLIIXB8TFl4MiOUtaO+3BNILw30eUBBKK
d68hB6PkkZ2mv41G24wohQSx62/6WHvPrFjxI1bW7uI3SOdFCR1aMP2iKtXrvRPWpbcBh/IzXvB/
8fa9MLQ47FnAOzcz82Kuob/Ecx7yFtHT3Hhkc9tNVk4J9MSjgwgFFuRR5d7ussmLdm6t9ASNS4ii
qFR/VJ+XHN11pjFJYgflQi/ScaX++Itfj0gGcFT4IRQhL6dI97taMxLwOBQQdkNnHX0YEp8oHjYr
br4Qbf1rRBpDB30dfRi69KRVJ9P8njrmzjCKUDc+3R7MqmPhFbDUiJaklmSHp1NhN4sd372b2h1S
K8jWqDAWawsCVCVWGng8pIAlIy71oDJbZWj0MX+jdJ9oipa7tUEgQbLwqSBitmRE9QD5zyZnHha8
3PA88vkGsqm352l1CGcmpEVPy2LO2xwm/GqTJJEb3f78+ggQyS49dcAESNsOmThDJBOiZOGANxXS
EVO7KbgiV7M8S6TL0wf45F8j0unMtRwiew4iADzL7eak0QMhD0Tss/x7V/1oewUCSzWm5eecHSVt
VjUJS2COa5/jlIL5YmereNjXl+XfIcnxRsnHItNQcIaU7V3m7ohiWRQzJmM1CjKXHu+xLKOtRxMZ
9xMd95XWbby8e2ys4qUerC3S5YrNvyzEjYWSqz+iAta5GTOYJf8kZhew+OQbJ1YOu7GpAiB4/yfn
MyTf9oepc7QCk5hMZMfJnIKbxIjRwNgpHmsKjzCW1TzziKGLR9yfMOTwX3H67ICZvxz3twezdnCe
ObmM4ncTQ69rPUXyNtlQuq/Eo18Flap+v+p3wNEvtW9okMtawCyh1HFHvBUIFBLijEXtX/S0LZIl
/1qQbnydmMj+A2R1crkIhje0cQS3J0o1BOnIcaY68zwCJ2uzY7nvVYzZq2u9kFJCnAD3iqxLUrsl
cs8OASzIsgI6PlfT1zJW9J8tP/Fqn5zZWH7DmT8leVG0oweufd3nYdm/z/bnpttqMxqhf9+eLJUl
aTVMt0kGmyeI04dNO9eBAAmAofchQ5mmSeftbWvrS/Pf3ElL47PWMZMGc0fcvQNNF6o4X5Zfe2ve
pIsA6F4714mHh7T+wOIfHvvCQWXeZz9vD2PVDLQjkNNcqFwd6Vypus6r3HlElrnwT0PK7zk1gorM
IcssxdtmdX1A/760n4OzT87T8L6Y8rbz6akeihn1f6N96FsUy62sE/d9naBkhtYuxTSuLtMfqSdU
z6/TgBlvLaahfH7y0hlKhRMZAqtUvXhXjeAtDbAgmouhK3vp42OOfngkuOjJqn4waPSVvSKcXd2o
ZwYkZ0DbMXdYbdATTdz9whaY+c4nO002t51hfRxo4wJZ4/J4k5yB5nkNuhMcN2zYaihwqmhOVd9f
/n52FtR0tvgU427JvkD7zFXxxKx+HuoFIFVbNOLkHH2Tui0FSTRqQ9lXq90hPPuL6Tn7vpRvGFF0
zFqCZ202h0n/jHH8b9+Xpt8YG+F4acVO3hD5xUb15Frd6uBqXjiPgHiX5XBmu3c5GHuQ5Z1/GfYU
jiXwWc7XctYU87TqrQj08ZiwIBOnLT/kbJn9xkwEAmhci7oTAN6BTnU9tAcVB8naeIAQQS8YAGjI
wEuxq+jGIc6KAVlZCK8jx1SAI2a2o64xFLewvjYgE/xNGlK/aMGQJWpNJoSRjMvJlfa7NC4/kwa9
Uj1hBcjWgH3gUP3I0j4q092Qz1HnT0FVuI9ZPO5AMLdzVURwa45uQVQY0GTkpHEuXE5wkiAvWXqo
qE3D/q0dFNGZ6uuSm5tlVfd9jCuh/WZOkalqyVqbzPMfL3m5NRFRJ9mErF26LZtoKsFT/nZ7I615
xkLnh6IMUpyge7icn9mbimGoEHP4mRWIz+59V4RjrUI+LoeufEMv3ORQkgeG+4pTIuPa2LYu9lOc
ZEFnP7Vo4cz2A38Rvg+CA1WxaXVZzsxJd0Dt1OMEdjd20ukrHqB6+3J70tbeUcg8A0sB9VHosyzr
dr5rU8fJaOwlp1kzj2Y3TFEaT1PQmMNBtFbkIyOZxN1b16v8bS0uAIMYDiZsYuQ4JMMD0QjzdVD7
4XbdFsMYmdzYjoa7N4z2Uz34m9vjVJmTTqfZKEZPlDCXAlothnGbOSRC1QfSt9MROLvotrk1XwTv
CJDKIEFG+WVZ1rNpzXoBqtKZgnnVYG+VmQE/mqFeQQK7Uyl0re0slKkgaeAD6XklZ0BJPdht34Al
1Yn6ageCKiCBbo9GYULmDNWEbzmtu/Cjlm86/9IkP0f/120Ty4TI22rhS1rY+AEllQ/bNrML209Q
rZqq+6z5lqpUiNaGgIIwUjgLSwv6Li4XZKRpkXg2zU5lhfeBNd5b+ovwVODQtVGgyAKWVtgCpY10
iMLLkCXysgyq5j/K5Nv4YVrqJdQ8+750ipaCMPgrCLigmAjwUFYrktlrbnv+/WV8Z26bg606Nm18
v/E/AVuopb817aeTKR6Hqlla1urMCrozPYj0ldlpaI7Tg90qBrF2Qp8PQtrqSZexAsU7DKJ9GKAc
UbH3HMIISXeP1hRBVK911ZxJnkUm0btGC3NjF0JMhMcv9rRTpjVUVqR7ALJnkx63i2dZTcCat9Ty
ghkQ2uzLx/fh+eRJl6jjdmlNG4zGE79rCOIMKvL2a33GSx+WD5NSW7CDPM9Omevv2/4+8+9JfEfi
V05/MW0M+/KlrX+a/l2nb02dHHrVJlJM5R8CtzP30106tznDD4hFOI1Rku6TGV3Ud38xkd4ir46C
KADPUr01zV2DDAYHusreWYCjKD6/dp+Bf/Pfz0vBYNH4dWUAsnlCtxCzt9l7nW1ifUfTt48OA2g7
8OICj7SwUMndkenk50U/o6yLN3VgIcPZK8Ls69VAKy4KwxCIAwMnXqGXhwHOm9FNvTY/oQ8zGOg3
UCPV2mHMVSqT1xcAdO5BBgZDQI1dRYd8YqjTuaDHE+Ktn15q82DYioNnzQQU78FTgVQHco/S6WkB
CTlodU9PJWnRGQAxS0U6+PrgxBP9zIB0cA7WVJq8hAFetAHwCK2yx27FAhImYC8A5sUGzZ+0Gkz3
+nZOi+J0P4nXevh825lWJggQDlRMAEnBK1HmDUFudvArQrDWeRO0pARlZR74papSen0BwKHASuMg
LQMKD7lk4ySVM2d2mqMQ/VzEG4Cxn3P6PCJQL5qD1X74/X5pTTqZSenUdu3BWra3n6iqO39lQUwI
RSzYEADB0cR5uT1Gwy/GKqHiRJgXjC9eOyj2n8qA9PPR4QC8YQsDHotAKDh2m9trvrK/LwYgXSgl
GV1tFvh+Kb6N9mEownY8MPvTx61Afwh9lEAPonVT2hmUjW3lc1adELeIfW/e1ck+E/vbRtamCs9u
HIb4DwI8aS1Erce6T11xsn9W/hfLeL39+ZXdgZ//3+ellegGqvFRd8RJ5H3Im7DoIi+ew78w4iDK
hogGYG3y7eu6ZKbCYuLkdoc69YMOfZp0UgR4qyMBa48B7CweeH961M9uWO5SSlJu8JNbT+M+o3n/
ZlHWvVpD5Ue3x7O2JiBuMqCMrQFWKjfPFqKybUYzceLZ/ckgHy6LAV5y9vXFuc8GUjhz7tgZvt7a
h5qKwNREUA8fbgeAERB6QncX+Ckwk18ayXRo6xUCS8KTEUjMu2k6cXSwqFQhV2YKBX7MEU5fYMBk
tUCbTLHrglPhZGnPojxlH1+Ii89LAQnBxUuaHJ+PsT/ESXVMrbgUEATILaKh0VjU3C8nCZQ1rluN
Jj/1BN04FeDqNqqJkT/rrSKyWrVkg0gXGdPFlHQF2horbJPN/ASfCzLQmus9DQeQdtx23GVVLx+8
C87mPzPLcp25VowotI9NmMnEl6oegTT0A8M+xto9ISeTtOEw/bxtcXVg/lKtwAPbQtvxpcWqKcs2
mS0s/VgEEB6Z+JEUinN41cnObEiTB30xjReLDVr/Ant71Hrvtwexcp0s2TAAfCBACNSy5Aceccos
h5LVyRAP8/xCym5HO77XhkaxPmsjOTckbX23YB4BVhM0aiHN0Ms2qgLfleWAts1CheWgExwxxOVy
9G4u0GW6UMcab5q7bc07S4WHWpksG1seoTvKvNfMAmAmH/E07aH55X+yGFjVnR+tWwXzsLm9KCtz
dWFHmiv0Y/pF18CO5QwBz98qFeHc9WsHEfUiXoYu5oXSUroay4ROgEJBEsY3KuwULxSJETSNHgLo
F5j1x/k5Ls1JJzKqh3FWCrDWZtnX2n70402T7koruj1rKwxByzsBNasFTQC6BMkDWt5YWmWkYNDU
wcRfo7202OoQomjF6+h+c8EZnpWfYzF+3LNhFsHkwpAF9KS0RzMgf5DeFckJjZ3F28j+x88vznJ2
sM1GV/iVn4HnNGtCaiy9qooTellt6ei8GIB0BjS2lvl+DYZD9LPlkcN3hH7VUrQeb+Lw9hKt7lEb
XQzoN0RNQQY1I4rJWE7B1ZkX2otO/PQOfITNnV7+RZEUvnBmSTqcTZejh3SRC/FqkF+FuVBEMqtb
FAeNDbYJUGfIbyITJImdPYBAtf6pjTsqFL68NlF4MiIBDXXBa9LJaah5amWg8h6T/q1t+SYz/Xt4
viKwXBvFuRnpHGiLwWrnfmEMJ8ZbT61PU/c3uwMoJQ23JIJXUPldum/s2k3dlS09Jfx+qvfj7rZH
rZ1kkGH3QEwHsiHM1eXnm85knJt2eirdhW3RiGrmR4wfeErvdFNxG6+uyn/GZE59S+PCL7kLqOqc
bdLE/gohjqAfrPfbY1pbFaTUoTysI1h25dMZ5AE6z12Y6dvDO9MUu33965gvoG6BWZIrVF4iTLQd
A5I8OVHTP5KP8/Yv1LL/fV+6vIyxLfHuAq7aal98t96BNCMEo4DiVFxbinMr0tsR0n9eZWkYhc0/
b0n61XEVBtYcC9y0kF9F3QkIfMmxqEb7vuHYGq6BVuwabNxx8dJq4x3zySYlTJVkWVsWcMvYyOQg
rYZI6dKRh9IXphtjnyBcC546PCVvO9XaeKDFhS+DUQj6zNJ4tELLLYrOgdPYHpz+0QNDOxo9/Ij+
um1nbWFwKC6B+HKpyCgeu5tzqzMq2PEKFjhdujeIePRsFZHt6nxB6xlSyUuOQtaeIiDGqccK8yUe
st4LaOcoJmzdABTiQBGAo0smkeU+kFb/R9p3LcmNA8t+ESPozSvJNuN7ZuRfGLJ0IEEDgObrT1Jx
z6obg9sI6ezGah8U0UW4QqEqK7OzZrCXDcUuhAR4pSMvVoWTSFBsXF/bI0IGCq1lWAVLOMN3DUZa
TVnM3Wc+FSn4ATRjUVtCrAelFgTHMqYnH61wDNmCeA9aNkETi7gGmcLsa653nRn7cg+vLqnzMICZ
fELdAdinHvhuOo6HcP5wfZdtu1UOWSD5iRrtxsj2BoXTQd7Pnle2BbAxc47etHetezSZ+Rwv/iQb
NLe9QoQGwcSZPekWoxlIoEEWkZ8WBMotgCrOsEfDahuXewIes7QE1o/+Q4bhwqh8ZP2+qArgMU8O
STqSGjqlc9VRDUBnvxHi+MjwSi7HAjGXY1HoAETRQymWtO3vilAnMq0zsu2Zs/BVmItfEdAznNb+
nQgGSDHdBIvu8a86q0gjAqKM9vIQkcClESey56kO8Lik/mcmXhb3eH27KQcRBWj6RI4ByhvSxuaR
Y9MIglEn7pRPfF5ueDudBNRJrptRNGAhhQEF442XHc8zX5osY7H7EKKUsNMZI7Ses9u8z/aOUZ9W
b06WZavmuQkVPIbQRsKzKfXJ35OdXX6DdLP6dulV1OuLkxHtQ/NuEboCr+omOh+kdJYK1yujwcEg
xXRX0c+G2+6D1U+hHxK7psbxqTZGaJl4bGB/I0SUnoR87oJuygKE6ey41jfBzfUFU+0L0DRC5BK0
Mm8hbdttGyK3lZ9aq3meZv/BsKfnER0T180oR4GXAPixTGS55L68fkVYbgF0CGmIZdzXlRH8sgev
1L00VU4VDGab6LS/AS6klYfcyAxeA8TSg4uQjVqHtruJSBHnIB8rvCn16Cv3dHGW6s44NyrtBoPZ
DbOZVZzCjdWqLQD/+9wXWVKYur2gWixkurYBwk0AYHzpJMYma0E1AmDPFNKHwkDJLKJlUkb8+9+v
1pmdSKpUo89+5Y5AoxmEVtJ8ttJCx8qgvI42rXak0i1Qmb1dKWPO7HEtTrPp33Vr95o14VPLjdgU
+QnN++8gWAusqH+qa54aVb+7PkLlTCLzjeAFhwqgvcuZNEOxZGadbWtWPKL2eIL+8SELnX+5oECj
GWwoRBRYZHeIxuQZGNgJUsbdgjLXr5n9DDpdYlIxGOxq8BEA84WSuXx30CoXrj0QtFbYEBf1jJt1
nA4Qe9e4CsU+hxkfWtUI98DnKR2uHORUjWNjzso5QDF7BrGPn+TGc85//PXigOgE7D1QroNWuYww
EF0xlZRBz8weqptcOAdmeYk9+poqi8InIegGBgDcINBa8KQ90Fgu6BZAd3EywmNeHHSleeWq/Pl5
ma3PLuaK2QueX50BQriFgWrxu7AtzfWgsyJdDy3wrXlZQ8Vu9EZEJlFsIAG2tLoYSJWZBHc+GESh
RwGohNzKbQygOpuRdT1V/GNkkH0vsoS4XVp5ayxAe2jVr5bdx275fH0vKK7aC7tS3JLTaPI8hkXy
0E1X0ALUcO8zetOuYJordNeHakc4GBxIEbDT37wwFzGvRi8m4wnlni+kaZOxnN7//XgAcEWbFf5E
N7V0iDjzJ9t3oa1msU8DH3YmAG/RN+DKU4NoOm0V5zVAT9r2YkYeLpDPax8MFNjwPoc+I6L8EGJc
2W7laLNb/6GEvDlRH6BPNPmjye7Sm7q5i1w8RSqjWcZdvVpHDjBN1Hu763P3Ow8tvZku7Eg3besz
3tHcAep0MR4yw0ugvL6fzfFQ9i/gfjk4FkncjCcCXV4oOx3HsEtmqmsD2PzCta+Q/AaroHMFnj7c
jsyJXUaTpkbFfL6r149RNsW1CSqo9eX60LeRXbEpY8eq0WoAuUJgE/gjMgWPeVglM2cPfLAPHp1O
PtMkChVHIUCUAS4gOMe3Mn1TW/Ws7dBDjR2W1t2YjroHsMaCPCTeV45wWIRgpnwAiDn22c9/mDPA
GgBTAz0rXj6Xu3KpnW5Clic/WS1oEtMFcihWGtXv+ukw/QPQC8WAP7a2wZ69EbspgnagAym3bNnl
zl1AXt1Zk+lWeEKYQDoVwkcIJuTa0Gyj9FBEHp6h051V7Un9AG519ynQFaGU63JmR5o2g1u5m21l
Tid6XjtIEny7viy6cUhTBVlwCroz/P5Q7gL7OPgJGHnFz+jv2Y62ng/8t0HLUNSSbsbeGAwIQzV4
2fhBfgyX7EM3u+9L4bJ4Wph7U4G2T3MZq4aGJw5UFnFFYrEkk5PZhl0wI4CNvDZ/DJcoTwv4rI2P
tk8qsUb7aKrpr+vzqYgAAtwnEYR4Qev0JloaRtceodgCoxCQ64ZvKC1+y3LNXaI0ggQSUvmI2fHH
5f4eLaizgK01P5njNxYZcTW/BxGSZvpUOw9sQVtfGpJfuLYujXjtzPxxwfMmq8Z49rpY935Srg8e
tBtrFMJkOYhpw2A0ADAsTjQO5rsyunN7VFo+/n1ciSwLwIbgmwZYRH5bBBRtGbRq8bYwP1fDbdH/
fcMRkgF/DMicp3A27rSaDdIP/o8y2OVN4tQgu4ltksxeen13KdcEzhOFdowIpB2Xa8JrMkac5XhR
G7fGLgw1bwrVvkJTOPw76l9vi18M+hO87UPjqfdBj7N06IcBYdA9nzJd25QqGjqzJFe+ICTusJyi
gr+17K3js2hYAinamHh/j/4M0N0MHjpUvqCoJocHi5n5YsFVEOZQZwLRfnhXrFariYtVAcGZFfn2
bDwS8WbL2wQh+Ww74pFy72i73mteh0fEnklU/7i+E1RL5aOYtCWhQjyZpNPZ26wfFn+TZ2GHpmBx
bieOq5k71SKhiw6ZQwdVkTeS4v5KawC9gH+w+Rpb5mNjIZ4Kxji0dtcHozKEKgLqIr8VC+XYQBhk
qmYKQ5nX3WY0z+LCNQ6glE1zuv5DYQzX9pbqwKaArofkPPPIF6A/QNsotewEQm3B3zOrbmXWPwa2
0Z5FHxHaFzxhorl98kDdDEJm8Q9uABbAq+UCbQ4BASkjtHZ5ZtDcRedrBW5rs401m0uxHoAJAM23
6RShlVcaQe6tjIViw7EXC4kZjii1gyTIxc9h/Hp96VVPWYAqt5cRtjMqyNIBbdaq5pmPOmImsvtw
oD+9nicFKOjR7HjM8/Ukhuo26twdo0L3XN9+W4rjz23LXsgnc+nmFLZXlFuc+b4Bzm8y75gx7Vrv
cz+UiTNpPIXCg8MkUshbq9uWgb3cHAQ5kCgnSL32Jejrl8NsVsn1GVV4BlAxYm8g7Y45lQ/T2E7R
HGUDOvUCL0HQE7uTl5JIVy9VmkGzxiaJiWhHziGjJjiXZr0izeX4txa3kjDMjoUbaeJs1XyheoGM
+6aICRnby/kCQMOnxkbC6QTHMQfjuybKUXhu3HXAQP9OPL15ljS96EbsShRE6ibx+kMmjiALE34Y
U7DHNJ6O+UIR9IRICuJ9jvccGqGlo+s0/WiOrVPjuUqTpapR0QYBi30Mivw4BLvrW0F5uNArsnWk
oyz3hrmSsmzoq6ivTybNYwNCYQWJ4kJYcEtTbIMEP+LQN/nZeLrn0e9md/looTS8JTsi1FTlY42k
ZFCMNnoIgTUL7gB6InExDO4dI/McI93TpL7ThShHUZpkyC9CYYLXsfCm5Tb0G7DP+e19Vg7VELMi
qF7ASzKi2dmPdj0NfxbB0t3yyZ13HeJXTcCo2tgb1HujXIOXlSOG1g65F45djVuvfkfdBVgmF9cE
1QGZVPkTNIj9Z0gOGvyadguovupT70dzTM3yZuzL+wAvSQrhXnFERvR+mNp0hlyGldO94ZGbERpr
1/eI6oABRYWk+MYvh361ywPmt30uwMnTgLWAHabCOBb/UAAESe8fC/alhWDu+MoDWCA0Hs07rlOV
US0YIiCEkyH+wavo8vedoXcIjltz4s16O5B3Ieggcvv7P0wTng8uUOXgzpDJsTrLrhsnzJqTJzYm
npTocC4qRwS+7f8MSHdu2btO0dUwABTKnhO+mxaoY+C0/ELd5nYazCZeGqNIrw9LVSFGdgFNkJuY
Eop0kj+agUHuwyoioIWliVNFSe6DdKr+6ZVtzIJbKCpH4sn3yT7of5SA+lw3r1q6c+vS5uNEtJ6X
BWg46+6zIdo1Tr4PRx3YYouFZV8EFmpUMZDkhbja9hVnARlwjyFUCfIGOZQxdnl7hMLoTVb04Akh
9s2EvEC9Vb7d8Ha1xcd2se/CuXqgPP95fbSqsCoMN4z01hgK13j5HQxiw7ypW2zUHk3CbjR0OyNn
3Q6EaDwucodqjrZidkHCv1G9AjqF+016Ixht47Axoi3KvG0C7F5SBi+WePfXg4J7R8Zjk1aG45ZO
d2S2zbzMuEDHCoAj4PRi5kMtFgrWMVQgr9tS+KoLW9KAoIjsNVkW1ier2btRXNvJ9d9XnEEMAywb
W44VQnxSLOpwNNp5M1oFK+eltLxd1t0z8qsnD7z5AhlMjTVLEX6em5NjgYwPAElnMBfazxZ0LPsb
C4yuBXnwTMhLzw/lApGTr13I42V5ZfnLMs9pC9Hd6avIfrX+3oh+XR+/cn7/jF9O0jncWQVafclp
Fvv12RI3139eM72/fdH5OXQgxjMYNQGliJFE6zMLIZb0LOhLnn0g5pfrxhT0QIgYzwYjbZagtUbh
RyWslegjXz8N+V23fDGNn114N2YsNrI7Qsc4Y3ZCqyfCblCeiVtXE++rzuD5V2xTfjbm3kL4gqud
nIzxlXcxyeNVR52hcCsY6JYS8reSc7BN+5mJJfAhIDti1WqP77zV2HsmOdaR/QT03vH6pKpH88eU
dEA41Kc8s4Epk9w11Qhh+humowlSRMhINgAmifoVCs5ychMQsq5sPXjrLoTQmP8lmsJ0uSfJmH++
PhjVbkccjh900XCHVrLLeavnABdaiKuPVPsOulW76z+vWpbzn5ccY+EyNtgOxtFXx5KkZgjaU4AO
DtetqFYEcCFc3+bWdSVXMLEpIuYwuz51RWqSm2mADrPm/tSZkPYXica1oxQmaOmmJH+gWyz/D9qk
yDGhQQEIcnREmXL3m9n7iztZAR4McRnc5+Qfro4NU4WbF48hpH4uF9sIK4421AXBdsfj+RF0NpqH
pHKW8GYA9hGvyDcNkC4fK683Jzwb8gZSR2ZCxL3ra7yJKlxDjIi2RDy7UQmU22lNyxZLm2OWui68
51Z5Q01grz0QN4LVH3m0xO4NyOHmVlz17evgt4kN6cfrW061sUEPAJUjMBz6OD+XU9m7E+2mqSGQ
Q+DmHtpl3g7iAs2xbiBQxnzRvv6DPUTdAGLieQKqjkt7wo1ad+hIcyoxowsyMwdRfEKh6roVS3U7
AWjwn5lt2GdudGvTcKIZ1ArVFNxPjR+HefNI6mLXusFdAToXs6jTFumhIlhvnc6+ES04613x1WPV
Z2aTR152u87xH/w+fKf5ts0VSREsOnfQrY1GNPB0ytneLUVmm0tGTsj6fvd7xhC5ovOVQz7kNq/B
+SFqt457c4HcjVXd+2N/ACm20Ow+5cKffYV0l1lmttqQNITDXCC8+2E1KWQ1x3h03//TcLG9t0ZY
rLp0WAtcz53Te+TkLNWDYbQHk1gHp8ClXbUddC+LR392X4Zgeaqb9r2/6AIV9UD/sy8j7kixgLsl
h/1ofnXml9yJzQHiIpodp/IYKKzhlgu2syS77pI2fc/cusUo+8Rhjy36mc1yf30udUYk5z26UEs0
SdmehPetZUdDfF9tjWtVXdgbhyvqxIC1vKmz9uMSBXnuNycb5Xazv1+MKDH9+WiQ237wNeNRQRUB
Jf1jTbpWwaQ2u30bNKeg+ILSDtqligRJ8lg46DaviiQfwDHc3LruA5prNSumchHntp1LF9H1bmc2
NmxX3Isb91VERQKC2djH4Rur96jNaS4VVQLvYrTSkQuQAzCLIWxOEOfdzyNIO81Xa253nD+HW4t4
v7NcCC1yneqsatt4vh1t1EIm2pOlnIoYaB6QlSFng6aO0LldyFeL66C6qo2DhD/2DDI3G2PH5XRO
XTB2Sw6P26/D6+pFd01r3TLTRzVrDm7KTIelUO6dc4PbqM9c/AjqZjqBHfzEh33ZxyCMXZ10DA9l
DTLUWNjPxD8yHR50G4Xsu7ereit3oh9eLkA7/son8AgAbG0k9YHau+sHXPnzwBps15Nlv2nFiYib
j7aPtiIKNrCme+jH43UDqq2wITN/p6aQ7JdWifgsYmsJTKPwXgS9McaXrNJEFKox/PaCIHS0kCDZ
/PHZujDK5ip0oHJht3eN+BiUmghWdW4RqGx3yW+RSinSz+bSpoXAEFqQidHQSztuPCNBg26H9eQM
Yteszcv1WfvdwiEv+7lNyU9VBKxzfQnYLNjc96StE7DwHPJN8nesdzUoeHNkuXlDUnQ47Wlf7DO/
TJESRiIYb52wPfVkTcC8vQ8ZvW9YcQ8KkpvW61KMJilY8aNy611p8zsGmjSj6dOQMyi8R3dOFtz0
rr8zmzW9PiblTnDgDXy8rNEXIy0TUNor+Ha3lkJxw+kuoIfm77mowRyB7CqeLfAIQAxd7gREsJUX
lh26e3mKDI/ha06L0gWcGZBLpzY6r3IBiO7J98LYc24WENB6jOx945kEu3F8Zsb3AeRmZqibPeUm
/DM0Ofvn2EuPJgIgkLkBIvw+HoJ3+XzqxlNGWUJ0rKPKI3VmTdp+TTb5dm4Dhd4w8cqKJRV1rXvy
KFMs55Mp3Yf+DGBi1KCYmfn1sR39WAxeXPtDXJbujQ9Ovb5dPwH+8N61+33VhM/EQ6eR5yTFDO7A
yf9wfX/qxrz9/ZkbETXqReFWWw1KsFYy1JVWzX2sPAFns7r9/ZkFOmcC3Rg41Bb0i5bsuLIXRwfu
1u0T6ZT5zCjtgGPlKiqSzH23gKguJzdLLfY1/W5FmphGN2nSTT/WzOuCDAfC4HcOpDKqXpOIU5UC
cabx6gYfzO+q9+Wk5RVofVeIfp9ySMyL4VNWvUMywcweZ+u5FY+h92KsY9zX70X3sSF9TOjOhXC1
67CYiAMlnyz6jc1Q1NaUlq1tJt+46LMPk5xNuQRN3i/4sNp/FLRKQ0Dm8+FkLjf2uKSdA1A7PXH7
29r9MNuvot8X2a9qvGnF5+v79v9zjv53hkDoeDlD6PxvrZLA65HVSnrDf5wB74tLq917iEtWZsYj
uHpyd0iNmR1WNiYuPhe800crM2/B6/Tj+gcpJwaqVh7Aeajuyy8TsUDLrFvQSDwuPHbYDVoNjpOR
paOnufiV5+nM0HYWzs7TOnF3tWY05Lj2ctuiLj22wx3XSgSojhSwkuggBwkZwDnSsZ0rIysKgvt/
8bwEnXWjPyWdl8dQdAKlZX4gma5BWrm3zk1Kp3hdinxYB3h7Moqk5Pso/DIjD82i57o0k9lEn0Zd
pPP4aS736BZKbGPe+dPjSBFuRzoJBuUzAgpfHqiVgbN6g6KwIsMh3daT1K4fl+4Amcm4mY68e/JE
GYvuq8s+zfXp+iZSOZZzm9IM+HZBLLE5Fi8qj11crMXxugHlqp4NSvJcLR0za60xKG/qdmj3Stru
c+Qb8Tqy1HJfeX64bk/1XEEICXJ5B8XENwylbOTVHCzYRUNXHkQ/p1PmoUAzPfhb20hta4annr//
zMmRimOLirs2dhC4xjpgy4VmOKqzF4DYHecbaCHwg1yevbYG439gwunYwPd64uChC7hs99fnTH0O
zqxIIQL2sss5cA2nTqD6sby4/l3b1Acw0MzDayte3Oops++hTBoH3bsOHLbZ+DKzfdPcXP8Q5WY5
+45tts88DbgwbCNj+A6x3jcfoioRY2w6uyG89wPdmHUzK7mbkZv2VFWwVRRfDfIsvB/wn2X5qV46
SAR+6L0TWw5+9SXsDyLo4q3x1tUxIyoDXchrYYWR7AboXpr4lbWrQUGOdHLaZ5O9N5cxqdixqrwY
VMJJlEFVLnBj33+udOdSBWzBo35rdAKgxEH9+XKuw7VbSxDZoQGJTP2OuVb4wsTypfK6JkZr/U/f
78nOLKxs7/msAlC6+lUu9vDKy/bbVI26JIpy6bHLUVXYxIllhEswzaBV3JrWBnfY9bl5KqBuaeAV
Vg71ngx1yoXu9acg0bYwBX9sSocLXniIugANeoBvPgLotBO1vSPtsAvNZW8wkbpN9TQ249e5yo4m
LVO4yrRj5b1w7PQfdv7Zp0ir4YfCbqftJeAuQQxy7aTcBP+G2C/JbgqPZvfxuj3l7j+zJ500yxCt
IWy4SXOE30d/OdRzfi0B+XrdjG5VpUMWimIyK77FrcOxdaKU8A8dgwfL+iQ3UWjDXrtucIsG5Wjx
fEml+8xrewZmf/jjMm9fs7790czzTZHRuF1A+ut2bsJbsUPhRHMPKO0iCW466PZF+CIlL0LDmQgE
TZA/KviDRcb71uw+Q+Bg15D6zjTam7Je00D8Q79ihCe+7SC3BBkQGVVFA+AurRb9xXZUH8uV3vTA
7DFgZTrP08yscsecmdqW+sw308KimVvgsDhk2QnLeLFWnoqq0YCNtgV6s4DoZgk8E52eb+pIzcxK
tzdhpm5ZPJZ3NqAUzW7QoXyU9/aZGWmftAu3OyOCGTtjX2vD/VXRQDMS9Zb4M5ItUjmfMCfPmmmF
RwPV4kPhFPd2x0lsLJ4AwA4NgmT4uNbLji7QDr1+CFSDw9jQ3GSDxQqou0vLOdg9xTRCJsgb6gSi
HXHWa8ISlYXI3VI/AMdC+lZyV1PHK0u4APwG7Q177Kr/489L3ikajArJCfy80XxZyq+ZDtSj/PyN
bBM4DDw25OIomwx8/gpIORrBH8t8eMYR0sQXquOCWv9/JqQhoK+NONwCwNsN09JLGpEUullSbbBz
E2+WmbKSexxRG8vuIrB6BZ2ARvfy1Cw8sdz6J67RJyMfkuu7S3VCoXe5FWFBtQiKv8vdRfM1H9pi
RT6pRFZuZTvH4R9ckj8C3KyZxLemkCsHJg7dE4CU4d9LUy20OkAcDVU6bEHgHssvPSKRMQueKQ39
9PqwFLHYlphHmO044JG15aq9UTZrVG1aSuDbTtb1B+AP8bpUsUEP4/TRtDocI+R6/HJXGbqXqHKg
4Ev0EQhGm3rP5UADzlbbzToIK/kT+keBY07MqXMOiNAGK/bBZ6Oz+HZ/YrQo1kPPDoBAW64dzRPw
0p2NR30/Ge9BCg053BqJHk3qQDmujSM9DABdRSfP5biyac16SEaA7GyBhCn3hh2x3FvCo3t70RGr
vT0OGNGZLenE+b6xRt6Au7AOKnDjG3d1Y6diifbdkKVl0+xM1j8PjdC0eSqHiLt32zHQLJK3zVr7
nQ+mBzRIcjcd2hn9qvkURyW7rXvo913fpKpVg16a7wEGjOy7nPNZs7nzaAveHLv7ES1AceKkB4Ym
lnnrHUGZhPTDbxJE801vij1kVl+MSCx5yzojqdWj8Nbr+KBURuwNVr9JWWAPSrdjYPNlchkCJhq+
otMi9hod54Bqrs4tSAHLNHl1FmxcJStocVqK6j2ivzJzdn+/JJAoA3jXB//wGwm23M7QDsFROVyz
2964af14njQeV+mazm1se/AslAA5V24ODFHtQqt4jiAx8aEZltSvDhmf4sl+ztjjMo+x5b67Prht
ji6jMUQQZ4OTVgm0jhZZHTxLKmfYdY0bF+bnAg2n3VqjjClAQKDbF+pV+zOd0qoZzMoH4cFiV3rv
eDMcekHSChRpmpOkyHlcDk26xopgBM57gaGmOfT5O7Nqk4geLftXUXwbSJ325G5yP6CBMHad2waU
3C4XicNvguL1+hyrHMjZHMs4FgpJOMigoVwRmEMRm5P3Yrf8th7Invf2zXVbmvWMpHum7PMwQm0d
Wf7o0Vrukd6PzDrOkPP018+Brv1Vt28j+3LflqPIXerh+bdGT3X507QHNBRhw3bfORTEshYcIO2G
7f9uTc/XB6o1Ld08JeRNbHvaZrVPTfoRWOmy+zlFJxHiRs8+O+sDlDdifyL/N3cgwyUstArVhYEh
R2zXiOfOupm5ZmzbobtyKOVuu77830OJqOhD7do3+VAcqwJC2pykPDA0J0Xtqf87kZHkfNZodjI3
xEwK6xd4u+NFfLq+VqqL+/wASE4mLAyvigZ4UMPx48IAMxIDUa0oGWgoirvRCB+5y04T/wec5uYC
8IBGCg7jkwF780AroyGITpywONRWEa9WcxiFSKaWJmu3r+1bkpcpa/aVcxdOmsqWchnBEGCDgQLZ
fhnZvFrW6M0NHFBkPs5Z6md1QpdX33i3ABh6fYbVprbynrf1UMpQvTavOiE6vBQmEMfZCaMpzQ+F
n3q6GobSv4DB8v8Zkn2ZG5TmXG3IgAyELtaHjop4AyA2+b3t/groy/VhKSomWMAzc5I7672mqr12
07uMXkkLXFtDIVH+3u9uTefHGDw01XHqNc96pbs+syn5tJyi358iawYS2uDQh/d278Uje/AiTVyp
PHZndiQHtjiFWUBPGFVsDxnAD/384/rk6ZZqs38WU7gV3sa9jXEM87DjnR07fbALRJQuoJUZbJoW
A2ra120qL/ezMW1/f2YzX6KwbaE0fvL8YwGddJI0TnrdhHZPSO6q7V1ulg3mzVvXpzYs07z1nken
vAWJYNrgLdmZ5gEl8KM1LxrbSkcG6iRU0DfgjfymatEma4J7EY6sHZOgvc+BC4JQTPGaVWIfZt/o
30tEYf+jfAcuZJSA0Th3OZ/AP9sF0EsleDOsPW2ir1NTpcjT/bw+p9tWeHPhoFawtcFCYUkuQoGU
zxVhC09Fqi6Zoq9doIF+6QxI4+gsKlY/x6XJjObjPEH53M+/XR+DcrufjWH7hLOtFxrVNDYtTHje
EjvlS7iGh1z0MWXPVvXBnXXxpdJNnNmTtnpVB2s+UsxZbyO79K6YjHiK9nqBdeXUIRUHKmcftSA5
c1BkgpXdDBaIiieQV8rCw/V5Ux7Zs9+X3J1hsmqBXiUAUWGSTy9QpdJF/KoRIOuyBRgbH4LMADUW
YMiMlgAjKP0dRYHFHNO/H8O5BWkMfDF4US8hbiWwVkQYiOt0B5Q1r1tRXbJoWzXRGxNGG2L8coet
vAsq1hq4ZMH1YQ98t0yfjXyMV9dJ6lETyKsn7Y+x7WPOtjPFq72yRxhDG/5+KJ+MUCc5qLSANABa
cZG5eQMYZ30XDST0EfZVUdxwoPyG+PqE6SxIy9KVhDX97JWnd9H6vgo+XP911QEEBgDkriieRyA5
uJyhLAAnag5M7GmMqXFcpgQF1VnXg6DyKqCJtJGRQf3lTR58dYUPaXnwVpXNz66BcyzLBHSLcY0T
3+axU2ngGso9FqLEhEwD2snk0x71+VQGE+wt2FhZ/6Wz3KQKP1HLPSz+5+sTqFwepMc3mcOtGiMF
VxSAaG9ukQbqrU8MeJ8f139euT5os0b6HRouEI64XJ8+cwxCavy8P3k7g83p6gYgNy+TftJYUi0S
WBMQ49sbDa8c5veoWtvcRERgCy8ZpyqpjIeW3nXDtBUhH4ui/oeNDWkotHObLnQqZFoNvoSiB+El
clttKmJiJtdnzlYOCOm538IOm8zO5dRFlGRZQ6v6VC3cRHsBQdU6X5EndjzUNudpTbsSTHMovX60
AGr/IlrwEhRe1u/ICnHtJhdrArl76zCN1bQzQL4Wow+3A/fIMj2VfjfFa44e2Cyyfrh0oWiU67oU
5MjoIjKiGaVix0yJwcPPostWzQ6X7hsXKXhkwfE/pOADAJglL9pPDsuMhk+PvC+T1nwc3C/u2mtm
UArUfhtBrhbZ702DFPpElxMYAuTASUWXx2owOtxsEMxeBnMgQFvY023BqPGxdt38xfGb/s4FJYsu
EFadLVR//U3JYoNpS9FBVzHu+SAhPhkFpFJM6K/hFOjKgNJUOmBTM8+NSFNJZ2L0K8E2gf/r6yoO
kTCenH+4iM6NSBfREgwl+DBgxIjbcD/rOmeVE4X3JACBeFO+KYw4bQQ2/2KoQRvij7dm70HAZDUq
Tfyp8kVuCCqtTZ4sQDb6cj+4y+DmgE+i79Ssbk1ixI1od2iUitfO1fgG5aKAsAtNWKjNgkfq0lQQ
jvnkFV51Mt1uOc4+oWDizYLYDLryeN1P/M41yXE74I04S+Cf9sGcfGnLIYFfE8NFDyhDG5K34pw3
c+A8eW4LTYkinMI4dNoZKMOM78Y1QwJ5HsNPmOrP5sLaxBQuTUewL90EhnCxd8Qam17nIAscDY+4
c4fUMQ1Q/rBh+kRKiMeWw7Dcopd7iFH4rvduiydeFNLikC2myEByNbhPPWGfTbEUd9EsmhQpHncX
khKdmy4PH0KUpJK1CINTg/gm8Rf6CcwZ88tgtuvBc/gnpKK+LuZSv1g5uj4rwKrultCvdwyNSCCC
wjNvqb+ZS58f2Fpt9DxAtLXLilSfPb+KYqiga8zt+znwspiZpRdDuegRhOD+caKBF7OJwguQpoyZ
IJ/NaPlSgPIlAZpk3Rf1h2Z+F67PFGhJ8K4cQL627OuBQwSmXeMiq6Z0AloLgqejAIHTktDcSzIK
tbDACg9d1DRpP6Lr06EOerRdpD+pQ2gy2iy8DQF7S3pU5PZVR/t/cQVAAwBEiC70t+w7nJKV1wKP
3xWMH/bQJKv7kQqN61YFJ+dGtmvrPCblxB5JXlSAkJsJVJM/2CTarQ0kZqZ8jxXXnCQFIHtTf4OW
rQ28J/qqJHuEYayMsOpU2UzEbZlNp6gw6A31o+yOYnsnVrHMu8CwozuLm8Xr2KOqlnTmPD2gM9ff
O31FbmckCw4sJ44mT6Q66Cha+3iTIcf35qD7DrpwlqivTnO0JsSkaWmitah+rznjmFP5iEfIIKJt
DQKLb3gYSJt1lTvgaVO6Ptlay6Z3CBK/k3Cl8cBc/ylvuDhYuGvufb/1NPeoNMbtHoXSNuJQAJ9A
LCM3AuHwjWE25eyR++2RB8vrEAXJBAImzVKrbgGgurZxIlmL5+DlzupIWLuM+eRkLR/Rn5dpJlEV
T539vAziJRYKMGuBn1/K236+BWA48Pai2znl97b8h20RAq7voREXqyY/S8aZmiBUQl8+8bNTHuQP
Pki2OdGhtVQ3GmrhwIUBAo1TL13LvKK5xSOG5uwNQd+iq9hNC+rtDa65ZH4XauUdeG5JOoU+lJ5R
AeWw5OdPFZ/MmBv2TQYlVm8pE2Cj03okcTRORydYd1PEHgvb+egXc+Is3ZGRJjUmO50m3Z0u7c3f
0Q/4F7ZmQsSSiMYv90xhm2M2ZRM5DcF31/0S8Z+eTrlJ5fDOTUgBVutYS99VCwGH/1c2vubRk93t
s/olB3/f9WOuG4w0yQQ0ooXdYzCeu8RRc8Pm/yHtypob1bntL6KKeXgFbMdOjDtJJ+nuFyo9IRCT
EBKgX38Xfe6tE2OXqT73G566yjsSGrb2XsPMY17ZzdfXDCZszoFABFqkC1zl0HGtOXRjUEBPRxl5
qPXk3h4dypVIi/z7f7/Nv5EW+bfm6l2eNogEaokeQbqki4pcWQczLfJtauF+yht43mYtbkd9Qt/1
9mxe+W4APSP9hqIMSqfLgUKdqoUoeAU1LAeoHlO6Dyot9mnt3LHCfattbXM73hUNKUh8oS4MuSoo
VOCkPF+LqQW52UBmI7BmMJKj471L3jTP2BY8ASxGS6sNJ19Y0IUe+z3YQ5Trh7b74VvPeDuEmEYQ
n/OT4a+JG16ee8gJYU2DR/H8Ll52oGCwp5EsS6ekNt4kbTcu+zLlFiBkvxS3D23wdHsaLqcd0z2/
7DzciLPa8/ksjMylmmbrU9LmT0P1nVVfSyhwVwaNdeP9dqjLBXYWylm8kCGd3TXupKaEVimwONug
2FBgjX3vRWSf2BRDve92wMsbCnc9mOOoNUH9A43X87EZpWYSeE2opLK2hYzJyq1x9eeR6EIrFh28
izpTW07WNDmlSrqsjBvjt5U+3/77r/TLMQB/VnRCMxKFi8XHKWH+huqsNiViPNk93HfMvTa9dX5C
+y23P1X2r3J4nJx+5WC7OrB/w/7p5nzIGVsFfEBLC5UA8eYGT+Q/IOsgjQ1wFrCKgPXBxu/8w8jc
KUlbAMdP+y6y2X2ez6TFnda9rkzgn5v7/CI8j7Q4o113EnjzFKDK1KArW0ACbJ1B/25lnf9SwQsU
SgaN+6XzvWJfla29p7bbxgJyg9/qVHXfPY+Bbuzgz9NHj2970N7AQLGmbaXzV7wZnQSoLWgh5NTd
AODuvWRp9pMKzxFRrpz0hwr0CZLMI9/6JRNfrNz7XIjGjFru1rvMseXnyhiLcZMVQX7qGtP8nQ+Z
5HcungP3oKGwF012LGqFCwfAIfUf8qodn1hVdagLaf0j8bVX4tHgEa4a1SYoG31XTiPKRFlNSTJk
brdD79ehIdwVrI1XQfsokrkv95JTyFK7RMNjUwDHWJpZFkqAcneWpGA5CA3GEpltbVueivuKjO2+
MJwuzJhUB9sdsr3d4B4oVE92GhYM5OdBnOcQQ9jKkplx1pvpJwNZPRosYCSZ9oSst+c8Mq08C0Lh
6P6Xoa60Eym6iYXO4Mjvgz+UB11t/U78ToPu3QYGe8i1O1VYsQfNlydSuN091+Uj0Xp7V49M7Au3
GTekAQgKNBUdLzk2RbK1+8iDuNIplW2XCLQFvzpmrv1sQGjZ5mMhn+1A0+5VwFQ0Wb33jblzoybv
q5PTTd2OulOBL2yoKTImh3zrhOE/NrgfIX6V/1TQ3dxyhQqi79r5tmoZ35gB8bYqd5oo8NLhgP4P
PPqsKr0bSNDiEQt3AwBfgEBszDEyDFrsQd1x8SuDjLrR/C4av4b8wKRi5fgkRmLWR1oN3Ej0oudG
RLWRPum9V72opvOfqNkURwI1q7BB7+m+9jLjJNMSahxpVwERAjum1sjaN1YJsZv80otKKNLvvDJ1
joaVgccCQgRk6VFlmEwO90qYaINH7/Wh4ZTeoXRq612fLO230SOPCgrIIbigu+67ioqNbPR6lwsd
kz1UMNDwh2KDYh08Faam33qaIWPT4WLvpo1x0CzR7bwM8rV5ite4NhksYjyVkVkU5s61GZKKyndW
zv3LnOl80y+OTTvVWq/raHECwWtrBl9YvgugJp8GP24fL96VGw3lfuhugB9qz6Lv5+cYymzZSOsx
P40Wcd+Z4xUVDJQcfkgtV2APoGAl7NTfeHqv7nCRuKEazCBuXdYdPIMG4VhRDdbf31BtjBz4kRzH
rqgiU3xtbR3mtl6/ETmo+IPq1SdS6cN3n2PFmG6+5f1gRrBMMSOmD/apxktpB1/hcVMMoOgWouIx
68rm2Ke99YSOEdtppkq3MoVVyGiq4VMuNC1uefk2Bby7yx1URjS78GIpJBRdIRi9K6pWfBd9WW8r
N/gx1fD7yxiqrp7Kg6gJUus4MZSnusDfmo7gT/qkho0f+AyoTurKZ2bR8s7CS3XT0f53xS34lHSQ
MLAmXeykW3XIArSORFWJBTFCAAaIBx0vkdSSocfz/nefG3aoF3LYpRweQYTCYZWVPD9VhmijmhP2
ONTTWiV/sXr+eT/DnxtZKO5dIAbOP6qG8XvBJPqEBaQNRdPcIxfc1ibsT/TOW1GAWqygP8FmGxfU
HWdp5GXWGxQ0qBR6+YlXOfHoaEfIVn+CU2UVpb5PQToztzDj+Wk22kq6feWOx57VUTsHaQDtl8UV
bORNqTnSICeccg0E2sCtq6FNtrJBMFXL2xc0XJwNJowJL9pJZpoBNT8pcjKH2JJQ2dyoIkarvxDx
7UBXR/Mh0PzvHzKWNC80hdMTgeQptfOwrlZy12upGGp0AFqgwQN6/1JbsybGBMdSjZyYpRIykZdS
DBKK38NvlQ+PKXFQuzWPIHc8cDL8atn4sjLCOTtezCWKLJhJez5y0Ns8HyLsmAobQoxp4qlmykPi
VsGOQ4bgxTErK2TwAIndnpd3snCmmAuPPXRVyTdDO8AUdGTFVxD5jSNMqNNNCTvHSLlt9tIYXhUH
Eiugg+XsNk314K5LfbXFBfEbPBp2ZEHJ91mftR0wO0a5pQ6TT3Wp3EcChktk8HJ6GAgoqCYoeLGb
e2OM4jZKtSqg49cJX+UxnaT3CEnS7Hfa+c3nTEcmdXtylviif7YR3i82fDDwdFzWoqiROv1kBjyx
g2ddu0PGFuZdHacahYdkTLS3bshw5KzUVhdPtX+i2tDEBOAHjN2LliJlpZf5Ooe9Sxsj6ZB4HEOQ
oNZQ3imdYNd4FdmN6Ro2+cqTzZ1Lq8DRz+pSSwIOr3wugaXKT6XlHZuUwMgkNV8njx2CutxlJH1c
md35JbxYei6E4GYzG1BTUF88X3p0ZFVd6x7OitZrHty8Hx8YKlybwRHmRtVOccAs6BJnpRmcrN4N
7oUi2gEN5nTNWmte5bf+FHPxpwhwmwzpktMsCdFU/BBY7ZOyxr/uPcE800NDCGAODy+75ekonMKT
1CEnzzAi3FQhd1/YhBbssPL8vnZwfQy0eJ8wyrQJBq7kJIK3AtJGJUCnt7/etQjObGAOwz04Ei3b
aBMLWrfxBUoVxhhqjg6DoJVTfrENUDgKQJHCxrOhGY3DaTFZgQoaXuhYj0pDBukr6PvVYadpIbpg
MQTwI3PNI+NaRKhpAjQLzg2YvYuzsJpQlc55i89T+t49Hv7eg3J0tTFqFiSkdXFz6iUnz6o31wyE
rl0E0GvUUSqBrttcqTpfgeUkqe6nykpMg027YrDMlwrKX0+eqap9wID1ctFvgVWW226zAlcqYXmw
NZWR/f7rD4vmKzBFKCj/0Y88/0MMf7KGTExW0pblIa+aw1oV+crKmW2eZkoaJJJRrj0PYLKa0mzK
vKR+MJxTvUaTXvv55UcctDHnFiR7enkoyzt0P2/Pz5Wj4uzPn/O8DzlBI+3SAN7PS1D/reVPSL7z
Nfdt88qlDKQCVj02GE68JeofIDzbmKrcTVqvpCmEATQPekw5rOCgFTB4bOPBm+Bxrj9OO5YD4o3O
bHvQUmAceZc9wdQzBO3R2lLpNY+FZugbiUbYO2X19JXlSKxCpJ0o2BvOGhRyMfv/3F3YPQGg9joY
o4vZp0GhBo3h7pJTFxLqPgOU8f32B1iEmM+Fs8lZfABIjBYlBRUv8bwnuu+6v8NiYwQ6gH04BXTU
L9HTW4zArwEPSG1hJILCKazgD3jAv90ewWIJzSEcMKkBG0LtzboAKU1WY0zBVHmJT0wRBr1GXnWS
DniASbESajFZcygAOpFIzPZns0H1+WqFkoA2IK2SKDFkQRWWxBbfcw2Flb8eEU4vEJQdCN/jwbo4
q6WJhjfehhJIHmCOmjwS8o0Yf/+E+vOkmHOiWVx9ubhyhqKDU09Dko7WpoSInSAbV3/oxRr1cl5C
H9KBP7OGjp2NB/hME17CO42uTwdd9UNiGKLet7BT3pAOinrcJ18NbL3472fvY7jF7LHGAyXYRTjG
ihAVgXhU2cZ2ft6OcvkmxJzhcYbCKDqSFyxMU9SeMHV/SOQwG5G7O39KbHsIi+KdA/MZ2B2QcnR7
O+iVpY7UDi/Q2RsdlgiLRMSDuspYdyOCjl04mp/cjoW5tZIwX1vkHtCrEBJDAx696fNFjm3WWxxQ
tsTOvVC9pvwv6aV/1sPHAItd5E5M2FjjQ6K/wrY+tLe2sWaCOH/j5ZL7GGIe44drBZY7U1kqhMju
dGiBaT8jlaIQt3J2XlvYAClCRhjdJFiQLUpYtd77aSMQRclQC3YjrGG27n+arbl2BSwx4KTW4ptn
nif4QKhMCA+26GWEE94Stvvr9sq68jgDHgQOdP5cZoBG7WLXuL3fMWqA411zbMxtDrKhRGGUANJz
Tx1Iqr1Oa4Jj1xbax5CLkeUacL9W1shkOlrNZqjvbg9p7ecXX2fAQ5yZPiaOZ4+9OsE2/e9/H2j1
WfsYZzTQAudrrPUb0wARViSt34dkbkisSStf2+6zZZYN/C2+zLIR30HbKAPKWySkeDEzNy7lt6r8
8h9GMbffZigi1vFiMyrqTbbjUJHwEGl6ZLdrNayrg3DRIEMHDk2y5TXTDymHprguk8pEyX1Pg21f
7/7DGD6EWOQwonM9oxCGTHp+kNNd/3c5Ks6ruauHigX+O6PHF1PUSp36ReeKJOibQ9vzo8ufgKn7
2zEYMNSGvQySeXRCl3f+CPqDUffjmLT9Aa18VHdu//7liYjf/6NDjgzYhnTA+Wo1hokKAfRiYkOJ
S7q/BXokRB1SW25Ku1xpul4N5uF6DECuQjli/vcPx68Pe9tcz6oxCYx6X03HAGDGSc9DvXdCnf+H
mZt9M3AfIlEGOfk8WAuYa4Cjfkqy99a68/2VibtyMgJlDLjzbNmDbeIvft9UVl3SThsT9MM+WaaA
uJLfRhAIeQJHG4KyXfBiU/qsyezQW8PL7c92uXtQkDVml1o0wNAfXxxio+wyW1hCJMIwX8tW/wyq
zC+LpyuDvDwrz8IscVy22ykwfQaRDJX3W5+gr4RK0e2RzJvw/EpGCBgfoZ4N/jgKcuefiRpM9rCQ
EUmmvvWWv0XNAxojPIacSvwfIqHcgVwdNZUL4/WM+1wz/FYk1JruPSazSDosIh1SwXLkK1zkJYpr
Ph1mrKKLHr8e4C6Yv+CHtZ4Gacssb+RJ2wzNFpGGSK9Y9zgYmXcfDOa4Ea4e2fQENHARdn6dHQrX
adFt7ejzBEveDTHzIGxbV20a4dphKmW/vz0jV/bj2d84f5sPf6OtGqOspeRJV+obSqD8Ww71QUE1
xzbqt6lqN7fjXfvW4NShwANFoFlM9Dweyn++RJOWJxkzm9DMtDuTyQ3oice+XFUfmk+u5cKCzhHq
7bOBLiRgz4N1wql11rQ8McxfaviVa18860VOnwxI7daoJx90qu2dDtVz9nO0Vt6312b2Y/B5Y32Y
2c7UtIAIxhNeczTNzOGdecPLSPUgUrV7Z8k1RunSIunPevNge4haLypLMA4+jzjS2WXO4jwp9ZrP
7Ufjjlk5LJBN1AiqURT3bWkVJ2FCJyLvnCwKOkCnnM4QEe4eZ+VLXzufUFpBrq3bc2lxsat7Vlal
JKpPugEcCd5qJyrLXyNZw71dW1Ef4yxyRXgxo/Slo/FYs6MhilgrtagoSdTXf6ks/8/8Ip9HqjI3
kZY9JD8rWz9NOyBziZZ9h2wMDyktyM/bO+TqvKEzAIyli6f+EkDmSq5GdzL6pA/Yp6me7rx23OSc
rKhILZHef0bjoxswX/rA0C35OrzrLVKaFnouSqpNMNRqkxrAIqW9ZoU1sv44Axgiyqy2/CzrstpM
tqdi4FkMcAlaJ2SmAQ2jGklJJfS/hE3OfxwkjADAQE0ABnXLKwHg4bGfcsqTGoIi6JGEVnbQzIN0
3m5P9pXbDUgmvGwgD23pqEOdbxnuoAWeS8SR+ttY/TK6euVuu5YjnEVY5AgTKNLFUFYAJY7bFiww
D0beMq8A3n3uDDBGhle83UPXVNHtkV05fs7iLs6+qkKHvnIRl7evzM4in0MN447TpyJ9/ftIEMCY
5W6R110e6WldB3w+6Bz6DpcPMiay/sXxhldPtwNd+1gfAi0pesJMbehkCtxVJhyyH9YMo9Z+frEW
Ap2Twk4xjhEwEDuQwEKs1buuroaPQ1isBjQ9qsrS5kuhTSbc7V6TgjVIt1X/qsw6xkqJqFFsJ29l
6q4cKiAUYDsFOLkuFUBNJ9Xg7U04FHmraSMau9/MOhUPmQUPldtf6VooyL44MyQClkPL9iaI82XQ
GKhMBwF98Ih9R9KHzlm5XNeCLOaxrgYT9t0DT9JewU/mjXvvOQhSt0dybQt9HMliC7keB0nfR25E
/H02oyzcO9t8cazPdhD//yLNS/NDrsCgX9q3JYajSJx7EV7a3Ikyfiz6lVP/2hr/OKR5Xj8EkpYC
plZXaHmn072eOU8etb7fHsuV+xhCev9+//nfP4QYSzgVWxpmzcVbKKu/55YRmQDlrel0XB2K56H+
gRI/Ai7yC7NnHmElthItJueQuY4ej5pqNrdHc20NoHwHCiOQyHM76Hw0FQXxxs3nfLWsgifZoZvT
Ub0BGsvy4z6v2aGXqnu7HfTaFH4MuljdZCjImNbYQkb5AIQKsQC6eNDql9tRrgwNPCMPVWpgUmAw
uUjFO0L9DE6PIsmnRj2aio13etn4ex/KUbH0p/6xCMQau+lakuohrwECAuRTzOliU0kdO2kysDyU
9ujy985z77t82MAPKgLjbMdcGTvkmJLimKZj3KmV986VgwPC7Gg3QFcal9Vy1TQiADC46LuEW3U4
ZDYM117NNf7ulZlFEPwPt6INetVijHBn0FnFqi4hRnDIM0Dk2u5BjLDqKw+tXE0x5jW4eOZAUuAP
yBw8APQbz9eonQ99RbOiS7qqeHTKVA/NooNVKH13+AxtpzQPM2m/VLILO5dEY8WK7e21dGUzzjUI
cBDQ+7IviHmyJGk3VQFDM7v4FrCv+SDW6JZzHn8xyn9DLOkHeKBAJop7LKHGHeqqx2JyYdnzbKoi
bN3+ybb/w0qBd8b8CaHSA3vb81m1SjBKM9tmSV63764YX6Tgz9qI9O321F3Z7Nh7+H2k4TMQY/H1
xOiYnepdlhiFjVfasRKfRf/o5l9vh7n2hVBdQZoL1AMqxotjWQZgB3lZx5L0sXeO/prL8LVR4I03
p3+AkFws+akWA74Ew2xpm4HdS/nOPcDCV07jK7sXQAaA5/CqBENyWVEBc73VJ8Dikqp0DlzjkRJw
BaLjSpgrS21WN5khWgDEwG/4/NMDSk1rVmY6mmnjr5bYX9M++NkL/6GqtDScUNcJDfxTdPsLXUad
29RoGgEI513CtHKvD6axnfTEgUJyrITyY2ZqoZvZcIqgWTSloEIb01r17XJhzGFRgEdNxgAKesZI
fLivy1ENTKtLPWmN2H6Rxu72qP5M1vm+Pf/9xQ2KhyXu7xa/D2HQMoSgMDzpYWgbi7FM4Aq4oZW9
E0P/w8ybL3jRvHed2rYaijSGqiOt5GmsDGc7Tn6ihBYGxITwmP2pSK27wh8fWxlgr5j8WComY90S
L9B4/jxmWWRm7a7x5cYw2TOtWwCnJGhx2bhJUYfrgeO3hPvaQaEeb+0cvfT+te7cOzo4katZkdEb
91TKHW7OlQr4EnSCty1IJbPKN0qDOCmXfZWgdv3CpQMmvCX0pKgvDkPDzWM9GvIuI6bxBAPQXIYg
FjSnwNZ/aFrfPU8ZDdzQFbvUPapvAxFtGWu5T49B6tax2/o/urZDzbQX08puuFwgf/7MWfPeQ6dm
WVbSbNF4gIS6x8kH0+ZLFt9eIFBvvzjZXbSAAE1ETRZcem++Tj+sQI/RiUwNd46171YRy/2NU0xf
uFCRZQwbmLnkocGymKXoodbWFizDg9NZ0JBk9R6Klu+gOoR87AFN7tJHzfP3o13c1XW3x8/FDWxH
dNpEkENA6jb1UGqEMlLtUxFPIx7gnZ+d9L6nB9AJ4RBT2r/Myb/PGhMdbrP7JNrsoSqDR9Z02f3Y
dEdBGlSNc7ZxG/BGinxXWJP4nVkMiPa04HEHa+qw9SBZXKfDbmz9t7roC8CJxoSM9RBSg280o7w3
5+Qjt5gVDgQmuiJQfM9yuI5Vg22G0i+HzQhz8TinNDY97bffFtEIeo6f16DtNDDC1FjoSYjQQNMo
D+mU99sU9WIWpqT8Ovrug6z7t9wJ4qH293bLTo7Bj05RxJZFnvqe7MdU39t9cJ9CSj8v+AGSxW/g
WO+J7d6BPwSxXhErrmI6lFvDNY/VyO+Khn320m6vnOxBkXLboDal+q9NY8QDdzbS047wmMG5PAQb
Z2hhATrdNZP32XDTp5JI9I2DTo+pch+yTkcVkg3v0LN4a6whRr00cStzw4YABJcyqelA9pUmgTz3
x41JsBJ8c0Ny5zvMrw561ouoDoosqlWQheNUkm1jZDkoCXmirAIVx6F4ykceW739Xasdb2vDhSgG
Vh+CLUP9zcq87sDyYucK2LuhnuW2YP9YU0xFae+crNrbXgVyB6Q2I9C0AEb20/ciJ92h7AIj9pgO
BIk3xD7w3iFoZyQSWftt7CEd5qbOCp71yhaEABqAytBBQ7FuSSSs6sYYOJXO0daCb0bTvBG5ssn/
tIvOj2n3Y4g/lYsPmxAvmbLno3COesD1JLXNDOKHg/k2aU09ReCo4WxyrNjQtykK2FN8kp251/NC
33TVb0v3dzV0cjXoHo+/GIt7LKpjIzi6ohZzk0rvwN9x49qa5Abu3yqGZrx6pYXBHyi8ZVbunMtk
BIVNBwAVC2ctHhuLknCeEh3QCGM8um4b8THh8Jnq2mc/IyuzdnlynQdaPKGAl3a83lJI2tRdo/1C
Z4z8faXjYwjApM4PR+EMUsMTejzmMFAoPrdsy/q/Lqach1jc0G0NzmE7TxetNgq+k9o3fS099BdI
S1x6WF4omet4sM+klcVMga7SpoAEO0e382rgpFW3M33xXAPTaRArCkBJsgJBY6WrYRsYubk1W9XH
na79MPm0aS0Rp5RUmwz+40pK6MkE7nw57qVGnzS3/iLGLgZJbdirsSxxwmbkoejhcz2NPdu0HOxG
qtjLCBfsvasVUZdqX3XWPg6aDhL48FQp61GbamjA2Q/5MNDjaMoKzmzTkxvUGynsnYkLQLT2l5SW
34KKvJVZ5YTgWBmR0XVIGoLxvS7kN8foH0y9PU62EeeyPXplu88GFVESWKEPbZupz7+heYNUxnEe
cjT3tlOWNWBwmg899KYptz/rk4O7jEW2tCK967Y2kSh0ATtGpHGPrXmXF+rZKC0nHIrgAYXZ59tX
8uX7FR8LQAB4pwEFelF9J6UPGlMu3aPTywyXGWvDVkxPwsyfGl0LU9ddeQNdpr4z9Bw9OgdtOpDm
FwUPOtGmklQZx0DVUFwhxE8PUz32zwMN4EwKfjF2Fpn6Y82nZnt7sO784+cnH85oFyx6FHiuYCp9
E+0LT6TDkUC07YFZHXvxqr7ai55ZkUR1aQdOHXlBT1ObjT3c7yWAVwcAfCBCmunWAfYH3WxF6r+C
v+s8dHlPYV3dlnboeAQkn5HlbQhGXv481eW4oZnzvenM7FlMTUsjs+XZp7HQ5RNe+M7GKTOINKAF
o7+araX/4CkUEG3Z4xrGPoBusQIiE/p/X1Pd6bdB4wUvfmriAJq0GmU2Njx4iqcPNm/lPfNJftS0
nMUoMfd3kwExYinSHpoERn4v+AjdL5N6n7hMp89p6g4vsm5xYiMP/mWYHHxprMwoB182DRlxtQpi
/m4WFansoCk6WjvoRK/VXOdzYPExcECgLoSzGwI/y64hLewBr2RfHi3ef+lMsmGOjHxmxTVOicph
WzWkT/mqwvGVBQix1/nhqkPW5OJh6XNP83MzH44NQDwi/93kL6TflwRtRJAgGud9Zc1djhJPZKw3
VBTxoF12EvFe8aUvpgn3xkaIk6z2EEO31871y6wBreCZAQOCK07eJUiMeZK1mV9Px4I9TvXp7+GH
gLw4sKuyYYmO3bMoXAwwE++ZjmujCoYKLsa2Fhoie9NdGN/8/XThigKNAU1twKsXFxRUWStvzKzx
aIzPvrnFohu9+2ENjnYlawCc7t8oi0MIq8Joh3kveVYewiVxV1pf+7ns77zcHs6VrOEs0GLiNAbh
3EZHIL35jQcEZDN1/e3/F2JeGh+yudH0R4eaCEGDKBuP3I60YYX6enlJ4PPPT9gZ9H7JQO2pnRp9
NU8Xx/EGL0nyzvqIA2mQ/306B3KSgzgoVZsX8k6tMQrVN4Y8UseTP/NKVzsKy6hTXljmBjIswNvf
nr0rK2FmQ6EDjbcTbsJ56B9mr2yazhatK49Q7AS9m97ZGFYN5EI6rpmQX5lFgMeA2zZRknYMf/5T
PoTSHWVPFW66o+SuuVciV7u6bdnPigTjs9XrReSNA/iitwd45WQAd2Su1gGihEN2MUArHalgWimP
jt2xTTfp+lZ6k7by3a6scwfYSzihzpTOC7Vjx+oEtDpbeTSGbvrExominpMZm0lYa9CMP7ihxb2B
juNsJI6CHdBki/yS6kYGkg6VR6JkkcjKbkID0jgn4TL+ibTK+kGnXh09z8mSTintvSA0h7WwOwBu
VtVfe+XnhxS39qZNiYq4CSJfxf3sKZABnuONkaKQBFsXq1YqdCvHFFHWV+WmhBNGOJYEGhljDy1y
1rDtKEs/HjqVPeDCF1Eb9HqIi3O4IyP/0be2BNpRw54RDdtMY7Mb9RGvTdlC6tiqIf+Iezqc3HHT
EWj9DT7NkYWMWQi8X9QWTra1Rwe9i9IL9rnV4+RVxIxNpjl7UcPsxi3s8g2c4l/G2Du/glG5EW/7
ftPbhjiYxpBuctKzXVEzetJrAV05gV7JL6DgtWPp92YZWkYBnRG348NjX6RDvVLnvLYssCQg7ewC
A3pRT2qrzFQ62CVHu9fT49A0/BuFvMuD0TfTSq3tSjaBsjpKbACue6jjLta56tLWIpIOR66Jeqtc
xz/RVKYnpsEkEkpN1ibtm/LBM8v0F56h5D+MdBajhfYusBHoNp1vbsqpBuRtNxx9Y/rRCfC83QIu
U1m5Bji/coqcPXgX4xRGSSxoDY1Hkobg7PpZ7MvHqTjJNVfrKyejC9C5gTkN0OFapmdQa2GBVlry
OKhHtO0g2Hlf22+G9vP2+XQtHUNyBKlxH9IDKE+fT9xUaKU/eqk8uo0XpZldhdVUffFG+kOHaOGs
SfOqoMyxcipeG5yPFpbvwpEBkNTFLJJyAIurkOrYE6AyspNyvmUGjVS1pmV9EQigXTxyPCwM9Bfw
wDofHsDigcsGVpzs4AHWKmn/pQYExPt6exKvRXHBMQfcEk44OBzPoxgpmG/UdfKTlPC4H6B+YcDK
wANwK19Z51cj2XgnYjQAIy8/V0FbG12SND8VjnXAWtzZsglF2RxK17+7PaiLmwtT5ztokMy0QfAe
Ft9ISEcNLvR+TlN1721btZLUXJxN+PkAmiFINUGuuCi0TWZrphVwm6dOq7fMo58nVCRdrlZgGH+a
emfX1RwHDvBo+XkmEOqLbzMGOkoSIzwGAquKrRaivighP+f0mIonMMaK/rmFug/aMmExPkF0aGWl
X5wXf8ID8z8DoS+BsX7f0KrX+/zEBm+uXT+3o/ZNwCOiSNuDAlHt9ke7Oqt4tf1fuEU2CoGUtiQO
hF+o6UCoiEaG84X8NU1iMabFlOr2OFTOJPNTPfDQsw4BX9lPV0aBVWd5EImHvTm+3Pl+yghwC/aA
UYDZGwWVEVX2a9Xsb0/VlfWNIJAuBvjRu0TNatQjkC/zQfcvv6bu6xpW4MqHBy7LRhcHpDEg0hfb
B+tOZ0hbilOroxigoRd5X2e2fIfIgBsXpVc8BdApi2+P6erEwSZAB+NjJuQuvsxQ+ZkaDBwP4FtH
ps+iKdgTUv79IeTpgIvOQHtcTEvcmeswrR0zhe9vkVDYj/X4WvBZM27lC13cTbj8EGUGpuL/kIE9
XwZ2RWAp73j01P9B6vmjvu1bGAVDxukFBtIsHMCgjOyidXa3p3EpXQB0KiKD7e2bqNTPf8J5ZI0x
YDpByj5ZjGwMzd6hh72F08C30eR72bS/Osc5UlfFNqsfTPH7dvjLr4hSAiw/ACKE7h+QfefRIShW
+nCBak76Ix+jsg+zvwaRAJbzIcKyE12bemW3LiKgqes89YzV7yM15dpCuTqQPwU/HPEoES8G0hVZ
ahEja07juK1/juKX6z/enqrLTQyy1nw74UkHP4QlpEOKoGSqq9uTXQQ8Kga7i/V2WKNSXFkPCDP7
AEPC0kRdZFkWGc2CdkbXnvSyTFLdhDAY2TTBq1W81IX94CsjJoYLBR30APtqZVNfjBEwEqBJ8B88
7q4APgbXV6ww1IlzGfwPaee14zi2bNsvIkBvXkm5tJLKZJkXoiy99/z6M1j33L0lihBRdR4a3Y0E
GFouVqyIGXM+VKFQ7ahsV38bwM+sTL/i4nksTJTLiTmJjrn7YAD/AAFVMpjbInnI4r061jaX5/3F
uwlmMEmWCRwLGWna1Gbbo0BiCt3cVDwabe8+pzz4jknvhhsZfObGUspwZbMs2pNJbRHPwIQwT6NZ
VlqNYemOx75MAqfLta2RJs9WHv5o4BS7P7abrT+N7cLWbDqtLFUU1/JRMM/Ho6lU+7bs3+mjtP0X
M1yRSGXQKj7P1wm5R3keR3SM0Ymxx7J24t5M7aLsVgKLhbmDbAHiNYhUwOvMeyVQGIP+zB2EoyI/
j/mnqHxV6m9V6K9M2y1okR5bkXsFQniyQgCpr7ehUtRRAUZFOIqZ/M5QenuMaJkYn1INbcQEouVW
Sjdl2WvPvuBWh5bS+dZsEd28P683V8/0M7h5ANciOXnDHCX0QwYQA9bNsZFs0dt62bYNXOij3qdR
i5707r65hd2COUIFabp06MK4HnWk6QIcAIw6iB9DEyLpj80aVe2KiXl3oVUEgqa6jUA88ipEn2V9
X63h+KY9fRVq/5m0/4xCmXnJmD5sslydcIzjXZfuomgl7lgbgnw9S2aQcWZLZqmNMhvELDwjsS13
b/fXYmnpCWoAV5LPINM0G4UqZomQCKZ7rJUfvhk7knXq6gdJeLKGkff+GtX90qSRt5tUxC1op+ZP
4TT0ZcWzZPfYjV8C+LKLco0vfK4VTRcEsnQXJqYRX7j2QWjzRg4xkZMWfdYT5S2i87CD8PkoxHly
qIbesqM6K0tbU8aTbHkRYrzDN6XXNhCEOq6rvMsCHS04s8lXDvzSmpKLNWXZNERivNl5L5UwVz3X
dY/x+JRBTtVTCrbWkjbTR+YbE38/3THgMm/E1BCjVodqEM3jQKrh4YP7pKxR7FDDvG/DmqEHWj8L
1Ap0xlHuTek4xKRg0xZO47wDNFOZJPuSPv+Rh4a1a02l+5zpRbatesV4aMFOQBtrfqF/Hjbk0PtZ
ERZupAq2GREkrqMVVrhpE619zDDxKFMKPxSi3Dx4aSuQsWzJRday0e4Fscr2UsIJ9+DeamxTbHRb
hWTrAWLmcEPBNbCHCZsc6ZKEeEFeOLIaiLarBV+NVpe2fdOmZEU1fVOBuolRu4Yg0RQ2aqDSQeoU
Eh1i4ruOqrQ5tJnjlb2PmLrlJGIM5W/oCfbgZYZdl0hCwUYqvyqBqtuRLFV2Lik5Qnx9+dyFUvIs
d0Z3EGkp3IeWnj0HtZU4QMaFFyENPhepAaY1M/vkc9X25HT7IM42JLQH+r6HUtgXY15vWyXUtnXk
56fQk5QD/ZfGp8TzlT1lb2UzNEH92JVu8Jhmeky/olA/Cuho2mISDE+VIVZH3zeAFLQ5gE9o7PZQ
Ur35AUoqbme420E20kd1rMJDZGnlvknEfGv5NEH4ZHc2KLLqoHaq+EhvkesErhY7RNHMZ6LXm1Tg
InajVtmWupLuOppjd7UhIBJnwhDc9173nNW++hgooGa8RooOvezmW0oFFCZ8FHjg/7Gg2e5l5GxV
3xnyvt/0NNnafm8Mz/lQNixQ0z27ZpTYvdrpe3EUmw+mMCW7Q8M9lkbo7jryUsfKMAJbC7rAjql2
wJIDWkIVBXOnau6r4tbxtnIj0Org9BCcEcWP973pzTMYqMFU+aAIAvKa+OHa98S6VVSBWerQEGqO
75qbyB32guE+ty6lzDhabSVacCgY5IzDFctFOsd8SlLt9fVY68cQUaZYGD+ogvjSW9rv++NaNDMl
sMjQUnmZvwjEfAh5l7j6UVYLwRYk+XMjK/U+k7X8cN/SovMiLlAgiZow37P7KIbcu61d3TwioeoY
PvDkTko2oKLfwkb+dN/W0t0HETZvXjJmt50+ganlRHqee7T61LRxpU9qHL0Icg/4z8zoLIo2Umyt
dO8vek7K2+QaAebfhJZ5HCDuFNfuUf5qona1vT+kta/PgoZSscZMyPi6ntH3AihTa1YymQtbnPmC
XJGGDEYw3+JgCWNr1Hr3KCXxo6f4+7gIN6mlneC6zWwh0Fc2xNKIeIuSfqHSQWPPLDlhGl04tpST
jtaY/IKSfluGwT8MiSowzfxTYYAW4etTO5Cualqlc4/IUjm1Kj4bGZoK0s9Cq7e+sKYVvnCW0KGB
nxVUCG/BeY2UBiw3TDLJgoWctmf62CMt3MXjGrp6zcwsDArDroWTcrSOo3EM5MIWugeCppWHw9Jm
uBzLLJKvE6UDboIRKTlm3UOS20r/nIO5rVaAqktH9cLQHxjgRVCXN+HYtyaGlGbfGecue6cnsGv5
Cqp/vyttJY2+MndzdzfqtVAG1YC11vqoCOG+1ocnl8vs/mFdNIPwKCxFFqideTqHHirimLi3jsPo
ZOEJ8JEgPNw3seROJ2Y6GAShpL2picKvkqvmONHveq7Tiq4NDsvMQodmgPuGppWeB51UaWDgANiH
TM001osFcqF/TnMDVSUBuGH3OyDOQsa9dLdWQCxINwaAv/+bxWnoFxZltwgb18eiVRW7PIMfJz/3
2leEtOwuO/hyTlPLWn1jcRtejHI6Dxc29Y5YthywWaiJE6UJ4dWbboGyz5NdFRdO16srr8DFBSQZ
BpiLnBxQ+WuLA1V30fN9F6nX3Yj6jqcBM3e/hMGP+7O5aAdU8VSHYLPMoc1DW3sRBSpUsSod+kJo
GPKvnlXt3HrlJC/58+n2YDdSOwd7cz0gSWgjQIiudcxL+gnNbdCsCcbe5i95AdJnBdyP24j6wGwv
UrCPlbLt9SP8O8e0UPeJqX8oup5l0t5V4bAF2hPbk04AnKz+3gqVn/cnc+FgU/AgDjR1qnE3Wk1C
1HmaFCT6URrgfU1aL3OGEcFJsxDG7X1TCx4YU3QTgoMGAj0vvERRJTYZObGjLnwa+4PX8ZKI9EOA
dsgq9cPisHBUwCdpx0QV6nrpOrGIqmyQ9WMV1rbhKjuU4HddsZaNWjIDBd0E1ERSmHr5tRlgU1We
mT4w7KY6VqLc2goNk7tW9dfoAGFE5lszt8VGUYyJugDi0/lWmaDh6Ip22rGEV/E8CEYDK7Ur2YFX
0sHzqrWtg7COQK3AL8ptoQfUtpB0toUy/5WIbfaJNpq+sOW6lA6wVUC4ryUlKHBJPReR1z0RVPY7
ociCjR4mSFjHXT7axIa1oyGmtOFX/RoiCRyJVLbvvTbrN/QspQ9d0eQPgR/rdmWVOoIonvXsFy5J
Qa2tHOBKMJcEQlq8eoKlnGTXp2fFSwZHD4yItN2o7V259o9uVkco29feVkaXl1gwa7deMrZIaWva
O4Q29IcCUK5dimq7yZEKsHUtS9EbbcYXL+y+pwm/wAwM77ED0+1UXImAtUXka9Q+eqRNGUoBadIh
8Uprnxei8lK3FWJERfvB68R+32fcaZ4Wmk8mCKK977mZQ5NG/+TFUU3w69EHEnqHUd2FwAgyqXjS
yM4EuIUm3QY0+/M4NY3HnILYAcRGuw/B9zxJ+SgeB0MdzknZWR+ouMhPlaeJW0EQUzuUI9FWe0V8
TPTe+JW6DCgqlfHRB5i0iVE2eUSg5k/nifUhKlHPosen2k/inDsTxJaDFr30wH+NthI1ntPkQbOJ
lToFQa94No85pOLNih4pT6FRuJ6EhdRa3sRo2W4Md2wcDk/qSFlYbyR6B383vSHsUzfQHVEJzMcE
jpuXttDUR3RYule9Bx3kQef1XJRoBLhqKByitpPeIl+s2VhK39tBa0of07h0V1zxwm1GxZHWD4Bt
oMznFcdOM3M1qXT0kPxxm8YfheZX2+f0Q8C/033Pq7Ui8S1LCc/jS4OzK1vxES0TTE2jx+dYJl96
5Xvqvgb+QVPOpDvtShyddg2qteRNLm3OrmyiNs9sBGzSSuO1m5JePH133wcvXGkQ8nLqpsoOEMGZ
iSBsYCbQXIPYp960PJDdfH/fwtIg6JKElQI95mm1rl1i5Mk0A7Gdj63yU3JR7BoTkHxrHeN/mNvn
3hD1bmp+U7/kDXFmLzdcqmDOjlGqCTtUsrJDmUOyJTTZ975p1CfEfZRPsaqHzgDvuYNkWrmJyxAI
XGTkG0ZQncOkNv8+HIf4mH43k22Kl55dCFoXyegfML+aaWdi6xR46dpz/n6KYYUCCA7VgWLOM5pC
EwuhV7Xa0St+tx4iTRur+HXfxNI+uTQxe2fmeVwrvYUJ7bkyYxSh1vBf0zaYrx+VMfhCSUPddht0
odsglRxrFG6zL3rnjgha94PtBuKbVlZE5OFak+3ixoQlTSbfTL14XvPOIy1O+2jaMYXxGwyc9ywr
erhVIijEVyZvyVtNmo0EVqQfbmEy5JIjfxzNo2eGxcbv6Odq2uITCr2yIwbGTzp4ko0Lon9rFp1C
b0cY7es0nFixYAQcLdV71RstsalyoHITZMGulEbhOSBQpOYFaWI7wBSbJJH4IJihgrxnSZIeITlS
mFbvZEEiPWQ5PfNkK/UnT6/0vRX03pYem/QtgLpsqwtCs1Phf05qDfYgsrybJs34f15cpEWjHtgr
iFySqT1JyV7dcqsAkBahP1NpBeUaaLmLK4i2zRIWkfvztzJ9c5oLvZeVIXYl82h0GnxQ7qeuLTaB
Lns2gKF9ObSOlKKdct/o4vaAak7RUcG5hXVmSqbX9CNjtB2ehzx7A2L3AVFDY8XO0smaCFP/v51p
8BfvMssTiz5FIu/YkRUYgsBWxzVV34UHEmSv/zUxS3XIVkyHNEnQI7xncvxUaexy9b1POPZ/mrI/
Xf4XQzHojUrVkqF4xVujS0QnH1fF3/+E0HNHcTGYeX27QJ0iJvY0j3lGijBIP8S6YMtq9dpUwc8o
1d8z2gIWFPUQKcFLGIq2ltWbQctXIpDl/cG9AH5AAZw2/f1isEKVIjSoV+axFWJHoOUxodMdkpHt
/TldDDympii8O9o9pHqv7Wi9n0ax0JlHMXI3LuRKSKjaraQe1EH5Umrqzzqkn3zsHtCwW8nALA2R
qIDoYIJl3tDp1mKqtCixTOvpCLCysjff3R/dsgXwvvBIgYqYhx9ymY1JZuXmUU9fxS5hDt+l1df7
NpYOGLEHXA0EIbRkzQIQ0a3FluDWOCLO57e72luZpVvWSELDSwOzE6wJVl6iU0iusngNhS+J2UC9
cNCMZzF6Nd1tQ6avsw5dg5qU9tLkL31U20338/4oF/fJ5a+YHfIioauxHxmmmLwikGqHvon64TbK
IOoxndT/JbnwH/2+b3VlbtVZLTXqZcBW3AJHI8mOXay/VbG54lSWBwZgm/CN9+4NcqxIfPQP/NA4
hn10LIrhycwBLKhZjrKp+1kL4m88u9/XpfsjlM2VWf2D55h7m6lyBKf0lMGfn3LfEN1KkzLi40Yp
RKdGE8cxRrd6MBu1OehFHji66aUf42Bwj5XPm5W+rBRlEPgt0ApExywXflStxwpEbbsJPNc/SK1s
QFned5t4MJJtbsnfhqHUqSNb1rax9BB9JVF8a3UNOAuw/100IMntpuiV250M+Pr+GiqLh5DCCEBD
gDyQn117mNSswCz5hnGUIxxl81uvhPS57XT5YMi5tMvCJHKaDDaHYsyI3evS3OWJnPHWHiz2s5Cc
ERYT9onftOcORhIKmKNBK3kUaNuwaqAkGtzEsilUuAeP8AhHoouPfe+We4lsgwOwUnDAMxSPPNLV
ZwvxITRYNevkuk22zYVCeS40CqmxPhRvVrniHv5cGPMlhkMeWKJO980NpMerawj944pkbEo+orC+
l4P0edQAMtfZO6OOqE+6Z9Gsj6Q+zpJQAkpToGofPVuOR9IgyudEjB5qJWztQi2effO33wYA1ZW1
k7B42EinEodPlGbybJ2g6ajGkgDkGEDpp2jNVlcO97fC8k74r4XpF1zcaUGtpoMm8VoRm2CTRNVG
SGAVSP++jGjpkG4y6bBQ34A8NN+HcNyUjaOZFx9kVL5GQ14xsew0/mtj/iTKO0ku00YzjlkjPMaN
Ts5UH3+Z6BHYfdQeVSnc9r3wmCJnO/prvGJL8dbFAK3ZY0mtVSsJOeTHHsZ7T/ls6OeMzBpc5veX
a83OLKk5FuD8pJhBFkhgoz1Sv2bFRl6j9F96mf1pAEHWnGW5qZpWPvTRRWoem7dsBP9CbbuwFQ1m
1pVgYHF/T50m/2toGu7F7gMdjgYVyPjjqDoK62SuOLq1788CAb/UK6iR+P5naAYm/MvKM2Xp+xPD
K698XpQ3wrdojNLdFGXmUSpdOIss6KqF6B+iTtqWwMWAwKIGO9taktr7ihdxQtNqIybvvM91+g+r
wKt4YnqbCsr65CMuVkHIfc/XW8UgUy7begbjh9DKf91sS8g0UffAQ453v+leBxJTcdlLGGnTw6jA
2rBGdL+4GNBYTxTW1DLmJKVy5AdyElk8E7xsp1TfXM9cWe6lczHFkxNsZnrazwIusRAhCMp86+iJ
B0v+Thy9DaNHtRwPkbfizpb88oWpP97uYk182LwiqlxUW70XyUjtqrFr5f19Z7I4YVTpQHlPOMR5
6aKwRATbs8g6GuJwouR6Gmrj/A8mDLgkKGwpZBtnm9eq9MGTtNY8+iKJudIeg7XC6uIgLizI15s3
CkcjLj0eS3niVIH9D+hfa8pkUv2j3HjTde+PTRclLnkcEi19+6sMUGrY35+jxV2FvBBtH/QG3WBU
3FzqJD1xMVHQ6B7FFvdGF4sbKclEpywbeW/IsH3eN7q4v0wD3zuVv8G2Xk9bq9VeqsRTJzBUiq32
lLVPvbnyVLi5rBRapikFS7yV/1TIrm3EfagqvhBGZ08UJFsbm3cSpQz01L+p6DH85Xj+2KLMNyEg
b5+VZuobjSik0RkZkhdjUD8EarIxlPTnfTM3azUzM3v4Rb05JHqVRWdN52npydSm4OrzhG0Upfj/
3X1rN4s0szbzN5KYCr2mMqhcp4kFyracInCgr4TD963ccmsh/5zEWRKdhfbJ9HZieczWBOLXTMzc
AAK4/2vCKA9yt69+ymtkFdPEX4X0V1NFe931XsvLpKx5kUbnWGmee1/iTV5Ar6adFck9Gl73vpLl
lXlb3t4TNnxiWCOIuTap+whhhFYfnUvUafx9lO18KqD6ine48W/TwFAER1gL+UyCgGsriqJ3glmI
0dkSPkcnM/t0f4stDgLfA8HH5ObmaDKeuo2V+Xl0bnM5siUEyKi2Hvpm2JtlupI2WbM1W6M+rc1E
H6robCjUrQ+IQXbathhXbs7FI3oxotmEFb6ZD3HCiAzXCmFs6jd1qT63o/mAI39qh3FYiQoWh4WS
MvGZrN1mmxJYrgax9OKzjwRwdE7ywSkNASmlldh/cSdMPT7ARRY62RECrXW5SOKz2T9IweGvGwKn
jUYICxcTT00yA9cbjSb5sYh9c9rO30ThnZL/aMO3f9hsVAWhzFHl27yOm+cVJR9GUCfOqD2Esd0m
B/ht71tZnCd6k0E+8dYkgXo9kMxT4tab1qNOvF/codtM0H7cN7G45HSMEyybk4b9bCcLbmAFkRHG
52hwMjQKIEORwH+vbKwFnzYxBlLrBngBK9tsIHEqu6LQuOFZaooHRiuTialLu+jABfXmi5EKb0NI
UuL+2KZLZeZJr6xOY7+IPLMsjnXD86Iz6I3XDIw+zsNRteZ9lY6/5V74JuTNLvO7v33moNeKjiBU
0zyn6O2aDTbNNSCgZhSdTfOpzCO78p70bq3kOH3kZmy6RgQPG9jEvHI9Nq8n8EhMOToXyn4cX0HL
Bms0TQu7D/YHeuTYHpQ256m1vG7iNEe99xzHTgVA4O8399XnZ6fUTNM8kl0+P9Iu4j0Wxt87GZC+
zD+laxAx4uRdL1a/bv0hTlUY9GsFnmAnXQEvL83O5edn8VOTQ1fe63zeS7Zx+LE38pXdu3AyVRU0
ADwL0DbSfHz9+z1TdmUrVIMzXZm2mdHeI/uHAaWhvhj/xRTxOl2y+LSbltWAnqFCpgRzNlTfLlI4
suTfIgxFPfjl+0dyyRHQjTu1u4N1uNEWcqOwFFO/Cc6Nlp2VWD+INVSag1XZai78P/rlrlrx1UtH
hZPN0MTJX8+jmxF6G2im8uAsh/Gpt+Snrio/dsjr3h/a0obg3Y+rxhAZtNltLclZbqpBGJzH4uyN
r8rfHxcIJBD3QNmKRO8cG92OgZynjdyf5XJnfgnq7f1ffwvepDfw8vvy9XZLzK4wgEn2Z3inIk3b
5eprL0P/ZtpS8thaH7zy80g/s7Im4bgQ5JCx4VUNE5zFZT2btgQJgC6MlO6cQAKrdT9i5SkRHpAI
ztdqXQt7D3JDOi6hzyGnMk8/GUmrpKLndecxOwvN0xACtxq/wgleDJ/EbA0Nu7DrsEZiHg9NNDVv
tlUSqiqtoLTnxPJfhFA/Van2MajXeJ4Xdh17mqQab9Opk2K2bH2hjZrQ1i1OukUv+s1qVoLQNQOz
9bGsWh6KluoIsopNtlP/GowP58DlACb7F266gqZaU6fvm8l3T9j04tbwft7f2wsLf2Vi5klD10w8
Y+ymIXwQu2ADHghX86qL8dZMn/JU3Ny3t7Clr+zN4o7arf1O0/uWhw7Eb3JKSWmw+QW7qD6V5oqx
aX5mgQBcoJTXiTloZZh3XAdW08WZlLfnsHyv7aX2w/2xLM3d5edn792mEVU3Mfj8QDtBBJHRxkJA
WnMqf18kn+/bWjgyDAVaGe48/jV31J6lwdBXZO1Z6V6hotwU4xvUcit+dOFaNYFsWwQ1qIEgcnO9
3yDSoyO7lJsz9OVwrDjcwRDmoQJidvv7w1laGR4hOqEH7u2GwlAwoxDiaK85+8i4B+qPceVeW/n+
fOXzVGjV3oubc32qpE2Ube7//KXVuPj58z77DmW5yKv5+Yr2EIRPY/9YFSsh2sJagA2ZKpc0JUA/
MgvRqqoXa4NunHMgPXK3xApYkNdkDdnzh8RudkQwQ9mOWjgdP/MM4RDFiSQlFEBNtbVD+hHc4nPq
fnflty7+SFfqm39odds4+b8E0/H1XSU5mne4P5u3Q+UdB0ci8EAZvp8/3fMXbi6vLLSjRr8+q/yG
WH0IfXQWvmXZX0el9PbDbEHCHZEjTtP17uY3ZLFA/wjHFWK4jBzbGsPD7a67tjA7P72cZ1YxWfBz
UNh2Hq1su8XvQ0RDSICm802aWkiNIhNDuToHbzDw99m3++twu6v5+czNn71wGwTIRVy2uRjWBIMH
NXDo1kzavz33PDol8sTipCPOs2m2q9uwHlwNOtYTQMUWJRqqm/fHcDNFkwGLByaFG9Bkcz+Zu54o
xmrknuJntEu4X+5//maKZp+ftvLFVqXBPBlajc+jNSY1lR0KPz1tJYG2NoTZHFVNAIO5G7ont1FQ
LI7Ahqz4+SULQKY59CQdb+mMLaXyBMVrrFM2fHPNbeLH/zBNlwamm/NimvTMMhLZqkF6lJm4KytK
spQN1eccPvSV2VpaEbykQbM5tScW/9pUqgh9iLy2dVKlFwn9kkKKnW5YSVssTdjUg8aGggOKcsq1
kQEWU9UrcuEUGI2/baQ2e4pTIV05HEtDIT0LYk5jJNLcF7dJFDUdzd9ns+nPquU9GZ2yl6p48/d7
eOJ7hucGY/AVXw8mANWWdIHsnkgGnqy2ew3FzrbSNfXDG6/OUcGApgEImXhGp9Fe7IFczg0B/Vf3
pPQlsWTnaHXwCkAcZY905QJZWh5AXLRLSbB/4hivTcWwi7htZHnnNE3F97HoqR811/prmA4DurQy
pdQuBqSM0pB0re+fN2r1Q6l+3F+VxTH88b4IQ4EnmH1d7YoBqYLSO4cDAAmrNfTN6KXu9r6VpUWx
SMHRA4iYKJHX9RgQGxmiGl7osyX/roZvQ/41F7/26fe/tkLSlI4NjiSU2/PnfjxoTVibsX82Daip
6V+vZbrEsk0drmVnppW9Cl+mbOKFpWlWL9YECvGoF8XQP1co7xplcm7lIbRRmP2easEulI33SS7/
/IfRQZYDI6JMN+C8vbELQl0eXHbbACFLQHo70vbi8BIYa+0Ft1Rc0+guLM32dQ6rXSWXhneu4Qbc
KJYeOyGEJdtKFbT3gSB3djUglRVI6eiEIkjoLB99O44LZUsGvlzz6gubh+FS4weOukB7YIV0F/ti
5Z0zS3OK9J0wpraiflGs3/cneMEP0mSpQCtIFzps0rMLUKoHWeopXZ9R0vIchSaHvWzR9pbm6H7d
NzWdqpv9c2FqNsN1bOpWmw/eeRzakzAMqZONMRKEtWvH5QgdsmWPI3jOdo2uaHHjwjYGsybukcfp
9cZNwnyQOzrPTpFGe8AY5L/Jmk/pTBrftDdxaL6abqn+/bUsMavAWig0QsI38zF9ESImrebeGS22
fQJJo5gUGxeo6v1JXdwnFgkzXhQkMObE2XmmJGqh+9457gdKQEMlvUYIsmybYhicKAnMlXtzaRGn
wiY1BXp+gFBdz2UmKa2ro9KGu7Gqx4Rn5073huy1bV6EfhsW21TKqREWfXu4P9CljcqVM+n4AGoi
Mrg2nLZjKvux5J0VKBv9IYjsQh+3quqtTOiyHV79f8yAZb22A8dQR9iMx5G1HeWasvlerw1lac0I
zP9jYvr7hSOddGp0NfL8cwEYufB+VMaLpT1H1of7M7ZwyzFf/zUzO9o1WQehzwWWyhdAAsbRNxjr
nfs2FmcLcMifFQH4NIsIY1PslNY08ZpmvR2Nl3LUtknjr1hZHMmFFfl6wgpoD5tBYk2UDMGHaCzj
h9RU11zu2lhmWxt15TFvB5exeFA6DEDR2oxHck114P6kLQ+HZsaJ9FEh0r0ejtq2HunSaf1769yJ
ZMv86m+l13A8UH7QxinTenUT3haUUiHz6tyTSWxoS1WabP1uOBq9LP7D2kA1Rw19GssNCbNu5KhB
GSmPQM9/n6g6Smfyis9ZWhgZ0n4R4vRJVny2MH6DvxHqzD0l5WBtKnX42SmD92QBfvjbRBDTxnOA
ZmhQjyBDZkcmcgs1pVXePVUTm4cil9oe8UeHWDR39NhcQwUvDYxIAjkYIMFc9LOBlX3cKk2J8y77
XZ0Utq4fWqoB93fbmpFpN154m1EVamUophsC2kP9NSpfonblZl8yMRFpUdOYakLzS0jpoZwYpACf
6W71b2600379/RguDcxCh4G3FZIfnnduolR2Ehd1P7XXe1tr0jWA89pYZocTtZpIczPGIuIsDbiA
tV/iGhn7og3OJVTbUMze4BOTLtXkrCAg8bmtkWytztU/JDameOc/JmZ3TN4qWjLmunBy4UYPGzJM
a3japVvs0sLsrOheKclezyDGaNd3khOM+TZ1U0fpV9zlUshxaWi2+CM0zbJcsPiJ5WTRY96+WvEj
VBuqacMtFKyhdpa8M4QBhIATnx66P9fnJVVMys0C40rsrACg36/lBJYMAM/n7Tz5NIQSrg3IrlDS
dVBhIPsp5T/W6r9Lmwuvb1HBION0ExF2jdaCn9bIBeTCxh3l17j+mAVrRK7TpM+DeZRQJyJXZLZv
iFMaVrwOgpSYOs2T1nZjUd97hkKb0gBjd9/5wz4O2q6EScJMVvgAFidwgiKg+Ak/zBwQokViXEt6
LJxUdDhHKbO1cGXLLc4hL3do8SGHuQk2o5Cbrisj4ZQbenLuM9F9jMNMOSSVG6/4zqVjNDGbESlb
E4HPzN/odZCnbT4KJw3+2U78rOp0uEVfOL8r98DirJnkbEBWWCD6Z9uuqrORnni2neJvjXbjr+GF
174/OzdVO/pl4tXCyfKeYT0yio/374C178/8jZJrxADGdGy6jdWGdmJ+uW9AWtzTFzM0czSlW1l1
NVkITEdKbCmwwzfhB/qtP6Q//7TCRlDt8reS02NuIxTvvr//Cxa3Hay99KbxSiWZc+0ZkF0fFCRJ
cdrNFh0LROGkNaGlBROkOxEPwD2AtrspO45SD8mYb56GRoZ9cHDcUYG67+f9gUxrMfMOV1ZmAXuX
UlEbVME4wdD3lljJLuu9UwBxkuMl3S8Vgad/sEfcAcoSDgr29/XEFaLh1qWemSdXc3dWkx20NrJT
clUOfYYPck1t9b7Bhc3IAxheSrpvIL2bkzhqSHylvl+aJyPsvg1WshGH4tN9E0srBUQE5B6B9UQs
MxsTfrw2x8w4Ge6L7L9XhmNbrBShlpaJm2gKqidOjXn8WbndOIRpaJ10IQvtNJZeBb+CJk1NPmmo
ZJFwCh/uD+qWnZu+mEuT08ReRKOVrBRuEQSwjDfdXoB4ydOyrZ+Yrx2wS8n3dkJo7v2wfmva6iiO
/bbL43f6gOiyHD9ofvkw5Guvy9s+x+k3QT+AcBb6OzckJlXvj4rl8b5QOu99LgTnLom2YZs81i78
xW3+S/L4cUXabRR/jSpuwedA2jYxxSERzIU927loC0UumArrpDRxvVd1t3aQysv3funl2yYpsufc
D7+HsdWu7OBboNU0ar5MhxrWabW7XokwjpAKcgXrJKWN+jySxDz0VSK+BCj+PUNQFe4zuKmem7LP
3yV9KW5rsG0PUlL/WtkSi7sQGQD2IdAh7sDrH9LrRlAHJXU+PVA0p4wq1fbGvHtGIVk6QGjWfk2K
OLLhs2mOZeWXzykNvJu0KNUPbiVnGy8LU8fN+2IP/5vX234pFC9p4UWf7//QxaW6+J2zA9lIuaJ0
gWudwHP4jp/ng00vp/6xHjrXyWvd33eVqG0sP1tbqyVXoF1Ynh0aqejIGDSBe6oHZWP6yJ8NG2Gt
4L0QiMiXRqYfcXEye79z9bjHyNSuLG99c5e1zmj8LYxr2nVsrAkaMOUoZrsuMrRG6GDtPJWKurPa
ctcHaynR5dn6j4k5HqUD6pIS+5qnbozeEiDdNJSeu241BF6yowOto8ZDtwoqkNcTlnamoOu1b51a
751XkfTs1Z3X/Lq/6ZYuGvy/AncIwfYNmjOEkiseJfxlGlIAQHW3t97dt7C07pcWZptLHytRdiMs
ZOMhNw+F/j35oawRBS+dHR36kIlfFBaKOWrUsNJUK2PLPIkIL5YZkA3rq9T8HOUEmvnMMYLt/UEt
rg2pItqWEMSD0ex6bWArd92wE61TTJvgVo/bnGCnRB6MFgPnvqk/5YN5sAMC/j+2Zv4rITuVl1Jn
nXrV/KX5SL1X+otqDS9ZkoOv0c5ou33TXRlaWvFAy+5maOVTb8i7+79jcR11kgkmPL80g0x/vzi/
rV8JyD4M7BRkcEuEEBTtR1TSpE0vUvJjRHt15S5fMzj59QuDYVjCsqSNbJyPoxLbmfotEO3icH9U
f8Kcm9lF421iOGXviDMkUQqNVhQGkXWqGqN7oG/jbcxlCTaMPn5pozjbilU0bMpC1z7q/0Paly3J
qTPdPhERIMR0S1FTj/Rkt31D2L23EYNAzMPTn4VP/NtVlKIU7u/GvugIsjSlUpkr14py85jzGW2K
cy42PXoTwoRB42FO3P7AZt7tqajqXWN2/cYqvGHjAfO5GzIWBWVfkTtcLiUEOTymGITshltgfjay
8WCQWkeLaauB8GN2ojAz071pHyzrYOnQR0Y3Rt4H1ydMtiqntpaTeLIqxpBU6AnwgJopHfHsGnl0
6KaY/eOyst2IvlKJm8oclIMkM+SSUIYCxOXcnlb2Roou8Sgch53xXah69aWfRyYGL31ADsAAf/55
SxN5UTYA6LjZrR0aWXh9tmRlXwKQGvq0EL2gUr9yFG4zGr3gNAq1JJ5ebBCm3k2Om6KPzgGBQs1+
9HNk32uT5YSuU7g/J03XYxBaG/2Tw1NHEZRJRwsFPgIkOhQN7dVmb+OogPgZ0vYmC3Rrk2mKzSFz
wwj20ZNGFza2dSZ9BhFda1UMiUet/F5Fw5dCFNu2HP0GDdF+zcWvJFIB66U2UVuGWDEqThcAdKcn
RStabMhBuwMJbUe/iopvtB7vwh+VzhQZfJnjd5bGDkTzIAtcv28FqhyxE+GomXM4k48UiQJ0Jymm
UbpMJ0ZWHl8vbS1pLDcKddDHloz7qpy9zIALaJLtISu0gK3Od32RDq3ZJYjFpq1hHt1SMUmqzy9/
P/ERndEJxEQ4VGw0f4Hf9xEVteD6wZKtw+kIlr+fmKgGkFHyGCYm49GzbuJhTzvF2VWNYnXh/aaD
BP0wijUPev9SM8XnVSNYXW9xZyap48RwbLp+EzfR97nQHxxIHv1vE7Xy1ywqGmuKYSYp9pEZRN0G
vGOfMAGPggqNAeTfujzjNRAbjHvHCyc3cLVD76KGpogFpGtxYmI1igJdlG3TwATDK8gESkYxBNmt
htISLhjIg4Mfe+WmeWan49j3cCL6PoqR/d/V8/cqV6CWpVZAO4N+SeBuEEmdb1oz5V7h6BUug27D
Hjn1mxfeqsLF5aeuAxqgJ/8zsrrROvjCHrjAKKyL4oFR4VeZed+P4wti59avXMT43SJ1Mo9B3DWb
XKikGmTRyMkPWF8y45JIbWv8AF4g6RNXt2Nh3Q2F+ZLHI5S5rE/U1UFaAb2YhSAW4165gjRrxmyR
PQ7bxEcXvDZvTE2xPaTbz4SCHQwh++ctfz/xNpmHho0yxtO8Zs4ut9CBBP2264dIdo2hWxAJIlwv
gBGtduBMEoAp8EILazDsIiORmm+o65Kd7rTGTdxl7QHZQgiXVWi4vW552RAXGwY8AiBEgOI68qrn
gzOhnsyZCz9X9Ok7qm5PNDUDMaJfLCu3HoTEN5ozQ84gVXgm6WmA6g70yhc92LVsbtOas+l0Myr7
YDQ55BrkKRvE1fsR8o0bJMvr3fVxSu2h9Q7c/wDEo5Z8Pk6jRSyWJkjDJeZrnPxi3kMev9bi7boV
2e6HsiyqIIgQ0Am+On4OwtU8H4gbAvW2NRD6DCBdLN/SCgl/QwFlVthaZyJ6pN9TLTWRlu5+5vHb
QHyBTBGDgkf17fqoZAfgZFTr3UlifbD7AZZ6EhjuplY4LdXnyfnSZENtay2e9WHq/hiq97/uKUVS
yPvdRoAbChHiyu9qYOghaMFGxibz48zvh+1nZmdpU/j/31+ted9q5kw0fN8o3iOotiSpqvglCxb+
jADpoPMJig03HgbhuqFdPpj23oq2enS8PghpwvbUxsoP1KNj4h255FD0+FhmRkCg+Ydn01tTas+u
N9walD8bWW8HZUve9UJFnrDM0toPndpfbYK6MVF2xc0Z9tBuyN03Pu+92vH7/kFUzGfD0zD9c33I
l7SSy8ZARn4ROAH8R1/FwRG8QdIWuRtqepX0ewHFCqR75+S5qyP6j4dn56OR9kgOiyRi960zzfum
jlLUS7LOjwV776chO6AFoHq0kcfe9iKF6jKLxoDl7GsZc2uvlXaNTM0w/n0sgRqrBVJe0Brjxljt
aRDYUnuKKJ6NAxJe/GFb4h9Hhb+THEwUjpeejKVl+SKvpk+pafTMcMIB4pnvbv79+gJItjWy8qhF
ehgKTs8qBp5rewIVC6qFIhYvVpL8mCy9gU4DP1y3IxnG2Tovfz+5v+umRA/enLqh1d0Mwu8ixdUi
dcRoVl/aLQH4X+O6+sqrq9iJl+9XO9Qm90ME5bByT3kZgNZKESpIR3NibbX0eEID4tFnbpjxmzQ7
gsfqE7MFPoxFf28hOVtW7WS2WGlWRp8Xblh55jGqm7fedD+um5DdxXh4/mdi+fuJiYZMdV05iRvS
SPh6/oHE1oZGt+34et2OZIMRD3kXNNrZiyrUyjPHXVoyC7yYIYrF6Sa3LW0POYkRfL5arvCf0j2A
RgJvEUjA/6tZS01cAygcuSERzb3o+A7JkJs+Z8/zlB/78a9ZphbX5epLzttGu+f6CR9rmpkzaGki
03us04PyGbG4vgtvjPTAQv0I4p81lY2l1bqVtDXi0W7K/p1Qrt2UDvdyf9QHbW+0HrmZUQaZATDG
BqzQ33ooMuBM/Co1Jp81QgOraq4rIh7pegINjMZSCz/NWh3kXCsbu7dRUZ4JhXbYuIPYb609X980
0vPlLUIk6CZYaOzPN6fmxGmTNrkXOmAJf2iFSgdF8n3c4AtIBmkrtMmuNiWnbV/pNYIp/XsKzI+K
aUB2kYPYykVxH0WDRXTy/PeLsiCNMXu4Gozx0UrZPyaY9ew8DdxEe2U5gM0Ob7bE6Z+rwrwrZxWV
gqzgDeiWtcBM0OyMDvTzH0B6aFaJ0gY8w3Z9x7w3oYjRtC8ZX2DP/Q66lxtWOBvdebq+cBKvcmZ3
FUHMUFYVWu7CrjP99MrpXRjuAfy+M5g4U1V3qtQY6gYGmpYWPplVSIbeh7GcHGBQWtraR5ZO4Mpk
cxRQZ/jijamtcC9k8eqrAwk0H8hYIcYLOPy6VSmuSOd0DocrQ3/1q2Wx+DEnnfHscNP4lcweGAtA
tvi1rUwjmEtCal9HdHOPojimvW+M+ii6xL13E8hQp9DcOlZM7zZCawZf1LSDOog++m2dORvW1MMd
s2bjaaR1DMavttk4XuRBSRpPX+Smc1zRibG9vniSow1NXh2p40VX74IVwTPnGGrPuNWSPuigf6WX
28z5++sANtAzDug6wEnrk1EiFowqF9eB2zmb2Bt3vHq0Gldxf0pugkVdGJ0RC/Digji31qNuqCpE
G+Zc+wOjhyimD2jh3LEs0XzD0RTRjfTALx16wPsj/XHRiT27CW1I3C3VT+17n5gvdiJux4w/TTNp
/Jwz3EeRr9faNknpc+79NUcUIudT+6uAJCui3yp3uIva7qbP4tvWUrFcyU4b2g8R6gJL5Fxw/A9x
O9eQgkMXclOQG80j9ctYdu6+sjP3aLKRKuZU5qMR/6AmvnSKXkDOE9L31GBIKhn6gwUYaBqrStYq
C6tJy0VPtQp3fGiOO2JvVTel9POLTDgAZCAJXN+UbISqUMFKoAcAn9Wmzv91/bjKytJYCWiSgcAA
qbF12m3StLoc3BFIq2JvxzfdL6fAC3ELnfB62g4/o2kryk3uBNq364aX23HtB8ki1YXOFpywdWBC
IDfblhWeibn+wKMvxHqlfQkOCLCFl+/D/LNTbb1lIS4MQr1xYdZYaoSr6xQKzaU+csQcRcp3KDnc
EY3flBxyDyZkjfw2i6ytBlzV9WHK1g9Itv+sLn8/iZC9umC8AcVFOHLjlU/deydQPL5uQzqV4CmH
njxqQBdZ7wJqgAlHp0pIISuYRYOf8NTX5m+8feroc9ekwTR+XDcp8/IQCQE1DRq8L3uTBifpnYpZ
8MDFLc32dn3M809cJCcm1lmxqm0GNArrbhin6U+vM15q3Zt9FjmKAo7MzSO6Qe0YBwyStsvfT1bI
4gkVGdDd4ZCID9MSx6KH1qJj2v8aKeB0kaD6/vrkSXciRBcQVsE1IW16blEgiYHt3yPf50Qj+srb
KfAiN9maLOUbvW31bYzAK5hoVCnmVDZWVFeROl20Lax1H16UV9FERsqeovlYk83Igtba19nRyRUB
vmzbo9UcqVOM77JDau5bHbqANXsi7mYwb6n19/gwBBgLORqaL6CmsjrMhWs1dT4l7ImWt1oeeLbi
SEnuKRDjQYABlEtLSmkV+oJ+wYx75ALCvh/3ca/7o2FtCyizqbhlpYbg2JFxMB1ks1d7YXlsGlU/
2GEkIFRupEd9nI8AWuaqSqtkRdCkgHAJ7WrAr65nLLEqqpd6a4Vdavui9b1J1fi//NSVg0XZ0MGD
hQC2B96/821dA6I7zCmxQmoNYWVmr4NWv7b5X3MGgYsBHhUlnEV+8iKtMdKsa2eQXITpcLugtvnf
e+wlMAE9BlnA6WucaVIZHLj0xAp7Eyq7+7J9+evTf/b91dZN40wQa8b39WFbfudNtm3qdOu6NWjM
O99t/v4kOqCvBiZmUdK+UMpoiZ3NYMumIUVFFG97hS+7VOTCcqCWhj4bYPYuY3ENOkVCxAMNjZnr
D2M0e9/cIm/8llb9TVzCxTiDXd+5BZ4EJi90FH0Nb18iO7t3Oxc3PjQM95Vnj3feoKS2k21JZHLQ
nIM2oIUo5HxLAtRX6bPT0hA6BS8I0w5WXJaBo0UqZhWJY0W5eemhhUtCn/PqGPNcT0VkFzQ0s96H
Ed9CY2iNJ5CRQEQgDa5vIZnTAJcujjIKboDxrbzTnHuT4BOnIdFCaO8EJuhWXfo2k09sVQv1EMC1
UFC8UA133aKhMauskHgvzOE+0e9n/S2jd6V226kCQtlaIRmEvQoC2cseccGy0q683AqteOihgQce
BCvp7MCunE80IyMf9sfUKsHgRiB5A+8+XMj4QsWzZ6siMul2AI3e7yrwZUyBZF/vDjUO3QCBxC11
pwSS0vp0TB2IIfU99OqWrhDFUZQahbgWHqxgbbvo3LJ53rkjUkkhUo5BlMfbDGE8de8gW8PSj+s7
UBLCIF+JwB2MFbhU6LJDT4MmJEeLrHGtsCDFL8rEpnCKY18bX6jb/piG4jWqwMRy3aZsg+BdDMJF
cHDC+jL+E5tQTZ4Gj2M3ggN7U/HQIAfTKRRHS3ZNLhrC2O54FgFLcm6kiDjkxiuLgv/0QYAOzRYK
UJV0FBRMq0B2IABbY+s6tAmZY+zQUJBAL3cV8ROVeoXkPYB63h8TK6+XGkntQFSNhp2GFjSu+Vri
BH3zq3ce+gJIxXjvje/X1+a33uj68l9O1FKCQxCw5kqC+nnTcQ/XAJA57eM89uwmYZm9p0ZFA0ug
gG7baLqY01nfzL3d3NZu1zzU5UQ2LEv/FY4YwwxMzjbblQB+46EeOXsxNODv4AQqyGCPAAP79R8t
OzA4ishvergbLso91OrN2hmW3zxuNbwAzQMUZxlKlSpso3RTITP0u65kXIQstE8LoIfhr+MKYpEc
lSRq2yowoHQ0i2AFyj147K0DPKKXRHOqjoaz/nUi8DqO5/fVT1IDRW98gjTQQSsSAlYIvy0aM+fH
hOTIYerDTEN9fnSdI9Tnry+NbMYAFMArBf1mICpbnfUmZzzWCIIkTSRvdTY85LqqW0Z2iZ6aWIWr
jIHNU2siGmY1mX2v16AiAmeJEHYb9zy4Ph5ZLh0dDWDXB2m5iZ6W1YSZppZDFgvw4LiJ7U055YGp
tbcsLbZDZ37XcvM+4dWWFMmXbi7+HqEDDhEddwKYPIHrW41UzFwzhlqH7bKtg7oemy1gGvCj1Bh2
Vj5VistB5uKQLoVqCtpd4KxXiycs2ra5mB2U4w2/i839MBF0coz763Mq2yM4VN7vzD24pJe/n9wH
SVmYRmM3TmhXYaTd50+f+DxaYJdEPaS61o0SY2U6LAcDYUinfRUUKnpvWccCIGJ/vr+aJWNunIym
+H7OrdzyaZ3ysJon+9FNDciHA6pg7itN78qNpdP3JtJTPHN55A8O0zaVzvN9TjjbORnQAhnadQOq
D/27Xdfp09SNKM2UUXZTTqV3iCvkDk1I/34rc6bCmyw/c+34UQIzluQTdtm6ChZD+yeGUTfsPL7J
ZtOv8ycB9srRjW8oGvCuL4rs0C6yhXjMAPx1Cb0kqQ7qyglIg/JAvS/TbZI/EfNw3Yhk/6IghOc4
klu4z9YZIZAxGoYgKC/w/CUvBp/0WB4VbE5lZHUo9Tjr+jzFo4gwvqfzfupRxvAUI5EcEaCrsXkR
FaJAuUaxcbtwSSNQQvT0/g2yBYGVM5VsicLGOk8XxegVr2dU68Yieonb6c7N5rfrCyJZdQwDAIAF
6w4ipNVc2YkVd7TGXOXsjRRfWkgQF18SxWNHOg4wSC8CFojM1lk5za67FEQfGEfvE+gkKaiWZJ/H
OxSvZQBlgM9cXQAx6nKz29d2OI1+MQWlrYgrJUEfqIj+fH/1pqmMchDIXNhhL8pd4fDbvhmex4IH
vYnGFHf+gf6Gb2hJVZhdpn59/LG18PbFYxpsJcvPOnHCJG6Il7DKDZthy4tAP/J3rfKHZhNFivBf
sgkQafxnab3PgJB0mZE3buhV2hOL7JfIEocYtAQpUQHKVKZWa+WYkcYyLtC2z0twN1rB7Ao/mZFY
n35e39mSXXE2qNWqGQV0fcoU3nOygkRAyFgRR0lHgtc04kG8qy+qsVPRV+ikhyvrUuumAvWn7my7
1rofY+0zG+HE0vJLTjbCiK5sfVycZtP+KArD770Pl44BGMx8s/knVVUHpBN3Ym51e7oRK5OCAvKX
28TPneXBoPCdEgcN6cw/U7dyOpYe8cmb4HTK7DDZOzJ8zVUxgGoQq8MTp1Na44mDi2aA+vVPShUR
kmIIa2g2boTeYQyTJLy30fquJ9R3chWMTdYbdzpRa5gIr2q3biawapjNiMebeKN0fk/d+q4vjReI
eb9Qt/pXRNretJItBYthSVSyIvKBLjUNcCJeMqTlQwyJOzI6ACB6D2nl7GMv/iYGXXGaVGaW9TzZ
43HGTIr2WWBFoFuSeeSDGh6KvkRxlKRmKPJuC/DAvOAdNrxREFfrnDCJv5bJdxH/yhNFVljqF4Aj
WaAGhocCyvlIUuYUNuuBdGTavQXefdtCA1z6SvLX6/5NhmlA1vmPodUpykTXDtBKcsJoqoOqGTeu
G22a/rHSEp9MX2P+1HaO35TFcfprfQ7ctYgXdGSnUPNCue18jDYzsk4kACcW0f3MjwndpCr2VukB
PjGx2hBQh7WTsoWJpvatfs+qvw8aMASkkxfMIzb26iIycxBzxzFikiRyvom0/0pMFf20fIUQkyxW
FumU1TRZDROGmRM7jPVvcQwtPU1U7aYpQJpmJw3oPKC36kyPvNSO/dzuRrAlXN8j0r2IgBvjW8KI
tQhEThI8L6zUCbvKr6zAfs8BOCgV0YMkPMLj5I+R1UxGQi8cjcLIAJETdM324mer0eJr2TrDs+bp
3Y9ijodtOjUtcP/RrHiCS8sk8E8L0QAUEC6AKDkAWSTlwgmN0b5hZbZHh0nQoo3PIPUr2pr3E5s+
RJz+Y47NEVQnT2ne37i8B3t2f8M7lUKw7NWG5jV0yQEXs/Tbnp+NYYjnri8jO5y1LvZT1vZ3cZnw
UE+b6blhHt3HRKiSOlKjwOIsah/wjGssiwY2Xn3UMwAa85vEvIVOLArtlB7mXHF1yxYbPm3hTAQ4
7KJ/GaTYRY4fYYcE4RV0ewWavWjnp0X/PPezvp1IuYuN7sDGTzTNISGB1jI08KM9e11gjz030es5
xg1RfG/pByDENqDktneYVIG3zPWcWlpFjukcVXY1aTbQ43szAgNLcP1UyiiYMBQAW3FBoG1/Hdnr
UT7PeWfYoZMLLnwO2rHAmGrwESSN+DGz6gvu/Mwnld5sB6bnNwKiFXeD1Yinbuj7Y5uy6VAlpthM
2mRvq9x+uv4LZdfkyQ9cPwhslmo26bDKk5netCXyJEXjC/sTLvjUyspxsMzINFCVoEDPUQsOTFXa
VjoKXPLw8Gh7hOjO+UnMG6pHzMRlD92v7w2NbiK7fI8gJ3V9smRnDx4euHYPMi8XOlI5kJK2ZiNC
8kD6zxsBYqLpobajD6MY3s1aqPogpdvzxN5qezqtZ7XaiI6TeNaDiJcPUfUJGI2DwSA5DE2LS4JM
vLJbgnqEDQzSJo2CptoN9jYrfVLfmqp3lHSVTmytXjc9CPcmq4C/FJnr2+UP26g2RBWuyy5CaEDg
qCGjjvT6aqvRzEUvfIKEpiaOZcT8sagPVar5Zq9qcpAOB6hCzB2yaRes83xuh4lbAxDW5vghJlSQ
Z+cF0ej++qZTmFnf7FA1SseqhhmDTmFFkwNy/VvTVgWZ0r0GQrDfUEIQfS5/PwnLkyIb6wT84qER
jf/GeXlHcqpo05IenxMTy0hPTFRtgTbRajGB5JC1cbOtpt3V40aoSu6SPYDFR8UdYArcX94Kjg4V
2HFAacwO7RQ6s1j7ZoeScUXfrq+MZDwws6D6bVyPFyj0xACHdSMg88gH/YjsAfXB8XZvTN3OZO3B
nIUCZCe7TZZNDe1McCBB5mQ9gSzTO80tFzdKnin5KthHfGfnc1A5NnuO9JjdtDlDt5XXgYiYGyHn
2S6yU7D+0Vz/0WU6P6LLSZW8lOxQ1HixZ5BMxoSvO8JJ3VUCgtmIFOxbLfo2ahC3QAXwE5ON7p4F
vruQdaxcPEtNqJ604Dw30Bu3tNPsZz1/mwvnC1bhxkLd8bo9SfgDieX/s3fBhSQqt5xTAccYZwgh
A7dbdM82qbOZwFiT9Jt6Pl43KDmAeF+B2R0tPUBerZFfHEn0pHVGxCJOYDZ+8fy/fX41f2ObOYWu
4/NW9z7e6M5nPo/CBWRNAD5B8f/8bLtF2de6hs9z59YrHz7T54e85Z/vL2fxxHcMCJemJsL38yMx
dlWyuz47stVG9z0AH0vxFxRt55+fKktLEdRaYZPz1m9sN0jm5huaHLfF0G8LqNIZbmaBSUcVGclc
1anhldv1BoiWjWQCBgSCN0PWbXoL+pTkY3Cj4PoQZfsLwBUgSQHLIxfXVVYM1Aa4xcJN/yXVnzzF
NaX4/PqaGipeDKTC51M9A2jL9vW/R6virbUkeuH44NpXS2Q3pO2nbjBD6tTupgGydG9B9ElhRbYe
8K9LF/RCMrfOd7QsxstDaGZI+D6fd0N1IM1hShUPaakVwPYBzV6ko9djMdxuMPK+JKFAYmA0naPL
CaS3tSZAMUvlnpfs0Kq6gMQ12lJwE5rL/X6+t1MAokc0s5OwmcwYjQEDpGScr1VXfoNSvennthf7
NR7O17eb7EShMgvmYxAFLyq151Z5RmOgTEcTyHNxWwGm6Qp0DJjpDygkD5suKd9ND5n6LvdUFDyy
nQiw3dKM5gACsr4l0XiWgZIkNkO9614Z926zmStuYtmNh4QchL8XeXGgp88HVyRjlTOXmWHRHKCu
5Eda0LFv1ydQtmwL1BSlcw84rfXTEbw1gAV4JTBOMbIKvjHwD+6BUo4UdvGLQDnrkIPcM4hKiKdc
tywdHa5y7BfcexelW3DAWabQcQaMZuy/C7cev7jCzgNBBpUyr9TUb5wV6tFgXl7dSvlsT8TRKhpG
WXmfuPyQGewmKlNFpla6Jf6YWefwUcAfa8FqmOH7qthkQhGcyIeBfYBeHA9wtNURM1KnKUcb35/r
+2q66aIfrvH2iUWBliveaWg6AFj4fMu5WpE0JWqrYV/WXyw6HLwk+qfq3P/NzG8Izsk9O6POFQ21
beIeN6ugJMzbTbjxkbRgtuI5IJ20PyP6nVM9McVsvZtZ4ZqhAM7CYkgxJb5jKzztMvNr5we03P9N
2++6y4mRBunrRJ9iIKsTuyI+XqDagTsl3U5Nl210DhjPYCqRV7KhIUeHZyFasyHVsvIPM6QLFng6
DXW+1eiBxfdppkipSE0AigQLuNCBiTrfD6KbEjpyHfDlOX8fourBzPnWgijY3287AN//M7PcZCfz
ZxsxZ1Zp0nDSePWaJTQJLM61b8NsdCpTy9N8vVbo50UGBy4V/Qmrp/to6Nw0WWyFkBKlfp/Qftek
SbOpHCvv/CROyzs+T9OuLKoycJvI3gihjZsGGpk42BPwzlmbHVrIc27H2LA6f4Bm7r7pxnJDSr25
cSHW5qd2O/iz0yU3dlk9pWjNftTTOoMmkBUdYnQb7XQwhwZT2UH7HO0kk23Avdf2h524Q4zidas/
IxbJfW8Yus3ASPyvxgkAqKX+3dJ07R2PRbLV2NTcNdOIOBj1Q7TnU/QII3duQFRRN1+sKDb8NGFJ
QIu+PdZWmez0PlLlqyRuD7h9zCjqEgAWrd/0WkbiLHYAABTGdgpAcn59b0iiGHweXQug4qJwfSuX
VIMuHti70Qqr5k5nT2V529SHhKtaiKWjQOACWV+kcy6e2ZmowMoVm1aYmxvoEAld8dJbTspq20Er
eEESI/YH8Ha1xfuqSbNqaKyQiwenfZvRIZ8ogmOpCaR+8AgGfOCiKXmKBSdjxK2wZT+rwdqAyzow
ZoURyXLA06HLACBFjGUd95RVMja0BV7e073ANMGxpdXodgX3ROZ94r47NbWaMhYzWnkDs8LYA5HI
fY0Eg4piWea4kWsFchC8Ceg6Xm2uPPXmNHdwpZZ9e7ekjkUZxVCJsx6L3qW7wlKRQ0q22SKthgKe
Dm6fC86SjrZx02nUDIFp++E40w4or6frB0ayDc5MrKbNS+Ko73MTYaNhBJNhPXujcaiL8XjdjCxy
XKjSXZA5QcPx4vYps1ErOscETTD/0hriZq7nvc0pgPhMBC0I9Pw8U0HypdMH34ZkKPUWisHzi2LW
YpL1CeJ9mz9DscXqFHMn+b6HKttvEng8KdbFNmjvWllnCzOcbHRDuolfR4liV0sOEF4NS/0WWk4e
br3zIZRj1GnliIAECvUfMWn1l87kYsuFRrd0MGzFU1M6IlQyAVLA4+xCam9om37sevRVOWa6jYgV
VL3imSId0ImF5RecXN6Dls/ekMNCx6LnwvIOncZu627eOF2hCoGlo4GqBrhi8KZFe/i5LU8ru3kJ
jUOn9ytH20aWsbu+rSWnB/f+fxbWQTxk75AjIXiWTGn0I7YB9x0H8dUd4eU+YQht2QBeI9q+6IuF
CtdQ51FkhkMr/tUig/nubDKfk1plaZmU9dUDV/2fpdUCCfSazmTCjtPe23RLvyzKBs6mSwNQRc/T
3yNiwGG06BqgXI3K6uJxT3YDNKvRNzMjFKZN+4Wm2dblBVDlruI6dWQ7YRG6AdoCwvIXlB+UzHWb
2AMJ21HP/UnnABhTbqE7s+nCpLWsoCg73fea2Xw2k6Z7tfRx8k0E5K1v1+noR7ZTIYndau6dlmbJ
IU0WSRKINe2I1Y7vuTvaIO5t3DtT1M3RdrXyFUSX2caII/GCxctu+QwHS8EbvZnMih3aPgJPSzRx
viMRLW6jDEU83xHg3XEYtQ+8butHsDzlt14csWDKDnPbHWs0YLpx4OYB6AD2MbTpRijvaZsxjoLC
dm/TuKL3iNqQheaiDnRw3zwzSFBuSk2vbw23t56sxo1/IVB1t5aXNrs6HeZdPbnJrujLBn2U+rAR
A8LTzq6SDQIg59dUOonvlSnxiei0gNJm3JqRm+8AbU6enUyLD7nR5tu212fFwsm8heUsuAIkCHWb
LtfKyf6g1ZxWaC9CSwOA589VHBTpNrh+sqQm0GvgGki1grlq+fuJiSaqGYXqlhXa0daBCGeCm4Kn
H734cd2O7FyB7uM/O6ut7og6ZuidsEKWvjGxZc0WgolZOmySEQqtokU6X5Vlk3mnU5Or2QNIwixL
0BSE3rADRNCed7FK+lM+e66OrlVQECLvdD57lYW80+j1iCJ1PEySCslpZh7mIf2mURU9s+wQL4Rf
qA3jPgeM7tyWJsqp75sUzpbckPrfuBCKh7nKwOqyzQdutpmAAX0Ioht72l3fAdLPI5GPrCe6HC46
9XubCh6T0gSStvrVmf1jV6rIACQR6iIqCSV37GTs6GVHnGzmueLG6AmD4LkaHUD3LXTnUBZvU/2k
6SrQpKz1CcagmQBW0KU9dTVdZT9BYiXnSJaQdovQ+BU8PzuQv+0BuzgYXf+YQp2b2jzeABv1en0u
fweM62sKqCvbhoQqMlxr1pexbTJA9BC3mlVWb5qa3rbM3RNcjCnE1ucms3wjE2iTdLVvZLRsn3nx
Hu/10ecxaB8Uv2bZehe/Bl0/6CsBIyMCjvN5J6zr2IwbIrSzmxr4qsiqfBH/9Mw2iCAiRowsYOI+
0X9etys74HTpC1xi3CUHd25WK7llVMZEQu7ekvkYtzdNr7ihZZv21MTKPYreELM1jATcVW/tfZ4o
wkHV51cTNyPoq0wPFzPr3k3n/e9zrKhc/pmflQO0KmH06MolIflijW1gx2ZwfQFUP3/l/kza5dPU
wgAfD7Ze+XhxKHySzMFSvNERJkFv1V03Rxtl5lENWHjgBjrbHxJO9+1kQL9G18Dl6LafYGtfAKNg
lcWTyQA3wPmWqrgz18VMCMoIVsDmCcdF3/TZ9vq8yUYFPMei0oFMEEh4zq3wGFeuQF0tTIzCr41n
173nxfcse/3fzKyWJ5qqeTQnmOkN4HjJs+k8jHhpGjFTOACZ3wVfwyIig6b5i2sQhMuFwxJBwhSi
u1MFRFlnQE0LrH3lDE8QWfvrA5PtOzQb4UGIXjZ0f64GlsUlNzyBfTeSzZCkPoW7+58s/O4LP7lJ
eK053TTpJLT6l7F9A4z8M99HeRuUcR5ITFb7zLVoguDBxMkp2mC0kocmTRXJfBk2F5cTQXcZBTfS
BQUa+EebtqsaI5wS23qNRi/eOmWpv+VjPQSlsLMvhuXYgS6oeO21KT4WgkyblHRRwDmSozVL6rei
0r17sDsmb9cnQLZlkNhDVxpepoidVhNQz70ZD+lshMzM9onH3UAn3T2J6tFPBb9ta2XRVbZpcFni
gkLXEL2otiMlnE3AlmLToGVo13aH6wOSfn5RqwE/JOTq1n12LgczglYz3IEFgP/OT5apfKFsysCc
it9vI/1/oYTAHa+liRORUBvDtPxuxO5GANY905tu+ASzNnoG/9gi5x5q4k4jbD3GaNgGGi2HnGeK
+ZLHTycmVhWZeijGCeB1EtbuzJEVLct7rSIR5s4iYA+b9J3VFsWhTCcB+Ae6yA2z/ASXNCjK/4vf
1xAJgJjTCYUBK8x0AxJpyXYoFD542cfr0AgnEOJneHkDKbUs6okjIQbOeWnOeIRARJWWzwuyGdLK
1/fe73Dvwgrw7qixgz8KicZzK83oVDl3wVtgDIX92BbO4I8gArB8os2d8K2h+4h7URzmSJ99Ptnx
Jvl/1H3JkuRGkuWvlPAONmDYW7rqAMC3WN0jIyIZeYFEZgYBGADDZlgMpz61jMjMR/RtrnOan+ru
f5iHIFl0N4c4JrJkDiNSwiIZTGjYpqam+vS9nl6l5m2vG+AC7zMj9K0qN+8iVwEnJ+lCw0eqqq68
QmgUTjDX7xvUoFdgtUSNJxHNKgXLBPdCDdkLOAvrm1DteDfGHe5MIdJkLQbL+qVUwa0b5a7wTUMU
q06vyEPZ0c6LSFn3nl2Edy58d9mWfhRtFL7JbLV9i0VJD2RMvhOzjp5jprGV2Q3ML0q98JxMZNdw
d6nXj0W/JsPYeS6OxVYNafb18rzOnWm0GU9Mb8D3IdA/nVY9a21elKm1p/zKca+QDbn8/bnNge4J
MlWoUfCQv087rR+Ygfd9iMdK3SgAkVo7Chn5y2Zmh3FkZvr50R7MtELniYk9qFZ+awRdufCyWxqG
5MtHUqcRI/i+SW6gh2CSQ7tEeDpt4NMNrgH3gMYOXGPohZM7hjRl4H2WgWok0yN757bAqcRAdYoR
zAEZd4brZOjboC57c3V57s7HBsMgAgHBxNQLLBOZZ+bgaCBTNkE/gmcNtOMtuoLTvWzkfIFOjUgL
NGY5EMQZjNB6k+d+5Cws0NL3pQVykjLXw+n76q9d/SltPl3+9Wd6rabfH2lm5OqRz5TTIKaVVZhA
aqKk320K1fD7SvHC2kaI3vCbvNc3ZDBUD3zs0HTv2FdlXKpNnUfUsIwmdyRu7alEJblZkHYoLe0t
Y6/W5U7HkwEa9fm6ZvmnsOILW+J8NtG0hrgdKRgkv1HQOT1ORAVyayxtY28Z67L6FC61vJ+P5fT7
5PT7dtEPqWGDwSUWN/gf8ouMrN0kuLxoS6OQfFtsjIbOp1Hkls8e2iVw8Pm5mQaByxXZACBobWkQ
A4CtAG9iECP3kP7g7CmuFk7NrAlzYrVCkAtIm7Src9q6fYWNtRdjZHoZGTK0uIlA1ePN5amaXRAw
owJcBrQm3oenC6KUeMaYwM7tXbCmPuiZmay7PqSvYxRFj1U9/gBZF+JiIEMhyY49JkclEBEYeC5q
+NPw0bzV+5fLw5ld+aPPS/tXN7naOQM+r2medk2WKtGzn0ccApDDlOZzpFjEGIVbmEZh7gHBN+ot
Xeosmv8++regiOuAWVTauMRiJSpEuDTFVaEAJxm9/cD0gDH6j+9P9o9uy4YIpioc3zfRVX7rFgs1
xtlde/R5aTNxlZO+nu787rMjPFPdZEsEQnMWQG4I54S0NMIXyRciOGvCccTRK51dqW30Mt20Zblw
JuZW4diItMo0FGZk6jBisevKT4eF1NXsGCaC6Un4G1y70udRBwpjxyrNve7ck+KmIb4wVh9f5wnB
AnJklLBh63Sd1aYEH2rvmHh/7BDTFj8ygkkrADrvyNrLUJwQREgAvZbWXmWBSJ6S4m4cfiCumygK
4GWnRnC5Og7pBFNoBsJTqEB1a4M79arv62J7eZ7mvB8CnwmwDBrQM+wC3vA5Ll4XnGURBAMUI74F
C95Gjdob4G2DH7AF7BySY8huI993uib6IKDuB3TdXumc2ge3cH6VaGG9GbMOGDGix/rhssHzbQwo
NOQBkCYlkPkzpLPSJynUP0au73mzS5zt0iV7vo0npPW0vzCkcxYpUPTHRh4Xxn7Qex/KDgGNtLU7
LlVupnyXHB0fmZG7q5JcBWnlWCJiUDJubyozzPd6r7HnIWZkHyUkBWou48luLEoBJvwhfvqBaURp
XoUUDyDKsgBfkysxeL4ABAiRx2GDzxqxsDNmF+rIghRPdEoXI2Nk6/v4USTbjOz+sQFIl0rI/xgA
Hak3lH7Glmikp510tkZHA5gGeHStFCUgyepoAQJEYj+r1lqDx/TWeIVC9IfdAjYdgiJn4qmbotRT
S6Uo0ph1eCuZ7ldnF2tfLk/VTF4R30cSBll50M2eF/JyFKXfGW1D8tjyZzCXoq8e9JueFeV+LgT6
sUYvQTmforTbaevWir07+vEMLX6Ld3w3KIAmJo7TUebCFFUdo/Q6fmMGgsuHy6Oc229oO0LdHUwi
aMOVJjFyqyQPW2buB3Wv0M/ax8E5qC5MDQsAtuGSk2+ftG9s2uDy2PfIu4IoZGE/T/ejtNtAGgO8
s+lMMZLMVVhUJoRTbaiXJsjsZPrXcat8QXeNlxmQxOqW8v8zbg5E1OhJxssLeRL5IlJqZmYkrVwQ
gYZBGW6YU677UPn4vsZUob4w3acIbaTLQRWlAcIviDPoIABFWaH/eDYQnCqANsJdg1oFD8nTLVXF
ml62hZIf8ur5m6geL++omUmakKAT3ocQkGZKIQ0H1FBPmWAHHR0jXcD0L263YGJm056YmO6JYx+T
5zQye5gw1wpugHqB7WPGhQE8P0EJsXPxOpEWwOEMnOhOmx+cpNtBscI3tD2ICpHe99VxfXm2lmxJ
/j4bEshfql1+UOJVQjAcX3m1IXKpf7psZy53cTIoyfNrIMpVNM7zQ1t8w5HyGvSy6tVtIqIrC90v
UQacWSfKCd7kNZ27RKk9s2ToVsehmZKM6IyS3dggAOOPmvxgm/elZ7cLSzY/vKPvS7tuMGhelLzO
D2q1NsMn4tyYFaiRtpNWHo93pbEyk1sjWnjkzI4KPR7vNVREBdJGxOMEiDB0JRzi/qpc2dXC52c3
xwSjJcC04ZE5HbWjfe5qid4SyvIDVW47a0SF4pG2aMOH3N4QfRgBgE4LPMKBMQQhKTjcT23VhVaV
UQZCp3zw1Vb1zLhd8GszjgG3KPJJCD8B2Zdx1XUN6GsyODhIYCnS+G2NlIlivFze53NG8CyeygOT
HJIhDSNT666H9lZ2iDufan6aBOPSlbZkYtoUR6tSJmYtKEhfD2AADWj/BM2HGiWIy+M4f41A7+Fo
HNLSp5XK8irHOMIsMB0PwEyzWSO4vmxlboMdW5l+i6OhVE4+pKEwMoj6tn6Rfm8GFyWLbwndWM7C
wsye0GNbkgdQhVuVSgJbzlih3UVdKUBKQqPFE135FrdizZ32lURVELlir2RoU/nHxip5CBv8Nq5B
rewgmsRPka6p+U1Zb6Jqa9AFpz67eIbh2M6k74A61em0Zgl6NEmPxRsMADn1u9r2e21tWgtm5rwP
uKj/MCPHbjkKHhoqBNiIMfFcWnmcLNTWZ7e6iSAY9K3vddLTgSREifO4Ipiz4QsHd45wvpKl7urZ
yTqyMf38aA/quctTDpTsgcVBYvsUJTXQai1dEDMjsVWozuDZBgDjWd+s3lQFaMGz7NABT2hDhZaN
j2784VwIQugjI5JnAGOLqqI9NkND0l2afB/IVbEErJ8pJ5/akBwDQ0YTQAaEIyXfWPaN6nqIsxpt
HQPG61479kuzRHU8d3IxLEDwIPsNlgWZFavOdFanVYl9hkooSByK8IpH1wxFytb6atkvXN0qaqDG
q8sHdjolUmx/YlYKjWimUDuMYLYB/GnEDkcpdPCJ8Pp2xQka25bC+5mdiKcEItfp+YobRLo7UtNN
NeTZ0wPJAvgIQK/p6FtLCpszT5YTK9Im4U6ZNKGw0gPy90TsbGPX9K+1WwYJuIKa8evlSZzd9yjr
quBTAz2GXMTpbKuuCqqkB0Z+1dQnrbjri4XIYcmEtE6sL7TMLGCiqNdt8o3mK3VJr252KxyNQloZ
YHWaPLNxsPDk2Grsi0GfXYhjlN13k33O6BULFyKvpTFJizQIp0ODJs0OamGvyvK1aXZM7RdupFkj
kNsCimYq7ciMD4rWdSJ0BnhX85qFmw6lQ2b/yECObEgDybOmSXk7wrtmPjpveBFAw+njWwxPVbwu
wO2BgUi3HdPSxAEIIz0M8UPGwFXzqf84/hwJWSQn0BmFRPAZ8BZ0VwS6Xm16cBUQOOxItS26+3BY
QtJPkyF7HCCOkAxBmnRqPD69ipQ06oBx6dKD2flVt83Vhx+YqaPvS1dd6pZTK9n0/eFzF78oxZvD
F5C2c3vqeAhSlJWQvDd7KlK8VgPa3uVJ8AP8+liMo1FIgZTVQB6iyPv0MDaryNU8Pd3xZMkXz4wD
qf5JKQhJ9/PaoG4JLQeapDowBxRaQg1K57oiS4CEOSsouzgTYQfA5fLNllutFYVmUx00flVpW6Pa
iXjhAM5cKgjQ3pEVuoUcleS6OiUsIUfQ1Ni6XaAb2xQtNHXyPRaby3tr1o6LSipg+hMMS1r4WOmr
oWBoATDc2uPC9ZykheyF8Brll8uW5iYNanEAQoB/zIHK4ukpQV01p2Gr1oeKpUFJXxPA7jkjC85x
LtAB4+ufZqSJqwZGnJj3GJBWBjGlaF0uQFTT+ZG+SkW7zWPH6yvdE9Xnf2x8kssUtdKPQhnrQzam
fm/d5Qbx2FIifnYSQRQHdjLcymeCS3ZlRlYxYrnqbrjqkn4zDk9h/fF4FO9s1OYmCU9wuUie2eC8
dAyL14fiWVWRdTmE6Hy6PFkzLhPKDsjrTmkDhBfStgNuRHcHG9u7T8XONbMAbW8L8cWSCcnfIFrS
28SFCS0HZXc0fCfA3l0excxqoOrnohSOKwygU2mvjQlpc6eMq4Og2bZu8jsiqrXhLKWL3tPR0gVz
YkfaWllGgDbEi+qQZam4AtD8e93ZIF0rcv0mtRNtB7AK8YFis1fC7EMvDW3nlhv2m96p5qGKVHNb
xn33NEYgyqQKg25gZdBVb9lvSklbqMRAiKBWy+7aGPNsVxvRG22R1BsN5dGqKsNvdMr8ZnCek66D
T7WNT6NK9Y1S2e62dJXwcSxUcutEcfZsaCzxrcYlXm8KNLgIkvh6Cw4buwpDT6vVBAmW1vWZOxbb
2GL1uopZD3osx9iKvBrRaWgOPgKDaEusUg9QZCggK5DEjwVNm92YE9WPe814do2Mr8DxYT8Ch9jg
UaO2n7uKtX5oWe0qimsXP3XV+xjM1teOVoKA3NGiz64aWehSFH3qGWizArh6+tuIGtmqSFZxcQXJ
sfQK/TQmOKbc9r4uDHaVZhXYNSBv5A02RZJrIMqmVc1mpddK6wtGQPCXVSCdaQ1ndXmPzThonEDX
QckKpQNQKZ66Ta3iQ1FWcXGwi5cuvW/GwavwaloKlZfMSN55KMGXnOZRMd3Oee7F6W0MsHuxvjyY
9zyavJPxjEGsBKTipCF9OhoRR5GCXVIccmO0t6GRQtMPZWufVYx6pj4om9FMlIBUDODcrko8hwy5
NySWdsWtmh8oz5OtztvkJoeyit/G6ng9WDxdjZC8eOC5Tv2h1A0/ESrwjnpbByTimV84zfA0cNPd
sKQfPVJVWMmqfC158ta1jG76wW1XigrexKhyIr92zSpQTajWlQLVYFSJHC/LCfM1PJk8jfQHI+TC
Y6x2vCbv4oW09DQL8iwd+5XJ7xzlNqyI0RH679Whom8sWlGQt6igni37XewuRUwz70okVt8lK+GN
z8CJkd1oakXD8kCAIrHEoVI+6yjygvRhR90b7ePEVqAAB6AAlCL6DLdb6RpjgoJfcaA1Ik0tuaN8
iQFoxvHDBCAZIANDxHkGfBsziA7aaXnoq7FDaytV1pxRJ1jYyjNrhMfLRLxh42zKNxitkyIBELw4
1Dsa3WCq/rHPS7eXaOKoHBIFnzdfb1z29fLX5047yiooRQJVPT1aTjdYnGhKq7bg7I4aDgkau8g9
kN3WXhEqN8hBLkzV3HaGoB/a68GNgshB2s4GrphE6WNYKygyMtu0jjyuIqqgvsKXKkbzxkBzh7qu
DZigdCcbCdObrM7KA6ugTv9kIviPXDRQVLXXOIsqKFOdWz6pwNT+3Zp0MyvOEDmKBWs9+uHjcPQi
JeDOi1MdIutTlb9EauN1+evl1Zs7sui+m94f0+LJyRkt7sE80LvFwWBQ+Ol2dZt7oaH4fNgmwya3
av+yvbkw5+gKkuNBERJ71ETIDs0YrRRxM4RAaSw1Jy8YkWEZPKp5qwwwEjfqtRHRXa9ot1U4LjaD
yCsGMATUCSEjjxccQjdp6wOyYaqN4ZZgFa2DzuU+43xTI318ec7OtuFkBnIHePGCkuMshkYaKHSM
NIFGoVV6aXvvQLTevaoFqsL242VTZ4cZpoCFRd0fCsDwRVK4blsonIdQnt6DlyMCCizdsVjxaOfu
4myJEOhs6022dKguIimNOFO+v/Hv4zKpGIaFDuoy6PNVlKMevO4gCJos3ILT2Tk5W++2sMnR7gcx
OznPJSxadUaUVnuHP6kVQ3jwA2sE2uK/G5AO7xiDnGUMabUfGiVwumuNvhhoq4Jskb65vERzu+HY
kuQBEfkWaqhi2sxPaR+UeIwW67DdjcPCVpi1AzgLxG3xgoODOPXrVdiJPBJxtY/0GgXsXt0mWYjO
ZrYfDXLtjvGCvdmtZ4NFAtEcGG7le0Sx4kwtOowr1r8x9ZumFh5vv2rRt8vTd7br8N6dIJYEQEQk
8uQbveLoaUC7drYfNefGhswYqETAWPipD9tNnCnXVHcWXB5gM/Lug0174lZGKQ4SvjKOGtIJYiwx
vj2hg7bWakvziwaJmMKyQcnZRdZKyVjkx23IdqGwEWOKuvjs5GF33dOeBgrYha7ArpKsjTwag85I
0EiQGo2vuxld4y3K/Vrt8FO3A0kcswOjyT6nUQ+yhNhSIGzmdCDcU3QA9in51JV2tGrGhntOWPer
zuirq8xCnWHg4KZvB6FthNVZ3shjdiNGRVmRJGnvOM3tl0zNlBUFD5ngHLrL2Ohlum60DO8hDt3O
T8Vwo/XpQ13Yu8/xaoytnWNXfvag7JSsP1gK2SUdyVZgSB9X5diBIFCbsgI9WnFaYuZ+opYotOBo
Q9gFv+8wRDRI+iT0nQychEOD5glaCtUjJNP8OC8az1YcfUNFLvxu7J90ReGBUulWkLtNuW66scWI
0Cuf8Nr0K+BtNoRGjykbrXWijI5f8AbkFW3Y+6oWvdk8g+CcYNlKKTjyyLmu+Dn4o0CKF9ZrpQNg
hQz4gdkqNGhiUXhCr3WvLBERDJBP3xaq+1YkFvOqXBhrfShRGHOMeNdTSMjUUWhA/kMnXhW24HTM
NAGB6qxeq4aIvZgkxB9MFNHUDqhfpUpMz2FQtinbMfR0EyOkVkH81MqygOFX/sW0zfiqzaExXrdu
u04gEXyP9EgceaEzflbVhMYQ7raGTePyGhURq7t2odWEo2XpHqWjsaWiblaou4EEuchosm8q/ZsY
TPXF4SbfVRSkMXGPnP2g6UsU8+943xOXDLFJDW4fzUQ4GUCHn/qXMczKsEOL0j5u6htzqDzQrR7K
7qUxrRsIkHi0UA6lpV/b9K60QUedb3jIH0S1UVXwXPTZKk90L7codkB4m9duQBs8AEGlymJwXJaJ
N4o06GnkpZbqOcNLm3/vNdXrjcEf4V7YVdlFqxbC4IgNovQu6k04uMwzwseo6lZhdU9iiLY2mwQv
ptIwH7Sh2V52RWcedpoB1CyQgrOQmFWldzITWVKPdGD7pvyuc+7nHVuF49covlMW22/PQiLJlnQ/
2RzqoZrdsz3A5ATYGqimJ+LDrfaSEelqihUDjaEFjDTmZzv71Ngvlyds+iXPtszRhE1XyNFbVuVa
AjeH7yN/5bXJq7t05y0ZmFbsyIAV501I0Ci6j+GURjTLBpcHcHbHSRMk7XnTADG43WEAQ40g4aGA
Vln92JgL+2ppraUgLmNgY24FTlZrh37JSw/aB0GjLLz7Fqy8J8+P5qpkY2/lCsaSVn5TPXTVc2gs
RG0L0/WOCjgyoXMTacURJqpfNcdLixulDchSx+aSEekUOnZaQMEca56FXqKvteQ+q33rwwQ6pyt/
lt7NGTTR+pbtkeMzqW8UHojgL2+uc7S4ZENa98rNWzOmKkNvq2qsUkNBnhVeFjemo68cq4HwjE1A
S2Sr0NkeFBOsbbh8C5ZlK9Y0r1Waf9Ni5xck05ccw2T57OBCKwj4DQK9ck3a90wTbmZYDRYyt5+i
Giyj/WowXhBfgOjYd2ns6/1Cyn52e7qoOABHgYy6HL6KdixJE6VsYltryRrdstnbwnzr56NCmRZY
GALsN+CEkrcAMtrhZLDSvS2qncOvSbTuoxvkcnwGhGTB1k39i1k/9fQmb6+toV0gwZ5zVmD4UtEu
PTW8yFmjwgGtQ9eQfB/a+1ZPvA7iN5dHuGRBWrY2HZCG6CAgkOlBPfr8w5UbbNjjEUgbFnEeCAnR
WA7RwC4YR8XTis3lEcwd7iMLMrnM4BQ847qa7yNyFaOOUMWgWlf1AG36C659br8dW5KeS43Qu0FH
7RuNQeOqINbKMCFCSZYAG/MDQsrBRuxga3K3AVWdyuwsPd+3zbrqDpG5pWjLXyKOn7WCvCqQahB3
OiODVducg2zRzvYUtPSkeK2Hh0L93oqHy6szu7+AxIbIGmSNII51et0Km/U8BTx6P/6iUL8bfmT7
wgHgtQfxFMOYzB9dH0YYNc0I0OW+jT5RdofNuGBgbs2PQ1jJAahGr9VuyBEuuJveAav+Sq0XNvCs
CXByoREA1JRnCRlkv0nIYo3t+9h3Cl8ZvEL9gZ0LiQ3USaey41keJjdKp7RdhAtReDfmh1J/qclC
FXhuoY9NSI5k4KpQ0m6K9ZMgRX1rCVg7O0vYqcg+A+B4lt7JizFuDTdie1AteX1YeobL4Uw+DM6Z
LlhgQuBsQf1yRo3BK6NNbYWyPdBGq3LY6RZbuMPf+dbPbsojE9KRaNoIt2ebsD1yb1bQ1JbYOY1h
eDXhbYC6a7zRBXvqGc4LH8v+FmSu+dYUfRMQWoOrV1DHG7X4i50y1xtNpIeqJkbpKYsyf0w0SGlW
Q7JCPsJa2T1Kp4MTisDuoW0KqT08HDX7w03k0qRNt+jRKRzQl5nAOtsXNdamuW+bjyKE3w0gq2fg
4YomfukWsbs0G1LbyffUfOUCZLnFTiXZwsLM7mB0eP9uRI52O1QI0eoNI6OWap6loA8nMrofMgKZ
5kmBCQdR8iesbhFPFDFDRrTz7lX04V72t9OfP99cf35fOoY0DDktG8REeB1HbDM46zDo2yvt5bKZ
+bn604y0IKoe9kUbYRht/jWkN6b76+Xvn+vFv6/43w04UscgS4u+Eg36rtKwuEbzYJAa42rU6UNe
aYE5ZCtQd12loWr7ZBxWsYU8mFGsLv8Ssy4HuJPf10qOL2295W1Yovs3q+4hJOuJ8Kk3l2pCszMJ
1DtqCyg0gG7l9OyEETBAwmIM9BTI7iERoZtLLNyz4zgyMYUCR8fTyFIC11yzvYrk1jC0Xmhfwcct
7LwlK9LOtmnc8bLDQMAj4oMrxofCE1il15fXZGm6pP1NImGGJC4xXWOAwKX/sHLZtO+O5kra2C64
vcFnXbA9Gz6nbobU6ZVbPKZL4ldz0deRGZmUhDk5PDsIuvcpUkFDQbwxAvEi+TroP/CCODYkxayo
MihVb2A8tR5iNZKbalS+XV6ShYU3pfssCQFFaUqMpdbKVZciXK2TIKfOQol73syfD0zpkslhJic9
HphacTuiPzojj1pyuDyU+WX508a0+45OipX2XA/Hiu07YnmU3yqK7UeZgDrCEo5ifh//aWka7ZGl
hFtRKWKMJhxfqKp85iNyupcHs2RCOvaR7dZCaWGiEGPvKXX5wAt7e9nG/KL8+QSX1j5Sx6QRGg59
A02i73G95ku0HHNLQpA/BsLPRvu1zIYVsiEqUoINnGqbEMztJLlz2SqCOsLlkczbmYiCwAeO0pHk
vkq3j1yLORgJqiZtm/vc6sDXd1N+mKUYHoagb/kPQ5IHqwyFt2ZpwYOpN7Xd+ExEPxBjHFuQfNgg
kIjoC1hwzSsoD2RLwh5zi370ffnFHdZqTxiYg/bc/qaSz3p1XXcL+2qaBDmMOTYhuS2SaHmJYhSO
R7HucmS1Kvemgb9vlRe8Mv2q/X559efOCgGHAIqTk9aYI52VEbWLzkZtbt91n01wIxvsy2UDc3EZ
IkuQLEDiCVQS0vZyO64kuZsXkMYBbsbcdPFr3KVB635lQNNctjU7eajpAv4HZla0VJ36lr6Hlis1
8aAk9jVtAjPxlNdoo78SstAGMDtrR4amnx85MT2hZU8JDDm1h/hoGFc/MBAL3PMTiOAcmoXqTDW6
hZXvQVYahHrkZ+Wesa/C7n2l3yrx82Vzs8OZ5OagjwpiMlvyyahZp1rBXOR3UO+Lnuzs++Xvz+6B
o+9LmyzNLWhDsCmeROVK8REiDe46re7LJUbs2QN6ZEjabEaLrtDExECKRHhF9KAqzCuWUIdLRiQ/
RhIH+qY2jNSifoKWwh0kjHwNbOKXJ21yVmeeAC2u4IpDlveMLi6Esp1W6Tly94KuU5RZi+/qmK8r
uwALf+43JluJNFwwOnsZHBmVViq2aF2Tbsosu+ANzAMRBaXOAlNvgsujm51E9G1APxYqC/jr6Qmq
XbcLu2mHc+3ObFAU3CTtwiGdHQtaNpDjA6HyGfJwMHjBS1XL9wyFgdC9qSvuJfm94zxeHsrs6Tmy
I+0H16KIlAqR70vF/5yWCxM1/3U0nJigyELnpHQ21UiErRO1+Hql3QyGeFQcsRAqz64FOBb+MCEt
ep8AtlbFHO//X0j8yeQ31FpYiiUL0rlUO1GZYwkLaXSAWF7X3jjhQhpu3gRGAdAVSF1kHEpr08Qo
lC7fd+5XlT73QKzzzz+y0H+amJbqyOtD2QS4T8j17nvtKs1fy24h2TN34tFJYqgWxFmAV5RiSiVW
M8uJELdCinJnNb0nRjdwtWdh/lr04Ca6M9sfefUdm5SOIVLICqcEL+Qkqm46ngbWCPILR7uqB/p0
efbmFgjRLKBCOI/nisBRoXE0Y4wIzhJAS6pXvdE91DwvG5k7LWjQUoFJAu7uXExXb6AQXWAKHSCO
1dLaRQ5bijJmbaAqBrzdJEQtRzRW1LZpFlbZPvXIuFlE2819HtoRk7A3ihNnciQ87wgeSXEO3q1H
s70nC4d97vNTxgVE4hqISGWMWJc7HZD8OCdN5uWDB53wj6/A8fclZ6IMZUazCN7QzNYO8wAX+tj3
0f8PoU0UWl3Iq0N4UzokiCK1JrZ6fguSOs92vhbdUmO8fG/IFqQzoVPQOWrlwG/TfquWd5b7VN+k
S9oTmrwOsILHFlD3WAQCYLQU6A+KK1y9T/ht1Wv3pIzWIoweNZ1tsvQ1jz45Md1n7pS51q4U5dnU
XwD3ir02Txdu/LOE4/SLGIj/8cugjERkrZIM6tPaYDvtbVi5h1x1XzkLWy9NQsNrU7pRibUbDGML
TqiNXalf9TiNPXO0lmQgZef3/muglA22H/w+cOGnztVp3AoQHvwaGuS1XNvddI0RB1z0T0MZA7qU
ouzvmHns6SO02y7vqXeatONYC4dhahJ3AXI1IPItN6pGoLVG12db347AKm/Crs2v7IaBQscRvp2E
G8VSnkHf69yWorkKqfml1rs3I6q/a0P71EVANCVu+El1EgDMSa7ehRqv1zXqs6tQ9A8ZtKSCDJz6
QOqNQZ0ou9gcvXgY1oU9XunueIfrzLebMMjaBHWKgW1ai09/wz1DuNfVWBQelF7e0Jh6Y3YaDdCw
R30nStZjaW4SAC27FKWnporWKlV3LsFVobafcmLHvmJnXyOtTRem7Hz7IhhBZAUILbSr0DN+ulxu
G466M2b1bfOcR1d69BvC4Z++Df8cvRX73+a++du/4J+/gSyyTqKYS//4t9vkW100xa/8X6Y/9vf/
7PQP/e3LG6sTJv8nJ38CH/7dcPDKX0/+YcV4wsWhfavFw1vTZvz96/gVp//y//aHf3l7/8qjKN/+
+tO3omV8+lqUFOyn33+0+/7Xn6YK8D8df/73n9295vhj//k///U//ve//td//1/yH3l7bfhffzL0
nxHAwl3gZGjoZdCxHv3b+0+0n9HsBlEjyDWAwRDw9p/+woqax3/9SSM/o60fAqQTLhx9JVOQ3RTt
+4/Un6EXM2nfgIINKtJwT3/8aieL8+di/YUhxiwSxhv8NljsP48PGpRQu0UJFD0B0KMGLZQqbQYQ
KLeU24AgaH20tRyIIFM7dzdHE/K71UUrQDUjlEcjkaNKQWRFE4ieClhxUkPcRFETP2davdgYTeTR
TOEj+oYnzksClWJ3CmSOw7wuTnTSWwLtCBy9yTyuhRaU6FPYO23rNBuR2kZQpQ5KfgMcqx+VHBAP
1+j4vnStRvM4LthHJvrEWuXQkC9uuzAi+lUFF9Z5elQP9pqltt6vElYkXcB56I5ezdqhCQaTtDuD
amGyHceh3Wj2aMRZEHFNQIAjHAobv0oHzuFAbUPzIQGuvLqO3FIPfV2haAIpDSM6hAUz2VZtO5sH
dsLAsWKFg/7NcMfG2RqAQm/sUK9bL0Nvh0AQltL7sDBq3Susfrju0dP5YNoJGhXUYlCfBSFh6jkW
TfHaRafoKhpYcWeQnmdrQC9btlZoPjSbiod5vupbFVIaxtAXoIBCFNWjy7YzQVk7guvDx79Qy1Vd
x5oBkcgBlM3bIYzDZ4AlOsc3SWg6mzJ1inKVZG5INy26dLKVGyasu1bMJM1BwmS7zGdIHu5q0o/8
BpUpw3gFU7ibByBPKNgzq43yugYGuNoCrC32YaLmNVpqe73zMlfwxLOJAAK5jlj1igYU97Up3eGJ
OXX5KyRKrBw/4dmXCGjuL4namt+6pNN/BTeHyV4UG2lylJyHTltpDIiwrRsrtemZVAF1nDaCCHDF
nb6k25IoNX1wLV4OGFjWUQ8tk011rdIB3ZCQGCzTADmslnzhtWKwoCCgdMXw+KT3p2UD2aig9OpX
wnVVtINFrUt8Ux3osKutcALET9Gpr0eUq6mXRlr/i9M6XPNiM2Xltiotem+OUfdbMeL/gWO+L9/Y
J16/vfHb1/L/A/8M0s4jfzT5/xMH/R///t/+89/+x3/9278fO+j3P/Obhybuz9CEAt5Zt+xJh2UK
TH/z0MT+WUVsZeLRA0lg/B8SBL97aIU4P8MLEwjuTKp0Djz83120oqs/g/d+Il/FawAib/+HvW/n
sRzJ0vsrwvrR4CMYJF2S95nPyqzKyiyHyKxHBBnBRwQZwSC9FdYQIAFrLVaGjHUkyJAhQ4Z+k0b6
D/puz6C3u7Azgy570Bg00JN5701eMs453/keye85ovHj3/W1GFcuKY/4kHCIhNvU98qxKV0zHfgU
hH/rXKVbmZQWtbXgS1bJ2Aa3Y2ceQmp2dHXqWgXIo5wHew5i/Ul37lQzd9TTxGE2L+whkQjtNYEo
hojbUqcebsRNDlg3f9fMcyHzj7V+HWoE8kCXrHl7XiF+UJZ9dLOB+IDOty5o3q9pM9+RSe/TGYrk
PP2SgaTvIF0vzKL2dTffm0ad3Nx+4ji8ENeLVCFFrX/qZ1BA4Gluyjg2T/XCKpGCItLUuS96t9zF
vbjSc0wrQYfrXjUHRibESgI/ZQJIXa+3E7LmisFFtBqpFFU9hG0h7PQ1ibdPiORFqGwm4OK57DVx
37Rny16psYRE5a2V6o5J/FlkVOpM9VwlafuJsdxWLDb7VPTfyNYO5TDYZ2PA0Fq7vsyDCcEv+eek
uaYJPzXiyRPtPrVBost0zkD5TqAmHhfIOdQF5nUzvBKQZjSS932r8Df5ws96KZYwfcgQ2onMrhbn
0Aa7NWDFz0zNFfQd9BCkfQVNclfFXlzFUzgVsZ3uoOZ+R110BzVwuUVzOaEoyRxU2G7oXzaDDGXk
4J1zydNyDnoYe9aQcBvT7DzBUZzJKNgTRFUcthRenO24U1IdYK3uC75B4a1uYtPdkjw+T0ZYaBbG
R2PbB74atJ+cDHsIz0v4o6afIVy8Jyk7Y96YkPCHH85UbIp4hvSBKNpBaBjnfbF1E7nCs1JY+GIU
GxuO8Ke6Va0vw3i0972JH0nWkEdpIO7oaw6p+ZL3h8huT4TyKyqHR+RpaFlo/dYoH5SJj8NvsIqJ
Cruy5ejSPIVXw1o/NbA6gIeu4PuhaeJTtC5nC/XIToEdWnYKYlWoSJKyhYajkpweGJvujam/6TC+
YXb82EuoI2F9gKCsRN41jY6uYyr2EZCOfb5O657UcGlodX7TmPW4IqGuSub0LDqUjHm1aPwnaG8C
Zap5C+l9ni2vFEPCXiuk3oRDi8+lxbMccI2iDG4zsqG+ICK5ltY8G5V/CIi6SZVY90IHBo9g5G9p
353Ulthqte3LYpGaWhuoPoJ4fJIWFVRHcCnDEr6EpAG6RNW8xS3GriHlRXvJJWri4Ji3N4o6XdQN
XU5zyy9SIbgMdGAFRijuwxVpNTDoia0HKoauakJoh1OvXCEy9XkJMQj1jRkQqgQq9tzaq9A0HyDF
QbezdMdOKzzgQlQpR7FNW/857yXgJzsVok6C/TiRMjKYwaCcIcTrMmyit95Fh2hqJHZgqq8gkIH7
QpYc4XlqKmnXYuZqJ9QdJC16N+IBEfO7vib7PP/UhhpmELr9zJdrZ+O8ihtzL+hsS9VG6FWo6a8t
FIEYeNuUP8aRG4+xDPU1I2wqk3zsdmZbpn0UcHEKBYw/auc+KTYu+zWsw+clN4+JXa9XYLUl9VZj
i8aT23HOEVPukx4jA8cGr7cMQtC4PVHiN5hhoH3MF4ew9ryv+nS4izd/Izd+1mHmj3TS8uwQWYYb
YbxfcnK1wnZkUvmXLXXvIV56Ul1SGqQCVJ0nXxvm8h0M/OtdwOs7zsYS+fNn6taraWhAG0tg+shY
C/FdFuONBnKcZgmlTLIsh2mIu5toxQRKkLXZ8KbshuUILPVeZPa2HSTOgoCro11gQ8X5cmWT7DxJ
ElVj3rPjlgfXtiPPms0R1pUu+NpC3V5kGc6vMcraN9lH3TnoB1eE3lfZZvx1oHrMuB2fEdPXL1A3
+WQf6xRZ6P1jkqoXaR6GNT72C4lgOWJxH8F2ZHYc4iep1ve1QgSBwfltQzc/rSyabpAZe+4XMKVs
fxagDAYF3K+mgiR+g8EKXWCdFyWoD93FK3QbPwcSx+cqmQTLUNyR0fPSqXkqAitAf1Sz3wcpv1u6
10j2QZUMQF5TuWLVQ9mrs+OXhs/TwYSw5KBzcjQ5cv8Gsl/moBrqAeoaoLezYOeFb2UK9wbSNE9w
7GA74bqzJPLUIAu0S8xYOTLh+6kv9Mb565pm0OhxdcXqrD5h06wLzze4abqxlFBQ9XDrYNreNHP2
wTBUA1tfgbvx5eJ6sfG8lAnUknUmbkYefDWT+hCiXd2htU/2wuBmghqk28MfOCwa0duqcbXcr3O9
z3uw5qYpDgvttT0KATkmBgRXznZ5oC548c0GsKIXZT6YV4lgm7IPcQAsIHLuJ6LkTZ6jAkGl+IIM
vRECoykMD3pqWBHMGW50qDH3q9mSPdrkFYoMFhyjnmzPfts+ZsyC/LUA8EjGDvWKRB6TeTIefTK4
UvS+PatBtG9NC2SIbhdbniQVSZX6mkNtKIdSsMa+BSLuThtMarAfpfZjQ6P1KVnX4WXNYfEcyGSX
ry6tTHKXAGxLEl0kuS9HFzzGhH7sejm9bwO3lFv6sR+hEBxqTfdixsjGF4XUwAGHLJHpvEsUDDOn
pf6UT2lWpONICx4sXUW12E/5cEZo1VD0+usysfi6DrOl2ghsUtyavLYtcK0+TU5dSIJHzeeP0cpQ
y9KHOrWHeXHxR8qhsUgMuYl51MMtWPfnJZz7Mtahq8YJ1VLJcT7FWbBfCZSZEsmaA7+DcwdEAMHJ
+qhArG05IC27SHp9xFC2iwJXhY0oZTpcd+0CvSxCJFXylDb6uq4Z7LdU2em8qJcpBw4ZTnsFk2fo
XsfjKsP3HRiGQB5BBdKgH421X+7mODqI+fI8MmwIu7RAKGoZaLZr2xQ1c7gOLNl5Lsqe4WHIa+j6
7SOG4E/rEBb56lFbzWlpAtiO0A+T8mUcbrbcWlLlUO6xFurT3KWFBRFNifA2lBZ1fikTRaoWvg3w
DPsaTeowRNd9kFXwJipW64pE8iNN7nnffFbReLVNrBoZGC3Oo1/ieBDSrkoJPyCS4Vg343nQ0UFl
EwxjOOIl2JnMc3YIc4OvvCdyD/P2tKrp9iB7dhsPbihkt2iQybYPQ8gCfJIlKWNh7VHb5QnORFFF
VxS0eWV3FskfYxK88ZRdhQHq2bRu35xbbhr4he4TmOv8nIca8hOEFXe4qdHyNUN5EYogFWMPFssO
OYVHN9U3jTVvZnogwfI4UlZJ4IRj/DgM6sWN/GM/hIdxzvYuN6eNqOuOkxNw2luddJUnralgsxlV
HsY9xRg0ez/B060z67dBZs8wQyguZ4Nk+mVIzVca1FcI+SxsjaykRh2WyB7gKX1ACG2RNONBJssX
By+Dhi1nR90LnKZhE3UYNEc3b/bwGr6O5W2+LZ/cGl1P/DqgD5xt7wafX1mVlJROewDbMIwy15eg
b+jwZSFCHGSDN1cwMPfFyu2Nlc0rQ68rvexgMQSzoWTs3yIdHRkMCEZ5A3Z4DY6yTqo8k/i7erzM
GrBvvcSNjW6aXq/wZ5y3/Ebr4W6IzTtHkj3Ojxs43hSpzO4T3+028xBPEB0EnXdlpO5Us8IxXUc3
QbNWs4niaiEoJjoYSiyBxClfX7wL9jVTH5tG3VA0qskUXgEXe2qo+DD2FOwG3vDdGs4lzKMLhZX2
EAYvDYdxmxtii5Jgj6uN79L1s4tFlbUY7D1CbvqMFMbnJ9vnTzND86Jne15NsPdRbA42Ju9cHH7Q
43Pq2bVn+WfcSaAazvIhuoDPjkHGjWGE7xaxvPViy3cZtOuRovSmX+HS0I/dcfPRbdsG9wvbdt0E
UbaZWF3UFq5eXfqVNWDLQFn51JD8MlFcFBlwabncli5/8eiVWpSyoIfvTZ+WcNMDin4YyWUXkDdT
yah76IFlrcF0p31Y8sheSdRAQXxWUIcSYH1yqiH2hi/oi3N3uRpvV25uYpI9AkyupImf4RVVhDj2
UDOMgWZ+/GC3N8le24R83eKrhiT3AdsxzWFUKMW7dU2O02ZvBm3jd2Zov/ihuRmC5KkDreaSFAuZ
4Ixg7wmGM+Q2WZqdzOZzRN1ubcZveTi889zthvE5atOvIp6w4uiveBP4Wx4mhVjqu1FDMTC5+Iyi
jWkNhlhw4qxki//5et+E9hQ2adFs7EuvB1kK5K+QAQ5zi0ojEHWmGzUSaKy3HdfiaIz5JDPy0Yys
lGvr90kAP67MwPeNoDSobjmRhd8m4F+AJIPDJsaYXjTTEpatkBnSCZYdCQwv5eIy5AeM30g7FyOy
rvE1BQ+SZNkuDXGaN6kD7Dcv8SlcwE+Ca1EZq+x9PYqXsZNotrB+52F0O2r95BAaWvq4X85jx+oS
cWxPtNvW0kq3VXHcvs0jfRxIPBz6Wb5Cxi+LOBv0AZ0pwMA1LaJan0i3TiComWdX65dO9tCUT4SX
k/BdmS7t5w5Da2k2H5zrYUj3m81gEJCxN74MD8HUJ7CDy+5NC4d1AI1jsQ7TXRTYm42zW0mDHnL+
EI4NMFou1LQlu7qOwVGd8qmQmr8QhmOATLQ7ppmApTRNWDVMfjsE2aogjYSNwjLCl1HkfinB1ejP
agpgqLQ29ccw5O+FTnvMKgtWoZrbO4mTmKOAkWNkxB5fjisMSeoiiKC8ySwSsGJqr1SNDp4Y/k61
c+mX6AFRNYVg+a5uprFQybLLB/01TsN7ZbZ9rYawXNMaCnzFJbwSlrq/SZsIw4Ru4yrNNKm8W+e9
YENesqFJHxtHxQ6X1ON8OK0RQiNajm7FD/5+ri8qI+ZqqDG7Ca4yI4muqO37/diNumjzy54pHcNT
JCF6SbRWn+CC3J0YaeAo4T9zgmc7aPcrxb0h0+eBZNcLwaA0RWeEbXzLUGvjtfsk6iA7DkiBwjnd
LmnhI/epa5anuu1PhDKM7jw+bxNK25bTQgXxdeRwm8NX9AqtqSoYzqrKdAgDGF0xEnrNEpxwaTi8
t+EY5LsVrtZo+4g4obR04Bs3PKxR/BIA/OuQ7eFf0rwCBw13Xjp1yDFbHwDLIkJFWFg3uFHUp6ZV
KfywN6dKxH/PRYCnD6dHfdXy+mad4rgwemNgMhODvi56srV4s7msQh9eubS/pbgTs0m8ctxqCBF/
32RTWoWgpdUtwrtMvxc9PLiWLdwlAh4g9VoDhUFZRhoKBa4tTZnUdtdDYRRZLD7C5YobizDJfN2P
CBuu7NCYckj6qzCMb1u0avDGO5ul+UpzuWuoO+dNfHSduKL6TbH6g5+ye7e4EjYye5tF5xQgvbNw
ILG0LRo3farzppxU92bkcosUhCu1vvAU2RL9+i6m/M6v8pn04/Uo9RHhmZALJWWXN2eg7u+yoS1j
0OImQ0TVk+WaDu19jH3yONl77j5q3z5ATT0UdNt2STY+A1WgpxQtMRrGYUKJJRQQAYv5XmEfsVft
2lwTgfa01re2jopuU+tN7d2divJ3eCwrwab3lNcwPSFfKfq+LbYfFwGHSDVB2tI3D9JH+a3zLXvS
1gQ7O2zVtEHZ1kCTGxPzolxfBDXBuTuE16QN0qJGnSoWloPe2X5wMMMsN7348ySad3U8il0SaJhi
9Pp2BouiCO32uKk0LxcrL6rwj3Mf3nGPyKFoiNBdbhSbBKOfuVxXOEKFDwQ+qOiI1FM0IO5h04Ag
1Ij23YKu6KILyg5DXC6+TdIMpzpY8ps+H1dAOW1s963MjqaR93CfQlnMMOza/TRkT5RvH6IcJ6eT
3XpVb+kp5uIGwFBekk4wFIY44JgS2+YQBWhyorGVdpdwfhKbwIBI00fe+8e2Uc9Oo6X+GcX+G6B/
2VL+hX3rP/2n//sv/+UP/+1//BrOx2/8EcwPw59y5A9iv03BNsEaELvGP4L5JPuJMRAUcsQRRchb
Atr/C5ofA+gHT//yz4XohJXrL2B+mP0EsS7IBRfSUBYw9rv2rVDg/3bjih0X8GToQeFnhoQS0GF+
u6PEOr02nWzOw0I0l+8NrNrojQsAQrqw8Ct8PpoqG+vQdAUka71uDzzfpEcmOP5cgpY5X8gc30b5
Grx068JhFQq/mdFOVeqmmHfPA599nkJbBodQXcDElnfmtRU2DN6lKQ9CUXR2bZboEw517foXATBS
YNDH8I5SuolE0A9po5YUxIfG+scYdb4D/GUTV/ltSYB7bXnqizHr9dUsohqHTKic2K9DsD2ucpI4
AnLBb5mcx6ZEPmmHwRZkhK10oPx84Ug614cBDa3AvhTetdchawJWOhqBLLFN6Blxym+kQVvQ122h
c0BFN2tPiCKYQ/pEw8Rs9iP2FrDA3dgxjSxrn+gQ6WDaKZcu4SOBqWl2mCSN+Y3G/Pte5WM+HaFj
kPm9bhasQsXcYxGAb50FAH8s648wOg6QiwQu3T7qPT4L5tcE9aEfMTvruVMdqkKc0IKKFRAHIDQP
ELzbsBQZjA4P4QpjZFgHx7070HhiDLrombBunyELy7r9bORkwmICCjrbXQcaId/OmgDKgRkGurXg
jGBpf8oYSQCyRqF5kxJOiCXcKSBVQRyhsAg1maNmE3ofK8ZXmEojK8hMZx7RFv4glFMcN+sIAOwe
kyIJ99DqYTRLc4niDu4PnIvh8NLr7jYAlw8elSM2sfsOjKYYXsFSjmhKQhuQI0y+Uji0QMeQofIR
cMEWdKnjsQtjgEcRRkCJ2dPDLysfWifLZtI5zBLWSS9nvrEJQ2w2kUNgkRoC3MR1/rjM8Bp9B/P6
bd0ppYCJ1BxmFeXksihBYHyXhGWO7OUPjK0MFgJD+zLKfM6AEWXRB7YFPipbmY73mJWxdYGT73xN
amNuVgG3/AJknzgt8okChbiIVWy1RSAOFaGS/dOcOUFPgRj5txRM6f6whinGG1NzGlzXbSQnAMre
D8hqmRQDD2LFtRV1l+fVNDByxwgCFaHcW5oQzWOb9+dkVOLZQ0wQ7eamQwlEPAwwWEOHJgR6s0z1
HtPp9FkiODwsN0cwZXDRkfsQCFWPKQu8i0L1QT7tfUvCqJzDkX0CFg8kXTOeB+h4lx4wEolXWWZZ
rQGStAm+s5Q3cErKUH9EiTUDxecSKfCkDSvp1wnv+ex8R77JrJ1ZEbchb6ogjRQmum5ZsJia58Vg
gswI32vY8D7kQ2dtJbNmiK8H78WLMjoF1KO3GfZjvsFYjNVN/kp8mmKV0guYIRKDExNeqoM5JEFf
D7sUvc5TMkgkAcp+gj82ntbtqmcT1vSZjjj2YIixwC0FaJPxZReIDT2UbDYd7GRPQ65BmaVM71nk
W3vYbO7RueeAR15h59blZzJtnVOwGRhC/IviWVt2i1ETe2/d0AZ39bhMSNACOji7QqZ131Ugqs/d
sDOZsvXrgubM1yVH0KuVcNThQnzxGqcEHqxNb5gAxz7hVc5IviXAvBrpaZUoE8RHbnkkP05KZP0x
J5GmBZHzZB49QUT7TtSubq7SzQ7yk8DqMV6L0Y+zfpQiTlVlXKsuRy5WMh0/4fnE6Y3zItvWbOfz
CAsYP4Urllcd3kQNVWqmxgpQynB+7+oeq7czqCn1iObdMXoATUDkt03Yz9i4RXMiV+DB47A+I90i
7t9ltcoB1s+5BBZE4M85nnwUzulHzCxzhHAxnFcwnskIEBX4Z6YZ/9IRPFoGnfIKee3aOcKwpYp8
DNi5H/sdrIwlsqfG1sgqXjoKWHjRw3ia+z57ndsmenFLRMijcwl8u/PQUqwVmV3uV9+Fr2IjMqu2
ZZRQ97sL8wLbmUg8hx2Qtf0Kd0OM3HBNA6eOAL+vhE0WdZuNZF1ApIstfZ9n1mQ7OjDmi4Uu/JFF
NnyvgnD1RZutU1Z668EyxDsguwoDmTeFjGIs3MSc1tcY95amUC0iFkHZGDuUkzFaXBH0yajxQA4j
qQzV8t1II9EdYmyLPrghgSow91Q3J9kqAceCxeEBs5lu6l1kBdg+NJIulaUxyOCuwqTW8QmzIqyf
S3FxmS/megxfaqP67NgCwSJIU8PTgy2f0uYwrTxQGEckGmxle3jqQgSxYdsxdtCO2ZrAEkb0CiG6
QgzqQaimTaqENhdLvsXzw6JQOkqNAYcfe0G1PsEtKnyfwFuSVqEmMbsJJ2ppEboRNoRxrLZvXWY1
K5LahJ9wH2OezKYmwgK144LfWRcC1gQbsW7PkEKPN0uo1g9E+UHuFa6jvF0drAF2MN3PMU0FjUB4
sRAU1xp+fio/b53J9hyQHVa5TQtmUtIrgXmPg/FNH3sZAd8tWhGYu57NNChZRwW+FlgKPrashcnc
omn4zWLx1BUNPBnhCUnZhHWDHT0tWsPTe9W6DGv2Lk/kXgP+eb92E48r2jf9o2sN+yR0aOpCJ1iS
lHO7euCTW4/vKPVjWO84BbHi0t0wsZPoAR9GRHfNUOR2Hc43LMTfNliaZPuI1PE7MHxsfLZjnw27
EF0V27loSqcr9FXe3OXdhkJeRZsL6VnncK54VTn4FRL0oRDbH6AerAP5tV1Me4A8q/6MrR1sd4Jm
4u/nMF/DK55uTY9JZ9T28+DT5RutsagrnYiYKhGBgDkPjAvYLViQFMYiQCOTY5WtYQZosF85TJ2Z
gZC3yB8rBe+QEVfTVZKjTJom3WduQOe39cgFuQt53Ln9pBafFrC6QgboTPRU1U0XVXiGjYTHVe8D
+NatAMS6QYHsAazc6nLIGH8NOxcgGUkCAjtyM5D0NOdUvowR3D3vQjWm40PUrbN5JIJM5gDRm/mW
A+vRO9pHSENoFrsGZ7lkjQLIEQGAFI1Z2A4UTIac6HxCRlWTtWv+2vQei+g5XsPhfmtjGe0aAnrW
cx/LCRalwD3sY9Kie4YhwNIZJ1eC9IMRrYA4CPC/BnDu2IA/A2t5qLxsA9fQORBtk0h4cPJ4uq6N
aL9xkgQrNpNBegkZC7Hp3JyJNqDHw3w7mmCLCw1fEBihtSkIN1jorkiNyQf8yKJQEmF4esGXsxFD
HQIxGL1BhRVYCk8aTm1kY+LjpqR8h+4KmGjKYxsWNa+z4BTjzmKFnlbETjhMmi+ZzJBxj1VZVJcy
QDgBtsrongEZjNnrWIsYVqjDTIcy5AOMPbe1Iw5732S5SZ0z2FNMFEzjOnSv6FpWv2+EAFK/rVR/
SkHcfZ/qTQZlbTV/J9US+WpgNXYbLOy2qTLtsL3gRISyyuUi6HZtaup97QgqcRfjuu7jRqTPzaIC
i4OJAsXIp4UkhY2D9lvsqRsPo7ugWENLzZP3sQSe1gwelqGqk9E+46b5JnJ0CnurY1QlsMez7Ajq
5sgrIDrBW5iw5YLM1VhAGd6vj0OHjTUOaxt/SVWUYgDiS4BQQjaaplQD11jygnaEHY9BzlIpBNuO
vHMcxng9BdCE7WbYoIZI87wOUd+XQTQwbJJNj4wvKzR9nUFc/ArDEbAdgNVZs2tVizaVEgfnUzVc
/GVzDBp/Us7/bVL/u4sV918Y1f/l7//wj//w7/7P//6ff/iP/+HX4/rl136Z10EKjpP8YoZ1ybQC
Z/eP83ryE2S0EVzZMY1j+obI4V/H9Z9+/mn8Xym0MBnCEH8Z10n4E4W5Hn4NlOsAjOso+z3ku/i3
2id8HlD/WMRgcwXCNdRd37HlG5/TcerXkoy9RB+CO4cdsngbGdrppn8msNz91ObDAEbXGmCbCg5J
D4f6HjIC7BB4ulSQ0KaI+sDiMCg8vHHTXe2YfO5RULAuXgKvsCwl9nMzBOQVR3ygrige6BGgWzBM
mGISYnfgmWbvg36tGfhoC533bSPMXU0lWgWktoG6hUcb+R4qHMUlANKf6BhHIMekJAYTZ6TGnn71
Tf4bnG5QH3/DHEcBxteGcAWkvsMq93vmOKebT8YEc1deL+egAWMuDG138moT1+i3wkObt7C9rbuB
f/zL7/wdggJTe5DVA4xTjCGkBozy3yIoAj1mjL8LcB5npWXjfLv6cPwrir6f1Zm/ZsaDsI+bLsGd
CTfFS4bTb99lXfRqLLucxjjgyzjVAFObTSbvcMisMj4l7QRmczonaB6JCxyiqHukTqCRhchsNy0b
g6WIt6OEVn414zIgwpKba0qmJi9ki+6lQJYvqFBWgbW0hzHznBZhn6JtQ/oB1l800emHMHdwmJ7N
DN7VRrynYCklSFdGOsKcgMMdW8A+K32U40C/gKipLyMsiKzLg9xS9WCX0L9gnBO3Uojomxk8ayow
TNbtjLzC4DUO0sv2K1qdAYi61pUeMgyd66rHN1DO1VcsaEcsD4Mc4VVdzClcv1fspndGIR7pxjNI
YCqKzLuhnIxDkIumgX6R7UL1Dox18zVj2I6UXm5ZtJNb3WiUiymF/IureganyYJOQrWaVoDAwXCf
c0DX8CccXLujYxQ+R5OrsdwiFjNUw93wtbPR5o9u0f5x6+eAHroRoplygqs0qRLEreQVD8ZaXkkA
zr5cNuUwVGUmxFhGB2wot4AXvk70G8icai2jXEzT7i/foD9LoP/13oG+Icqzi9Th4s0A6y/23R1K
NjC31PRlyBC2lGiDHbBH1wbSW+irBbVn0yNoo/iDXxYhPcj88W3Xq6BaNJZoGBf58ecP9Lf683eX
ovAX6s8//cMf/uv/+n///N+hzvnDv//Pv65Al1/8YwUiSfwThCkBcGG4XSDC5cLy/hNknMY/QbEI
JBn/ERFCCPL8pQaRCPKdDFLPAHUmhTNagF/7k0aHJMlP8MtAeF2KEI4cBeR3McB/e+DhjRALnwId
+e4IotoCYamFAtPTftzy9a22T7+6HP/GIf5nXvn7QA2V8GCmFq+MZABwigD7QtjwYy+Nq/JrDU6D
wYBqdINQP6T3QUzuVRiTH3zt73REo02jvsbybhcs8XYzJJHH3lux6sc++XdPbQ1P3Uk1mcTItw+w
fuON+SsHw5+73Jcm41e6JOBTLYJzQ2R4+d6dtwsXEDF3+eOPfe7Lu/7q1UEjgBl1OqjduCBPHWlQ
sBkDL+7HXhyLkV+/eLoK2DAyL3fQr7Ij7+fXJUAj9GMv/t0uZAMGQXUaIHlhAmGZb9eN+dPR9xs1
4p+Xnv3y7HyvC01677M5gIxT5Yd8elXNDz453z2T+NpGJHwlqPB8im5h5WE/xy2YJ3/c7f3ej/19
u1nD0idrG6vghRmfIFZ8L2Ed9EMXO/nuwUQDoxemECLRZtZfDa0Nb+qM/C6N+i+XO/nuyQQznlqz
4rKI6LMeecn4XzO7+jPPzs/amF/d3Yg6rOH8jXQO1UKTPiIZgZJO/diBknz3YGIvLyc6pNjoj/qu
jhw/JqMP9j90wel3twrSR3UrmrndgQMwFYmlX+La/eAH/+6ZD0DlGadwRGIuNhWfNwNseWqj/K/0
+H/umn/30FNFpR/cpHbJ8zaW8fiDH/r/03YmSZLjWJq+SkrtmQKOIEWqakGdTG10c/MxNhQPdwuA
BMAJIAFwXYs6QPUtetH3qu479K8e3VluzPC0Dop0blI8woNKheJhfO/7VuFe5SmK9xo81uKwvRyR
QoNc99cs8j97Z8zvPw5UbZxnyAdCD2SuOY3MIqthdlvffPVTziI0/VCjnnGmDHVMDuoXiwPVbc29
5sXhqLdaUMqFlLIC2TI6h12UIsVnWy9chf2i1GKZXkAfZTUynVNc5XlqzMZXX8U9DuMntXR4et/c
6uld17/Cy//Jr3kp8Pvx10yiBILIwMtDHc13qpLIPG37VzwOP3v2KuizeOGkWGCHhe/p3AmlvvAu
jV+Bp/3s4Zd//sNwNWS51s7GzaHJMvHLmBHUCCA1pd04pqwic1GkHuoEpT6VBkLAdjDKhoE7besq
q/iU2I6FjKBhIombqCptxdWcmY3zzxqb0YQJQao7sLjjiBPtxO6i+dum946Ll23eGmSf43auRuos
QU1N/wsPkSq/7dmr8AmrFMeo8dAcQtwml/WIXFOq/hwp6m+z5to1Z1Dl7ccRLy4sw/YahSWyEY/b
XnwVQXPOWwWlGDoiHkvi9r1W6s22R68CqHU4LEPyB04BqMGFQEyvyYjK+G0PXwUQioR4Mmo8XCHd
PIW0Odn41qvQcTrRo8Kcg/RFJCFGGGAz2ryGfP9J2Mer0NFNNyKNnaObDAFk0hzIk6zw77c1yWpq
k9Xl8HFSzSFrUE11qnCFlH6mne36bau3eDW9UQrcGjeyOfDF7JDozMfXRIQ/aZc1bMTTYHJVjCd3
gb82rA9LpZd3m5oFB70vhtoeVhlwEhZ+aJT9NQim2+pyp7vt2at5rSN0QipEzA9z7LK3DXHvcVwU
vYIH/lmjrEITSV2oWC2m+sBCftcGBvseYvW2mRMnDy9apYhMQBLkCmE3+DyyM3IWtrXI5cv8MLHp
mEs4AfHcypIdKZD3PIlt3S9aRWZrJLaUoeAH2x4sSqYL5L5ve+lVWEYsCRuPbNsDqVGeF7ftZ2xo
/xwX+W+j91oNWfUCr21SfqiNaA95oAvUb43bFinr4/U2wDlVHeLhff254D1u28m2JVu4mi0D0jcN
Q6kzet8lBaoPCxwXhN22vr12KgFilPYWbsFDxfpbBNBjZLrXQC8/iZtwFZRmtAz3LQhKx75gUhYo
gUG67qaesr5UkHkd2kldegpOnw85Mx80K/JtsROuYtLOuG1HDhQ/4LqgbNITzrc3vvYqKqcU+QuL
RzexKGeAhMSWuLN4DTX4s/ZexSWu5BLDUe10UPlASmTORztWBHZjP1zFZtPgHsEHET/g9gFXvZY1
O/jA521r2ctx74/DVQpU3uxyPL0j9l4K+wyIfLax0VfTZVOhihzZQhy3cnlSQvGDqw39Gs/1J42+
9oYkLLcoxkCWSjZEzR4iUrML1cC3heflzPrHZolGJLMRj1fPg3639G+y/tOm+FkjnkaFIg7GKD/E
NfLIGlvMj7PN841PX82Ygb1k1vMOo4pHUhQSLVi+bZl8uX7+sUEYvJBWDHhyMzR7P15J5GFta5FV
aI6+QipVgSeroENSRPyrm3CCte3Zq8iklHgZXOY1Ycdwz33a7ianXrkC/VkPXAVmP+Sx7DqN0EEW
ZjkvM9ge+cYxfC0nv6TXKh4MeLi5rf1JzduWPWQVkzQCPe3CWQT4BgB8Ke+W+bClrUF1ftlDCMqT
XF4YvLEsQ1bqTRM8EHAvH9smdtJwzGL1kLtzFpqbuOL7bW+8mieLwbQ556Brxkt2rexd7OtXkL1/
3DXgmXn50tLHxLoE083Am+YtKi/ftxP4H9teexWKTo1MUIefsJPJ0whi41BtGj5waffytR0kNmZM
MJEBwsxQ9cU3dbq8WIVhKJNgREIzPyDz8qsPl3JZ4m1LVwACX76zKTJkait0O9iap1N1qdKPbfHn
hBv/d+2aF6vpUTEpNHGXTt0F42GJumqfT8Fu2w+5isVY0dh3Q4uHs7b/QvM+vAU2M9CbBj/QE1+2
jCwyJFUXePw0LDn8ku5kkCW/7d3zVVj2zMBl2GH9mopx+LhU3ZQdYzqlblsE5avYZISIoGGodxtl
8yjC70nMV5uafS2E6GbK5awRP0qBaSI9ikkV8gm2PXwVnN2QzXS0l+BUJ5r4B+9ey7j5yZjyvWDq
h42lb+IUxA8EZ4xkaSjQodKOXbPpNCnPVxEqlGjA8sAo603U+yNlKFEBtgjAxo3tsgrTkSiPXRo+
ABlay42Q07dmiJK32xp9FaVTvyCJyxKMW8juphoUnm133fnaVTZVcIACWIrFNy92PK7AASgU2dYm
dBWgdOhqpCrh4dJ2V7y+Qy3XplV9TlfRKfPI4CgTw5bI9RuZo8Ap455umzbXnjvqlxAp4BM9zIWZ
bydC2tsB9z3blhF0NXVmpGdCmSUDzGJkKAtJ2jNyzNKNT1+Fp2jDBlORyY5s7tWpGM1yrgzzG5t9
NX9S2hsXmhojYYUS55gyD31d4za++zpGAxTDAMSVHUWhp6uRLeHRYZu/bUCnqwAlFarbxnbIjvnU
q/siZcseWg6z8d1XEdrCgOerimVHLmZSQrYhTwEPX+vul77xX/lkf5ul1wlALSa6Ng2a7KiarvlK
F7e8aXS8lB2QaMewr7NNK35kO72cUTPBHXwbND3SagQWJfYE+DhWbYurbBW0nUc5kfUdvgVsVY9D
gloZIYs/J/T8Wxtdinp/3MARrBkHh3zco5nc9JgGg7uSnLo3m0bgdSYfhDFI3k3a7GinPNs1s8k/
qWSaNrb7KmpHtXAnJpkdWx81V0CyxG/mwZhNW9schcsvWoYqVYBJi95zkZGVLRHqziKZeNtCZm1s
ClokFgNZeembE9ADfTYsd8SkwcaXX4etrpLAB3g8fAIdSJ55uFc525aklq+zg2jo8zyr0WnswB+H
wKnbfs7ttp1dtlr+yhgnhxDLYDyrVX0d69RdVQR1CJt65DpDKIUWp2gZxrM0ccO7tGuj3zhqGTY+
fRWr9cxqFFehYcANUnu4SjvAAye+rc+ss4RAUo1pdxktFZB5R4Cms3LMlmzbLLXOFFIolFVg/6RH
aD44NLIyOaBqTZy3tfsqVhPk6zVjghnWNKhuAVrIHICu2dgh01Ws1hYH8hMH6oqlg9sbYtUN6r+2
Ja2BJvxyJMjEMOiGKvSZdI6usBy7sGS92LbGTleh6pYh0/lEEEy1nh448Bf7JQ5fM9teWuAP5sDv
AogftgcqiXMkI9kM7J327RCkyfXUgj2+7UddhSoq3ttLOWh2JKb7JsASP8em6bY9fJ3Ww1QuOVly
8GAkyEYsFtOJB8G2XFjkKL/8TeMJdcuowM+OviX8lyGR8amhfb3pSg65zy+fLpJmjCWA6sfQ5AGo
ewm9DnwMjcmmdl+n97Q8KPom0ZiahsnvqkvRtKQgHW17+ipUq8x4GbZFeowaRXaq9dkuX5pq2zCT
rEIVtAbUXUYIVYAtgifIPh24QzlqF7e9/CpWcxSAuDlGlxxxtX3TtChi+I652/b0VaxGsjDKCUTT
UEco5QaI5BjkPHmlx18a+A9idZ3ikzcRwFawoR0nFFWUABbqG5G6+Sy6Id9v+wKriHWUq6UC8ewI
TZL/1IdkfCxU4etXWv8n32CdSgSmJdQpE77BWHTt/Vhd8KGsRecfaO9e+YyfjGiXcoMfV6y8z3J0
mgzc3N5lZ0gI2CdM4/brpgZa5xS1cw36VhumR+Ao6qsemLuTBjRgW/PHq12sgqstCuYkPS5L3pzc
mKhjMWfVtpnkezHeD2N9xPDimPZSFI+ijNlNFT0hL0BuO1++iFh+bHeZigkbTHQdngTZIdFRfUAy
d7Rtn7m2IKWcBINJwMn1GbcHWC7sLhZDsfHpq7hNSQ4k14IdeKCZugKbrCqXtF+2Lbbj1S6WX+pY
gPwBxTnFWImMwhzsHeAHtvXIVciGprI1a7DqI0b131yvsxuLct93m56+zjACAqOawx6rPoBto0MU
2OJqNDXdtmJd5xjNZMDAF2C13ZgZSBgUhY/P0ElF2zIA8wut6sc+6Wg22tTj+SgLj5IyXyiFxAqY
8W1tH63i1QW9AKgD8Yp0DPMxJ7q+XWT3mvr48pZ/MN6vc42Q6TrX2aVX6ljMUN3iBm5XFF3xoOI6
3ldCL+WEq8o/J4v+21b/u/7nh+Fhxg1FE1FBjzGug/c6Gfv7zobNm20daTXxYtO2gDeFAzomB/As
m4TvLt61w7anrwI4czZzpMciGZQs+x6z+lgicyN52vb0VQCn6DA+cVhPaWLBmh+5OS6j2ZYeCDra
y06K26NROJZmxwwZMiG4e50GHqIe42rbPdo6JSnEpbtkGHqOg4qWD1NeJb8BHrzxDGedkiTa2IJO
Q7E/mZ17mkEbekg0qPibmn6dlKTAIxTA76PpAdp5Mwc+3FElu20z4jotCXXJAGugVPxYGNtV5yoP
uyeDjhps65brzKQA1V09iVRxTMcJFHEUwB0Dj/XOtrZZzbjNkExAEHXFUesGJa5SkdtCA1y67emr
gE1Emrec58Ux1yioCyZavGcotN52NheuAlYTlESGU1wcaTI0595zVbLezdsGm3V6EpBZYOkGWXGs
Fng9SBqrr5zF3fO2llkFrEddQDFPEdo9C/wHJIQZBdoTU283PX6dopRRLoqa+gJQ/eji0Fkk6uSL
qvDbDtDWSUogimnH8646elzJ3HXCFMAMjfG2Lr/OVErjyRrAQaqjTEN3Goit9l3amG0LZLKacLs6
LboEdcNH8FACoPfB0uuNLDa2fPpyJK51XEtUK1eX42h5Yw0Hxxd1jtvClazCVYEEnDMBDAzvsTbO
SBLfm3YCZGZbt1nFa82rQuV8ro5DR8ghgPXui2qV+XXb06OXTTPCH8wmmCmOtUU6YTY30TGdcf+4
7emrCZa6oqtwYBEceaHC91ncyX1vuf627emreF16ERMsjgN4s7wDni2sTtYE4aafFRyTly2jWhAL
dSGrI9NSAl/oxRsai/jrlndH4cfLp3swwtzlku0oYxnd8TAY3mGLLnfbnr5aHy+EK5NNPjjOw+w+
RY6J64qSZdNBEcisL989oU0fiamvju2yREeo/+6hmek2nRPRtYyyAjt90J2tjjQN+gN4dSBQL1DU
bGuYVawCIdOC4T8Hx2RO+wNy/puTjcZtyUd0ndgUVfHE0iUNjqaVbDkPsh+e4irrt43B0Ci/bHim
DG5KWRwcQypiJHxY24e7aKrJpoCC1e/l8xsKXfCQ4P0VAScNR8jVxzip640BtQpXkU6t0xxDzeTH
4YZ7DzEUc69tqi6/4N9vqjBVrN59ZhF8fylGYT/Jc4Ti4Q8isxB+/+OOc+nbf/T4Vbz2PXZqHvBh
6DymlAEP5sgJVW7TUQwcePqsy+iyLXjXuU5IYQNuMnHB0WsKUQiLIxQYdXrj01fBC4AckTVbMCTH
Lr4mYN+WI/bom5Z/9Dse6Ie9Zo1cqgLQSHbSNrUJVIppBnVMkI/Hf/wz/OxXXsUvLzpvXE6Gk5nC
6ggMkb1qer1xdFinPZkgApSHdvrUCQZYkJ/BVQOUZvlt28uvwjeZUpCOUIB+ogUUboaneq/APt02
tOXr4OU+yOpIAcs2YXUJAqY9DWAfbuw2q+CtgKSrgjitTqlvZ459fpA9J/PINh0Y0XXuE0HRAdfC
sCsRBaTd9/BV3mVidBt7/ToDatZD11U5MBm0T0g5RzCCmF6wbb1ynQK1xAWtExKNVxoCZQh7JOsB
E+FqW/kyADkvxzYxtdAWgKN6ZQUEoH2OX7UFr2Rbx6Gr1TGQ0xmpBEuv+gbUD+QP9I8iNnbT8TGl
q4jtxGTRL11wVQ/9R2/T9llSqz9viigav2yYMZ8bq2rVn+c4kb+kYdN/6037WvJm9v3e7g9G/XUW
lJhI5JNo6s/cm5jdpDgtquCSNnGctrc+4hPI8o3SDbmBR4Imd8KC932KQpg2n20ESh4u6NpmhEaQ
6K4HupoHS2Du4JVo53YXCB/TI80CuN6G1nqYISPiwBQPvMqia95NIIvv4qUqCMB1cyx+DVzcoy4M
yGcbfoZI0CuHBWQ9LG8zADfldQtdhrqjnML6krK8Z5+ndhqmGuhk7cYnMgCiDrGeNwZgSnyJiv0a
RDZkVSkAfWy+BcAs22Xnismx95XndrjYIgOOTtf5sXrowqRxt8o4YNrgVJ1zsw8TJaq3/QyQBFxE
S75AWIac0eYtHSYRziXIu3Dw7j2sEeMHOY6Sn1Bz0PZnIIrztGQGsPRuPxMpFb4/n5bhvIxJgaIB
EvDhU9TLuL3Pu7CAmtSOSWZuu2KOLio+6/L8m0r6cLiHHW8gn5SRc0T2c6hq7L4A5c7puGsjzhi+
LKx8fjrPeOYw7PUAENmviyQpH0qbw7Te73zsKgKuXOoiChlbhKXiiKOdau4PrLJVd994SPoeR5Zq
PCFPgwB+RZlGReoPDMkD6QPQdqK5L0C4lVcF9ibAwtMq6fzR6BD7ziUHzvWxcQr08z0m+G458dSn
+k5PsQSoDrqndH5aoEAwcmcKmoEpCpsj6684CdPgs4I1VrdljaxCmCBBKwdtH2cgDkrL0uS91dMe
+YzxaGH/UD6ObyDUnXGsBuizgX3NQcPXADULfJ7eDYu+SH6WNgfvDZJZ4Bq/zLG29j20kTl/PwD1
No8gA4B3U+8S4MUBNAhiFvNzNnVp9kutI9n8ZgiF+RdAvWCBu2/O4PgYIByeG3fVOHyr8ORVpWUA
tq8CqvcC6sPnHtoCaXKICdtN+W9EMx5D9tIMFWoTh3xqg0/BYqa02Y18iZevIfgnwbeEUJgEUEVh
hh1v+kIBrw6cXXvTenEJMDoYPhxQT94Vbs8h3yzcTQI4ezgeQa3NTHsIAGGOocadYl61gNvVyj5H
OG+Y3uaK+VrvTWcAihQT+5w5eNQPjb54islI0M1BA6zN11Cjjb4NjY56hsZTob9uSavoLYrYdfQ2
H3DfGZbYN8pHBasZRIaCvCmiQibfOjuDGQjE1/I1gq1hHyeeAvsTsuVdIkLLvjE4rJMTowWn8JDB
ZjxUd052RtxaI8Btn3YuqWAs/jRxdCpxlyy8iOprEGdcLXdWFCP/qDE6JGC3N47C2xVVme2uZcP8
POyRCsmaYZ9I+IA/ZgHRy7MLxrl/n+kigBjZcBwiA2gcJ2Z55GGF6XgvMTOE7Q5SC9EsJUYPqGnB
ksc1Y3+ccY8/RlfQ5YBwdUKpY6YrGDUqN/yG4rDe2xKMfbjgkUIOeEpemsTnEH1R2IaHz3VrkL1w
dFjMyWIHgpCA/ku3xcRADQ+SARxm4oG4+gQfiS/ejlFrs8+xDwxIhMWsxgTvBjR98ps0Y9w91lzn
wycHEG6oysQl/XRfkSZyXywDRx6oNk/6+iSrdB5BoBp6kKIu3lNVh0fLoG2aMSSOYCffQiZC4BOR
STvE837Mqxh5BDIKdPjJTdZDV5CILPltCrAJk2fdsaKTRypw0H8MSaTH+2FuphbaxNrNyzHFRQh9
4iAzkF/xs062KnOXp1AFY2qwxZupNbCdHOYOOSn4b2jr7K8NUNAMvblxJBzLAB4cKAnF0AM/DepP
n7GHjMfBsAfEfiFnUicG8wXN5pyBxWyrb17AKfIoqLTTA4SeaXRC27Dkq8wTBeF3A7UKe4+JfmoE
AIpCMQiMtWrtOR+SZXDIZ88tUI+4H8Id+A4y0DayOzrJib0H+LMzV2SMtP0EMnbSBrshrbmwB9hj
B1gPeusA9JwGjDN3uuHyAs8hUD/AA0/EnskFZsNSd134SC8y4rKVvo4AJwedXX4Mqilbukes7Rvp
IS2Fuay/8bRf6MGGunc3uOkDhLqMolZPJ6Rrh4kHxrlQMi8V6bz6NYUOHLKktuAWh5N8GJMeTgsO
ag9MEAHjDw3QxRiyq8olXwAfk5AdLHNjQlui9mYEm7aN8IyPOqeFflBCNOCyc3Jx0Z3acB5zcghZ
GNQ3UdcS7R9sPosIonPtI7bcxcuC36ocQiNHJBAYTyqocaNANWrfQsQOrjLwldhcQ7MUB/0jHA0a
YYfKTB+B+mlxyNeCWJqyNn+Qg2Wfq6BLsSRwo4ncc4jvDpcgjaNm/pZYWyApDQaE1pYycK25SqLc
xjsWkMoCYe6Nzd8SiLDVHSt0PRdlKj229L/V1TL74djj5qh4jxGQwBk1J3URHEmUTVN2GrN+Fk3Z
toCb/uqHpR9vqkiARd4MdLHvWrno+S4hvjNkZwZRpzHWFgsGAVH2iMeFv3dWo4PsIm1oCFl9GhtY
Pr2D0e0DRvUm+GWinkbA2kcKeQqsKWL+3BSyHd+N+RR37JR0MYifu0FmQ3ELvVV+wdVCEzHrXR32
XX3lW1eTYl9AydfP5RBgdHprAwo3KNYqQ9K+iTObTeeqcCZ7XIggMyRetIZufhcZw1q9gywCRsEA
kHdkeWBJCr2a4KxDWRENo1g+FW2HqbyE0CA1vwTOzuy5b6pEQ+1CAHn35Yzb+OZzIXqQYsrAyib+
GM5FE0MYC9o7DH5VPi0BrI0cnKfwoGGtF4g3jwVhWs4SspWbNJvH7C0uZ+PiqV7SQYIonkThgEPY
bKhbHH8BIMzLbIFA7zpPqrT5IJcJbm0a1X3ky6SNXTiUshjD7GudMkwDZVRnsv7IPKsgcWN5gLVP
6XpoFs5K86aqyyRGVvkHDc07gc1jJhxodGisDbpWBZA9O6U11rHRrga2s8E4OKdBiLoOMGCgyDMj
tsVlrWRfnTmfNFpQACF8izVHkn+IJcbGY7+EF9RXuwARB5p4LMTRDZEdRZloFVef1VJ0+hGvkmKQ
qyap9I0Frjl6A7UBlKAFMvPCkqp26nZBIUwodw3Ye9XbroI14Rw6KaPjAhFphwX33BXvDeVuRMmj
Zv4zRGOjmErPg1jBq8lJl9wFC2LikXiYOOKyH6CE6gDEzVJZY4iVBnz1wXesSTFrzK2CfM0mdSIO
caEZfdYCBLMeFtm0wN9XDS5Yr1KFWerj4itKr12Td+knSPxcAlcBGuxRQDMwP/BOxfO9Q2ILv0Yq
FEW5HbbPNr82rR7Nb2G/tLDTg1yaXmR3Ie+uqhlG+k+iB3bjKUZSIn87W8D4u7JDobL/IGoNvx3u
Y7kNy5xktPswEtyZfltUHrawg4yzg1M2wiWhfScKiGOqEu7wPj17mAxreqUYiO1veQ3KsirDqp/S
53ASTYr5VTD1wWIQQfvgRK5O0QYuqPArIJ6H4cYtSi5fCJL3Hj22WuktnS6SxtlM5I3rJhSdwC1f
F+/rum5mtcMOaUzvAlEI8TkCXap5EDiEiI5jgzj8wvSAmIS0uypSVGWFRYwayjB5nqsuKB49CAEO
mycbkPSqJQD1nHEJnZt3nYwM/9UXY46vj6Fe+AdqW6kQbdKb9o4FvoFwinHbfoodlpFl32eUnJue
9cPtSLiLT/NUC/EuTXuuLl46GCavJMjGgHxjTfdhQjZW/zDBci9OujFBMJQzgaP2He8HFj0Laex0
wsw3OAh54D8oMS1S9MqwifSemLkht2MyVcUHuF9kgjE7T3sIqKe8f+8gS5RntPKCINALNSgqmCCh
mh8DbaF9LSdRtc1hTodA7Od8NvRtwLSLrseZJfSqWayUKEVwhbyHkETAqaUWjD7vHKTSKTyI49Rh
tmGVhpm60dMNIZZnb8HaU/BLVS2Vhh1A6p6StziGS/WxcbPASGgT0NaOyUJTcuq1yumB9Hpmeo8S
ZTiCAGrg7S0Wn3S+hu4mzGDQnRg7NjEi9Bryrqw6pMnSYLNL6xBS7VmQC4wU/kdxU6sE0geQsa0w
Z+LNlO8j7Hfl/YzkK32e+II71oxDRsDKCW8IF1nL6uzepahEvFUEVyL7NAuaHi+L8i9axixfyE01
ZqL7yjKV608TDYcQJg2sorGBQ4lS9sB6SAoPozbjfJvZKOvPSTUYjPnhNJNznYyhu0UFKQgU0G2b
pPhFdHXvjnm9zO07iA4rYB2aJRxOY4xNzUM2a7DgS3BFKZ9xYhQV6g5OrGi5nzM09EWNEDgSNefU
syRY9kjng+ERzG1PLw7vKAviV46ef3LmSVcHe6kawgC2CHZ2mBFBb1HdgCwY3Bv/su0QZXW0N0QV
4moe+Vk6Mtzgep3ci7bbVgAAtvPLI5pImYlinbSc047DTKvD4Z2HqO9x07uvi6RoCktuG3f2PGR1
eB1x2Xy8rJhfuej6npH1B+c/6yopZsOReV+Ls+wg5gFcPVvAVAyTsYLD1Y0oXQNwke1NFgXo9l4h
j5G0pn6uC4G9VtOx9L5GRzI4MMXSa3G7pC+g+QmS0ceYiHKUH+6TSeX4C7qHOfQUDV0BrZ3oYeuU
Ejmud0FBW5jq5jrk6NYad2Jk8RDr/uP2u5wg/tEXXJ0sIlnaG9Y4ey4otg/HeSyMu9JVaH/riAnF
XgCi8tpd8E/6cbY6Z3SDiINZe32GOt0F17LuiiDdx3UIVU7RLTiGgWhpSdI9ThMCSOE4rJO+RIpc
CH9K4BcIaDBjWH0IUxOMRycrPV4VKo7SW8iBA3hdW1TMTYfEiKCA2mGAR0rf15HMsCAzpp9yA1qy
1v34gIRBO90DEcCxedA8H64v+WVdsKeVwK76UDfQnaUHmJwauocX2VuMmBh3opPIWOROkKeE9p3q
NO42SplBaOvKSlYAcmE3i/27Pw1xGuIgZliY5jsCV0u3jyyoQwfo6p2er5PcFfO9giwIPDBhtYVi
8PtP+v+DXj8/j2Yan/9y96XXfzlO7TcYXbr2ny8f9bWD8wZ2TfOvL/+of/8ze+72X8yXF384oIcb
/zg9j/7ts4aV8V//+XeA8+Vv/r/+y788f3/KO98//8s/fe2wFb48DX6j9gWO/nKc/HOQ/X/+j//4
z3//t//53/7tf/37f/+7/+z/iFQo+WsU0wh0iyinwNnjgb9T7OFl/2uahBSXWFmSpPEllantRsP/
5Z+CMP4rbAWYGwmcpFCSXpKiNY4tL/8uwgPTMELnDHGCmkAI8WdMKt+T+P4rMnNUqIRFhqtWSjLU
m6fr8bOxSN3sVT4+zanLPmIJ6ncDUHWnwPP2yuTQXPE6jm/h0YrO9Tg1NyO8YV9QtRRdvELdIQj0
cJc2dHlgSdHvcYS3PJA0xMYnx0nR0iyvZZK8HEp+f+ECzUXyGP/L1vxmtpAajEGhnyCPRtGwg1x5
7kAY7SJdHEMsCX/v5z9lfn/n3K1bCBYCnAig1fF/+C1+TAZudDrlOMrVT3NdkA/JUDxkgHuVsDna
w+Tyj0ImHZbesrnCNQ2UjRN8rRfx0aExNIeoe77DxZPGRsNWIAgX0+0M8u9hNHLYEZ/rsisaekx8
Qi+udZQ6YWv8ypB4uTx++Q2iy3I/CYsoTtJonU64IHsfhXLKPDUpFrWQWdrSN6zeFbjuB3eTPpFm
1OdAT08/RMOb3z/hR8r793y51QdHSRoSOGnCiEIP87LpsOqfsZZz5qmr/HQNrBiMzKyvb9RkpuvC
APZpgaI8Q8plr3ofBHsF+Pwe/q3XEvT/6E3w+REl8LdiaxuufkSJfXdfyQGysjbVV42EVTPny3xb
4zLzyqeJfoP7rxAn6WQ843zJHBMtqjLp+PTKBef3vNZVm+TwWaRIPUljSGxWy60+cSIkkNc+Cd9N
O1/BdlLYyb4f0INO1Ev3DteStIQSK9+Fvu3vEU3igK1RUlbzUJ0nMuePVlj5MUqS6E7qaf6QB1Le
E1bEryTJfE9kffmyMYYn9Joow2Dzdz8gzq1CKY2InvLB1rj4GfqvvFdsl8JVeMdj3OXEbsxOkIW1
T02fjdcZtrkc0tA2hKxBuGPcZQvcib4+tXmePgR1QF5p0Mu0vnpFaF3wuyYFjB/ZxQXyY3gGExsS
CFPjpwR5eKem975cojreNYV4jY71R80BjTVCCHUWJCHJaokhi4YXxCXR0zzgkAC21/pibuu4rfcQ
Edcw4QaBejfjHgd3EYDKvIVfCgjeesJVyaHox3EogSGI9AFnnZMD92RIs5ugLsKPczzE3/5x9F1W
vi8b5vKGKWaXKKQpDvdfNoxOx3QxPIyfIEOuT+NcLSixgR+OGECLcJAc3Qxy8ec6yFtcF1XhK7/L
9zvvF59f4OMJBGEZLqdSTC8vP39KZD/JhBZPcTinn3Ev4KrrWcHPUHZtQp5MxXC0rFuHkytMOxDu
DBL3RHucm8Rt2RCd/qIK4HL2BizMM7ZP0C+7wFXvcRVLvxYEdlHqdHojFAQhu0x4pA3wLHftLiec
fq3HLJlwPMtydsD+c7rDx8c4vSlso88jg7u1LKYBG3S7CPDDlJvtsjfQGC073bUKNmUcu7ybiwGG
IIbyX1OOchLfBtwUfsP5Ii4jKq/YxQEs9Dv4wxAKkJ8tzwI72K5kNouGfY87iRr3FEaQk28sDuHT
vpczssZhRzoYq/oTm/MQcN956XEPgvVbvVtkTP83c2eSJLmSZdcVIQWdopkCMHMzb8I9ws2jm0Ci
Rd/3WEEJR5xxylGNagHcU5F74IFHCRkGt3KIpwhFmDn5P3/+UFOF6tOn991374jZSTrXzlTVUeJN
YDjNPpjr+EY2BwmZbp82UFBpRUnuqLsktduZ9Hp4Ef6Rwsub8hRjc4U1YBck+KvWmrKfalX1r/qW
0o1X8UCXjqUY4uMgg7rtKzUL7/FTs3D8VAchu3kzpIr3+nZUlmB/vh8UDJgIehhdLUFlFfiCXG+G
OO7MRyMb7R3ImYzluRHte3zQvuIakz3INXOeCyEeVZSHfmIgq29syhfJg61gnqXoGu5r+Lyvz4RS
FAhEFq35KGVVcqXO5ejmkqmBZuUFEuLqsDHpF8GJ8Uj6qLfYGMxb6wK/WcY8gNTQepSkaEABI008
zKLxArUBWl5f3wtT04WlEahNUzXMdb83MTaWcLOzH+siBNKg4Xuf4IlGv6ca7DNqhPvXx7swNa4x
EkfyItLGdc9hXo5d4CPB97h4abtzhQcxINyvHKXWt380sl3N1FhKXebOPA8klR4qup/J/iN0xOJI
ZSvwglLyDz0XgjfU/pYI2KWdKmQdLF4m4cOEakVvzZAQNiMcJx91VGcPuMpquz5Kk0fF4pTmBjda
BOrgUB2ed1Va6VTj463Ws+dOhtVxETr+VVT4dYrPa5UZ38biFrBfPE4U7lPqEKaMQktVybWXRvjZ
emLMdEKZr8+Ng5i3PVDUR57OrXNTe5pbEZWOWVKU3NjSL1MpvB1ljZO85JJCXYuqa1pmgT749qOI
OgMuh38sfTs/KpWhPGp5Yt4UPcIXNq4qniyZBdn5NABqhcbGBnyZmJPP2QbLI9B7Ucx1BxHRrzIK
nKFOKSTtHzy9Izp2bf2+CrX2Z8diTB7UhEh2KPmN39SCMOfKXRQoFOdtSflsN3byEYH11ok1EXyM
paiacOGQfOUO0QH5SVOZoBeFJhbWPNV8k6JxxjKXqa4FblSW05Zw6MszzB7XZEPIAvFD1V7++V/0
xq6Ge1E2nY9vL7WZ0ig0p5sNZQ+ttduPWr11hi+Nx7qxz7HmtDCOXI2ngV1ks+E/2pDL0qLxPVDs
D3OU3det1W1snAvfS9OwL7R5EqiYiK717MFrG5VqsfRI62P6WFC5u1f9IHQHKMxu3k3BMawaiQKE
Wnth3Q4ejJnhoHXqj4bIfBe0OMCi69RfpdRRD3Zs4Dwd0rnkZj6kGSecGuuIUfu8gxc930xGVH3W
Zg7K63Hv0pqx3dj3dJ2bpJzna5aROsidFAWkeQFsGcP/2sfzz6ZXv6e6vHt9rJcxlhXTdG4Ocjhy
KO18LIyk1WpohPSoDUHr5pn2NRxKbOiFtkFwu3CoGUlwQckqnnqqtcqiUT1ts0nYwakIq/YrRav5
myamAZqTPg6SO1Uiltw8xt+Eh3bfwyBRWuPrgOrN7GSKtNnUeCEG84NIEpZEAQPAtZCGnrcKxLs8
OKVGbR5MqRge2mkWcLTM+CDHTbtrKzm97fS83Fm2b93zLCnfxCkEamDtNcXWSfmfTUfXi4KaqoWO
aHjCAHM4lhALdyKa3qbj/TyKMAS0K1Ai3i/r3iRqdg1SMGN0mpM29EISMC+iaPP2bSt4ufCQ4yVH
0FxtpQzCka3iAn9qsQF3cql5FIuXWVH1ntJNv17ft8+9p+eXF29PrlBQL8U21bVwzpSDWOP+HZ+4
sb08kPPgdhg7I3eNaKqVKzphxTsdNp3pAWtm8ftZVSX4WKUyPeCHVsu72W6np1Qt7Yfekorval7q
R8N3K7O60jKj0UiWcwmj3tasN8CS5fyufrpQFjhOXayFrXXXvaH0kj0rQ3xq5OY6NiKuXrN5Qvz2
RhbpD1XBW/v1xXp5yIFIhG2zz3SooetrTEAAmcNGi0+DNUYkFVKw99NO3pV+b29sgktDgTlqy+t1
cU/Wz+NJmosgw/o8OQ3lZDvhaBkeJQjhTAq0zbfPylCQKGBShkFkOR+qVmNDiIbLmfwXl/QK5oVR
J9IRStqWyv5zhWr9yRgDRHAx/YQNfT7WiLFQAq+sOCWYc763jFr9HMyW+d3IZeVLp0zaT63vpLs4
DwvFFRmtriG6oIkDB0eJsICLpKe+YNmTuIb5ONRB8SNJZj2B8BJno1uaca1C1xcVeeA8tLd4TNSz
x5bUZkzTouYhT0Shc470GAoHnLEvhlQa3+vaNyZn0Cj9uz3aj8F1rFjY/kiyMtxLbWUe43DK0tvA
6MdbaIpp4syBMfCym2pD88x01jDFjcPBzWiEMtzIHtXpRg4sy3S5PK33NYSo2e2Rx2yXCjgcOt0o
qy8SpFXTUf0w/CqXo4YzGj446a5Cjbt32jEefsMH1Li2qm6/WDTFDlSHxZG9g1nuZtNUvKslqp2e
YtQ2qX3Q40OcGQm0sCi2m1utaqXZgVs3vkuU6qmVfD/epeY03aToFW5UDZ8VOlYfFy0/HMNBqskb
1m2t8GX0CgZcecqwOYkchb06uEUMB9QZhTB9T5HnGGXECVNjpx6t5Ltv1LR7V5CB3xd9PRAxtMr8
NJOztx6FAHmvwsiF4eqPzdEiKzrmU1B+TINeuLKeR++SOixK1+i09l1fDbg+tpbWv4+M2P7RQDdu
XDUbht4ZdTP5hTF4FGEwkqqWO4StMu7MoY0/RyPNHhsn6ll1YrUSPCdZCxy2gTDXovixbVNX1mAy
6Ylq/xA5ug5OjRE2lIu+hKpUZLDlnDnsgtSBkVjKV4Y0tK2jAfLbrq5kxT7L0Ex3UzurFXgYhf9D
otPL8oq6Ug0n0uQvECa12IWsl98xpbKnokgO78QzjBonkRIw7DYNFM3RM5G/a/kATtVEhrFREX0Z
hIXC59ZNTN4tVV8/LsuOwpjf2eVJHlXa0ezcvw6V/kcraXiuWJN5Y0ItfHMcBhrHV14lNWX09YNL
Feiz2n1TnBRQa68q6bhVMx3iQj1Mj68HxyXOnn/JhbcNiqgZssV4C3T3V55fQwPVIHdUp2Dx1zGU
ptvZ47jV4PUC9meIZ7gSEzSLlG4FuAAgC3xwquo06knoNbJ1T0NBBdu8j92wnT5AQg0d0SdbirEX
nq7UpTTez7q24NzreDwpehllptmcGtKOb7I5y3dmIYd3k6mzS2dJeSgTPGANgp+XGIn1DqzU/hWH
oXmI6szfuNAv/hyOjMZ79XnNV+vQ9i3ZY2q0p7GktRwXphMtmZlDd93wfSpD9rhsTe/pAcj3tTC1
q3GGPZP5iXytllH+Jum2JdsDkSW5oKgneMmsNdaMWK9zfZSbE70PqptVQ+jJOQzK1zfYhVghyCRt
0FfkmMGEVpWXKkAlYYj64QRvSrmTg3760SYFSTNc8XYXF8ZUO1x51Q4WW7OY3FnTDpp+GLmVjE6j
k8opF5EhJwV4qtTV1rEKAvQKQj+af3RpQzMAFBptwFIWWxQPkmlzM8o0lniWz994atiXyaHOavHD
j1q6SFsps915quNiI6d5UVABhGCrsZjQAHUEQleZbadYvR5E03iyqbBdqX3DrZk0WnWswnnfguNc
5VrT3PJFniDGxU9ZrpZXhSoLJ6Qqtoe7NgFZVMX16Of9HhaJcj0EfuElgzxuPCiey0x/H/zltwJk
wSOA2Q7ndZWA2ZNiRG0pxlMgm9PHtIIaPqUddAuc6W3IRfA1Eks+zHGauAp75YM0j9KxscriujID
+x5d8PZLLLp2//p+WSeGy+9azgZHVtUMa63tUPZIw0Gjn074AwQQGaP+plP71LG6KfwnhmI/Ik9j
POehq88VSINmQEyfTl2EDhfkx8odND+7om2i3rgx17fIMivqHppqcuIM9vB5mJVbmYaRzJhOy83o
IsTfnKbBt1waFfq7PE2sO8UgqXl9Kdf4wDKopVFolCl52PYaraSRqIsMs2dQiJYObA7NqfVR2vUB
eJRchVsQ84vwxoDsepNXu0qZV1vjcSjupS2NgfIpa+wJEaZsGF0RRCHiubXuqYlPJ/dSTJhHAR7S
K099XXRPpZbZd0Me1Btb/MKa82lB+IGVWPZ1P15X2hJnS5dPwJWJ20fd+KEAc3CGIVP2Va2OO4Hs
9MaaX4oBMCz41BAC+M/6XFnYiCRqac0n4UvSDT1OuZPoUeUVY9BeNaow4LBKxams83Qvz4l8aii9
eWBJ5Q26I3dQrJUbUevy+66U2iNmbPMtmX7hVQbcoNf3x4WjRmGMKgR8CwHesrr754Q6SGIW86kO
o+xjXHTqkl3Z+7pvyo2jtk4A2BmkAOTOGlsDJol6vv8hnBOA9VQ56WY3H6lSTMd0ClDgSGvNgSIq
88Yoxt3ow6N8fZJLHDuPcxw3lbYxmTK3/CJph0oigz3b88noIfe3tTo9+LH07fVBXk7P0AzilgU+
Q0HpGUL6K4uaxjTjiZvKJ9jvmdfzt59yWc+w/iqSvUZPx3VdZZCg6AHcvT7ys+Dkan7Pb/UlW6TH
YN3JPfVB5WeRpp7KWZ88xFj1D5nwMXEOkaksnUyPktqb51n+ljcBmXNbdOPg0XSndC5dgOaOGqYs
02rba3QkjWH5pDahOIyU/mukLWf+JD2236HLXMvenE/z71EVWe+WqPI/opHdPcIm+yLQ+HmwapgL
e7ZBoLi6ZWq/UTssbmy4JPM1invBuPebJPraBVJ0rCO4DfT5pNrHFnu60Yl4IN6ntllIjgZlpdrY
689gydk64QMjyzrZp6xTJnohPZr2SyXOSJ7iBu4n9FYkoWJRjLfmFKXBLrTTSr2XqFpkTm7q2fvM
zGPZLfxF0EyLmommtDkroM9XWiA5fivlrdvr1Tcp6+KlaKtamPukkeSMeZ57cd6PuD2GQ1bcSC38
wt00BjGW41nVf5hN2wz2ttqK68n2Axj8Qmrx9KbMcqCSYvXv6MqKv7y+UZ6j/fkCUB7TQIoRpAdF
XKtfF1I2FIPWVk+mFoY3ZZl1B0XEReSivJgHRKCigPofdtU7njXxIRiggjtVZxSTq1cLT5yWWCV0
6ymkeVGb0/4QjIm9S/vKDh1LcOg9nULHnVXR/emYdlKUniUN4XedulS7s+ok3vcz2MnC1a7vk0EB
Y8yMWW/3iqzoG4/1JXatZguISZbNmDw41jZi1C9o7wms4qnvq3ofcLtoDl+ONoXI1q/YJcUuE1Zz
kAMatJw5S7a82l/g2Jgp2rDLmLjFGw5e23nI07ukazor6p9skQyHpMjo2TTb5NDKrfDmQHRHaUgQ
YLBULuNUK1zUzuP3oZltmXIoSx5zthZ00P4pUJHwL/Sr81/Sy2OEs2kxPk3Z0H4xlcGCMYcoQ+Im
iRWnblAideCMaql+nuWZh1FgJsF9bqpqv0+ntH1Pk4fpysmU/vlI/y+Im+Wv/LGtf/1qYW6e8zP/
v6RrLsDgf87W/J//7b/++7/+2//6L//j3//7v8DZ/JuwufyLf/iauvYPUkUerfADeDPaCx/yD19T
M/5BekFyvLylOdPLUf8PvqZi/UOGRUmxVl1SewgO/4euqaj/ICUB3hVwlIDflbeQNc9vVZrvYIvR
zLgQeqi7k9aeb6lISDSlLOaWXDgIIy1tE8kotVd/rcrDny36N2vvPIHlj11qqgaPAZgENrISq6cj
jbmF2g7QzawkrT7zYBzpnyj66zDr6FQwoa1sZG/nGdHzgBB7AHt0rOsMe10sGGezysw5Ec5Y0QJn
j2Z5bKOhvU5yY4vM+WIFbQN4eJkeZAyeH8s//ztlmFr6vWh8dLoqyb82+VSC8Zbh6fUVXKXkzzPS
ESEl/2UJqRSuEAfFmIJQGTsBu9wuH3LTJ8irg1Q/qoR0l86U4pffZhCW9E6lTVkxu32qNPnnRjOg
girzfxz5/5TDemGF2bsy/2WBdXWtG48+3VDYHb+HrIAmaXqLJLdo2uYb2mxb5ayLY1G+BvqDjWKv
3SSCPMmyPB6E01AcuC8BUE+lmVDTMlNpy9d9Rcj7s9CQGiyOpA2ctVYuGaIatHqgtTZEyvJaqW3/
ZCBMsYM4UdzhNls8wE6prkO5Hakc0nXuVDJ8q4i6qtNj4eNmcu93TkHb603cptNeL/32TZozz7+R
5yebbWEBqSSLqz3Hh55plTWcKpPyna8hu1Dii7lxiC7sbLiPpMIkWpSm188KOY86M7QSg74EYwwc
c9ZPiYkz/UZGd55z/5mMQR5DcJCNBXQ5n0wEcjxkSWA4hjq3e2PugmMMqvCjmOL6qGWTRC+iots7
3iXq49tPFWkkoJlJgKbWs+y8vw6vqpfYKZM5OPIC0Dtxa5gHOyCb3vemr9yLOMDrMehV4XaGFU5O
YNfNITdMpaEjbih+9aLZAp8urDq7zlQMgGoQ42fKw18/KbCwsCqShFhJ+v8+KZPRKxsr24gnFyIy
ffOmbsLm5MGx9jaADDLkOhm90ypSdhho+VUdOap1k6qMmPc65/nH62t9aV4AxnhJMzmFa+B8qf0q
lbGLC9BPqevYZR0D0m6xRSW6NArkJkvhSoUVstaDG9RIMefAxqw5Mah3zimMx0KyNl7BF0dBBAPU
YbnY1mD7nPWqMmaVcKKm7B+UIo12VjVXG6qoF8IeaA+vXpopAGPWClCSOlNDXZ4qC/HwSgkH4fqT
VHiDJJlvn5DNIeBNRYatvQh6Zq6UhtRmwsnMCYPQEa4ACtnFxkk/z+WfT7oNpApqwHkFV1qFLRns
IFuyZhqYjI44OZhuxIsKvUHKRSqyE1Hkppr10If2RsC8sJQ2pEmTO8SEeb4OZZao00oqI159A2W6
UjTZvpt7w1VrJCFe3+fnaNWfSaoAFLwWqBwra7DOpBbcjlzlTh8X+7Qzes/WcjeUg86hu/26amjG
f33EC7sRcIx2kmcyhrYOoOjQWi2UM93RJrrPpiZrPGr/W+TrS0uoE57hMXDhy+s8RzWyalYHU3dE
3msHutvDfddm9buh6zTv9Qld2ieCpyI9TFzB8povEegZTj2DRFeybARHO7DUYyZ3wxWMGuU21jLJ
pXkxPdWUkfdyqcsbw1+aKRCCrXHDslHXyF9RtHputIj025nBtSfp6Z1BIe8uVYItSsOlzSIExEdD
gfmKusx5UMwHeVZs0fPp6uGeYsGHKfJrDyrAb8OPby067TZ258u9QlcWmBAYNko48ho96XIiJDIE
ujP4mbaPE1+9iaI3mlMuZ8AkdeJdQX5iLXWy82mNCeoLvp/rDvIXmWc2rbovUt/cwIVffidGgfIB
7QT0F6rG+SgCCuMcBCVqkJjWPsZyaP/oiqH9mdK3uvGAeTbO+r9P7z8zInaRd1NkoK6zrOtft7Ka
hDVT5QVDbmgupolW2dEIqs2aF9GLcG8PfTe6oYVkkpOJXmt2gr9MPaWCD+9Jeh99nZElQR3DLpBo
HBqsH1yB3sfvSIaXj0UalCA3VrpMReUsy74kQxhEjmxgtbAv7Dqi0mnDx1fbftBQnpKqn3aYp5ob
hXIPK5cjOwIJquLkTy08lCTv0I3IIz1LKVhFAgaD0v7WuBTvhcjjT4U1GLoDttKN/F7VGG6Ekuun
MBek9MhY50t3gK9+Qf2ty3ZqjowC/bYBUzSqAGVeK0w8trWZOoPdQN1IAh3KdqeJMQIEAfu6fj0k
XNi3i/QQeZpMoqiKZS/8tf7pGCMPFcjQ6huh3mVd+dWaFP/4+iAXNhStJUQdAcpC+F7i0l+DJGVY
NKYiNCTUk+km1tT8YJV26FZZ2mxtKP6o1X6i1xIsgO6/5Siu9lOMnEldYIcMUpultOgmBlIEkwi8
rJ/SrfrAhcfjc4MCqTyHfmkdOJ9Ynqoh5WoeULlZmj+GTsBRSlKYcPVYDpStK+ykXdPOfFepZRRG
YrCsn1rYRFdAg/H7SthbaP5zZr1eAMFxotVMhRyxBh66cmFXkeI6Zaum121pNI2LdpU4SDh+Q4vO
U+uuEuw2R6MVFCZME4zvmp6uAaco51Z1gkiY8HUwCUbvygz999VoydNGuHwZn/ne9MNSY0fbBKjm
fOHA9JDVGclYfAwrvjeVMnpJKYnfPPrVXwOl13dBGHe/3r4NSf55jYDw6uq6xRFB2kgOi4mlKQTi
EnGnexmiVIeZLvEN6sCl+VFZtGVwKduionM+v0SJY95XuXBEuKjbWbPh2Ob4vo6KX5OI35lDscUg
uXTGaPAAbaLAQo1xtfEpy4osDha4pBuqQ1MK9WPK/+jO3QhV8e0LCdwE55JkAgx3ve3R5CEJa0jT
lbI7otJiuGLQylupmrt/Zii2sg25mgiypr1b3HYzhD/OM+JcBzOT2R0pLzc05P6ZkdiLOmUqLlp9
desNczbFFItIZSdZ2xfcq9QdFCveI+2GXsvrK3gp7EIjBeASiC4ysfP9EcKMFLlPQBrMMrmbRn3e
82A2vr95FJWLdWHHAu5o64eOEmRKr6Bq5YSVkt0ndVIcZrlB9eafGIZ5UDJZaohr+NyW6dOT4L47
iFFaR/TCtFtkXuXD20chKyEpwUuLgsfqkUMgAwFDRdoRbdO/H22qAkFlqxsHdwk8q/CpAv9AiQZU
BrtdDvZfV5VAgkq0KZVkXvJcinr221e6BzzgbqHgGBsLd+HMEoUgXgFUc3usaWzx3E3+qDEYF4z2
WSlMa0+z5ADnWn07sgWUyuNd5qVBE87aIGjUMdiJB0M4JqTU2wbPC+TLm37juXth9ejuoZUUwIl6
7hpQFI0SFPHMW8ZKZfNgSXV3HLNRf6xaK3MDbVA3iljPkWb1uUDQIBSz85jfmpA/2o05sVrgTGXu
R66J4MEnoejtNcbHUNVLZf4ZJbPyqEwJVrl90PWHgd+3kXRcmjZUIaAEut5ozFhtzVmjYdUnxXOq
qJwPFaK3OzOW1I9tG8a0jbfDxlG4NB6RAz4ix2HpQjrfpBlnxE9nZh3Ucn6sIZXt7SEMnxBvg1ds
iy0L6Qv7lIqIrNHxADZDk/D5eHUPs1N6xokRHthbna14Sh8YO6C2z68f8osjgZ4tbCDYAmuCTBTr
9G6lI6myHKruABnfteM+v0m7fngzdGGCtplgWmzVJQ6fTwq9TlT/dM50JesPjZabH+HYITVujVtV
muXzrzYpFxctxdSWSLPXwV6Eqh3TPYVVM+qmD9wKj5YpTV6q1xRpQtOAECHXxmHoyc9eX84L1wwQ
FxgXVGQ26DrxrttxSCiuIDRIA8ETa+A7ahpumR5e2I6LKonGLyfx4K/OVxJIw7Yk6B+OZY7w0KT5
s1mR/QZK+Kvxh7cHaPALgiUAAoTvNYZRaTMPMyQwHSOAwS9aGxnfMAncKZaHXQmasrFNLi3h0gRH
2YKSF+W888khjyktTzrhJHU1fkgDM73CznvrRF8aBZYVR5ouDNQ/VhGEZCst1Zx9n6KbmfhGtxvi
zbfBxUFoH7QopkH8WreoZb6P7ZzPOxQFq+nOQPrvXU1j+u71PXfpCIP6g64yG2iKq9Q3LzREyiqL
ThVes1B4Df16rPTYg0T9NufmZ/BABwsRGuVPKrprPQmICQa5GQn9XPoxT+XRvo07SWzAxcsPXh/f
hRkNPkHLD1Sp8x1Q11ZCXssOQEQnOgTosu7Qay32vTbPx6EqhGdKJdqCA5sQCY2Nu+XScpK9kR5w
bxE/1PPRg0jBlUnuOcJZIn9Myyb4FnW2ep/TtbvxKHs51NJOiFHSEuohL6y+nBx3cHMbQbrYW5Pb
SFH/GBZdejVqfbAxq5chkaEovyugcEv8XX7KX2nWUKkhbQoziLXUV7SVIqLvdlUlvkXSaCJ/uoDl
iOAuJcP969vzwsi8W0iIF4oPa7o6z3U1z4ZkNZoD5c+/SngEPyaFsJ54g1qoUhRatCPbixaaNFWc
18d+ucA8CEnAKNNQRadGdD5rG9mYKeN14bSRGrnLw+zQJnFwnAp0vl8f6uVZt2Xqi5bGixByyzPl
5a8F9nG4oM8JSAvRHvMhyYf26Lf92+8XHheUnKiUKpz5ddgCZC3jEdMz3kyB7YpJSKhGK1ukgwtz
QY2CUilJAWf9GYX5ay5WEU4EZtJxNZXag1Fls6O12dsaeJdgYrP1iSLU3Xm2r4sowkCqVSktDVXF
Wd5pLUR/e6oDt2n0Lbes5UI8jygMBdmTcg0OHi9gI4R3h2wAJ3fUrIlOQddZH6aw7b4FQyO/J0aH
u57euzdfZAxKUZLLjEINwfl88/nIyadBDcUZwf3g6zjNkZP3UvD9zfuONANKCoQq+p7WKhrKJOmR
qc7sCJ7R+2aedI+i0BaJ+MKOWGQ6qAJRXZNpvz+fS1nQ4RYjnu3U9Dnv+GxQGBCn9V6fy4XjSoBa
nmZLZfWFfFnD8oRJq2oOZZN5B2yJhJJtzS5NScNG6L0A2xENeQiapDRk2GuLuYGq2TQBlNHBWlT0
qhcyLgUmDDkHGEE5jtwAX6JBN3aNItXegH7gT56qtu1Uo15fpVJIj04thg/IkareICb9zTjxEq0X
/ZAFpEeA4HzFa1iO+ki+7Gg4Shz0wpT5JdFW1HqZSTIK5wHAh3Ipi3k+SlD7sA8TzmBgBsYn1FPy
ayyQ68JNsbFzuSCjjU98YSMhywdSugzKtbA6FJPV2kFZ8YnLwJDvhlRDeEnE00ZB5dIoJEMLoMCr
7QUFWYXg2mHyrCHsn2lP/IzPnd9tnbwLYPQSiBG9o7YNhrWWQhnZMpNolypGUep3aFQbRwO18cem
blEwN6Mg/0QXbenWWV7cJXKQ/pyTsEu8oY+bO2GG2fHNxwekYWGKgT0B8a62zITycYJgCx+Tx+UH
PTOjq8Ko2kdcJdSNS/3CSeXyAbtbwoFNGn2+b2BoB3Ktwu2Isza8zzDduDWmtNkPs19vHIRLQwFD
QUWBJciTajWUVpj5nxJcVVjVd8vIG/Si/Mrr+xQZp9dX8MJxgB1LdQxivkyrxPLP/7r4sEuafIgw
oBuKXx+qeYzfhZJpexH2KvtmirYKtBf2KTVTgFZi3vIsXH0xW+cFYikZ6nWYvtB5FkUHQ562Wn3W
K8iaCR7cMhc6DL8XDaNDKyqkABhlwm30gDK64S0+Iqc4ld7KIdTo3FrYCcD9fCqUTM4X0Jgo+zWI
PjojVTtMluR4NzboZL7+mVatYmxuhgEKRgGU2gKNNKvEOUenAdsShrGSwBGZuErwd8Jo1ptHze1q
E4kECMUJHhQiVva27j/NGGvMQe1hfr1xk7xcXX4LVzyovOBcrREUNZ36mYaOhU6QFq4W6CrXfGtd
Fbb2NofeZdqAQWxMpBqRDyB8nq/uQG9YgnHKwqgq42sb35sbrIC2SvnrTbmMQq2BQutzhV1f3fVa
mlYoKmo6zcvG+FURU/OJlufPr3/CC4OwJQ0dqik5JjvzfCpT1YVl18i6k6Gx7IWJ2rg6+iHeG0dZ
9gfbgy5iUFIGOx/FKIcWYxcWjEbuaocY4XQjcjvZGkVfxw0gQQUSgsbLiuBLffd8HLXps4GituYs
WiY/ChiNX/vMTL/ORmFmSC6a5W9k7canBDWob9qgVN+0qMD5ANIeBmEh9LXe8ZUM06uqMKcHAp6o
DvKQmtdpP8rmKcmmMnHxTzXrK/xepWMwF2VwMPGjeuiU3hzdqKEedCQHzm/zPEZm0hh77ceUJtK8
i4JJOuQ9fkyeNE9a5+YclQZwTEZtccxqs/NqdahuQzFUJZ4UYftFq33yvCxFx+xQDn1Zu9wh1iGt
G+lb09moMfR9FuvuqBqR2KNrluApkVrTFBwsX5INtyApDe4xM0vepRPtnL2uoOjZikLchxzcZo+e
O37HaVbPJXZj01wfZdoyMJwtsuxT0XbhozVFJfqfxhzdZXWlnbCCUr7h36U3jkl36OA0qZJlVyOp
i7+zxNjekRAkXwerrcZ9EI66sq9tjA7uqtgn7oURLmvHOAnRYKvJ7IIr34r1cq+hBi3REYe6IYYE
JcY07YhpklfGIuyvVOhWwVNYDWPr1kaZmTAn+/QmGynke8goZwWxm458tGylGmEEoxq+lXKpfNQm
mpixNvFtTGHy3D7pYjSaY9gU849QM6DcNfbYqS7hrX4vEL970Pu6TJ3GH7PPpC1R4gxxXfjuVAvk
49qkNCtXRPUg4y6SVneqpOkfccNpcDoRRvIRDzloKknbG4cGk/MarriFhgW2L33t9bZP+EcYqEkR
45wTEoMZGraTF8PQLI1OleRElWp89+Nc/dj7UV0cgi7n/9GbxTiRI4vqJx0roX8Hs2pGVUqTNPp0
E3ncqVnsfzKrqfcPplKGH8y+sx5KP9GO8dTZxyjU62t56vGjgTbnDHCxv06YXHwEwm+w/TFQK3Ak
PA9r15+1mBJQVA2Vq8U9Hi7Q0rLxqgHZ+CmPZhJ5JQ2cbHb6edDCymrpO3db8jmRfbt0465KO9eC
8jEiNxkOH2qBdKRXlWScTmNWVYadghJMjoHRLiZgqkhkZwp68yPCBjiuzPz7P/qlVe5q9q3xNret
unGq1o4PqYxYnMPWi/ncca3YTm5V408EIczvQwuzZxfjKF3vtTIOP42ADbnnD0bxYEC0sbxULmoc
PpTR8nM8CUtdQmK47MId5Yr5tsYMbbyHR2F8C+tIpN5g56Lat4nRtruiNWA46FVuGbexasXDvUBx
TzuJVJlD17CmgMOAf02wmFJmmpca9oB11eJ59B6eRPMlXEpUV7RORCp8HNH7X2KtkbO7aA6H3u2l
Ovlc0ziOjudYidnNq2j6lDZIpqdOnhSx9bWapRmRiWgsbnMjo2+ohHmYU61r+i94xIUFm2NKiQ9t
juFdgslH4zRjX3/u5LH/ECg0tDk2a3HMtZgurKlprOi6FIiJeq0SmIaTIRk3OLJO+gxfBx8pZ5E5
HDwcQyPLUfO6hUQx935/K0I5Uw5x1OGOUdG9iRNKzMebU/1rlhnyI/G/+Vq2GdUSS6vEAX5fudCX
yvJL2U8oYGuSUdk7RKRli2dVjTZoYA/tfTzFQrij3OQ0I2a8KxxBY8fHMEqChx6ptBY9F3XunIAS
dQrubU0txkO1+J3axT7QzfSbgunhA83EQsWjB5eUKx+3HP50Oc5tZ+J5kLro3evIi85WgYyMjVPK
rg0i7b7NKlX12pSGWtee1ByDyQgdVq+F7BugutnQlLob27JTj+CiaRC7s50PJwwh+/cBPjI0nYS1
pX+s9H6ynFi0ylefrrj/zd659EaSrnn9q4xmPVGK+xshDbOIS16daaftqnLVJmS7XXG/xxu39SwQ
IMFiNgiWSLBBIMFIw1eaPnwHflnd4pyqPtNNL1ggodMq9VG7nHZmRLzP879+7iSPgoPUrNl4tu2K
0WI/RgZUZ0Mg2Gnh/iUhv+r0T4o2jhXP/1QXPopPkvf7xcrvwNO4NluDuqZNbik2b7bmlJHXukV/
oWo46xFZ5JIOEhrMuAYK181DmsuWc+eu4xpYI+OoX2tqO4dkQZpnJY2ax5S6qtxDCCesg53I8Q0J
10rUd2pMRD7PqDU+yqpok307dOb7sgyaprMPUjXKL0vcNZSOJTg385w8WrrG6K7zrkSTHnJr9NKX
7POV12gK+6wbqU7qj4aWH4j7dGe/rXRnT3mBqgWV2qqfJ+pGzCBTFudFSVDu8/vNxVtjRvrgxdas
z5sesHvlKWOi7E3rcXlW3Dp5X1g1UQ+T4RRmGHNDgYUXRdr569pkXMAkHdsh0mNBUiCsuZCaEQdI
8qODoag5JYSqw89ukqvghpZtNy/pJGu5ddDiVIFttuweaynTfTo4U7Ix2rK/dlMlI9AsyVtUSiku
vdoTtuRtO+XphSS4aQ05wjrpDc5iEfzZug90vpVE+xIrrHgq/JMVaDGPjNDkkXdpZpqQ/SSXjekz
FJCZG7tivSZ9aMoxn5tRoVaMstId6VvuZY3G2cRq17ZnWczdWQ7CTHwzWaNQRQfv+m3d23dc6DRs
VIQ7168abs7IN0Hxx/NCdLBx6ue8jm5Xqi3m1RtkJL6YBR2eGzk3jnqrIYvNQqp/uI9nokiKLZe1
GG5VaaY8OzSu0pNuJ5mOCp6kzPvU7Hn2pbYtl02SRqb91Ov5vISmVGS71bsCTVXarxThKYW+aPeu
O1HFp+RRou9ZeWq5T1ZRNBstSSdrE2V9PFF4VUzPXUPV0C19RsZ9s0ZRdM2xT0xnVxfzqIXUkXKp
shFb1SdJI+yXXx9Vf7FGkCBCMAICeIQdVz3ZtyMkbV09j/MFH8My1ZRTlpafm3F+K+wpvvv1l/qe
X2FavZIr16UF4T/Mw7cvpRgauhFjNT2BypRzybYDuzO41s3BnTedHclDGvf6vm+WNSTNpAp//fX/
7K+KaAGA7yqE/F5DMOVqkidlzxqTru6mHSyDzlNjDpyia3+D9vjFmsGvChvPSm9z0jLQfvurJpTp
6AsZKF5NOVCg0Fu4bZth/p0QBW8osSDXOFzSHQhx/v4NpeQkEhMnl97XeZgJpi8pzQHRFGWav/7e
/ZnPDj3nFS9AxgTb8B0asqpOsQ4r8t0ip0xbLw3EsVaaLp6T2MaZB1m6ydYmOclMNIfJipzXX3/9
P/eGfiVzkDzgZv7+9dtMERUjHJJyh+yMZYmacKIG9zd+yz93hWB7AbXAOoQE6bv9vqG5j01qMj2l
q5uQhBBS4Uko8UgocX/3FXINYwSNtGk+Z5L+bkXsBmzRHaGryDDdLFxhBU52bzlvv/dtu74KvgZO
NtClr169PwGWCOhlggFxoosIXbU+OnMwzdnwG2/bL3ER7WoJQQzPP1hgv6+rSgn8dUTMyyiUhN6y
f1Oke41GQAHdKEHXN8557mfJpDHOZ5ts0pBGt1zxLMQme6cfR4DmOIVedavfIEOut8CfMjAGPxko
O6IIyDjukO9ukXJpe7NmgPbM1aaMjnLDjcoBTP0BI7qDR23wbJn8lhDkl1crr4o86CoVAqn9PiiV
ni5Zc6Ren3R06fZlzRA/J8ZvPM/+7KvguYOSg+snuefbh8xMq8nAk9OkUK10Nn05fVTV+bcIi19C
DHhTAWbwUOM64tf59kU40FLaODkf0O8TTzlo8ommTKoUCEy51CXhel+v2P/vhP/Lq5rqn3bC//iv
//bH//IPP/7Lf/6H//Hf/+If/9vf/89/+3f/+Pf/+U8N8de//5MhXrGdd6yJzNNX3THoz5Wl+ckR
rwj9HU4Ozbqy7dzzfMEfLfHuO5hBblKi/gGOCLr7oyVevONI5IOmtgNVCi7D3+OJ/8nN8cfb7mua
GioaZK8E6eGK+x6PbZiAssUoyOYdYA6OmezUZcNSOa+bPC+yRz0X2RQ6Zj/FLL19Nm56MdDEIfu2
OPa0g+mBoeRxfehpseULXXXcSm0eaj+VSfq8Sj02gpXGmB+aMsIhk5tyLXFjmPJ9leHJ9cUUsVrr
tJRnHl3LXbU3Z0QbQSE6531a4Tj01aXqFn8cjGHxUp7EVDWKjJL5SixK7+U2QakEUpV97HXjRLmY
K0WU+SjXlnjL4i4UYjlz45zrg/WBXLCh8TVJ+4gHdKCQDrL2ogmjWoxvriSRsbGUihoZNRXlLqfz
EGmzaZvjucXCHwcRQUMt02CiviSuG/1ALGohPTPBRBWM+jQ8kERa2KdK6xvXz9VaniZ3dOUBbpRe
2AV/6+CV3VziyquA/Ta0umPTo9hjKX0tHvRuM2js+2fKtsjw7imheCizSbF2mlrIrUYdtusZlezu
RmuNp2Aa1uxZmyuMNtSo653fwRj0IeoowloNOyJHc1LTaiLLCcTsczJU6i3Yitp4KYtm72NfIeRn
WqQ5bft06j72WHp6hmoSpMdQSZ3W3bVNkz/qLlYnEqnc8sZIE+pso3QuT5EY1eeJGsZb9kLxklcx
2FtkLbnqz7WkykmLM1ODVliy28J0hw8NJYmObzDVw3XP0BFBEinGyypmYJd+ztb3sWtNEyLsaObR
ZXcy3bRtUmteRu9cipyn10e/a/Rm3cSs8OKSCWSDXj+uo7Wl1bc1DqaZJDCupG2Ofo0gsvRaS+vv
FcrGWyJsrOjUWOOgB2bTiTenwDl75mDW74cR39MNSKtu7xpp6HmwmqvT+i67FMl8IHrxBmuXKI+Y
JexpXylU0hAgu1B8oXBvDEFPAH3sA7YsqZdpLQE52ti65kZt6b0NZGnRYNHkRhFtkWOZJ9Mus8GP
4Sr43Oj/JDyR2Ltyk6ckiPs4dOR9ryVCAvmJ6VUD2Ro9m0cOo4iaJONNNbjtp0ynkSZI5BwBag1J
g0NKh+eDWhnXvTT7XsfQPaki6Gxj1IBUrqpcOVetC4CS1w8RjBzG/kpBLlJSs9x4S8GB+UlaSuSE
mr2A5Vhzrnwc+o7WmN6alQ8d2YhTQEql9cGZJvWjO05s/jWF24JPvGT41Mqou6p26NJw5vbVhUGn
ADpTVYrFs5Ra0LIbX9AGj3fKfHVDLONCnCbx0OWXrqxH119yPaP9Be3KwzSUb0vUdXI72+sy+2ua
R5S8uk621eA6Ah6iXekDDF3TYZK4fx1GkGB/KlbnpiE3jlAjIutccJB0foReJTzbiBb2mspttQCm
qtyIsiS4dY0X0YY9wPkeG1SXBNowkEclh1mWQd1cI3zLTGkoC7Q619goGpgrUI1jUu9udi4jr1nQ
7ezKtV/CGujv1Kmj1viKsHqby8i1R78a03mmDbacjKMeW2rQlqr6WuqRfK46GixBo8h18sj4ZyhZ
iAjQtnMqsvdmltGNrVeW9mBxETZne0rSKlQJ5fmo2qvRe/GAMsjv9GVW/QLncwMpyaULoMpmzDec
4s5L+Qi0wIrj+CUGbjqpQ24BrZGjofDszF0k4bPNSuKQABFvzNHVa8TFRp79rpn6euqwEX0dVnCf
Uk7y3axiG/GwrjDjIcMdi7MeuZ7Wlb+lFvlOi/7Ty2Bxo79JMOQhFvx2JNJpF5b93E3hjPmWfsmu
wxejDtwMUq7ZKcnUzrf1LPo85Yl11NaK2ga48N9Kkrv+Nt+esUg02C9JrLzyP/Z3Kxnx5ADWtnHl
l0rt4Mhs/GQ1Wf+eJnHzN7avb7e/629Mw/R1wsSRiPvje9q9qmg+6Yu0CYtapqU/mrPVh7k28Sm7
Q+NoN90ViAuSUm8TT6r8z+9hlX9Wbv3fmA3/n6235CP9tTHxD//iP/zh3/8tf/7pZPj17/zcbam+
AwwwcfGhqQduuVKGP02G1jvkGQhLXdoGKLD5mnL7c1aSKd5hfr/yrzh7roY5tqSfqy1N6x26WzZv
x0J+e1U1/p7BEInBNxft1QJFyiqWTX4yyFFSCL+9d8iPi9uvnIBurslTbrq5T6EyknnNzMD0QUh7
3805uUZmN9Tsog2wnYm7si1ooF9bIikSV/VMLe7PLgz/Q2LMn6lnqfdDJLXbcq7dY64U8Y27VOMp
dgYsxDrX4qlKARzT1TZPo9uF3N36nqe4DZ47Us06M7fsIfWZcZRGzdiUNQy9hiKp0bPzQ9YNZLNB
oX2aRaYF80hg2r526+UYE6Z31LL5oXLr9DTzt7eGuG5K1dVmHPdx9zRE1hymaAc2etNcCqBnOLKq
I+dxHB1fKZOYisGJtPbeMK6DLO0G3eJqHlmU1hbJEkxtmRbzJWugrfEpu7AHte4NZmtuDdLtD2IY
pm0RVwaVUmJ8nWBPN51hvoGh62QJp4T3sSD7eu5mB7soib9XiiFUaJA/aX08HrSizcnIR8y6n6h/
KMMpcbBEgyAP/lz0yRN6I+VFV9Yh0BraqMcSvgsH7HKY+9IcPKHNyqe10/QXEgDFbhgMzlgUQO6n
mLPs0KVL89BL8OiFOMPdiE7jyxzr8S4n2pcCuMHvE7nsxrqq9gDWkQiqytgOOF526A2a9xP1MYgr
rPhEj6k4kskIiWnm/bgjF7hfgTYK61gLJlPZdOu+yF3lbKRq6np2WW/dWs2Cpabclyz1knGBeQ8r
SFEnXs3cHEjL+lLHrX0cOzl5a1Svl5VYlQuUSOpBvDr7Whru1mmVbuu6fX8c0TN7HF72wUYKsoEo
r3aComCYrKp7j3J1CqJeyzcsWfq2pfjNn2MnCyyH1qfWULRHDQ8AY2JbAKOlMdT9GnnNLLb4mzS/
N9bqfC2h6+lhf5kE/nC9Rnm+kKkZiFl8dPWy3cD91X4uKIBXs1YczHgyT1UfkZWvgtUXIiUzICpG
Ly8tsS+dtdwnJZ2ajUvTgT2523Ic1Q9XdPHRtKNhM+FoUXxXjZKwsAsnHKQ9hgn94091IZNdN2CY
8axYr46USlFNoF5DIMvaWWvf7DPtKQHqRxw1jq/xSFdtFBtEOTkTBBOBnxoAjzW0GJLTZBsXXcQf
1hBOlUhD9KMQfqmwIqAhSGimYyOEl+BfFz7LkVFF10LMLbb0rGL+rHer6lOtPb9UemI9Egf7mT61
jsGkMM5aNx4pDCh99MvaFredduvS2h1CZSnbyS7HsG4SdVOVvEXQ1dqpbWcL7qBsdvbsJteSCcZQ
RlEyz72GCOgP7eSulK9D24UEkz8p9rC+12HLWdfMadPX5Uad53pHcYsW6Eqn+raWP9VOr4aTKaKP
3Kryhrqa4kJX9AcRuWLH+GuEzAZcjWvZGbezmd0X1JhdmxvSjULT010kZRSY+UA1dk4/yxnro0kU
Pe0KObx5m3+w9XneGQ6UwUAa4VtL1cZxcaTpl5pNCQuTe+obbTQlvjarw01pqiQdT7ECm0HeyMhW
OPVtMNtudU7yNjsmCTlJnpp329qMOi+S6wss43JKmnr9AZVqARFMYPO2aai1nk0bhoo0S49ENPdN
iwolcPl+8BzLcGBdno56PgATa8umKfL3uWJeR0YkBQK0T5YTgwoD5G1aL8bqK63MP8K5qWd0pmpG
VWe1XmqlOjkxMcmGE+t7jrIEMxPEZeFPfc0VKszqca5tE9mJGlfbJMr7JsgIMea8oYyqVA66YIed
FwjUweJxV7RjszK26kUIf/+hkIN9XPMSFELaG8rDnJt46hRPdKAOg86lm9dJxlYQBVFNg1lA+Uy8
N8xE3sSwix6BGeZWx5gcuPn4arQDJxaFD3tDLpQda7r05oUrKLkuDoXokcsXBbhBl60n+ipGauvK
bY0eHH1Y9Wrn3aeiL/fCHZ8EhbGmmjzYtI+izokzubFptiOmTiOidoznBhdB8wyfupyUpY5vkEry
wxpGt1MR1oTSGAyy8+ZY2zUrT8ps7c+LK40n2tPiMC7M8pA4ML1UeDWPeSqWz2lbOmEGXee3uSz8
Vo7QfuZaf0J+8uSOCy3l7q2D25AxvvsBgAYcQZey5sEY8rSYyD8R83lVTNOP+Vj3hdUfB6En/mI6
F4O4l42uTC/VpETseU0SGDmV53G1rhzbLsDolGZB6riSh1kizX2UcTYqTKH3cYSKp6ArMpBj7lxg
Oh2vl/mNzGMqmi0O4Br/2YRAmf7nh2YU+XO51lmGFigWlGCn0X6cqhbwwZp52sni4xLlZA872rp1
bLpW1T6N/MgR9ZNsELAEBIfoXiNqe6/pjfESaQ1EnV3R17cOhjgiRrN+qJHw3LpFqV66JhF0xvCj
3sKVLYVv9wdUEsthQhP0oR5nKzumdVvcYRd91aapOHQRh5hdz5cYYfiDAoi+hZSExu8H3KSESuzd
PEV8QDnEp3ZJLfTejaF8ypW42VdWNLOTVdZetJwuPJdpB0E6sOXCVIOstuajpc/2bb6oy+THhdZc
YgIcnyu9uBvRj5Hx0+Lg8OC+qhMfcdR6g1iqu2ld5AcjVz9Srvo4zw6BYulY1MT3ElaHR6jY1F0T
h1opjfd6pCDNaUcrQcVFIALCJbUN2o4hwiNevAisorGfGhQy3B9Gd4zUNjrZiATPSZeN913cz3sg
YyAFsgP8pXRIeawN2nFAgJRXfkZElZo6O5wroyPORDlrxzhxlI0bo3rozcFnO9ZDIy6jmxXKaZsU
8IlIYwpKatkwE1xFlOm6MtkqfVPt6rE8TQ4QYC4KNz6MpkAWOiYqiM9CRkMuzTwUA9UstNHkUThF
0vw8kLeQkxWm0BWeadTIEjH3Q6V3886p3OVcR02yXWNnPcyd1j1mIwW2bast+lWiQJQhmoO7kZCs
YVcgPQxmbnZrl2RsaH5aRNpnYNwcjt/RJtKXSoSaaRxvRET3Xp7MPLjqyFa8YbKbD7TKtp86Yk/V
m8KZorfCaKX2kERX32DSiJUsoBhT2JqKz2Ama+Fpc2rqmypOFR/BUbW17Mx5b9b9l85QvgC7Gg8T
dWyATTQKJRz7JX7Kpnx2DZhC0maydptjsDx3ZJIzgZTOh9Ve0ejyX5WD0LUtjqmCiSSpH0yz77ZX
q96mHfP13sq4VFr4VH7wESXU0G3QEWcOs1Y8UH6jlwH6s2Ez8IHfIuf4aDJLbmZLjeh4EEm4znP2
5pSrwAWmG3u5cJIKO893KjrNkE+i3c3jur6v5nUIx/JziwzME1GV+0LlsxFpjlyKSaxcM0ZVa6uV
n4B/CF1O0xvCth/izh68ZlDG54x2sywfursezeCeOeXSme2msJtz1yVveu2GzlLdt3SeVMV6n87m
K+n1W6XG3k6Gh36DM4oysGlfFOIuKoAX5gW3xlqigyLq3OtbhSdnYl9rjDl75ngOeRDmfmcx008q
HuBkqy/F+jJnUcJjc6KVQ7hDlm2ixO7vl7nV3F2Ukpu5z2RdKhcSkoEhlTx9paYluyC7Gx6vGTUS
DsbOvEpf4osS9y1vxLV7SehfRcjlA6lUmbe68xpIzPi4Koj0ntZpvXWtZVFJTwLMRusT2UeyShSi
Kbs4BrpRpsukynjZuIWqBIndZfex5EsiNvxOW07q1Ci73s1SAn1WtgUiVkCcVTPZK3Gh3Im1th2/
lsN6rZBL31Szi1m5avB6q6vPSRSPviFS687Uuy4UVNGA02qrysPYoKqcKWdO521R9OIqsoR2JX0b
MekouyQkTp6ncNkkO7DXKiyibATl5QO2Up4/nL1GS06oPmHXiedTOZj+MqVPdm3yRpA9o1AlhYhO
L+1tFxExZchS5GxYmXbXILLy0PDcw21XQQWzRY06h4l8KFOsYQT0lzvbQF/nONRHx5Y4VOUwHQiM
GLZTV4yXpNVvqMK6s1uJYoHalY+q0hn3bQ4USYprH1SLnpzsdk1Cc2ornx7tcttlIt5buhJta9Vd
w4UR/Fakjn4inlbftKVtbq1Ctmj1RHvJSi5vYuOmvYTgY7KYT6OVXoQ1ajfmMCn7CaD5FC1t6alq
BZNsU1+Wk1g1lvfrMP8gs1rbTVKdgkVT9NpbSP5m4pZKdWNx201e1PcWGVhz+p4+T27ZOHbvtWXK
P8q5yCnEjsbYDEFj+8fOcTE+2CVwJN+gFDdxavJHnsaXFKHr7CNfbcIFvVBAoTqi1lWz/TgpOz9B
xh0D3J01xeRqG2MFUV2VOv21M/ipq50sLMuCTysq1IOj1esBKRcLa2FAlTTVXTt2gjUyi+9WiPiQ
J1x5T87+sEk6utZau0FCVtnzSzdqa5DRLFT7C9rSH4h2rz/CQBWTR6Igs30MxGDWaY0R1YqMD3Pr
aNs6s3O64xdqi8n63AxrV+xnoo9PMD2PXAwMP3KgMGFV+rYMu8Ys/XpW2j16ojQU6oLCEMFSaCZt
Lz32D/P6uySeEs3zbbkMzkMXN8yEeto7TyUXxrFHKQze0TQnaQjVN/C+Pjqr1fhCzsoLTT1Ycqs+
/UKZp/NkK0u2z9V+fvyr2iJAcEB24qWWllzvrt5PmsjYoVjQ/FSoz4TYTMe/kiJbM4AOC0GjO+7U
1q2Qm7rzGaHYGRVj5OPpi5kWUiRZIjtrMw2Pv5/EpcCFf75PKCce+bVuli6Nk+FvTulrV/f1l+FX
v2r7Vp+fy7f++y+6wob/+3v1P4Wfx2918Dw8f/N/QuTQw3KRb91y/9bLYvibv+Zv/vyV/6f/8S/e
vn6Xx6V5+2d/+VrLarh+N+iy6hsg7hpD9k9zvH/4j//mx//6dz/+w7/6w7/7T7/4az/hd4bxDqTV
MMmiQ1CBcggA7Sf8TrfeXcMQgF+RcWC2UsGDf8bvFM16RywZZsIrVU+exjUA6GcAT9H1dzD4Gtl6
rEpX35TxuxC8r6qCP4GdkavQHooDhj5mUkKolPkWwWudyllgZqDRatuSu6WW0VA9xA04WnSaV2rs
t+iJKbiimNbetJpRH6Fbuse5ql3u8BbDDBndm7TNakqCCcHeu7PaHdNGWgjbaTD3U1W7X4TzEU/D
UfQ6QuwmnbbXpAGXAroSQ3eb+aXSrUeKkch5aUgYlvgfzMqsA9H0j6KenI2U8wdVJSG1i9REuThk
ZpE5LKh38hpzqV4NVRb7BfHhrrNlc1UWVvuMH3/X8CUPjUl2ZDgZtXPUa8Xe6hGEYxXVul/F7B52
rE70cWlJUJvNk6kNL9JKjoZdXvhIVc4tp2MVyWGvZFPuHDMaj7zonby6gpbqAgl9bo0so08jkUex
xJkIliVnYVkTPUq/GDPkNIt6EjNZ1JG2NetZ3dfq2g+HTs3tmxSF7XM7IqLPZqdGQ2w+VKQx7Kcl
n7YDUI0f4zsOq5JunaRQd3A9WulJS4oNpzmdapPog8kYR0/R03Qzr+Nr6QzTpdGX5rYliMBTS7pO
bHOyAydfZag6VUKDV/SeO2Px7aYhk2OoLdtTakSXRdLf0Q5LRrxiMOerSX+rtWlPz/1I64di2VCD
eetrxkA0tTLIAN5OexzRpddeM1bDazdpBGOlvfZENLBJT3RifC46V9mWWVfuEt6/vTNIhi2ZDmpo
p/q1inuommAwIxLXIlMPVGHdyGFiNMnLFakqx3aO1BLgaZoWoC+1AfbJGrPzc1cdfKsZ18cp5XQC
I+4PHLbWpXQSZSeaLg1mQ1ogzU1+dBbELupgmcBWkvcQ9KX3rb4Qr7Uz109OVl75fGj2tZl1RAZ0
xmYYYzaso+zm9ph5cZnXhyTWu6NLhuTecPFutPzWZ+e6LXHKxLBpzeCW4azliFMTzbyZalU5Um6p
9QEk/mR7xWJp26gr6udlmsYtBnx1y9DRIepaJ3tntI7KhJWhWZ/czqRNMopvDPpN9zoeEq5rJz/W
CKxR8HAyRyYx94aCUScZlRdtcbeiWqIIo8akfHALrQpqdEXbSNbuM06P9r1iJuYDFw4xm6vIg97K
5wvGGmsz97VKss3Qv8arqRzULGbXy1eSObv0Y0VT49YiENOrVaf31YTQmGkdk5up1Wa/Z1LdNAwJ
ITqSbmPFqhLO6AsGBpk+KcE1EvEFhqsFdq3Mo8iWS1zGMcr8Kr1UrPXjrNx2MnG3ULt4T6zyPCPa
Roff3RCzshsYuB7ESq8cl8EZMu+BXMTnWsdbwdy4m+whCzqcTbxh4+dFd5XTWsf35mi+rBbhcJJS
wG3SLnjrcFg9aAqFPFj9tLPTaU8CGOwDdu1sY1Sq3OmduRtF+UwYLEWmVa2dkeGDxCnrKxVX48s0
Frd55D7Wdb1tFmITHNukky++TVhtSrff0gZ0KeXyPOnx0zKK91HZBX2llBtnIGyKwiGGS6gJobLZ
dV+Q8sbHWrWetGJ8FQQOeVU7RSFCgpdIb28ddU0+k+1oU+tYCFxgc/JGm/u9m4gzmGV7LGblY51q
m7VXa78qqKG0U5xF6d5OlCdlnMSdbipLSKztxzF2qIcm59QA+wM+vYOQORiNUDZVpR4UWTUblHA3
+E220Ci9BwAFihlnYbtggu6F8Nu+MR/QkPRbMjF4NKJITB/xfFhfGiDwjSLiB8OMam+yl6NT8P4l
DPleU7nneLgaVqqZsXm16LYVkxWa2ox3x3DncJVO6JQ/0DGGlQqBj88z4+Sgu/MiRNWHxa71Q2nq
Zze+ormKE3lj4667rrBuhHKVg6/Fa+bOb+mqbC0FEY1tJic3aw8plLhHjBqKByt5jYfssLbxozNW
O1vFToObIkyd6GRgBQmSiTNlQO8RReyZRWVfkml6LAv3OHNneGLU9SepcD/JNLstR0GrUaIhTkr0
y6QboepOdwXqxS+42DTPygd7kwwQLHWnMKhxejKaxr7gG2zWltJj26i3AsDLiwlJDAcTCxvmxdFr
x0oN9CviN4/IWJL1PQH8jddh9uG0rUoOraF/SNpO+qCun2WPCCcCl0am0hf3LgWuG6Pj7/p4uQDA
s2HYatAMr07nzl7aoTCMirz7YUUOE4BSDFtXV9ptLRRHBPE4JdlxEviVLlLYXODrOqiM/IM7bXTh
Rud6oUzLi0amVgqAp+JFDmP60LT8GUDyXL1TWDKmnYSl2bTCvsgkqkOFplnEBwnFAS58T7Kq1UEv
eoiCvh3DkrpUII/8phxSAWIZ0dHomjRHWW214cNm13fQ5LMJbJUKwEnT23xDv6YItWGen1u1tFM2
BUMN1Y5VEKKubSrPXhp9PvRUginBiI1ifizR0riHtI7zNmSDHEgfsmepNHdzloL75GtYNm3jT5NW
brLKkGEakRwEUp/K+tnCatV2caC7dcDJ4pMA+Ulte6DdUSVCKDc/ziAme96YO5UlTLQygK2SPgRX
OKV5SHTAOTKJCS6yjuc2J4DfzKPqm6l2VIvlpRmXG+TKQ4Co6dJkC+aKxr7DcgUeoHKyDhEOg3Wk
T7RrIeSQG31xVFqYRY3Jz9aqOeAjxBczARdQpT1hEyqK5+wq9oT1dHwTboZhCI9Zl6Ix1R+76npv
2obCU6UuNtakvCz1nN3aNaBQ6RpPdU0erewpqNatKvbpIi3Je7bfpy10AjmbO7c1aq8WMXImpXM9
atfQyBVcpWYeu96UL2uAzmvc505q7EqSnWlbsqIFWjSeToChyVFzpnxXENS5JUeD/9pXnwCMoxXF
n62QK42XPcR+G93UphOdza4oAgeZ8YeJNJnjOLrDwyisz4IK3g3uNuVmGYcvLRszNj0wbS5J2sHG
PWOY/TnrNRHikR16b+0mCqoS8P2u3vZi5TJyAqiQj/kSgSJNeRx2lK766TIcXcV+ssyyR0WzZI9l
yQ3f1So5RwnQqmWzPU9Wm76AV6aHpWwXDLYClrDNu/G5zboA3MhmuBnykIOtqRZWep0wXwyKeuN6
FtyGrwz0dG3Hupb2Lo/5PMJMURRipqc5x5leYbxtLyjFmrn0jAJEITDNZu2O9TAbdmBgCQS2RS9V
LH4+LGlLzk5ekxSJSLlcNnosn9CaLTJUEljioASHLU+Ogq7KGwmbj/ciXdSLmmmKitTP7rtNqa5p
cafEi6H9L/bOZbdyLEvPr2L0nIHNOznoCXkuOrqFpFCEFJoQEanQJrl53bxz1Gh4YLgnPSjA9QA2
0MMeGIYN2C/krHoHfzwRVZVVgAvOgQcN1DQjJR3p8Oy91r/+/1svnS3mUwu1mdAns9+y/kRqiw1y
oHxUems2QjCAnZ3F/9ZUcpoxFKZ20lyGBVu6j63qpte6l/5o7JCP85BYHsHKJ7h58g0uib2yfj3T
RlnwKcpbGm6ryC7tIenCnR6srrnsEo+S0MAyfVUJkbZfmz4YkOQMuPwXK/nDnOiQsWYfG4rby8ZD
ElIG5xkk5DbNLhJyijHwVAfJvlgiskfzcNXpEU5CtXRT8uLxA64yEcyBjIppHAH4O6XqrrRK08cu
Y6Ts0EruO2eqhqtlwZh1yUgft6K2A31hpYZbn2QZlvzGBI249uvKSKOVH/El8BdFeLdchpa5cOup
6dok3tVRI5eJdet6y0hnwqRxPNkiKR9D5bpfw7yUgtvPDJodQaV82NtLCye9WJeuGqLBWTFSeM66
WncsaJfpaRxznrKJDBR3V1p1L0z30asR8JCPc/YxOxfLkDXW8yQ7A8lLex7nEeNweO1myOA9mrpc
Nxdy1rPxANd9neISKaV7qDKG/k+m33Fg22wTFAdRhOzC4jMmeqbpA4vb4xYLahHlXG0osxaS9a4a
dWscqxoDACVAL70b32SR4+VsWtBupJn1eDgM5VEFc3LoV3vE71D7qTH5XEyze63shByZTkL5yekr
80sfcPxGdZXoj0FWoLRyNZTTRaKTB9GbYluN7GfzzeSu3QUB09V8Dewx6I5iXsQo455pOJ1Ni7/0
aoV/fMtOQj0f+Yh502XdJ+RC58DIj06qg/GT0fWC+WM+z9WdaKeGy7ZcaI8xQVAS9E3nx47R4Qvs
THc/jMlzXQaEyUjKnbKCtFW/3TlYNUq62TGL9TirnVfl4R6y9HzR2Vt7Z1nDKVhtcee3Qt1ZQo9x
MYW8r7pJiIb3wmo/h1Ni3pEGcD4nEELpm3g+zQHXnZFWSRpbfPjiwQzLZ1ZD5O/NbBxSTGsGk3ai
ruOOYQdZiBSb35ew8FigKdgrEXWN32PVpRZ/ouPryXK0s99dNgWLd3Yp86MrQpaMRK0OD2wy91bs
tWbCOC9hb/slZsqq2DXeqB7Zf/SlV5Z3k8HiPzDdCeMhcG5Xaxz2BW9AJYcbK0ePzNP8vpMOmwBy
WBMlmhhr+SazeK9l/ra0aKq+rFV4YEm4BCfnmfu2hdw/jhYZ6cAOhi9MI4f41+tZ/29i1ft/a+v5
/rrb7D/98+//6V9/99v//Pvf/M+/XM/HF/5Yz+e/Q3SEgQ4VxbZZ2YIi9F2ysq13BArMMASIxPAd
It4fJSvTeYc5DAISeycEFOYtUvRDsbLfbb61jRfPP2wYuF8lWBEnQJD6k2Dl26TVwnPICgqbg6mF
F/5LuE5e8Ez3HiWoVGbtX47sP7+zGrc1yLRYUl9qFlgNgIyrGk+3EnaKkZPKzvjcaU2zqHNmFs9t
qlEOmDVJptugBujmWZ6Wf7bpHtPLdLZT4kvUSSBuChKoe5NSLDj1bc7tpAdsBExfc9M5Ak1OPvtu
k9zhJlMlpixlNjvDXdqRTs0sX/umUi+qVKYfd6rT8pgTuf8AJKFddpkWAvt/pZpx5wV8NONinrJ7
u7X7u0QWKYEqT9IZC1dLPoOlcrlYOJIUpW6jryxODPeS+SemokIKjbuschvzY5fljJ2I2BHnKxbW
v/LrV1KeNCpAshsZ5cjDXApJpBkxWbyvnAUzFNaiVh5UUrGydpUEoSljNBOICG4Z650IPBFIe5/X
0NvILePM92j52wWBxsshVEdT3+tu33irSJtd5RPt3rvMm72JgZq5Rdbn3MUlvTDyXz/4eS27x1FB
xFlPWe2mXfDVEniehysmPL0Y7mmuqDDjFpQbwtUwCa+bHpizbjnvsgNvWZ5m5vIdtI1scFDSH7gr
LYWvgl8Kv5HqKk7VcbSzKYzxE0oTx5IO/QP7Srth75m12lZ7tXZz1bjQp66yoVAvAFDrHMMH9WRw
Ny2pWWybgxfks1BX4wdZ8HnZOzmBV9zullk91G1rqxu76zt1xAA4TbFNdU+tUwUrzvB2IAZO20UF
Y8JacdmQQrzmtPYBU9w4UROjjnpqw+xicbkTuOBnLGx9Eq5RXtXZuNO5a017R+rZp9+R8F3Y8SPs
S2tJRX1TMxnz9tgjqsewKjszQnHq7+Q48pWmzTMXrcp3dp2Bb+XYyzW4w2E3m7sOfIYVeXyra96h
/H3mqqq5CAfIKOg02fzsE+ehk2ApyvbcejR7B0/M+XwCcZFYhKYHM0e37doJ3u24WMeZsYzkL5Mh
5M1FQAh9cvVsvYBQa9UuyKouiGp7HNqrcLYQ0ZYAGDYXWiIbfW+G2n8IzWbKmA7TOkXt99j0qIU2
Pxo6F+XROqesCf6TuFbn9LUstiR2EhYj0Zr8HNR2F7+b8gi7iOM9C5jmNC32OfKd906QPgN7IhC+
nMPh/Tko3q9SNBlmtC1HnvWh4Wdx/z1mfo6cu+f4edqWMonr77H0c0S9lSlpdRr1kHKXDDu2FuLs
lsf+J3PLuButOTnkOszgvj2H4ItzIJ4ZvnGVnmPy0zkyn6ktPs+0lCi9u6XqcfsTsBdGuri7QLJ6
NAJ1QAifuVXwYdiS+SQENHXgObDPapQUc4itjvxUAv3dOdw/nIP+zjn07w2IgwexsQD8MxaAzbge
a5ynDRfgbeQA9wwRyJItVL+KMFexkRshvi4MozsWCo333sYhSPMsZcV7ulX7LCdINf2kAlsgfWhx
+/KMM/DrQH7MaxgHHfR8haBTEgffdOD50J6RCFplBWOYDZSgNmbCfMYn1BtJwTtDFSg3gpNzRi1M
G3UhOQMY0MKBMYxnMEPPcJ0N310aWPv6DG8oziAHsv1M9c54Bz4h5ZtvVMWV3gAQ45kFIdYySesn
FbbTB+/Mi1jMcPyGIR+KRGbj8YxkvsEl0sW5bXB/zHvvTJ8AtDSsu3mDUnhzwGVgDQLNNwi8Ljim
Z4YFYDd9v7LNLSFA3UO5wEiDI4ybDPqF4sy7q85MDNygfKCktbEynCI0P7NkbuaccIblXruNNPag
jxInZ3OxNQTvF4NPMk1RkWDYZBAh8fJ4XUhsDv17duedr2zeAs36OJpdtgxx0wXeFFLc4S5jl/em
1PiWMVcRDS7D0hwwKroQRkgaLurdFCaJ4Xn3WR5mvX1wvIJOQwl3DaKCHu9JG5BbL0n3ZMxIrN5i
7UwYlH6Mgmu+UreybBMAYVdRQc4E1BhWcfsVFfGBvdPDLWU7kk0x2IlVHy1N4i4CDNEP7CBUGUZV
ey40+0GNKrlq1Fq1Eb7bIdtVStk3rVWlirRX49REzFovAbGZaXv4OIXO8CFZN0G0gzF2x0eA35Xh
FsaiEHn2VGYJv3Zom/XTip+Irc9zWnPWdOVAqt6S4XDlDSsxJBLvraveqjTzgxPPBoOn0nRZAt7M
BVaFaFk0G3NhAFVVDEa3+OSrbumYBqWDfDRS12huRYZv+yub1ze3O87est6pxM2Fs2fwTIYtZ3F8
ne1gnObi0KS9tPZdQBtPnqIxxA63rQ0FaTVhfhQTuwci0VBq72uCuQtta7HcKf54KiprZFiG0L2Z
xO4Ypmqv2Pj2hf9v+eSPffiwoE7zjBTz8jghs9xOXREIiDlt++yak4Uvfp59+3KdWBC+yR/hm9Hl
q9wpNVS3bALJPoSL099ZYdIECA7h+hT2ifPCSx0/58zmbqDY1FBidIbn3Uv1o40JU0bSJrZ8KB2u
R2Y5LIXbHrEaZ6uVoZqVaR2iDQQZ3vk07HBBdgToKWXseppjN9xGeAWL4dP9VM7rddJteCwT18YF
N2qP2EWrcfCyVpbH1GM5RMWvwl4mpfSD4c4To0Vb1NchmCpQF4Fbf+qCSd+OuA2ZLNFpP9B0dK8T
logHpUBX7UyQWnK/BIAfIy9pqf36FONGQc6CpffVVB3Xcpr8EyFwxhzF1JhelM1uWR2EXdQfXZE1
l4aWWhNCmJrXfk1dYG3prJ+p0KBwVWFq/8QBO3MVO+Dto3ZGkAFxk+j3qd9UaQzVpp1jnpOijMww
MZqYp2m66MnblXjOOnW92I1FwRk04ievTUnVjyQuw0i7oSEj0B7EGcrWqx5BEdrV1VwybASfGVDz
sAq9t9nDqr3uGLLr3iDkPXqfhakQrxe79qrrlA8o2b0Q9yrOeew4UdmbTrNfhULWBlkrgx3RXUjN
wNXGzwOoqufcNlu+bZkuHHorbq5YUMAQJQuHcsBNSyA1HvzVeNVDkIkodzboGGBHj+BDxhaNXVnR
AUZevwQft58/7bs5wXAU4YNDWi78KmHO1SQuE86gbAc7wt2chpxxdmte1GhKhB2RQtgHCHMJS+9s
MxXMZ4WKirXqZmCgYh4NqsHs6IUrtTmOXg8zSjqIi5m1nd2u7jDG1pjVg0NZGtPDlDidZOpGsQgA
DLQYRjrYTHYRV/ngfqv5lcSHae6GXQMirvpUbwuj0Tcd/KlHiHX0ESylXsXDxsP1H3XnhNmOLbXd
dVIXI0nivm/ujZ72nF+PvGzYFuymO2ZhILvDshqaEznza4MBnjc1aBftZDUFU5MqoQAkGLuipnBn
r+5BEa6912sYvJe64hlhwjw/JF7XoIjYjYm3EUQLI03KSLh8FjBsTnaBUZ7jv6RaaJ1y3CFfhsNB
js3yKZAEv64qfPbpvkynqog8bIRLlBNo/EKsZeHxYEpGuCZIiqPFIgpvpypzwD5YakyAf+vE++X0
+vd/F5DU+r9bR/73v/7zz//j3/9FD759yQ8igGm/owF3NswqlyYLM/6Y+zJM7x3sC4//fnZ/OJuj
44dxhK8KLCdwIQZY57AYHIEfXTj/JHwMHqHvQ7JigOf+GtuIeQ5F/qkL35ZSCceCNAIBiOQsWzb+
vAtvaCMWpqL31pzRAuJqCl4qOvF7G15lRpQ6T6rmvYPWFz76Y8icZ+7a8JEmdXpdm4JbVIqAUVwT
4ILjqiqe7AUNdmc0eXgqutp+gh5oiaPdCnz5DLkf2NBAfy1QedPLVhu+cd2yVSy/IJWefRx60b5o
cwrGI/PRqT+4GLTbm8xIGVHKspAtzs2AcGclKGdVMli7uW2DlzAL6ooDVoIKzPzGplljRRqm4pHs
LYOZqaQNLmEwkiCbIAfAYXT2XsjHJA401sB4GUZMdEsQFglYKZS3A9+Se7FpbQFri/w2KVmR/NQx
usXEACchjNbcSfHvAy1Idrk9bLh6eIKEyLCxMLNqS+gJjKYKgjcTYTGXaBQsAWvym7hH7IUvrubx
sRG9c9tz7gJYbamGsKaMThivTkhRp11NGVOa7bwQT26NfMs7LHtDbMw5G2/Ck8JbADymdNonBAWm
22bYGtneQ/Yc40bnmblfG6uodrY9ol77gfZvM4MTMrKoEBpcGImYLxY/Vxb+TNjbsSQoPl8YJLGI
DJEJJla6Wq+umTqSaAQl1U6ySn6OGBlRZAKEZIawNBPmUALv1gQhTfhyCy7A3w1mY33s2esmzE8d
rR/XT6MwOYwrU9ULUzsUNBozBo5xfyiuiynHlOwnbE2PB+E35b4oWfoyZkJeAuIzC9iJ1L3UI+Ea
EN3uufhVbqa0UcBk5N/ONAx325nGdoC/dqj9/I//8rv/8Nuf/+lf/swMt33NDzMcmVWo4qiB0PRY
nLytPP9hhrPfOeAhAyi+AcFkdwvN/uFMs/DJwZsG1EwQQQCz++OZxhdBsYHMBTmZQLPn/CrKyV/q
isBNQEBTGbBrzYZ7tP37L9hKpBPS2dfFZ1DP4tFlDLevOOAu62rpdxa2JBnRiznxL/5Ad98PzH9X
DeVdvSVC//7v2BXEt/3TQQqMmT+JZW2gFjAvPhvR/vzHumHp2Esxfqp1XeX7QWF6PrLrMnl2mqwJ
d7lAVNp2WBf34chELS7TwX+0mrz/asM5OAJnsN2Ta5IYujA8fHrHZuhd69PsYUuOLK+bX8dsyS59
L+nEwc4dvkVutjl8RogF8tAMA5aaDrjMDRXs+Jz0SLyxQevj3ii2+Xr0K2p5LyV/htjKPbc7Gv5w
ntSo4KeKdxv5y0JEhqaKbhJzB5jMvGujgZASeQCairc+Ex0q6ZDYqo0YtG/uIRbmzqxba9U6U7zj
AfKz08pb3BWnYCaA/5yGnASoZhAY20jPqXapQAJrCMFEGAmxGaxA1b2V1eIr4/r8c51mTXWc00a7
D0FW2zcO9n75iX+acYXPQbgaB+bmNskOyDM6cszc/VCbuAoNfCo4iJduxfifjrgnwu8VIfkpn/oQ
m9Igj2Wq54fmXELWogv2LJ8Q3S7dasz2XG7659KTapUyFOdvYx6zrTrNzoXqcC5aiwor3050tfe+
nvRUHsxVN+bFfC53oSlQ+pojRfi+/F4TuwiaBCQ7uCv3ZHH69DH1y6+Wnhps/JML3TQjrEfXvHov
jarZdpnnmLEjcA/kYX0MC32cnqt081yxKwMTeMyeFCp5da7qraZUz6njjZ/7c9U/LOYS7ESYKAz0
585AnLuExbK3UMic0z1gpq/ElegLcfBQoz9mW5ORnPsNZBB6j/rchxhDTya2ToqUBWphVxL94Huw
vdyRV6uDn8gidPVtmKbyG4356kdhQa4gTglsfusg/To7+CWYa2RV7dqUz2IMrNq6aGqb2xwnOA1U
YjmS6LIupY6tpJyu9bndWs6tV3Fuw2wcHK+inGcrbrH+Pw/nls3eujdJmlvvvK2nY8TXfnQaCxfB
uPrgxbxzAyjOzeC09YXluUWcFzs5+ufGcT03kenSCLkvzs2lM0j3Idw6zjIMs4fp3IaKGUkw23pT
R4wMXrGdT9dImnyagq2Prc8tbaGm/tI/N7pj36hDnooO18cWIzZ1T381b/1xWKo1wRhUEQUuzi10
4LPQip6Sn4dr0qbNTtj2Bgz33H6rcysObJcUIC6IropI19Ourwg8lCj1oB+DrZ/Pz619tnX57dbv
I6u7L2xPXZ/ssxwwW/lwRzgx+5BvasFaGggHy6YhjCup+Yi/LtKCiToO53RTHBx6ORFNheffmpsi
sTCyoeHedAqn8JZPaliLL85ZxkjOkkZxljeCsUB0XjbVo3ZKa4mDkGnsvjEAyzD/3kSSYO4cFXcW
ftMdbgB8mqHJzh3sT4inB0Cym9riFS7SS/Fdh2mFlTVvDh+WD8qVvv6W2QtKifTX/ib0FrOPGcla
/c6my0dXy6tmxLgiwRzrgcc9ttZAiyiwOqwwBsmH7ICjPwOA07jaHQ6q4le9QXV03dfSx8t9CREB
U9DObSa8FqyhS2CKUn1MiiyaDhseVTFLJ5OHANbrFAduu/lLx6EzPvEmY3Bd9Rg4sfJs9NYGZyp6
DBXLuJty11T+hV8vVdcfDFx7szqwvzXwvnqDsabIuWXmq0PSZGoiEtOwxzg7Iigb7m5NV6b8N7Ve
s2rXaYBQmMOQcS9SktdOEQ821svImdulsvjWJGKsW+UEKovnZfRwlDZlGZgo3CtQ6AbodZocPKsW
AkHQV8tFgo5Z6zhMCfJeblcU0Xdle6HPVs2h9vZrUIa09GmbQ1O59vtsnW5AKbMkgMh713mPstww
lRiotckkOh0q/9h4G386XgqrHB+TUaXWZy2act5rnbP5nbpWJ0/I4N3b4rbJp8kiKB4Nxii+1dbc
WKdKUNYTPxKDgrY8YWkEZsNdB//5mdMueVu7Kb3umS685QrVGZ9c2++kYTgVGNmAbT5kMX0RzU0y
YEVUwL6B5s3WXk5V/YAsxRBdSlaWirT/MpQ9lkE2/7RfnYUCO87LmV+Y2hnw8savAVOUT3mDSsA9
Hhmji+O81Y34yOGhSdhaY33LiWUgnaiA4PMCGvukfROuGpcQKeZxZMyO6mzbV5WZblyAGZQcMkLl
f2nnDY/m+g2I93K2MV+7pNx+6hjcIKE6w4A9SJXi1Q5Q7oZKeFjVuegU0GHlP8gZLsDeW6y+iC27
4cWvxMZ+0rZTr1HYFPJDqDMLrZ5nmgg/VlvmeA1T2Lg1Rs2l6+EmJx6e4u7zKoLjFNr5fO9OAclD
1cIfFy3WiF2TVaO/p1hY9HGubYCSmgxOuityIuz7okJwmmwf9bDOl3RToB2Tgw4nV4KHI/U/GqWr
xkN4VrtDQ5n9blOtp2isiVofZFAzv10mGNx2KK1XjPSEC9nVm36RGFap/p1qW+chVTNDMx5QNMIw
h7zRZKCXDw4IuFtnZhq7ExbW4Zh4J07J2bBRkDmCcX/QuYirMJ3DBH4FA5MdB/I47Kowa7ybctSg
uinMBsJpBscXJc7qUa8Z28/Wnmi8Uz46xpOa7MqPXfbUsaxOBx6DuNkxW/CkZd1eBGSaQlK0ihPd
00vRxyjVaYPty6OXC6alXY5rxsF0WDCT3bMOzNc7pwPCceqmmrQSZGB/OC6rO6xxb8sMalXle5cA
NNoL13GNcTcCUhJRlgwe5xKI50hPHk6VNE+SaxIGdKiqN0wzSpZktGOPHpo/MStI3QsJCKaLWUKc
P03IVhy+VlaO0Vya3evQG755IAQIY3qeUlJPhBV6rPHsEb7LzTG4H3F4XxASNNmNNbucH5KUViw8
w73t7LR6IfU73Ti9t8nmhVpveTTnFzbJptbBYRg3Rw4Lni+DcfTfi9kTfeQuMvvWMOQg+uwa/WEG
vvXEb+75EfGQ8dHADQkWbfFdVOUuRbzylsD5Aluk4ooK7W+u6ROITpzEhFUw9yWnXVqybqLKjZcg
D/RPZF9BpTNtDlmpUWn5PFMt3CXAGG6mblFPvFvDqSHBhzIetCaxMGE2b1VG7gSLU4bFsl1NO3aK
GfANux40RifshseEcJkLq8QIZ9jZQf4ZJxU48GIAwHkcp4AIwWIY4xrLpMaRX4gR7QM6mlvuhNH7
Hwrm8BIDo5dUZNVnyROq5uIpoFRhFaniiNl4Ax71IKU+J1gGnp39DDYzGs7GPInlguchQvGQWLsA
sOBwrWfvehokIeAizdM4MZ0RtyEbcLoDLBx1R77PeHMtaZDmo2DENWb6zxUP/F1X5M592PfBCde8
2/HHZ39UnKYSBXimwe9ObYjbG0eXtAOMc6BbY+Bq6S3NPPncUtovJWfNCDjGYEGSqBwOBRdRlu1X
xuJUh1CVrXmiZ1PX+LK2q4flHNWhrIdcRSGsH6jjsFFU1OOczjBPmmULfXZBDW/7OmmRlT39YOLP
EnGWyCrcTz3T1qhvhyaLSSG1/XEwh+Guao2SPZKy4BnMwlq/7zyVd3HjZTY85Iqjya/c6r0/meFz
2fSjQ2h7ZfmbXKr2BIoxdw657Lya2KdpfKv8RJZxkMmhvM7BWuDM5+etkQqKHKrMAIUcxHpiV/uA
MnFG0y7X957wSMomWUaRt+pWCgzcY+deZ55OqzjJ2+A0kSe/KzCFQkohl51EnfKUFytLTRXvmBu+
wvHInks+BB9xQWK8prmZQ3gIS5DGjZGUX2Xgz5+zsePPTUDT/hqs1rJCiLf6bsfnW7xUaUjd2lhs
HuYEcD5qy0wgLBhJfTeuvKBY1TWvR+VZ/hV2AC/CGhOiprVK4CzmTfBYtKbv78jV+kdGCVBDWE5g
8Fg0guFnZw5tu+uslf3JvlsxBbSJc4RxgayFAa411mvG0n25D+1hKvfIgkMVAWYJvTizBvtiy0+n
nK0t2eHJTgl88Un0PyKCex3j9O2Yyqqa2zB1DEQgDnv+viGbEcodlzHZHFFK43kog+U+T6hC9nyi
1EjGOwHwm2DLYPPNYGw8NIafyyHHWJ9hBLQbSApTirMOkbU+2ubIjTj7gNDZkp5pxrNiXJkNGOn8
3DH5qf4mLf2QlgIYdX9NLv+Hn//xt7+Ulbb//7uqZL7DkYYcLiz0aNYmCaTo76qSYb9jaSuGNVKN
bJ1GsUYP/4OsxJeRuvSwqwnmI7bLV/2Qyp13qEDk+gBk8d3Q4H+VVA6x4M8UHubQNh5Um+8mXF6p
76LX/1JYcrF3FWn4Bf5OkMN7EA7hlNqzkGHszPioW8u4Zjwj/GhmkJ3ETMtH4jFh60omMXVzKlPb
ZZNHS2QKpqmwP1ss0cwvdIp4e4mCkGPzTT0CAgNG4X7Xgx2w75KydcfLzlhD7C1lPjCRtPssr646
TlCGjHIhQ1C17MC4SiDpsBLHG/pdltasYiCqwXezK2r1Ez1cOF5yTXTxzH/pHw0Cpfcpc/0NZCq+
WV7TyGuO2sGME9hF+TGc+xZ52R7AuhE77a8sJuvqYqUxdr8Uy7qI27VFvLkIwhEwryebssFdYUON
yS1zfKPdgq8JmmAkIklsxr4YEv4wO7/GsxhBR/XUSWNxYTNaWow7n3zcsfFHjKfB6m8FB/6D7iLv
0kqiLLOeO2rMgbbKkqN3zbQCCCb7a9xvlVkZV9DbKMCMwl44gYgL4VYTq/sx6MgaYeI2m8vaa/Mw
CpoxrC9c1c5iz/y/fVm9rPwicmssYvKr3lESUwJqJZfyIQTPAESzCDHwLamjPtq5mX9zkJHqnVE3
2U0jgvLe95sBGX1lXRU3s5vq63mVRntAaEu+ESZojbjgeP7IzD9FemSaD5doEprnxip895iCQQYQ
Fib6aMCpMg9AHbnpvN7pvzq5k4i4oaL9INC/ZCQygC+7BKQZhNHaGsv96pd+cjEuoQ9AiKwo923H
4idHOvprX9rY1lbeFyQ/Cu3Py1qXL/SbKdkkG4gITozFZuvPzPasCsgsBT9LnWoG0OF4qAxzOiVz
Pi07u3KdYZepyngP7oUYIVa1lKQxT9YVPXZm0f2lWXpSjYPE740DLzU3AN1GZmoYVsRGrJH5JOY6
gzK4oj6TwZDerWuYf7XHLOtO0jH9b2MQOkBoXKv/6iVL9axtb+j2Rmik5W4SAKX2M6nJq6Zb668l
cwd735O2vxdZkPtInW72bfAa7xY/vyz2Ct4zXX/pgNxYxkAzPNWyfKXqYq4xLj7WAuqIWcW2Pfkf
fQI9MwadkTxdooieXmGEMp8K1y9uIVaspHYwP1axltVAX5MM6kOjO5diLPVq2IJDcoVG2n21J4Yi
sVRO8kzockvp9h4XMnV+hi261/abEB1BNjpDSL9qdTJak9C12J5ORCA9gm/Wr1k4Kl4dSBCcYEAy
oC6qvvfjMekk/D9vkG+kjQ0M2Lir6eHWkjcUbba9ThIXeIe0wzU9EVVKkFjaGscNa9rHBS4WoMlj
rUf9YSWjwpAs7azgkIwOfOaWvlftHZSpBXBP9lrk7HeKtKOm+qCBiRax0s601209o1SOiXFpEqV4
S2QGeNlQlfWa+HauPmSpP735fja9pUAj4W0po552zBA2EHEVmM+Bcvxnd5jGOtbKDMAL69Hdwywu
Xhw3Z0lWjUocrQi+bxks2+yQrFb4ZfF6ks70QAx7tsHEjccW5W92x0DqISGvgH2VR7Ig2+SWlyVc
pXU/SFx3CR16d0J/5bApdUNPO2HAeFkN17hHhg6XTxIq9jMdmhh367jZmCoQujRHiYdmSarHZpcV
k8tjEc5zeQGWjhK0h2W9fC7GRLWXDDv8E6dGwoiv9kcvduua8rhea//JT6yguLV9hlkHo0iCN9Xh
E4sqpP0louOxb0yVGeMRgSb8alpTUB0kpBBcT3rS76E6ygzNNa+g0TTsReP12RGPY8qZVvHDAGfW
DhLDYvR3MGGkHftkJ/C/uT26pBrmpdoJZAjyCpoKZ9fNvvfIBi6SAGPfyvfZmEzwuedEP1QGe/m2
QtVl03Jr1GgHReEQX6soOInCWVac9mu77ZTqKn+XBYznYswQKO7JZJXoJAxNH/PAV2GMoU6BM+5M
eVu4yXR+3+vrgXVcGY9S2b5yGbDlMTNdymq3zrGHuVIrgMccNEgerGUZcCBzqEV949Pu1TAYvV1o
gHri/8loPAuzy/1nmFAtp6TvGD07rNSUniTP58Smmnrl41aXuR0roosFqd3W+dQCSG/2Q8749mpy
lvHJR80n1zeKIiCUbkJgYbNb/pM3ZaCxUaX5uF2PODnMTzNcOjSHsgYy2Rdsy7lvWIkoNkOK0+6K
bOyfVnIh07EM63Ui2BO6xkz9OCW0/AJ/LklFjmUbzMsL6xjxHYMDs+5lPy1vc6CIuzugID3SsCRK
X2ReWBemqbPhtjIN4IUzL8t+LExjVTwVAngRSesB7LQM7G9tMxNGnlzvmHlzfu+t2yw5mNyh2/FZ
uy6fqt52iM1i/njsfFZ9kCoL5uxac+Y2pBgR5fGYBAnkbHOd35LC5qU7+cRWJctmc1k0UGaF4CJz
ZtkAxdOnmuXFX7uNOIm5/cWH0HSHQdNvEAkL/SFJ28a4ZnCyHXlJUD23DFNgUi4jK9DtnZl0w/SW
W+vyGWMQaqss6+o4tY53jS5hi6hEiMGFhvXF/D6l+/8BKv43lhcxzb9ad//uf/3m9//xv//8m9/8
/N/+AbPKz//lv/6yBj9/8Q/DClQSBpl4ViimmZ2yKuKPVXgAzGRDGJP7h3UCHZ8J7h+qcEGtLXCu
YiZhrAL05BdVuO2RQhF86Y+1GL/GsMI65L+swi0XirjjAslBAAJ+/OdVeF5wXBXtEg9lIvvHOZEh
XM0BzhUPd+8LFj0sjWfozx47yLIXsNjKeujkYC36JGRrlj0LFUmPB69zyw6w5JAy4Pw/7J25juVY
lmX/pXUGyHs5qiTf/GyeTSHMzN04zzOlEkooNPoXSitUKyW00EJ9U2d+RC9aRKAjPCMzkWIDhXD4
EO5mbyLvveecvdcuv425dPr+YlovVzKrk5AW+HoVx8XU3EHC5NrmXFZcD2Kw38N2yN7JeIqe7Aie
KwKJ9f7o43HOXOPrvgkgw7PAr7eT83Vn8ZS5y2iEcsfpX3dfqkP4d+31phzAk8PIp+9Egx8FJWh5
jhE3WF4aYMjc4Yjbh3kTNZoufd4ULb2Co8SCUH4tDuJroQhLR6ME1/NX4+eVhF2LZSVaV5io0ATc
x4VlZ+Hg9arXynpGXNclaI0sUSYWFNL0UvQbqzjGNIbzuCQGkGfTTlV/gte43GAZXVe/NkQqYmHe
1B5FH8fVOa5kwnLJCV1GG6w8hN5A42Bh1bNwfMJir6enOaVlv1FZiB6zrwUZaV4qKYO+FuqQhvQB
6ywLOKxsFnP5tbDTjmSRl18LflVHaCwhGLERGCUDUYJp1w3C/Nos5NfGYX5tIlol2VCSr81lzgGk
+AMjUk4nIekSvcyqM1xVNiWqgvDS+dqqZCYzx1M0SVn0tZnJxaxTD85euVwqejLfW/oU0HKYILp8
sGtghJMRDT9mnVoY4gSIODgYuVhSv0dzw7RC1FG7S/qW5PdFL5LZtTrQFS6x0XxjtYv6Kz50OiJl
qtIWT6dlpDOp9lgwCx0l4CbR+uKlYaK9YhYqGyBcK1D0tmrqPMJ9x7ap0cg5jEz3mGyDa8AcPvY2
Thtyl2yX1Ds93QmNi8LDlYPi1AQL8G3MHC66zMkai74KeGe/0XsLBWeEffKk6/iLtrq1ONiWxuWt
mpDcguyCMu+OQJ3ZiOOYpuxS6dOrrYjpVqPGewMmDGTPNsM4xnoP92I79irE0FnK1ICPOgRvieZQ
DJhQQR7juoO8aIupMDw95HvU1dA+JziC8AplgEScsk2/JzWoU7/Mx/g9BKJ4NyMCwJs0AH3kjI5F
rAF6x+1j6BKYqBUue96d6hOeLT35GK3JA36j/JF/aV1XnKmjjTX0HUTHWJ5zDlQYGjWOUSghCkok
0m3yAoYuU2hyfh2U0rhNZnfRGkYM/ZhR4I1RJT61WpS3heTmZuKho3VS06U2EcGP3VM4m8kCgaYz
km2mrZnnlPHZpYIsgoo+AcXCbFy9ytrQBCoEMDH1hmwxL8n9CkcUDamqHtqc2s3rlabzgsYKYKdO
ibJpiOkhc1fvkhNONPK9lQkiG/3XGPnGgvUs8ARNtqNpFfOLypD4XU4WOAOp9Tg59W5oXFxMNfNK
cg8YARRq/rBoIHfcloxy+4B3tzunNNnfycodJFntFl1uVS3zGx4UE0PWFITvwoCxroQ6xU8isNGE
hAzuThhRzfcS/ycbds3X0b+O5se2d6LLtg6qOwJgoprzm1U84Hfqbqmz5GkCwUqxLih2Syvueo71
Uf+MFdhG3r62YI9VEdftNkfw/ZIhcEsOlNEknoS0PG/6NFcmXnGO+AG+DhnRVa3WF5ZjktVB9LQC
wslKSz90coCBuKBGX5RxcwcUhcZeZHT5idddNj6qwsX2eCgSOBpHUxLPTuomvzCsPH3pG7t4pIvc
aNjUwGpBUzbVcTOEGV4pQ0viM8f3HEZAuoozQrNEUcdYCRQScbXhuyIzyhW9jWidWoHSfKRNnsxn
q+dIyOE+yb6TJQn5zsQhdZmrNWspQa8DMUr9eC1DGtVI2njWKH9KJN5TFEUfwpqSdaY9dAimq7no
PbOvGWAvYW8KaBaVZW1kEawZrHgPCMdLamb6jUg/BU2hF5mAhCSupyWvOQxVp/YAhcl7HegZQaVR
iKlDqQZx0eYSs3tmlxBUE44CD10ayFuuFAoc4MLymxMgemH8V0TPIVqB+3xScQEEeKIes3hOD6nV
BkxQUmYsbpLWwXs+1qJyBQTTlzHD27XT9BK4R29UXFbwWPvHho9pYMZnUXJ2sxXBLVaQJXU0f3aR
NFtAFIBRoJqkDP22OfBqCJYYQcJNUhHFsv7eAOJgMwbCkdHQdyvAMh7LmegmDOKxuDZsBr1+oCsY
2/TaCK4IPc9LyuOIrJ6G14zHVFFXAX8qHd+RLOlI5Zk8Az4uKjpCOFP9yWjWaRyraOsxFJ1jP7Al
DQmzKxsk9Tbn8KJdeD4tdeoqs8noBrZdCXp0GTLz2cK6esxIc//UzCamDtSgZu4JmeUfr7QdBhxa
N9ZgG0bE3ilc82mHVbvTdp1t6e1FT7UXuIVTyQeNIu17WyzJ/WhKyKpMenllaOpXHS7sH25/PSiA
b3aykCctC62CNp4jol1RtAr4i4GbYZpzCD5FARXJHytM5ozd1eBVETmjzkIK4y1IETes3oIs9MkG
FO/4/CxAufGYhSwftrgJ9Fr7LKwkudVgvnxvqmLCKdAG6WdUjkj7E2pi0G7ZMp0qrW8+mVX1H7CQ
QPqOeBavh4mwMnYnDaAj47Zm4W3vBhRZbcvsoBXph60vSugNsjU20KC554IkbxwIxEiGsQVqyWVH
M4MOlmZz+QyBnX3oFoyTTS9MQmfEpFtsTzh/31qMKRF8tc75oDxKzwib5CN7nwVtPexhqoY5apIo
rLpql5VI+k54KfUecV4x3QBuW75BzGvvIRblsR8XmXklRcWJqaRTWXghU/CECrzVv1c0M1FLyWi6
wpXRTr7B6mdzaVchqLKkYDIUQfOEY2Em6l3Xoys6AhirnF2pdHhYsYgZvkGO9lXWNCj5Y64hRrhp
qF0mBfco0yeTFZc8aM6NprYgHxhsTK5zhGzHi+ifvghaD6emTIaHuLKo8gnqTHZFvuC2KbhiOIwO
VnXdwHeBzVk3NBT583hqe9G/KKyUNatmCDWek4XFWatgcmpiGis9YkKSYheajnjKx5lbo3d6hXke
QRSeTqP7rXF4Ucem0KrDhG/7zeqa5jYspkD4Q4dghkNMa9/V69QX44doG1oaSmRyXzW0yjC86dvR
UgzjxGc9PiASdj6B82FMcmJTVzdymtN+B0wAJAQ5q8OrkazBBEtHpDTuk04cLWA0LyHSRxqcalXc
16w2d0bXLbFvFzreN4mYaYMriCR3BZ6sUtCLm6HuHtROZN8ZDiX3PfMvdZ/KTnmakLk+oRVzTmY7
VESbU4dXLjs6nUA1NEeVjsAyHsNeL3gpfZiftCmxOE+GtvI9qUxOCBXNbMdP7Qaiv0UsQ0ROeAzH
zExnmqkFM+0tsFAmmTR1+lsAg6BwC8VczvigwskfyBtDTZMMgjFpz2zKzcwgyLeI8QiZj2jdbY22
rAy3wjp93YgeLbQ2ItJwDfAgpevU8dS56RCaWFogRf4Xh2FFk34ppdeUqb8+z/rzP//nn/753/7P
//qX35bTYv2aX8ppTftJUg4T4WOAfyOxiZr5l6GWZv1Eki1yYUpqaapfk6tfy2nzJ9PBlGHj9HBs
UwqK4F/9H+InqUETpUAXGusrOuRfuam/yJRBrv7MUf0j2fIPxbQ0ddPATyIQk6gOAZO/L6bLoIjZ
A4IbE2HBs9nI7AEBN8pibepj5A6dPb2XkxXsfvMe/cGjIg//jVQazwmPyiANKg1vACO1HxTalg3F
qC6cG+pmlIBzHt/VrAV/J2H2Dx8EcyjjQsNGcv7DS6tFUNthZ9+koa4/zxbLdhpio3D/9kvh4/uL
l0Jvg2aEysOoP+bYUnBBb9NtcEERR1pbhPqNbsfDJmTEs1cL6/VvP9yPI8j1nbOYcnLJCEsiN//9
54XXYbSW3rphTlSf1EnegWAxzm1vj3/ndf3Ru/ebB/ox15nlXvRAWm/GrNH8CLG/i0k4/Xui+T96
8ySDWQ4vdD70Hz4ikz5KzgTyJg9s55Z/NMCQGpflmC2Vsp2dJMs83Qwj/2+/h6vl6i8/M/D4Dnck
2WnrnPm3c9ws4aQdZfYNhz54S3oTASrodN0PIkNuEcKmdz2kh01hZdYTgVKsrTIP32PqtsCVoMrX
aU5+shqnPo5RpgUYpfMi/jsfwO9dDD/fI6T6wmKRqJcYIfz+SfZN09dOQpRvTyFEGvyiU53oALVV
O/4UyHmuKwlN82+/NX/wqdvr/J3HQ/D/NYH/7Tsz91GkR6O4mZJOOyJPd/yFLtc/fmOCKOLmx7zG
suP8kGyP3WqAxKHeOPmQova2iVjAcLr5268E1fJffMoWhQseOu4U25I/Lm1giJKmqWKmsYDlNo1h
jM8ObMXy2Ni5XTLAQIxEEx4GCEI6bJEbrVjI4tZryuY9RMz607CNIPSXnMgwImh1ui8jHBVr1yyt
lftJEwVnEPK244+Ax+EeLo55S4AAdDLhyOB6SYqOA0jUsfWi664eKG6qh0bPTWrwqW4+o6Gl9jWQ
7g2uoQAugB85paTjott9moZmFeCJLrnvkBp4dq5rB1jTstuEak8KhsrYVPimIESyRUSludyx0zlU
RnlTTTZnLbgj6dtaqU4eLZ1EI4zA1AjMkvIhGPUCAZfiyNtG1pLkoIKmmUt8Rn6TKNyCOzgikEXm
kRAGtx2N8dXUKkq2rIbd5ho1FtKVIGojZptprnD/BN13PUJ25SHnVD7ot06fTZLoB7vgdO0bqDkH
D6tddMf76Bzo/uTOQVuA1nvcYuHJrPHcH8o56u5VmYqE8XkXoPy1RsWrkImXFBtRjcYvLUdKmFIb
KPDp3X3aoSRKKFQ0EW5oLS3lWYxAINyYJWymrDU4ZIZto3xvpmFOaXfpeGkRg1lHokXAUU+2IV6L
wIwnNyedoSQATJEc3e0Ij4vRFc6djI36mqF/fVnmPIJHtk52T5qx08JVUewHNpVwx3dH62uDyXmh
o9qfbZuUHL+WaXO9oPo61aoTvgEMyROsHbRjdyYWh+cibotkG6cGU8NWn/oz2rwBLgWnTJALqMqD
HZUAOu3ccsbUj5wRolmkQo9BUw3oBDcfZmHgQsVb/CVhkkrcKkRAjdU7JZg1MD42yksNzz1C4ZT5
JYf1CKXtklgEDs1LGn4YA8N8V4e4S1uA5OUPdazxMuYtOWC4DMQT+gYzR3ieTImLEgekY1mPsvab
UgMimvYiw/U8Ul7maJWJyklR6Hdx2p2R2TLu5goFfoA7ggDUdLxkal9D7KYfr2NHzlHwZzOadkzS
GkaQYnHSblcwNWQECjhN2SYG0maiVkfcTCOFBC1GGj/Ewna9eks7v1jP+A1FjTaMAiqSUw6c5cOJ
VhK2E+uTkaraQ2K1za3S4qCn4sf9z74C5NnPajVJNoHsp4940vQHkWbt69jV8Z010gTyhsRETyLw
87yNIIcfdGSRN7ip4ndnyu3Bj3WnbfzEKdNDiWI2PyB9ncjM4NbbxVDPDz28B3pVs169x2J1+yy2
kb+rahC+8AzaJ47o8IPMYoF/JfKVsEPH9pVSPjAIyW1MOt4O4GRfX/r5JSjgFGyIEQMl2YVOmiKN
VNWLLFWb11hnYO4VU558n/kYEhf923CvAV/7MFMleIEOX1fuapJ8rVpNf5yYCMbM+ZPiKimoTQEj
pcq4jq6xCgi4LRIRZzJd24ohFJcCKX4JlCi6ELg4C08qASA+iwmhuSWZrxm3Y15DmSkLWRW+ElrG
Q6kPw71Kdi2yYrV/nFq6Tx7MbhTLWrwSJzo8CqoXLvr4qJHpdVMTNJfuoJPT2l60Po0ZpTowH4tx
iC5UGePsp4NtzIxcB4wOAK5Ce5XlA3tOjVj7HBtQ70gvm2jC09KGjs8Ghtg7EmK87qowuxnLeQYF
aiiAkTmqV8iHVtJsb4h6Rh/uhHDwsyIdeZuG7CbluqdDAo+h2DSdbly3Y65ILwS/9KCFMO2PQzKm
B5ysln0xsZJXr3nflAxNdREHBCShn2EFqssCLRkRU0Yen+2mCVtXsBwXQBZHI+/pdljNKO+MvLEb
D0OauOwaHYLgTKMq9xUkMeKoOLTwLwjISYAydgV3rlEJAsctfk9GEncFo2bHhieGd61eN7uwYdkU
KHfsEQDoZlAscUKlZn0WSKD1DZCXZbfIkW6ZHtcrvENfablDMGR7NNDqSSkSgbhehuZLQ9L7WUfq
NCByMocCi4mpfBtShW4fSlFj26Jdh3SSqEzb8jy9Bh08fIeqon3n/K3TuyTik/iWJooISwnCKEE8
1WYTLBhbB2wfRcVGlgLg/6Mdt+p9TTMZOOHchvG+tqew2yxGTMJ49WU3VqLVehxV+Zz5tNcMkpqy
RH4zpkSbfcVancskqeJiJkGDMRW5JLibmfmkysZcrc8ZImtr3yHc1TazrNEq0wjFLz18eacHhvlP
yZejWqzmaphFCEYGK+k7Iha5fHzFsdkoC329snSzNhwPPi0jETQZgemXE4A1WRTmGwrxtCDqeDV7
r5mY5Ip/mcCbL0M4WDnM4ZOeIyydOuZQrsSNo2zUL0c5Ng+TSxFtPAMO4GkfksmES9cRJ3oUNNw7
DPzqbsvRA7f6LAIG8ZxmcLFbX452PTHoElpfdnfjy/qeftngnS9LfExZgQgmDrHKjzFX/cb68tFT
oCLaiL489smX39788t6rXz78Vls9+UFbslMRRTkn+zgoTOWsZiWcvYmtwNmURgpZLG8x/VuczMCW
t3QxO8VsnlWOCiM8TKBInpHiGSVsJgYmUChB49wjGmf/uVq0GuRAvtIHllyzXkU9EncaOPXM+YT2
DsFfKJrYhGSOptoYIWVhmW8x+GNnp0vZajP6NJOIQ89uJRNVXa5qSjkOOW/nqnLahn2n5R67UQ9t
tmfI4DaWXixuK0cka1YSaqPfyED7nHrZA5APiGkCxiboqc+BMl0jl0umLSU7DVulnMheQqaU35mK
7O19M9O2gqNqM8Zy21Wed2xAPEQPGDBSh9Hf4pAy5ACQ83o2kWKbdc2XCCsadR+9NLta28R2/DHY
M71/KOYBchUk6i2ZAkNY62sjZ9VOiqWrsIz1mmoxCU7Sc4nd5TiEJdCkadHBiTsOxC5vDBHUeHoS
Vt9b3uiUp4D9lhYV2iEvViZ6WUIHU0b20qyde7qxJM5zUqGriohe87p8bVcuCvhpj+6ZeYX9Y7UJ
Bkv2kKLdI7VgwgfJsFNDxjkRfL6ZAGrfTwbt7VNuDkN3YJyWIqzK4uS5jxnwHb7O+f+l6PhvX9XX
X+88/ek//vef//U///w//+lP/+Offtt8+vqyn5tP0vhJI1sG0aThCGHzpv/ae5I6odMgPBFSC8Mh
9Y6/+aX1JLWfUFijtRb0TOg12P+v9cRf2bScTFuut68B+ecfaj0JumK/qcORbqgGz4lKc21BqSi7
f1/iQlnsFUFkhTdr/YGBWt3Iy7Aq33EHL2zbGUrY+DqW5kMf2MdKZkdaHxcVRQh6Ak1W5jr7fLEq
QGwKhwMssd/DRW7nPDzrnqWaMPHtYKvFb20nXonanNnrwIfRdEKgPHRvcLu9GldGCjpnadtzYZDC
i5+Ce6J+E0SJin1y5yRXECGJlh0RtFXbwCbV3SuPTsXMaGfYR/CSVwgnXcu6EHieozPqvn5XA9KT
3H6bAOEts/PexdVE+UQZuZlJlC4OaG8n9BDc9/21k97AcI7L24B0ympbQxAM4Hm5NmRLYPnp5Trs
0A/ZXXaX+ImfXQXhZ/0gOf5eGKilQo+fmbTjrD2Te7w1npSAAbObv9qEw97RN89T9x7HBqkSNeOx
+Huk3RZ3jH/umU+XyiPBsIzOOC+HHmgyWXpAo0R1USc7tbF3JPi1CqEjYewR98MGsfiHbDrT/dib
PaGwu6jfMvk9jShAimzNl3e1HQlrMIcnyMbP84fyqrxSVnz9qn79uv4cvXWfP/8cvYmP7lN8/Prf
8Jm8GTtjp38Mn/qHAQvKHcGmuOZ8ObTbgCw8cORnQdKn7uDFNdhyMdzLY1blr9ll0m7VkTWyfKlR
SVo+vjbxjEsZnXMPTvR+9KNbQnvSbhOJnUtVTHz5ZkJgHO4YcYzBFQ4tzdiObFFIlsurpvYm3DxY
WsUN38vSdvy8Zn+XV3DDLbj5Cz4AnNr8VBjbiLSU0X+ZPHuA9cVMGPzbsear+TW9I4ytoQRznVec
Tldus+Hf2W+lDsPctV53ebNPqg9hXxkrwWDeSLS8vUdaB+G+MvMJKoK/hsQDv07n6/fl6Or383X0
Hqhbp73O45NVHCexJw9a+tU+6mkbtCzp2W1ISd5e5eZZHDL4UTu+vIwep+l2kq9Gcbw21W2iPHOp
hqgZ6at4gLN8QXSkmvAM53I7KSEcLkirRDD05ACkPrEGsX5qjMaV03XU7+WwI/SNGW2tbApeMCk0
qAHqiykCQ8Gwz6vCnUE+R3BRndm+p60Os/ts37waKEMczQe76Vw13TGKNmHJ/Y2T9r5VrtuB6FEk
Lh11lgop3UVXfB9fXvhb386O9ue2Ji5BuRzfLqDsYp6npvHQUCzLNo5ugL5j7Wov1U202qEwIZ0b
Zif3ytUQbfiOYt5AO23nzSSYnQbHTJwJYwhidF3CTeeNrpxHuuBvk0JctQQkpMqdoHDQFYPJSu5X
uHfrGFV4TAj4ouyd6JRRaWuIVuwe1RQM4zOFMBBtt0rPTsNpBjQ/z83BDX+tvqF2YRwmHvGI1rd5
/ZmCGQoxXHI6Rs5f3q6+06jqfXVxK5sF5kroRxiF++JbXJ5Q3uqAhDyO127ZORTA65/tb1fbMOOp
8YkmLqFPfiYJhPQ4T6XB7EXWd2dUnjo0KsY+qw6zPOUk95HkaIf3kfYElIpXuivw4BePhfqoZptq
OM2X9psgPL6N1iIM8/hxzE6EggPE2/S0s4ptn12r8z0SWb3aDuG5v7CeRtZDzS1v8htqPn7MuksQ
BL8prvqL9uLrf/P/fv4bleUVUU/hgm6E/VP+8gO3Svu9vKCF1Y4HFsbltDzNIyYxF3WByykRfb3P
Kfm61i8JK9cI39hHkrCI6b1d2wntJUNUrqQnxnyh7sdIZiXjuE7NWOgs1L7vdP2wit9aFEyglcNK
cXWehVUciFtxHYMYohHr33wMBErBQ2M85JsAWK7tp8ilMSXHLNbmcwvdg3m+Wd3yrhYU4pjw8aAY
yAeKd9sNeGRMxgzphbeCqZCb4B/FJupOnG+r52w0t5lfbFNGsC54JOfNPCfv/QhFqfX0+iIqL83w
sWR7BIrnFHty65HaLNF2uaxm/NC4kIHRPxeEcyNKwRageEjVyMPh3sEXbAviLFNx3Vk2fyYguX5r
NFLIjgY3bdw96ca0qXRn43TGVhCikZTBlunoJwhbQAossXru4v53nW70U/EQaOk7G/tLkukOdTNa
YTumrKa51qvXedcQkGJ6qztqWW7UUoK/HbzQkSC5NK+ni9kW5kbJqlNmqsy4bV8SU5yTpTSOn2N4
ttsnOhEwEOC4xiqZrM41p+t8Q/wWjQFwEToBibFR6BsFzuBE19UjkIyU4naApH2VT3daOLmabW1S
oZPOXPucPgpXrEfZcVi2SrrrldWPPFwyTjlPRnZlZdNjnpnfRKGfQ/0qKt7+8UPq/28Aeo3ZwF8/
fYKe//N//7dVUvzv//ED/G79wp/Pnww4Od5xhMQdZjPx4yT58+jT+clAQUyz2hBMHSG6cvL75fip
Oz+pGnwHRmpf51LBBOxXO5/5k7RslTUWXbLgxPgPTT6Faf1+2mGpQhKXyHVErwdjn2asf/8bUFQS
xl1ko7CjBTAEx7bHBp+xFYzWM10Kayut+uhwymPNlxVRfZPe4e1/teIEOLnITI9Atuie+N5+ZkOI
0ocxIR4J+QXdR+SC90TMsolHxi7gSOXkMmRfIHHPSWm8ZWLaxvF9O5OkrulkDZH81Oj4dEo8Yuho
WI2HQ+/YqKieu9Yoz9J5ZyJ0nAUQEYxQED6aFFxA7BOB5MfWMY2uRO8cJpNDixDigiaRh5X8lphG
tsMnBctE58yk+1gHAneQ9KnLlW6mGXbdVc8n6AUA5pktZaM0F6PC0WVR/DxNjkBcXiZthAdLtA9q
sy0QOq8pcrRtwfMwK3tOj6DCiTeJObU24SvBdG40HrXqFQEyTAb72cRWxHmmly99QfYr3d/paVBA
97Emyb3l5P6AzMdtCWtnBXlAi7kr2vGhT/UPcCcVO3r6QPasYKmI4SlsbbbUrF2TPAC9EGx4onW5
t+hMIUDf9iQWHUfRLJ6TRHt9vEUuzpiumB4tDiWtfW85VxbcwY1i2GjINW8qp6smiaRXaHnP3APr
UWJFN3VibptI3bNN7GqRn9XpNRoS5yZD5P5YVnZ9rylxf6EG5WPXIWZsuteQF9qq6rPWVews9YvQ
q2OXgvds7pKo9fKWvX4JxwyqRhf6ZohhMGjKfVaKjeW8L7ZykbbLqcumwa8oDlo0JYYgUz6d5QHk
iTvYdfzY9PiixxywKwCWjWqX180MM0VP6nf45ON3u3oKyOI0pvmtSRM/DOzrPsnQhIxeVt9QDgIf
bjBKBmjcptDP8wrWV2U1tFXy5SwILW8b/R6DVfs49cXDnOFEm/Ii38eIaLY1OEh2T7bPvtR2AEoI
4ZO+BWrQKB5ohNKtuIDCcSPM6mRiveLoVnImITYE+H8A3jTIQ7/t432eGDeVEzxiU73JKFbS9Kgz
QAd/wRHB3GHdOQTMSszwAtxGsGJOcnrUkb6fFAY/Su82In9AROwZ1rcEF1FZnlIrv2ohFbuy8m3j
ZIh+Sy7PCQEl47f2XkTOXZx9LOEpnJMHUZ34pxcIoXrGLbpvDq9L/u60N6aeHPGh+1O5wz5LYjLp
xOlplahNPQQHysjTqHTvWrCmzUAA1qMb0gXBNbFFwrFBF9zwISN+Vmhd1/EDTe7rZkme5tC+VBd9
C8kaBx/lAJrqaEIIbR0zJH5n6AcuDv/72gxvKusAUftgYej1c0Pb01IjsXmy8b4mdPHFsJ4nJYxG
QA4TwLWTYSfXWtpcyLr/HOP4NQcCtFnm5LkMF2sXReqmHuSl82UWVJBBFokxf2jk5z0vVWUz5MeA
kzFe8FXWjU0htfuI9v1xmWyKhgXibLOalwjx4NbCnOclCt1gFGHXojXuGlneMvO5SJ2GUIyk+EyX
2XgEl0tF2CNLR4lxv8K4C0dx+cCquL3FMopgKTqGarsfIsi/eAwaKtDGal+XAbZBl5u058W7ljV7
8slOzazcYVFCXZe84JvwEsaD9JqGcFtkbU99MWubEBWErxOJSZW7Ceu3YOpdkgMIZhgEas9PksZA
L5nTc6+fymUBUdAPTzbRp5sBkcG3EXA+CA3SuHHBzc68nygA1ADEnSQ/Aw3kor6OfWqdNQa/XlTY
5YZZRUf3VHV2zE/NQ21bWDpbQ/Hb+grcxOwnIR4LvFXMIGX9nAubI3aj7hJwWOwUi/ox1LCSnDKj
SFnqeWMa1qaun4RVPydWZrhB8NzkRxLZ7Ns6/lYR3BUGmYWlDVQpN1myH7g5qsktTHrfV7F6XCcH
vbPr5AcQpy7k1kAtTg47IOBDHg6vJt4zNKvBPgslGfSc8rkMK8Sri3yLOdxHIc34ePbo1rjpmPkB
I5py0i+yEfReQOfZ0qKdOj9TCHjCUl5U+CgWoQouNrh0Z2B53GRWaQFSHW8JANgkY3MW9nKu8uQ2
IuoThz19BJrG2anK7Uuril/b1XwMC5mDX+bD3nFxp8bi3IJVwQ7HRSLUxV/sG1sPX/I49oE2eUFs
+3171vW7mvW1FuQaquGrTgiRAPKjdOkupJk6Os4VUkTArYe2ObchTMT6VWm5qevjwOnfyEiDJ8Bg
WOPk8gyZS+OTZXdZD93OKpULY8peYms6mPVDnjXPdjXP0FXmE80zsuJCOW+YT6P7DRi3VSaBvk5n
XZpVSF1GCRENDQiwTkM7MA5nZUxvBI99IBwSllCIYaGaFi+3Lsla21kQpkjmvsx0fKMDn/LsfNPn
ZhvWwrdtOjWJ0VFNZdkOTO1pSupDT8EaVhw0pAGDqByGgwOcG0dzMvuVnr6USnkfjMW7zjl7alAT
jnngrxbGnCtYWcxt2ZUDknhtG6X2NzEBh0a79K0znadOW0Ej8LB07nxm5zTjlrwxt7PQlFOg6AiQ
GUdRhtieatEGz14mU2HBmxa5yVel9pg9a+E8HaYaM3UtbOozZVlh5yATh/t6Sg6lA6YdveYWcsMm
sZpnFDZ0qIIbDczOtu6qbVRjRxxifF4VveOdzlKF/XSLk43gF8fDOYvqetoG066XiUeas5cgI+/M
4WCBh2JAVPcuSBdmWIKTyVJuUls7kWR21SfwZ7BbqyNU4tri3WH4B+zqWFjDHlIRbPDxFBf09viu
MsbYOwiPgGXQIRZQecc3p/iqbITbq8r3QTZu5Vi+Q0kCquaukvnNrPQMIaZbJSo3kwzyF6mnVHrm
HQCtF1X9zHO568tPbZbHsT1p4VtoYEGVxWEEtzkp496qM/ozDSvCuVIbNywuoupisF8DcVSHR407
OqDBEeebsToa81PhFJtanfdpsncIGICG4M3RwKDqURJhaI9vKzLdaKYtjURm0t4whcA9KdAIlJlU
4z7JDK8oJwYZEdtF/oquPPE6tRBPZLL6IjC81c1sj6u8fpr3eJRXHKl1AqRO4BKWAKW/S0bb3Kw6
kDJIPlWbW6lPT6E+nuOSlAKrGS6T6KDp1mnKZh9buXo5TTU1sf6ByslzJmIW7KTcoxzZMnNk1a32
FV4UT1SxXxtoW+wS2rPg+Da9F1W9HxcoMg1VrmaLo4jNQ4azgRjuaWuY5YOdtJvOrm+19kKQsEJm
5E0ffxK/4i/M/4nyPLaRODKAuXa0ld1FvLTbdIAArP6ReTLnj24TxDDaZIMKzBi3Vew86kNziDk6
XSpg14l9wJvaQupkpEJTY55gE4RDPpk0KWtPnbA18FkkdmlvO+QHeXuUxkWPUYJFR36awQLhhpeg
SYwO8G6gTcpgb84jRUUirst6sv8vZWeW47i2ZuepGH5ngdxsNgnYL5IoUX2Eoo8XIiIykn3fbXIU
noUH50n403WVy2XDhgs4uAd5MzJOhiTuZv1rfQubw6Ndt99QbsGj3f1FjqqOSardcBJ/qpmxqMG0
qzWuPZGLqfpjV8QbbK4ORWxVhxzWl2C37ez0aVheSgvdoOUFrbq9mXlUxAmT/mL3rOfdwWjbVwa1
QeLNb3Y8vWZSnHO6TNkn1qThcPDrRzDYm0Qw/6+qQJD8wmMyHFXXiHVtYY8il7XSHFlsS2FtY1L7
LMTMruo0PjaOjriAYLo4TMPvcZpqeKbmJwBIseGq8zzzkmtTsenIznjAmU5jKSgv6EEKOmP/4gJT
RH3Q6ZZgaJ1aCB53czzg3K+OeTHiuv7D0ZXAZ8n6nylDv0SFY7F4jOWOoHmH7mtYd1eCcDZ3wEaL
FZ5eYU1rjhLEYhCJedfUhhngWrP3MOw2SR8+5bQqPdDIXK7HrsW2tbSsuNQUTPKqzSq7qoX4GaYo
fWuNJU2GqILLgk+rqHchjC6HEB7lUd4WrDVHf/IvflxiJXer8EETXPZG7FX50qvtHJr7pTXrQA72
s9K0CxgSOCWVyyeyvpd/thrODlt30LHLJaigc2/wuPguRYtvsct1IIVP9ak53kOqawSG4IyvDHEf
DMplK6as2+dZ7yJAViwHlvTrqjpkXojkZeqrqqovcVLV67Ikww3PgPaMPwlU4bztcZdZtek3CdSO
tCi/DCdNHxK4WH9o++oCHE5gBnWDKTJHN2xly3qi+WQH/7Y79YxV1859etolCTPRwTs5PRtZG9HT
oHTtYI/Ws9AouQaaX1FUrwc2fFipxNdIUGhblUMT0CSsbaYGNX9hyruS0A/2nH92tYFYVNcp0UTa
gelKwgjSbeuyJUeyXPsm2yeyfex01CCOfzGxACMb/0i8RhNGGnB8EWqt+DXL7FQy1ZQDTq/7wyIG
hj8Fp8fe0Lj9VVSjLVMZXznHa5uEy+6uB/ywChfCErVd0ADRmoJhwUxoSe8+65Zuzta4mbUI5k6e
6BTzSd9cFZ/sY5b8bSwX8OUQQNoELZdif8p+QV+sGIR/kcgORPHjeq84el9No3tqc+vZJiR2COf4
R5POl912n3SefUhtuCUmP71miSs049xvF+erjngUYKbNRFGDXPX7ToD3pOs+Sf4UXOKPcEqIP4R4
DShTc1agYQku3lkmTNSXjoNEOixvrY6jAoYrp3YMFqlbXzRNYzy+PIpaxRgpPmtjoC1GxymZ2P21
ko1zh/PkG0gtZ5ga9kUgvK5xWG49LgpLpd86tg8rzw5C1YciGb5jRfpSlkvNIuPcu42hhaWoFqo/
VFH0Rm7uqSrzC0G1CwUqG5v04apeoF8PBOzA5hCDDlc0qW6anu1aORza5okuGH2j5+mOW/ktr8dt
n8GXnSXd7doYDEunnbCd/6UHUBhResyb8YEKgT9e75AytcDpLZLa2KV8hz201Z24hibHTKkp/bKF
DnKnjuGZpXeg9tIVmZi1FJsoNT6TtH9I4jCwF+eO34nZGhs/d9Pcx/LMZTXa5KjlCKW7lj40VxmH
0jCPOhNByJUvzBDodinkLqQWjgDPJsN/kNC6InHf2xwlMXVCY3HmoO2x+EQoRIMpIE2gKycW8obR
cc2mUXzq9zEYyFTKL4acQeF2hyFhJ+zr/WAiaaiQQlFvwNJIj+Ap4og6j9SS4u684BBZ96b2mlTc
4sF9N+y4qauvYo6tQdTVw0liy+QoSmkcfQ/cWtO+f+NENJy8RvxY7HW9tmwo9OGkHXeoaWNkX8b5
bqgwa2XsY3NOLhPOpAzNPWZaQJxZPcopIlIGtGJ6TDskb9SMJ7Nhupvq5vze1+JAnQGilGcQOR/x
nA1p9904tu+pP6nCO1j0z3GiLmNi/lalRcALZtwlMmtS4rbVzi9R6GCZBPmD0NSw81r+MOszflvS
u1tJNDKAUMQMNaTclmjzOtW7pxKuHha9kBL3CV1bmeo6Vr0/lt26wjO04ouvOe+85tHxU6HL68k2
KyhX13ti5jjNnY1FY8weLDLOq2aNx8Un7fMa2hU8T2SZAR/sCWpVfIG4zFCGK7KZzu/0tu7bera2
pdWhV9eTdXC66tbigjsNM1klmZTbyTXErujVYTHZlDMl1cou0+y5aWu6oGc8fMYUZzRvgBfYIAWt
kkL9FBW1DEbdP6TDTLECKkUpLW4iwdTLTTiOW4OM4xY/IkXqCdB1BkqRc2GRz95cgbCXchdgvf4Y
ZrCW0cT5pXcwsdgMOyBdzpfB7tQLCY75S6Oa4S8U5V04XJpCC4Bg/4CfSnZRbYarIcNyArSW9HGT
MKm918Y5hzF/tQ3u0RUgy5qeKXewnwZ5779VQSYdZzea+05Zf80E7YOolF/YyaOqSvj3y3YMiXjh
iFnOYAPfNFPfF1p7m3iIV2MT3zp9DFcRUcs+bnf3M4rpTH6on+L0qIEmhm+8toDgG23+7Jo/JoO0
HKdcn5s3QtDzBj/jWQ7THzE17KJNtR/bjGrRIg/EEt5ShjIE7Xd4tNiFRv7fseejn99fFxqRbm2h
n/Hsqi2IBcZejZm85eEHyLaT6G9ecSNPF0STvS3qxbgiTDl2hM6Z7+qUCCnpa+NzoaGMYbpd+qMO
MJ9JvdWpcxJ+1+ZTssgOdhSaXGu+zzV+v3eBLoemp5j+uGN6SRSgLbYljVqsDbVsvtV0I2eR5R3R
4yClDl0GCQTb/EGSMMAHz2XAaJ7AOnGBS+wPjabBVQmOckXGeI2BBDeCe0uImKW98zkrG9C24/lO
KxIipgV8yLQ5pvZzF8mNzWLWs8cOiAkluZ68Mg44pg5RggLUUfUS6fNa47QnClrAhLD2uNaDmdkY
E2c827P7Bga5XdkhjnsIvFylq1WtUaBX9h+ddu1QpWcqtGrhO+w8M82qHMBXpIQ3llxYjxYapzc6
qO73OHostM+qFxRld2gk0d/7A+aM9ZrB0E5rAUjnrMXdlCHXz5cpelLSPXTSxrymrzQ7wSmyG703
iglZQ/VH/LyfUDKhGoyhT9PT3utZkqf+CZsvnN3n1AkpNLDXE689INrzOFo7Iogs0N6uVD/KyD87
L94s4buDMDGM22l2iQgysEQAzYZiU+AfdWZ958jhkNGFEhd+OTDJeorVryi+cvedjolVGP/pXcKp
7eiTiCUX+tElL6ga0E92NSq0bi0bdIVLl2PP7Lg2GMbF8jTmiwx67bI7FtHfumJnMYpzG6pVFek7
F1tCOM9EyxtrA8wOxjczZZ3hZZ26Wy1+k0625aLLK2dFBxF/xsLcl3mx18YHWEaUwTlD0BZWkIC+
bmznwS6fXPMrx7JAyak/VuJW5FzqW0vbDWLEPtlm1y7JjiH3tlVamr4Bp0kRySkXVOpGGyAZTd+F
Ff2pDHZC1dUPuSsQb6wHu9BPC6teUyb73F0YThRxeWh18XafyDvNWzNeSiYhId5iM9nW0V/FPAHw
Riveyuk69bQBFq/VrHhxGbA6S/FAiZp+mKxyr6lbds9Zqs7ZOaqnE8A9WMl40tsKUTgCJvKeLP0+
qafnXHzmZHjTUd7Gjg7he+0P+WIjPEb2h5W4QVlTkdp78mWw8WrMU34qu3SXNPmx6q8hfsxnI4nR
nDTASXJlVGQQOg9ewFOShkdhOhi6tZ0p4JZiU1iyCTQsSV8SrH350MRyveD0yYrbZD2XOIldIYqz
k/hR/zmIw4zg2+81BtESnEQ2petRPzDnMdoTdynLOBb1eQG+nCJQxofM3XeUOmjRoeSETOdvxmEx
oc/jNV+uuVNsbf1TYxtPT3V1uFtoaaxfx+rZGtPzlPi5PrOJhHx2sEaZMMqjjQsXFsTj9n41tLQq
SJY/oak2UDse8wrjpnpzrZkKTXoY8+6Mxow5Hel5uRg218jJBB8cPQhP+Llh7lIziK3k0uJ4yphi
VZjGaECBIMYuhw/fssVeNvaVgiMvfGMLWIWyBFZ+tMujnZ8d/bXTgqpHLtqaCZ6E+leVr2bH4MtP
BHtgLW9NwZca1TlMkEREDmWEwMBCwVGhvbZG6vcJw44RuhDkDgCVu7k2gwongssQv2ovreBzG+0a
b4Kz8EhT3UwwAYkFjlZ9KsudmwxrJOLeZGFJWKZAYZO7tpTxbSzuUyxLOuOLB48jBMMKRiCuTaug
PGpCazYRyP77DP485nfLpSff5nky/WoZAgjEnBMnP6uWvTBwIdmUAlPpG/Mm6vGlBpXEs6FLvE5J
9jxStcolYZDc1zkIxfswzA3iE26xt+aOC1p+qg1E23w4dUtfBaVWX/s4/Jqc6tMk8kzm4s22XCzS
Y14eyKhyLDSy+jx77Uem3hcdZK7edT9VDlysWLCVZqg9tDsOtY/lt9dp7dOuGdTdu0juzbTeSI1V
mHz0fA11fuT5UysbbsJAUCiAeLEsHYkjIOutBarbKTFDd2Jqe5d8nzPuF80CFKBIE7/A21XUJ6jq
X1PpF97rbLw26cUU4Yoj+t3D6ld8Pmcz34biVJjjg9H9TKZGaXW7F+4XEKlbigorkocQHr4rW1/S
yhMOzbZFSc5wieV7qHRx+C6mY2k/oXJf2sLk/H2vYACnvbKBokGS6Z+WHOy21psfHrjX3Ptwx/pU
O+bGo46LI2Syko3LUlLs03w567P5p4y+LcTjDRQr6mhUg8dLJttGlhf0AhMtqlbrzBpPo85fsiO9
Ah08ANCdXUtcvR8wRJxtNosHnq3eT5mT+JRIuCgSnvbBPZvHSTIF6oYPulnXcbbgJTMfowIave4k
vyEMgS4XZ2+MlkOiSr/PoqDpTFogFKcUVyNzlPJJbgzUaeTQjTbLYJTa3WeFrblute9K8y7lwhxX
0y1w7557dJN+fB4X68vRecJLD1QQ6hCNx39pk9nPKXDpOYt6xl4o/h7y5LrtmYko9QjLX//qbc0J
umVwD9CyL1R8rBv7a2bUThLIUEhFSCzR6BR76c3nbjAb35CRsykho6IJxs2jZoe3BVjunlDIiyci
/GguKkcc1jrPUxcFaWGYj4WxBR8fc7y+TjEc3VmbSCIl5hd1vwkyajRz5VTWtWE9Wrn9PAUEFRij
R3oSvnExBCMBavOY4pbbuZOnHWi9NGwaGKJsK5He6Wtsg1qqt0jxbjSTpXyrfZsmNyAf8QVbZZtB
NIDUIV4jfeEKJrZdPq0ygeFwbICi3tsQ+AR28b4W+qn39IuMMbClmnPnv6tDuuirmkjXiRJNHTC3
plMY6vUP0pmPRhWNlC/cG+PLzM63ei0hSYykat/EUFupL1BJdh2wkJimhHsOsoEXq7GeRM8JddZg
5bsY8TKL+e9u0jndTU7ud7VJU4Zp0zmQV+ZxsPiZ4MbPaLRwYiCLu4m9DcO62nV6ebNNUd4qgwGp
R/f0tY5Es7vTh/3MScSL7OpzBnnN56qJt0uCwAKKCMKj1hWOIKSKJdb7pwbVxUfRNx6IQMTRWsEC
DcwlZ1Y9qGLBNSGS+bEZG2bkFlS7bS24GwOEdleFaTxlYf0z4D3KLmVI2+I6jyrzYypk83e8i7yR
MKZ1PaE05RmhzCXBMOVFy/DLMwhHhnDYdalayDpZi7pSpAyDa605F/w5nAzzyLVqgZTLBSYil8eA
gl4TF7mCBAtYrVw8tI58HT0kMqsOgxTzxpZWFPODkTuD6aoGBCYWzSf/wupRTtTh1Dom3iXx3iNY
SqgS/fTpuuKXdKXVB6Uz2aemm8wvmmqrI9CJ7LcuIYmt5oaTPQk33Bc4EcO+AJixNChtTjyc4LqW
waRb5ckhCjlWYcB70bM2KvtQNu1vPxr11aYTY9MwjmS/hYQOvg6tnx4qi3PdpO9j3Nqs79NAGdBs
v4+lhyPP6Drvr54ofLCWDslU5O3dLDrZfpJW8ybmRrOrYw3dFyxkJzFYuy334HzOf1tLErXuw/o2
lqpjgEL6MpmWzz4si61eLPkvtR5Ju+kQixjFjjWAmyIp08duiGAVLRzd7uhv3mSP293oZhwMqOvw
mkl8GCQMr40eio+ee82+zuziLKYFO3VrC4BLlLlkSc2JCjSVJTaQnYk7ZI3FrjhhkyS41jg810Z1
SlMPeXCK3V1NvbtvuWXL+0bkahtmtYNT8pzR0MskUVnun9oGycxEW6ePCnfLVSf99Z23mrFLF02S
MmrtcyhtfatzPjigUHOIYi+9djCY3+So5rVohfNAkqXbOvlYIlbWtnNsW9O7uJlJLTjUqQPGJqii
noamo5qp4TrhjN/5FNntLtE07ixhrq9bsy2hsHSudZpFZEDnwQDH4UxWfugxzuUCRpYu0Sqgchk5
5MjsuzOWEAuGSTVHDwMCsI9db3zIHMXP14Pke08NOW29oY/PtsE0OLqTh3iUucplot9l4MWjtVbr
b24YLu22KRIVWEXufsIvxgSoZ+Q9N+xi2k1k2H6k1P7oIf06q3QO/xS0QcL+ZOhkm4bhJ9ipSiSK
0Lt4EapJm3vDpk+ly9uS2HuATw8qbMA5MsRM/LAmFEk/isFNsZL4WPPQfEDgwdLdOXVuXKg7HrQV
1Sjwd1D71xkmEl/T3NTgmRXVCW0D/Tu1x4207I0rKm1jUob6KOto3qlwSo96m45+NWEZiqQjA7dq
+1uYq+Sx5n7RCFlcUg6SmD6m8G9SEwZahU3knusqeVBePe/ijPbxstW3gzQZ5EI1DuYarG4y1tH7
lEmsvZP9NlVlc7X6Uj0Q06LJIRWmz48leK3DMEBE6o9NFhrv96Vwa3vcoajPm18mfeRN4DNxg85o
7+aWDvRRJXyKrFbfE3mYn53BQXVRheG7JiaaBH3iUYcV84hSVWuM3ueE8k599BySR2mLuxXMFm0P
ffESM0kIXSIQRV5Mx5BmoIM7dQ1PRKRtlGu4v1YCpSy13X5b1Ux9eYYYqjQWHw+DY/4fuhbmM4Lc
d0XccUVz+s6jfCS80+IQY9VSXmQF42eVdhzv+6yw9nGb6YGjBB/hydzNHs6ZznP3ks4X/rwEXqY3
h4Z79mNdWsOZoaW1NYhin80ZP7d2L7XTgQFuPOInN0VW7SzcabjOo60C+nmyV1qGUJxqT1gDNgU1
XEymJA2FHTptrvzWg+pVso3vamwv4ttctOZ15r0dVhxOTJ9xkgzyWL0mQAUebccbTqMlw7dKm3UU
t+zdQF2g2KIzNotSVdBWxdYbrWlrjKRJQk6NL549vHsCC3U93cXRas6HV5cSDCpgm4jsX+P0yEmL
7OugbZS9tkljn8nUM/mPKn3L8Yc5Us5UwgWV61PoLa7SNrBlFahATJKPiooiMHxOC2h7+UToQZ+h
sP07DE2KW3KF92Jy8CBDmvEJgy20zzBJ58Ywh8KvVYHgCQ6MaTElfQh3BMLlRJMsBwYq3BsOImXW
0V9EHqBAzctBpHN9WcJPgt4G1tvRwTTkcQfZwCbNvoySty4UGAvMAvbEKkvu/otGTeBHIzwnPf1Q
v/TBuacZ2a/BW7NZTA0nD3FQ3avkWtcn/cAHNAs8McnvIvMwZzKUvGLiMPkPtXKXk0hmymMI7aKL
mJ+7yoKwHzDeg1EC74QBuEHWjbg6z31ItGfmXp6Af8TrFCa3HmMjR0x3rODKiSQgb43rTJ/ctzxv
u6DBWTevwLvwtkSUgI6bjji0s0IWVFcQ4z2SES62i9RztPWpVPtUhCmWzwFqnCW79K3mjoDnq0kE
2YFI/Z2KJrlaYCBh8ZFbt7NYdagWnjrgf2WiE/P9CDXYy2iAFKibh8yaw+9OSV46iLf6dc615s/c
V8vfLIdt4S36nPky0pgUmON9AquiTxwY9lVjJd8KBKiDGMekwhxjx4/aXJY+nur+OA3I5FPcG8Gi
xu6DkDN5D8/mNE149uYNTXJGw6r8YhKcomP1kXN/4EmsNATDHpPH8xCq5S8R5eLsheG4rXLSjish
NFIDttTXA0Utm6VSrT/PSBbwknDH5vG8bNqlwccK/LG9qsgLVEoAp2ZL2tNGBoVEssNnkyrP8CZg
hqfzfFUVdp42kbeQ+eRWgZ3/iN2sgcDKtfU4aAP9DMrxoU0sn02oasDAHvaslI6wXKr+Vafaj2xE
orcIdL080oqNQXF6NJ3oHQUeM4I+t5e8Sc1dX4rhqvSQ+XSSSe+ldYY6qJx82o20MvtaNXSPpnbf
GNSYswvJgpW0Xxa8bG6JfWmZ3csC7m3DM6OdYtOwvtuIFzMGEsn+GTWM2UtkPJfR0CqMlulxSdOO
984h8xGRyARLSnbOz+zUeGMx+R6YKgIbcMmTIi3gmdfmLRCn9BzOKc9ICPXEBHG/TF+ON3uPbnTO
qboe4qNn0yUSFwcH3OefoqRhsglP1Lbu0LNX0uk5ArThspXGfTdftGMDeGexhpKBy9EmhyvafqUb
Fpba4kh7Iv0krWdznQwXxUPvmlHLHCiUAQcU+4eZhPXBzhHu8CrSuDNV0v4haB2+DpARgxwhg+k5
I3pgtK2ucbBPnQ1RPig8eU5mV7fAlQo33hVGG0RZ8qoj/w1rdzGiB9c8SKsN2hB5vW4nhse0Ie5z
iXifRC3BF+uYLR1MaHpXtGw5he7wqlX8DjQ+jNco+fb8++83+D9XBf/8p3ty9aeqga9Gcf8PEte/
/uqc/LRVV/3t/59ftfutLl/Fb/e/f9G/+c5Avu6/jn6rzVf/9W9+4Zd3eNnj8NvOt9+OKcy/8MDu
X/n/+5v/4fcf3+V5rn//83/8IRHc379bxBDwfw2bGjZYov97SuC//df/Qj7g//gD/yMdYP2TcGBz
IWlZtkmBjIAD9C9kNKqiLV24umEb5j9nUP85HyDsfyIaoNMt7YBT0wmq/s98gKH/ExYil0ABQif/
o/+76n5c5x4//ddCZ1enU4jgrAefjH9LkFv/Nh7gGlofDVm3Ze6i20HFY1lucqUn/bs58TejGUbj
GfeT4u4/SDxM8qj4UdMcPU/Dg2lzzBxxn9dCnguQAin48bAfacUQVXeUUzhiOoQxsUd7waMhUga1
TFmdXO0tN6pjHDZUnmxrOy+HVwlugRyiCeQjaJa2MjYQ2mLvvZHMzmJ0+6ScntwGguAfd1IOOigX
OEjZelkU3Z80zpIrWhUHj7jCyvlHdXCF1q3Ttt4+na2JzEvC7XaJM9xjAxQC+ZjEC+dyVSJmbUDv
GOEzLB4cvkM1qE0ya8/95P1U3nQeqWvfmG0GCFQ7wXE1Q/AgecrY0IYftytI3JNU0xmLdme38txX
HVwJ1moj2ivrfhARDirrossXK4nfrKb3DkvjdaVf20CxN1q6uAWn5cElQFmbo8FIiekXvEjTfQU5
i5k9pK/A2uZ13UfHyaORQ7p4WV8tLdWWnXO3qlK0OE5UWLYLhhR+grbcZ6oyr5Umw9NAmXm3rehU
3lNfG9F+Y9QF9gkH406MYekZicRTbHpjiYGGLHK4XxC8KmqSLMwehYUf0UgUpVBro4rVd0q3gtqi
Nip9p2bLjJgtNKGJ7uB136IDmmOGkG4fW/ApONejFqNTgXz3IZph/so6t32cAF2u0jw+T3BWNhSw
ai46d+PcPG18gR0i9nNimL95Z8RYosDnMHuvlQNWslTCtBjKs/hhTe+ydGdbs7rHplV6Hwd643vi
cJJY6XNX7LI4b/NPCFGUUYaNEfabtGfl9ud+asJbXKTuVXGoSyltGKNM/iYDtIBfONaOeuIS0Ez7
ueWKdclVgWEQ3SZnW1ujQfRFvzMXCVtqVXXGkplBR18PdxIp0kzfo+8k4geemiSQzIF5Sn196Iv4
re7tRX5IfdaTBzgQ4fDLhZaJ48qFhc+NBuWiHHedC4K4IsbXuFa1EXTnnYdFhLLd6i0PpT+XwmOC
UTH6+vbCaYj29qga+VSrvk1ezKjrcMclKefPeOUuVQeZQjR994BjKMkvDPo5Xm1iUg5GEBqta/jS
dG2TeOlgeCO0BDgRrrYeY7OQYu9UE9mD1HF3mT22OzF15QUHVwEfyzzH9sg4OhvS+alfIkm5dxMd
qXgVWxg542dW0nIHHiYDkQzWJGlojcdKhJuV6SzaRDd5W2YQZcB4sMA2HhKw1sE5doinQ1Xiw68F
9StqOYrRzXGIzGX27EqBAzudkUfibBhe52Foj6xxacClwzmUFORtUAD+cpOILhSVPYP4c29VtkSE
fSSvexU1jJcHAJSrceJ5aB3PuRa1Mp/dnGvuKiFnyORbTw6TawOSHcJ02s4aSlgEyedFpyHqkQtv
d8hh2Z7auR3Xc9c6nCddHFRgiokUe+b4ZhVWPfpjY9JyyWi4dbfTgju+EagTPa6ho+4OjK9Guox3
aeaOwVLP1Yco8YWMIuGUNhI2lbGL7GYlUIrwGbg4Cmf8LLVerBCetT2NaMQLxu7B6PGQpAOW96jk
zEBzGUPcMHOclWod9z6FVs/SJmvrpT3OxlZ5AGJhAS0YJNY0DZxnko7f9sik2rYbGoA6lQQa1VNr
C81xjUsYh62VhbiyNOPI8K8/zPEEIXvO4BNUE24L3Wm3Ug3hPsEqnMmW+ksnxZkNOX+32ATDo3xg
dF8Q90q1tr0lWp3sx4SioaLVGZo4pqY9N3H9DdOh3SZqGt7BFQyP1FMAbkbVXBm4tnhFJqABVnzU
gfj4bqF71D0W495J869o4ey/wsKFaUc0xjlaCr6EfOjKdjiEKzUIPAkdqARuTj58OC+IhQO3R+EJ
VdxG3kUqnKPFSANDBIXrfZgfR9F2G6LK/X3Lsv2qHcrA6rwOI9E4nQeHqIEaiX5HVRzuTIBSgSJy
8EUrbesbndnsnToNN50oBhzM/bfkLfTtRIhbM43bosjjUxalZWA4hJWtJXQ/ct0hT6YXntxamZaQ
yw57InYksx7qMk8hYgvrQyQJ1TW520S7nrjovpK9+WDExNY1QlH6HnDcYEAKm8pXK7cBGaTsiJou
bpoFuU3r4mZL1y/EH1HkNBPoT2Nry8AsUuez1VELCxrotpRu4TLLTPc+OjbfPCpqN6mA1h/Z6kfL
B5aWxGwF368PaWt1vDtbLp+tcV2HqfmkZ46+4nrG1J3T0HDreXL9GOjeiqXLJWZnDH4TRg0foFo7
94TKcdDqKN5RW/WX2Ljv4rgRUBE1NL92Wy6mfEQ7aE4iU+nfaYnM7oR1NiWdy4fAHKDEYfsdEp7H
LTlqI+6H3RTTqVJbK8dl24neBzdqOWUn7TRw6m+6LnQ0P460tMklN9Eka++j5LwNcwRA+k9kyOjZ
dEnQ6fc3nMzcky4M0elqP5HgICuZ6fFAJbbWFb9QQJ3wSzjDnNHFTk3VZ98Z1b5ZAHEYIGG3Kq8Y
Vhf9Z94U8xrqXUoDoJ08uJ2GMcKJ8+cMEr2706hrReEBNZv53oijqyyntFgPblHdekA0mxKR7Jze
rdxta8MKoW983to9vuNsGXIY4NCjJ1nPeASzfGWN3UDqyDXbvZGgZ2janJyW2C5eS0YMXFRrWf3A
l+NgZVdxTP9dVW3CsiQl2uQvJfIPY3lNHsyE4qwWDtIZr0n6VTNRedGGetL8vqdkvqUo4pBPS+at
63rB3eJiuUZAx7FXZYzHpsX+5YJrrZloaDuyW1+Us3CKi6Tx6I65d3ALp7/JgcqsFd+Qj006yGHv
pQkVhdCES45nglqHzHmqO/h2NkKWt7Jnzf0RiIH3ALd8aeziPQzn/qnkXBNRYAdltBOjuYVc1B90
KsonZkohKJF+svtjXXWtt1FRK54mizZKNp0ckvhiluZ5aJb4UynvyShi9wEJlmcmxkdizHH60ECS
tFeoCSH8wrBGsTBLurqd1ik+FVPJc5I6Ilgqu0azu2Mu7IaStVjmQRWP+Bxk6w7PLhbRUxJJOAja
3RZiaPa4dwmjE4xrHDaM5Vvz4rtFEImUUHj53ks8KkTnMK6ZWaXs1SKqe71hgk836LsEhx+WUxNz
iau/MzlkxkM9JMXqAwPFt8ltSJ0WevfCzkiktFdMmZg7Zpe4jFnDiTzuUyclIDe74mxrU/RaEHr4
zlpSv5toqNTLKHRG2Kq4b+XFFIP20MR5jjA5xI7CFmYU4YGyP8NbW0jlp6VYnOfSoEvDms2EYSjd
aYSCF84xtT3HLwBUozNJX7VskcP6p9GYxK63YbxhAVPKXXPWCDvCp6RlSOdX1vRLXtO98Td9a6n5
XZHmn/5RtfPf2TuTHsm1Mz3/FUF7FshDHg4L9SKCMWVm5FQ5b4jKzCrO88xVG24DAnrRm7ZXhqGN
gUavvPDCBvyPrvQf/DDy6t7MVKnKBa/UaC0k6NbNimSQPOc73/e+zxtq4hFVRiP3VVlX49noqYN/
W8awM8+iVutsm1agjRjHUfW+vdKI+yn2CqFrAuufrYPk98mzYUXjBIPzHxVG1B05acl+3laDIvda
hwJg5ae6GsOwQPt5ZPiAIddW58QYGoTNYNmW9ElMr8Y4pIGVIlnI21ZaurP1kg2Zc8EyqstbrqtY
+T3xxCQEpdx7NkDMTSUhqnpf4qZSsGG28hEe2LAnKdy5qEsjOk7JZgYghqet6ee2YitnYokxYNWm
jYaq20dcCetf0pwHw15smyBMdyaj452U6X0XJxdIk9CtGGz6JKXd066kGcVb7Q5xomwM6Ts7E+/V
My8o8GWWbvAgjJsacgWutdKJj8C4e5sQWfSexRTRusKgZI04EQyRie5nIIr9k1qQSHDaqzmKsNq0
pq1RKSO9jnbotV03chx0tcSsItSVvgmpQFMBbnRaqsDySpryTCNKKLlFdAnxSDPY+sIB08021eah
McA4fjNwnmJbdr310PphiqmPnHRvbaC/Vncq+PvApaUud33h830oYc4RFppGgaO4HzuEjKAGVQo7
kyR7VbdxAdhWHracvQIeYQsIcbtrI6oMVN2yr89GeyyHT4SO0jgO2tZ7IuVab5hO5eijap2tB7ke
wVAnbUa6B4kAqaHsvcC20gvF6vjqbN9vsMa3Oss5A0tEro6TK9goVFQeZK16FmKZQmcSpzP8u0g8
T0uWUV8X/oUmE8vb488ppFsjrcVVN4XMHxUu6nNnEvVyanP0M5d2rExy3XZT7eGWSmzDnchmL12F
vJGTIOfrwzdhzvLTWpTVttRC4H9pO7ZbJWpvZFgnR54BJkMfW28dRo56VgQ5Oo3JMyDFRdWTOjXB
Q9sxprSmxLxVmmhaIfDMNsRtF5soQ+RDcT7riIXlYFJLh+QRHbYfkbWhJ1tDTcSxPZBqXqrmXVIx
S8TXaKVHQVUrR34vhpVkgoZyNrZcqJ3QqrIyfwQcmqLgpCx4SsOO9rcQibNKxzTJF3GOgVaRVfM8
JlN+pPYSASkdFNZAWZBzEqtYkketwN9KZwW33YwYnUClcAiMVL3YKOo0rk36IKiZfCzfgqnxReoh
cRs1v9ugAhHno5pNqz7HuUdW4w1qcUbiialh44qr4y4niaiZMnFiMxDd+5B3o0VdIKp3wrReTUIl
rihX2uNErYL1IKDQprEtnpWiqY4DejSXPsZDY6GWdg/7ySJoSGO3WbSyTaA8YuxfCkPn/M4Lv5Yp
qkp/QrSI6fhCH9GWpHjw5rBHw+V4He+sQK9xd8WGc9I0Y4RjypMfGXfG143vxzsymyfDJVG33UkP
Y2DeCm03QqR0k3bwjoMZcCuEFm8bDc+A9Bs67F3YYKOyMdV6XlncR2ETx5gzGN46ZypA0eaoURQp
KSSlPxwpUi8QQpQBSax4kVCBLawkd5qzH+9I/r+1G//mwCTfbjn+j3/+6Q+/h4z3puvIj7w0HaX6
geagZlk2/T4TNN4vTUf+BLqIMDklwAOhu8if/LnnCHiEP2Ojpbmo2gLwyG9qEmWC3/2WdiRUA+D/
tC/nZqGp/QgST5vJ87+2HC2dLqOhEQRB+9LSSKt5RyTBPqPj+x5RKGPsWkPjmK36JCxFqm2dTCWc
HFw65RLMprHxAmd6YMaFep+TFMmivfHCVnxpG5+/fO5vsjY9z8OsqX/320OH8/2vI/gtNGHzP8IA
4PIakCKLrFeUgbJCKaYWGV/UOhBR2mZYJTkFE8Fs3ifFKHFv1A1r1TTXeGURYiZTvWgfSZIGJYST
c7ssHk3chcQv9fpHb5ymdhljcrjRUvzlim8o93oVsk5QqkPzq2IDCgQzc+sGT3K7rK1O2YxWE6rL
kfaOs4hMU4Et5nsOBGbd+kgBkK9quhDL2ozxLvFWAUwtopwCrSFLqrKs7nNiFw2UINVAhMeRdvwC
ZcYnrylmhVh0zoiqvQJYkipqpH6H5T/HdfzFfdWFZRqG5ANYtN5+kXZDF1UJZsGy1a40jtyiF8tx
mG3kDTwNxdt36bNWaJsu6VZ6/ZClNp7wy5IBdYY9I7c+erQOrHWI+RGR365EdNq2xL3wj8O6JrEa
tS6IFxxmWwPn+qum/deeg6/99rrlABthexP6u8dgIow+9yNA12Xc4b9vamNJanG2+fanfO07MkEB
6brDlBpe0NvvSLOmMEirpHJpYsF2ktzSzENwf5JY6QPaMKCEJXPLb3/oPGR4e2d4FIiAUCWXp5IG
8S5N1NermoQeUHB6VqargrrvpE9HFKZdqA6fyOXWP/PSQlKjCs8vjFQ35aKK1OCJsjQ9keGYnyTI
985bQwVQQpoFSNxIRLdRqcXXwUiuVgkJeDOYoxT46cBhfOcC3k4pWDK4AFYzciJsTtXSfncBLCQT
QUpx5QZJN8Cu7RsAux3OOxix4EJMwrtbhORT51n0M9pkDcKWdw4x4DLX7GEHhgPstxIkq4Fij65Q
UW85Z8QMZKW9IYEK/Vh9kSb4Y9Iyj9xUSGuv5Up/hqVL35iFetlMYwbvws9cxJbNdy6QpfrtDZIk
x7JW02I1rDn25u1jQcNN59dG5BR1DP1EVe04psITE8YXijXXthi1fvsrnR+0N6senygMnON8mk3V
8+5xT8gr97qUTyyq6oqtH2Vd2wtU+ke4L/Xv5FRof/EA8mlk5uozaVVKdpG315fHsVrVRjVTyjB/
N7JZE1eJisjAchqlur0uiV1d5OeIYQhzdsPhy7ev9rCIv7tcti6Nq1V5jMT7taklnHBsDR+Zuen4
pJ6lBgl1qcdAdULNWQN1CkZRrtoMRVBb4gnJddrDpbTwijWUmAXD1hNUQ45Lh23t6M3V1M3oxFlN
rcSNyuQb97U5g5V02M5EUQYks2WzHrou66WfwCBIhwvDjpCf9JpynmbYFANTkgnfOf5lDWwG5Xo7
E2oKtA0R8kGkBWIlhwCXTdPY+TXPJAoD+szVYGicE/XoeOB3uwmDsj3S8oL+ssWtGzgwv4SZ/Dxb
/XlxfElU+mWO++7//t2/0TprfhK+Mdv913+Z2W//6Z/hwL2pteYfeym2TP0DDzfTMxZYnm/V4dl+
mfBK84O0KXNUHZOYZqim+KXYwns3V1uoOhjh8t/CYUX4udpShEpkFm8JgG2eWZVS7YfKrbfv3jwl
Zs1nhCx4AR3StN6tLYQug/uPLQhpsaUdKaU1XJslAQLu3PRbTk3frmvkU26EApknLZ+iT73aW1/K
Mhi/U2u93f0OvwrD7vmqmHgbxoy9e11qkVVSK7aFCorQvXorSXUh3CFst1aRYDZOjaC5YDbkPZUD
RP1X9+3nJ/h1mfd2vbM5HZlzdSvmG2FppvFuB2FYrPS1jvbWUYIbu9HQPGfD52gmD/jM7779YfNy
9utqc/gw6UhuHIWEwdj/3YehmzClEtvIChVjdMeg/YRjN/5OKfH1D2FDNLks2hPvPoRBbeUnEt+C
SENtpyD0c5lF6h+/fSlvd14uxeLv504586U4rJ1vb1lRd01Og75x4y6/kMoEIckvr9iPacpMWC2K
nd2l50nlfGfLMHg53n6H9Aiokzi9GPPWKOY/f8UtzE2nUvzGbN1EMofGKRNm4zqmc3nrsUXgchLT
oC7DXP2ke9O0h5jmwPPyYp0YlJxhfRul88G3pNmol719Pc5BQMuC+JvbUO8Y0oJdIMxGSTWs/2kp
wKM5JhYMu2YE2DB8vQqqIAS8gYeZYt2MvV2ZjdMprlDmoQLzs6AHUYuZfKcIzEatT+SPU1fQgnTy
piU0xFC5ySL9puIr87d61WI0patlaStJ4MtsHK8zh0hGie3923ftL54NbjSFgeNoqiVonc1rwusv
Txa5QhBi66ZZHe+RN7arKnSs73zKX7xTFoBLaQsdYJjuUGK+/ZQmhPmgNRpZ82pTuk5TIZFSCTA2
hg7h5kSo97ev6m2VND+LuslLpSPIYcGV1vznr67KVNKC01bVuJA4uXP4Cxa9iY+T7p4KKyGXrjaW
9o9fpKkbOqs3ZSeCvXenGrpIcwIXogErbs8Rl9AVCcgIxxJzno1h8p1L/MqNQ9KDZU4jzo+tY/7K
X10iqXcoZzWwylYAgDOtcEq0DkPTb3+R2nxn3ixQM46Ue8cazNFRM9/fOQwoDPYMBzRBnD3QRhDM
kohWcUhyCe2r2cultJWJltEXCBXHcobehGQuQIUQ1pWJwPgM6oxtv1z+vxcav5U6t/KvFxqLsPrN
1ac+TF5XGYefeakyyDJQLQoCNGG80JQVrMMvVYauw5/lP5xDeBPZ5MUvVYYQBxkZE2FOb7bJWvpL
kSG0D/w9aMx0WzNMh5v2/1FjWAL+GudmjpeqLvkb37+Z8LRjAHijvkicDvmmx7/T1wsmgNUXD0ML
pTSFcsUer0Vxo8Gu8I0BZehE9JTpLGuli/11hBRGXh6+xB96nv7mWn9znfjXn5SfDiXpn/7j3//0
j79//bBo84+9PCyK8cHWdV1wnrRYRih7WP//rDq0PvAMqRbJhwYWHGe+VX/uAFqH0FWdrd6m14cm
8ZfHRTN4XFAxsg1TQlEKiB95XN4ucqgMNbYLg5MgQX6YOsS7RU6YzZxfFj6EeDJmrTLgjIG9/NW3
8pWCb64lf13ifv4Qy6FvaaCkxLD7diU10tTymfw99HYcbLORpleNyupILXpz8e1P+urlOJzedXZc
m0f77Sf5JN4kqJDvNTCyBXgSp7tsxgz90Y9+DOdmXdIzIkyOO/fuYyYnGyKymO4Y5sK6y0BXXIGs
6bzvfG9va/T5e+NjoFJjMaVFzN7w9moE0TywufS7CWEcXhdPv/XtyFt4zAhcJyDhw7OsYhtnY/qd
BtzXPhinpMoCguIGQcfbD4bHpraVod4hPvFcXUuBvKk1vbApLtuVGaeYCUYzOh1Bu76MEf5qC/ht
jftyybC6DZsFljOZ/a6uyMNcATE33ZXYNqLrITV6kHBmzRiNyQj52OCtcM+Zg2cl61yKxlrldsHk
9dv39y8fWAETXPD989BSU737LcwxJD6+EHdtFBgrzitX+JX8JZI47Yc/CCY5VZRK/9+ktnl3h+l2
B4wn9TsIouXaa2W5opXh44PGQ/vtS+KExU178xaaLD/8Y8kpFza69a56IjxL6dUyOGVv8CFvI35t
XDSjvCd2XqQf0d/E2qIKYhIyBUPCI8vxGUeqZmrjqBhNRECR2cGkq5se12Y2ixC8mWe3oDrRP6V9
w6TM13C0LKeszDzXJFs0X3W8I+goxwmQuKhCW9IK9BPzGNKVaoEynWUT1QSgmiSUWntiLoC/N+qm
AL8BiiWiVjRs29hcoB0uiPmY/ft0VWsSR7Rpb8uJDMtpGod1KmM7XPdlW3wiulQ39rWCfPHC5pB5
i2hnspaJPqjABCMffyUdVoQqsaZ3jMYgzqyNqocbOpkODjKFjfojyXMpoz5hzCO30SNYJz3oaNQk
zZ8pi2dknRol3c4zBG27rlcdvJMVFskkThVsCaFf7wqvII1kUkzosOVBFgSyFgKg7xsEPbQeQBD8
YWN3BSwSwiicN0J70jjsHgIlC54rNZNY4KtQoF5iUoGUCXmo6j+2pondvGPacNodNE/DUEG8WWqz
czJTN6oSQcYoG6GjjqLTNWulTPYZhXhfs2ZmqXmEwDMKRMNaTvG597PMKlWSxEF2pXsN4oXVWBQV
miyjAGajnDLMRiV4X2AwjPQLMRmFnW6Z8Kb1JTAtrcV+HCWKZ37scydvBtJtygqXFVCGJjzGVxGX
6lozok5w3oplUEiYzjr6Z+SU6Yjl3r6as+BwOSwVzi4awkkr5OYvFU0GQ+UqGsNl8PWm8C1OnkDl
WgMRlNXCaknKHCnAritMm1FzS9nWXCXEBMYzRS3FZF3pQIciinz6iR2q3MI76XQ/a8dzAusjU13G
eqFX0caMSLOEZp6qSpZd1wGeaTqlnsMQDZNcAenb0PkooJehX5Q7p6yHeNk2pZqeBo4aq8dwekx1
U+th9aXH64XOUa/svROYfrHLtdS+1asOompjmMnnCBI7XJyBQO/Tmnk5VNASR8+ZIE/jDFVw6G3Q
R9IkgRI2g1RIFhUbq8Jud+7lsrtgW5D+2VD4HJsRs0X3Q45fddNVqi2RGBuTxpch+iG/DQSKo00w
EbV10pheYG5DtPVk28i5vcNoX4uOCRco7/D0qSQ5TXUWrrTJ1JQldN5MbJR+sIpHP5gRQegrhwkX
JloJXqRBHRDwcMDFU+pFXbVunMxTrse+6fQrjTGAdxY2ZK2ubeYA8i4aY6lfjSBZg2cnbUrzqQ5L
vNSLJB01JkqyTUV+W+aag89r4HV39pFamrEJ1TpyABwRT5oQraQ2PbQmZEVdRDQcUAfGhVVg9Vej
nmcScyMkcjjdzFHliVL7E/cy8A2Y+5F5PtpzxiYCwZZwgzl6s5YmyluN9A8YwFIwh9cwoas4yvHy
0o0vxEmfFJCSCuhdFxpykfOWsGH0JtWc+9kkRTi4BpN9jMVzNGh7SAmtwyiwl1k9p4cygzdHFxkn
Uuq0J2A0ZWWp5yAyckchlLPDQk9L442Yo0l9BDM39SGvdMjm9gSuaU/lKzLZhsiptK1FBi/9ykPU
fZ0rU4lH0gdc5DqHbFRK+dBci0Nmqsha8oI8WQXIYa3wvh6BkLDME7VKhh6pq6heSGAFr0caa3hI
ZrUzmZ5xJGVp18ZQ3mRziKt9MDXKOdoVdkP+1CaglYdD8qsViOhzcMiDDSCkPphzSGxRyuSAW8Um
3WJUhKZKtuU9wgPSZQH+0c1HGUGskaURQCudLATdAsb6eBppNREM3Ne3dV8H9+McYBuIvoAvW2Xl
Y3NIuDXDPt8Vh9zbwBT9aXZIw40VQ23XNlK4zo3m1FxppfICPXdyrc2ZulGKTW9J2iHGim5O3dXm
/N1gIIkXunL/xApFPC9yVWfmwfYaznarEmBR5zTfflSB3CgTGb+DP8f9wvHtMLOWve65hYp8dRnC
EIYz0rTq5SQMlCIdUakhrO5S0h87BAvbh5BhLhoXDaR7woeTQxBxYaEj502cA4ohCCIfoV1Vagt9
zjBG5dYfT4dg41Ea4ksbkkjBUa3/mHAHeiSOoZ0xWT5EIx9SkqNJMNQ35vDkzCFyhIWWxsHM9g4A
FLNLOosc38iTfohhNnBu002c05mBuGKsaJxAR7EGngRLpWnM3p051zk5RDyrE2nPVS8Jfg60jvuC
lSv9RNop0dA5k3JlrY+ZhB4LUAbBzSFP2p/mbGn+7Tln+pA5HYPlPQmwMJgom+dUasx68R2vDFnV
vZdh4SEMM2X4iSo0hn5ZyEv9IEo81EU/dCz9NzpPsWglfePw+o+//+Mf/utP//1/vjm5zj/zcnLV
5AfkJZz5OX8Ijq1zZs7LwVWly4GJnXEJHW+S5WF8/HpwZQSjWUAwqODZE0FZ/Hpw1T6YDrNTBvrg
CkhhtH/k4GrJt0U6h6O5B2PPxy/scjqDlbeHlLAqx9AvgUv4ieiO02jK9SVadSJmekqtZ2QFCOzr
1lOtrVKMBOLmsJJUvOC5B+NMo3zErkJE+7mnOB1KO5NjyXNgj2F53gMsOFXxOcUbLyoI7DKwJ90m
hW1D5TOH7EkOTYArOmJnbzLNRhyWFMjF61I/auG2+Y89G65/oghtOrJFk2+oPIi4yrzOOka9Bm/F
01KV3D4npUkNY1SNIwdvk1FU+7GpOiYy7AnXVVZBYUb6zghSRFk5raY6oAko/SyYvozYU6wTswOF
I1CAFaR0mVa0KmzH8hmuo4aeXDxdhoqWxQbFUErZqZ8zxMgl+WlO0oFXytocoSUrQuYYW6owwDdN
5A0e670Y80WCnEY/NQHTg1PpWvaVRWoGbMZTV+kAvaEePbf42xD1jggvy9HLIL5Sp6B67BDT9qbd
XY6WzxuM2I8Nisl6cB63tcxcvVWKkzw3AK4MoiwB27eh57mNOtuRPFxcboUn/hKwRbpGK2ccU1h5
4bIZk7tRm8PUmEVEpw1ac5V0EzN9yjsDvkozwPN1aqBw6RBDNusr0bkpCc0PJCKBe+3BeoSuloep
t1CZuO+8UimJ6HUEsuJgVE30frlnnMZJQHJDiHyEBLCovdf6vgHtbU9nWPABoI1UuGEu9HWFYeUy
LIziyRBoqanh+lDjaJHdjY0WbPGuOZmbDtZ0MyWpfKY4cchrC2CckZemKslaN3yNOPkIpLutBeJj
qred2hP3m0/elr2X78rsvSZ2af77+VVCiHjhMvmw2ge/rIb4JPXz3j7JjMYeCh5FbCveZvLNmhB5
NhTEyQw2a5LbsFuO66ohm3xZhRyiThUxoWrlvYjztVob+RVBKtGxUaK/l7F50uXDfnKaL20O9dop
CGQbvTKZeaM7HzTvkjBlJFShJC+wJGBwsFtiknqV6iLJHiPJqaiqqhVKW9VtEYGCVLTsp76C+KsP
8MscDPILrevkNu4nhn9gNX1RwINEWQLuj7QKOD43gDVuYnybm9xo6vXUk1OakNy+Ucv2ZCgcOMBh
vG645u2YFBtRWzeeCqsuC7dQOwiAYZ4GyRVEHYycYRVP6nM9ZHfTaD5ifT0Oc3M1Daa/xpNqf54S
41kB5hfZQNM5sn6EnmItjR7MXJhTIQ4eYXyFAN8zOmBYoyBxk956hs5VL8wRthN1CkFLg+rGsigh
XGpnE/ETeNYJ58kH8jKY8YaPHfcbYbazMYmOnUUJeLIkoMjcv0X4dOQ4RIvgHuwjomXoUz84svHc
0khtlxSr0wI34H0RpBdC2Lsp6vRtpEXVMmmro8lKOFoUypkPIRqDzu1soyHfcMpcOtOo1YTqXcPg
NC/roriWRX+vpM0Zx1rqv+ZYjfxkK/N2P3h5es2IHHBE2+RfsA4oyF1zH1idZLEYrGE86gvzMuop
iJIOeEXgDybEC4wcSdKiikhgFooppe4IMwlwUWVYWZjdREog6RZVkYRr2yTdCNhBsUVi/sB5qVtH
0ny2if3al5OanM5xP37W9VhBqVg1z3RgMCA06i0SjUZZE2+UQRopWnlZ1dpt0hNAmUOYdwIjvmic
ZhtFAKf0XO6wWa6iwbsPTOMRhtScMQhgLDGG22bA5pYOOOMQ8cJR0+tgTyVKDGLjraQ5o2M7DsDI
JN2W0+yRLNCiocTf66FTHZOWEh21FvhRSuCCxlh3bMf1R6utzwvwMKcErwVua01P9NkuU02WR6Sl
VZve6u8ScBYfq1zHKdCTTNGrGEDDhgRgPLFboXXDqV2h5eIE7C8KlSgEvTxpBmPViBTlYaxE9wyN
NpXhP6Z9a1x1OKqTtHbzps3zheAxRQ/mbNOA3Jqg6Yqt7KvremifYUfv4zg8zgoaDeXYYibR72tb
IXxk8pTToRnpS4Rz/LZSXCShxCMqhuuGM95aNTT03NN+VtiXfbKxWg8WPda9KSaPPuCNooGMFcEw
NnGr5VvS2NdkvhASquebXDou5BiezlI579ruOVfTo9EvT3Wt3NWTquy6zLhgfUuB73HNjc2JKAoF
3HhZPI/ZcC3V7IuoxyPTCFZjWfgADfOTLhydTUW3dz1lygVHEgKDHPSWyqDs0tI4Krq6eQy6flVA
fSIIgohQDoR42BJSjYKpfII8dQ4vKoem1jzBOx9dOwizY6Mi45SWOK7FWqxj1Yft55A7VpvE+zrP
CgG9aJGMizySR2Zv7SfNjqY5mcdOMyy8dHAA+4iE5S5TZVN+URs1vmpyHsZF6Se5itm6U7kDDses
tY7OgzQRS1VygL1DY7ClWMRIOATQaDdGkI5rDnoMdym3Bc/Uus6bcniy9ArqBLQ2oVVAVTTQzpwW
LL0tXAAB4byP9UQmWFd2G8f9SZOW0Q5NRqoQv9K0MjQvBOY1p1yrCjtO/kVorQUjEnVGRHxnm9Cz
UNFjRRiQw8DvSYLml62pnETdCwi/vT89GGrZDNbKqzKgTJtBjZ1EwNvDhxXNKYRiyDZ108CUDfw6
2zqV0Ylrbp7Iu9PRV1SwyoFzPmDluKjrUH0sVd4jt2CvEACPO9o+HytLMk3eWvjvgXWls2uMjpUv
b+M+IxKR49EAgReIyqReYBYOhLLKFZ0p+M6IULZwmBosqazMCQ1C4YKLJJbzzhsFDTE7z69VLe0T
hSQr5MCwG+1YvR+ypO8aF+o8FhU2PkkKRpO7aNaMcoDO1tvpUvfCMjAu6SKTtBrKdCBPToHxsimS
WPoIz/y+3uAJx0u91B0tQTrh6dXIqV9tS/iUWiJTXD9pYdmzv3vKcHt7QYEcAf4mWYfYLnRJ+szB
GB5PbDSngVdVOMY9DppUhFTXF2M6jtZSr8t0MzR+lJB5atfhfaZVDw0bQXit+TVK3kGLGn/HSJ+k
8xAZImjZkXw+pY3YT15c7F7V+PugJorbTWkL9RbbztQH+BCjoAhmAzyn5YmlIOFsvsgOPnkanmN4
3sN+b+6anN7FzutU0EtBSVm2HAa+dMMAZuUqObytK7yXhrnuaqWPzoC3JKNNfk9lA+5mSINZDh/N
BjQjPeTI6qLhNktFfemlEvCeX5vkb0C3QOYRdg7Ju0E3BORBJGPYQ7lOgNM1uKjJvEmgeHpOUkIf
9ZBV83obmhtQMqcrJXXYQGmJgSmE8Qbqn6Dj3OVNTwkvBmTWEBdgCsdHa5jVTcnIRebYd88w2mG7
9NQ0TnYYV4RxE/RNSyhVj2XZLeiVkQprBTmIoxAmINy0OfcjR+xSjlPT4PE1qzvN1sOFGAKsKHac
HKWNqNetHJtNNRQTWGC9uMde0lKr6ThonHA11FJs+niOP/QUv3ahY7UzUKbBfFnLJacD5WRwrHxn
mrFxEndtv52Mod8ptVVe5gmrHS5MFNt13bsNX/eROU1I+gdbbAl6C45Um2WLq1RWTlDbrlWZ4Zym
VMdbs/TYxyZCCEENpzgbkxqIsZlf1djrlzXGryUDA2OvQF/4RL+xPYoCJbqJwAahVPCrL9lYUiVa
1PifEzzoX0DDDbinLaE84q8H8iV4y08HM4lmaTqi8jCekHpnnBq03G6pe0Kyj600Wsd6rT6OMkyU
Rcoyso3ANCAQak4dD9YW+8pjYZvgBNsEG3xeksqsmfEjZ9ZgRSe+QUFBSBUwNCT5hEz6O2KzSWwK
xkcll/2uitNxKyvMrMtQmegzt0O0Cn0WRsWPzZ1vG+oaxiWpnSK7Y9tJlpAtijtj7PwVCaA90Tte
cIPzf3DtpDl22hpGPTMBIHMFxxOrNTXQhXMMcNZBH3BAh7gw7yw34AhFxLNpbIey+VzjGF9DPMkv
+r5EjNqlJz4GVM5kOsl7Nnt5jJp/qaUW0XNJ6hB11JfG9RC2115vBLtINRRc9+ba8K2MeNbOXPmF
qh1pvgMqvAzDp7SaD7JWmu/TDFyn1mpkwUR18rH0K86OvUF8rNEVt1wJJerotN0mT7uRk2RkEgqp
Tad9SpJc60EldeJumAnhg8uVNPH637sxzbh7/t1vMdd8qxvzp//8T3/8P3//x//yv34zN2X+6R/e
NGXmH/1ZToB09IOFyAOxqirQQll0Pf4sJ9DVD8gIUGap9I7pszAc/1lOoAj9A3pTFFuGJoXNZJc2
zy8aVznrWRg080NoUu0f0hPMA8tXQ0YHiQMDTUsFlmQJjTHY26aM6TRAiNpsOpVDTnpGCxW8Ql2S
DWwEPmSV70zI3xmYJJ8HmIlmjT4rdC0QTm8/rzLSIWTKIU6VjAWXvNYEynAeLOvOPJ168QDkNgeN
00QbxTtP0zs2aZ0TOglcr+7WVyQOiHTeXThTYqRZAtwvnHRUWm9/kXzCKN/XeX46Q2PLCcCFl1EE
asBGj8uaTLwMFEUY9IvcCKwtvqMvft1/zJjY4jNt5Wlm1Rdt7mQb/MZX1uxhZPitXQrD2zaRmq/9
nIKhrPRq1TWq7kI3DXfTvTAp+jJ64S8q8786hkfH9/56DOKyD5oVw7IMW3s3LS5kGaRyKMU+DUiM
Q+u+IHVaf5LMDoF8GoI+19ZIjox45zf0FLZJfUHZXp07xS5qF5axlcrS/JwfUUNUQJ+LTzWQcLEi
sm8emMnTknN8vc/3+FkiDoMZVoQFDeWM7d5w5crfkZPE+ucblykRDv4Cfp6ZrcUzo51YwfS/YFGC
QZRtg1vtgV7EaG1CkuXGvSHo/+1yJtxnTnaDUJEd9Qmun2luW2tnYWkF8rrNsf+jfUpcp3MddaNB
fLI3erUGnIfxbLJcq3cHuU6IrGLHIU6YvMzQLS7bc/xvbDnJRXFt3UNcDyB6LKxzp0chsfSjdVrf
Yj13Ijf33LnpcNKtzc0jGwZsOBIXbvML5ZaYbRgpqrke0rXHlLV+AqNO9G4e7Cd92TyF9Oq8JSrY
9Bhy50NJVBk9jPnQu4DKA4RBsmrvo721k671sbTh3i+8z7W1pvpgiA2k+ZG7Jj8CXGqjLTViSZbZ
FdjqjbcxNsEmwu6wD28hLnrjdip3Mxf6rL9Ze3vnpD32TjkDyqv8uFknJ8MdJYlBujfhrm4HovFx
gtm6HI+qtdx5l4lBEjfA7uVQ7Nk6BraG847Der8gt5LMoDPnPtkoJ9N9+pgxrN+koN2Hpb/2lhQ3
X2Yty0Vy0i+dE2cXrFTc1At/WTyMO3s93NCkWkIwWXGNO4BdoJOSFdFhQbrAoF98ib5A9IsoNghw
2rFJyyN4Nuv8uCctktnMebQH1cQXek+05jLclQ0Jfst2DYj3Od7ld9DFnUv7ZNo4+27V75zP3Wly
6lyQt6CQ93A6feK1rVb+LGFeSNBr53DALrILMr6gAg8MnmMCIRZ6v+SQVMiXZe2HhhJ/e1o51t5v
jBv+9V/++N/+8NP//oc//Ye3gD6TH3vZ3Ay8sjp7G6I4RgQAolhjfxZWqh/wmiE9N9HAa+gr+ZM/
b23YNwymCXjIscLNWyJ/3y9bm/mB+k8T9DdRXWq4IX9k5PB2SeSvwSWiIvjUOQWg/hLsoa8FwSqS
D8WXcxtQ1RQw5bk8SVs7uijNmunbqy/nK/vJ23305bM09P6I/fFvqtq83bwSH8edhXozYbZmO53X
Lb2KcyL+Vz14qjGLHeuQLb4neqI8eLV1Hz7SRj3OWAWJNXfg3VaKfCalY0YLTzH7xu100q8yZPff
0SF95cJsRjYCeRkmNLbLtxeWWLpRejMOI/CdLNjhzDR5hWxYNYHIbEkjlGDI71QJX7lxqChVNNYY
Si0eh7efSYxxYcnGgo/djg77y5h6BEDSOl00VutvfvjO8WGzs1ubravzQ/z6zkUeU1sRMyjqyOg+
1TNHPht5X25Lzktk5FWO851HZb4vv5Zc9jxlY05nzd4iDVufmCV1rx4VHkjCEQHP/F/uziRJbmTL
shtKlKBVAFPr3czd6T2bCYSdowdU0Sig2EJOq2a1gVpE7igXkQcRP6tIjxBSYlqTL/KDEYQZDFB9
+t695270BIKrN19mQicuuHVfSPOKr+tGXFD97n/9Ld8+LOtFkZBxRepNqs4370I2JHMrZhJJ58Ih
H7UWJL8Ssv2bh+WvV8EpiwI/EBimXOet40UrWSMFgjOnHKlvc9K7gfKGX379Vd4+Heg4BQWbQJPN
GfQvpvPZNNEiO4zOMnC653gqzV3pCiK8nbE+/eNLrVJvZqMuIu2/fJ/eTwuwvwFbVgoIY4uSDGBR
7pnpgzdl4/Kb32h90n5+MHALsF7ZuBF9FpE3D8aUt6pu+wbwDfOMU0EgxvuM4vx9p4oUKpDJANYU
vxX7vn3BuZ2gDnCjrBZ+nGXrn//wONIgUkpGGe5pRwz3ObTeSxHFzbUnZbc1hn7ob57/v3lIUFBT
erNM2izx65//cEGGsCqy65b2VKKifQwP9BSFZv7Na/33V1ll0qyPiBDfvNZ54AMm+KPF6hJUMhQO
DegY9OivH5C/uXmr3NthF4NRy9P483cBcRZmiw2riKmlOrZlYN0mKg+JnCY9BEuquvv19f66djCm
x+PMmJ8vhgn+5+sB0xR1K2ntBd5y4i5r8JSoIxkjfJC1866IcPgMnXP+9VX/5o1bzXjM0x2M8H94
IX78xQQo3pqOMQFijBv23RhwRGNKekqI2Hj+9aX+8rOta5QbCIHtEpDGelz+8VJKSGusPONDm/H6
G/h0xbFpOEv8w6tEPthex0NZu2ps15P3j1cBtwrC1qk9Bo05FmELmdFOoqB8/KeXYZWyUQv76w4d
Y0b96TKFihAmDdjqjJDtRkwx2vOObvI/vEpM4bHaU9cNGqHGmxcYMcgQlj4POfNZa+fSmN32bRPu
fn2VvzwDq38L61OwroTwTN5cxWAQh/9V88P4kXUmLmC5i0LAWYXoi8OvL/WXZ+CPS60uBwoqYCxv
1Po4D3LDIBxMR5B5y8bUo+1fGZmH7v7XF1oX1J8W3BgjXOCgXsfM4VGK/vz7dDoaSX5csK1LkTis
6WYIyZSue2vrhmZatmgqiJsQKuSwa/lzOTJjQoX1j78vSjDeLPy99mr0f3NreV+9Is1DkKyzntOz
SSQnXNerZfub7/vX31C4obOuHhSqXOdNxWglRZ12QRxuqjUiNYsVTcuRkLiUQOqnX9/av/6GeIZp
KtH0ImIHtMnPt1YsTE+7eqbXqxf5LrT85tSWUfab5fdvrgLdgkMG6iLc2WL9wj9sJaZJxbSOJhAA
NOm+pf2MQAai3q+/C4nBbx6UiDMM/Tm+kc1m8gdT/MfrBHlRLJpA4i2hhivchv2rB4SWqW9hNCTd
RwvpqM9UWVGf7oZcJgxYVZf46THtofM+iq7HBejOSrF8EpgNMtedLWfH4Le0r3OYXd+g/XoMr5Db
dt9J3WuZeSZ+D1oi7+3uEUynZqbBbtztcaXPjJwckvW6MxMc6GKbPgMzmZ/7WIcDIXaONoDtpjYD
Y4UMfExNdMXsO87vi2z29WHqoxS+AvuZ0vfBnBiN1rqI/f3SNKNzH4YgqjaOLEZgoDgb460qAho2
xsP7fiFnWb7Q/raPXqsRNxEf0st3CfGh4cesm0x1Y/c1Tl5/5bgwFhSJvbVNO8SnMo+d5m6Jg9Zc
zT1q73sr8XN1cHpy3a6pt029xg+PM9SdqZDxUTdTPTdkdsFuPrskBIf7YUbU8ND2c5IdMJNGPtO4
wPLvyzrocvCGibovHKZGEH9xhGwQAKDpLnuKKyKGIwneLegZD7hpktrndghK7xnkRcY4AV13Xn1G
fyWYRkQA1zbQUTMw6zYa593QRGo4MRCFb6ycFoByJ6b0U8l4MUXJPBNEXs9O/mxnzCauIiLA3J1v
VkVI5xIUfxeaTDwjC6/MCexcNUHHDb3XpdeIT6CrLvSbqpAYsc2kUeHs+pz0ve2cjNk9bLWw3dZh
Vjs70ZYVrbeav/0+szQiUKsW9NW8OqiQx1VinjaCkc1wW2a2iM+NdKu7UY2eeDJ+1JsrUOVNkLCY
1VNc75G2w3jeGZs54bib5j5j5FMgb/e20FPn/rYrCKi7TDmCij0SCd19y2uzXHWeiaC4y6qvNo2o
OZj5rNXI0txcoLBCzzt0j3JQY/7F4KLwvC3DogijO2yzwetPJZxbN931SWu76GBrlYaaHJcqhoLs
qnTNXfdae7gmSrLqv48gF2QD/G+IF4Q/xnNu7TpqsjNwvwxDRiccdeJD9F9LGy30MYmBVIM1Vq9W
L8gjj9t8sC7pFIczUZx9U7fMnSwH2JPuPU9/XYqk4FcdOyu2ruJ5ISvLnmq3OaaI7oadG6vSJSgC
dtymaYsBEWDRFQhd7SVdEbwCLnyncwQKS0am9f1ceSFKbEjq8Q2yQ9kzTMeCArxh0McMe5v9FUwM
Iy7yspoL1G/bXFdr/vphihAuX3lA9u294eUhHBI++O0weWl6mcdoqB6iqhXoDerChaNoKeXuHQ8x
z25ZnQ8bEI4RWvik1JLWmwBFqLwSVFRWJDWB9b5gB5tHyW2wTLxQkrSJeEcIkPNiEDlA6+Ov9Pc+
KF1sQyFzWELJZ92eBiQ06Xbw7LHd+r2k2QmMJS03SR+W35chzCmASbLLgOgywD0F49RMH4PSV/1V
xoknPkHlqr2L7OvUvxvjdBLv23Yc8wdMOI0kx4WM3qPbAmLnEYLMcIibIX6vgiG/sWVspXu3Ktrv
NpYVxt5SYZZdBiJG9iT3tUScpH7EbKyLUIJZdkvMQlyM02cf6wF0z7LNntqpqEij7EIm3SWv/205
Mw3ejk6Um1MIGJtxXQ/JAccUB/7TVGYOpu4+w8IU8zZ+aEOrX+9ZVd/3ZAPgPpkr67Y0pSKIl2MB
VqXISo8ekFxv0zCNRhRXy/IJmjtJYm4azd0xnZMAPVwUFRKwqovAHkeg6A993gX1NofgT85TUEgU
k80M6tx3JBEn7Vx0yYeUqoaje6sy59qLB6u7xSqZX7WsF/6pdaD40k9384ZYnpFoXrJ+44+iYuPc
ukhgxatShpyiyHGa4UJmI0aSBPa4Swh8VFvXQtloOqOmqsSZ/Ig+WHPcx3jLJm5INxoaTIS+Ow4k
+GrtLLssGUL41L1nEY0WGwRMqd2SOpfxtjiHzirorEdjMw9npVPk9LOQQb2PTO8VV8omzw2OeVW4
zwNi+2w3h34an8nyFWYzTzXH35mmEDWKMGhdvIbGDfHWMvzCsqbsG9GG6WFEnKBWlb+0D6A/YVdn
YeuHn8iu1DHJVrVdns2YIuzglyTGGr40TQlpFr7JBIO33Unf5MU20G2w7JG5pB9QA9JKM/NUIqJx
NIT5RRLDtiXws6VRPbsC4ZQjKQplLLrvrYXId+/nplpVesCKGMN60wmYMdJfbTJXbdoJackBhqT/
KTfd9EgqnY8pzRK8iqRFWe8kaTgMBmShUYhAcQFHgsmtOFela3XgV60co04Ljg5iu1buTqsZwBOt
xuLVrd2u3g6xg/SjH2vzheinXtPh9iaigDo1srYLMgg2k+2gFoil0497F3xodbJrufqwXM15VUPR
YFo+VS6JpTqGsZ5o8T4amqyBQd8QgNdnDkimtpkSsQXwau7p+plmK3oyKCliLBkdWrjxlwGcSgR/
u/dfwkXjSKh7h4NpD72p2Hl6BONXlwkC51C2w322LGXI58kYjMDCDghNDsWqXmlKwlPDaqGtT+Q6
J06QbO0Hl62PVx54OVIQ1YVkFAfK+5aFXcMGOHm0tXoNrWPDzFG5zFy0srYdlM9m10UFkQj5Ujaf
UWu3iPO81nnSUZyyFVSuOnek9uHDs4oJ6nBThGRj6T689QiliA70FuaIAolILpok4ARR67o20Wcq
LIuDa2Si7tLEVuk7Ayw4ZuYS1QPzykLr6YLBayEGjvUd3LTdMCwqy2omYUpNxfyI2lIHZM4idL71
C3/RR8gsxXxagIEhgsqMIPhpKOPyIqklhqemiJESbtLcT/KzgHErQzJOetBvmzYgSWQhOTmP/KtW
Le2QXrseTqCv3USpwP7qqjDdAWZUhdhozKZMRaSFYegTZYvbErDVI7wqyK5Ldr4FZT9nQ+yPGj5x
cMpTC+GbrGoclSmHQxTLZKLn7B2NhlfCSfCDssBzn7sqwhXa1J1DV7gNzX005goAIyIZoNVWhuy3
S8RodoSGwkum8UPcDEWXp0kFJ1EbxRC3gMHbGJyH3uv74+gP1T0qOwypoguW922GnpoaXI3AyLrO
f+iwZp2DvvRyGK/ueJ0moPi2KQyhAaWZQOiJLh1J8zQk5JqMqet9MJxtedzceHQIJB+YX8YohYYD
ysQh3fPvLe429NGhQsn/Rq+f/Id2NkRlGNtTd4jzw2S1CErJAsjWuKJUsB50ZG7wyDcJH681tMg1
PYV03zt58SGxM1YQy0qIhhs9isQNvhhEqrVTjJ87NvVpOyrLLTZwegcS6Ktkeq+KCJ8fRN+p2UhH
iqe+WKpq3zjOiCypKlF1AWKDd0nhSjiYcaNOn0ztVMWmwl32FKAwwNikLXBxlH3hnbBTkgS8qprT
LWPt4oPr5l2xBbYN3DKKquYkGkmuaVcxnNmocY4enKmwagKKC6SumILQV2WZApM5uIJgMiN5DQtV
QH0cizHkn3jh8NKPJvvalh0t0yVCwgwXKJhem8jI9wLb5slPEmopu3Q4LXEWaBnBWmV/bUC5N7ug
s+Z1vxmAttQFTVDAQKEkjpPj0OfJIodtafy53rto58R+RhV1N7PSyWcyosl2m7OQeWRGckC4Uwgr
cBgj0USbiRnxgF23brZhE0zjhthQdyAhRLHrlaZY7semwLIMZMO/Di2dpuesaKxnJdLQfpaRm0yM
xEuNNNz37uZ+tL1tlPnWA4TnDKWiTRB8DNP6WtnaX8MfV5BOUKLe85u0RTzLkZESu6w4DLtCEfQ3
Zonh52/wRbIdJMnR9UegnYXgoHFPz2P6nqqmea2kDoIdCZHsnuQzECAfO3PzeYZX4rPl+t3cb3Go
GCchrDQYOAZDxlzAvsuuYZnm8WmLNUiqmOOPqOPr7r60LVyWm4HYFxDMuBnKZ9SLDewy6ZoU6FDs
de7wLmusircS+Hyv1JYCiD8J7SR8qbt5eZ7Qng17UtgCfRilV/W7aQiCDynK0yefo2C3jTiFkgi0
NETHKqJthi324igiAsbRl3mhaN9CZeQYwtua89DZo8hwVrv+kH3vlNWDZm2j5fOs+vEbaLVMbxFa
EP4ZRRZiDWkprMtenZaI+JGhXQIMstmhxv40bEkGFsmeLEYqYKJLvJc29+wXXbB6s9hWdn2Mw2o8
gdoGJK5I67ptfK+q+R0kGoWQSv1bOiZtfASTVH4gW8sjln5oqkMp/dzbCneJPwQzTpg7t8TkwckL
G5L8MuYc5J6qmiHZJ+6tcfbozZTZZygIk005j+IZumtc7lptoZHG2zfku8SrtT6k/rL4lzocgyf0
PuN8nCkFG+I06SbE9xbtjOLShLDfdoKQL3/v6h6/uFurr44JfNY2UVCshCgcAw7K5az3NJsoyNvB
x7fcId5197qfAyTlMMdx4OYd6VgOEs9lsXCkiLgng6m0nQ+RCcRNY/hLtiof2CrySeiXKe9sgiE6
WwV7njhqB9qnqDoiXLboEEJ6aBvaw3JA7YIh4ah6GZabNZv4ax1rRNYWU1qy/IJicnBeh6g+GyLC
9iiJUXRQgAJpmLAkfbamrMuvJ0ScA22QiOhxxp8JEYmS4JOur+FZOFY03zZOX8d7t0W3yiav5odl
wHZ+XBpdouPUlpUfafsRo0J1G0oew0mcwnAKNL0IGs+bAJOxum3znAimPKpEeK1rh1zHLkICkgsp
h00Y1O6T1Qqkp0ZT7G76GVMlkQVFd8mh8M+7cEFCSclnKEAz9tBtlwS8/GoKMcB3foNqMhiwjG3K
KB7DrR797mvYojLewHfRq2gWK+txZq+WO55LlsN2jlOH1Ng6TndVWpCQUI54STAnFfBXjE+ZvdhL
9WwpLE0JdpvvXa3IjgKy3A3YO7T+xnOZensPlkT+upiyUUeb2tg6J04+OJsRcjvzaRhZ1SnqxqE5
QrRm51RONHoHTr22/amufYJmG68o1b6zh+XLTBIpK3ydOXdVsnp4S2vpPnq+6CiadN5F3cZbSgOg
2DLR7NaPGbpr3i81rnHwkpJkvLVlZMCjIrLCb7pwUv1K46CoP9nwKchK7px+OPYpBOlVNcRZ/amk
jFNsfJMrrA+Vb+fZI0PF0C82icS8kG2ywK76h8qrgngbiJmBiyonsigiEoRfp7lEEoIFgUwLFm9O
y2HJeSUPRX5dLlHyPYAC80pxO36UGinae53IsXotZqrvgwgpoTeOaFesew8h+hEbOtYgt4qG7EkM
DKvpAqji/ZAOD01poo5DBLaxTcCjgTmXYrewUPITnrpLJElG3OdPoN6uVdO9a1r/lfNuSeh5+K2p
3PljgQJ8TxAI1qJwOvdryWlBeY7qmZAbcjz8r6haTXb5N8mrlJTNGgpAWHiz0xB57izReP0eBvHI
Jil9eoYEWg8faUsEHGVCWrD4q6bg3b9F7YwaneMfB/QmnTdpW9iaQVExvouxCj5yMnNy3uiM8tRM
EXaYuEUzQ6FVPv+6l/qXTiqMGCYikCQJpcAE+qYv3MQ64MkUFgeQApkELUqkSGC6e9ua/2FzmIMh
cxdmSIz3gQu9hf4EszcPq4t541h5eYMhAsv/YOZ/OPLmKoxEcLSuYhZ8tm+a9z34pKHNCmsz+iF+
I5bua4Qt3m+u8ofM4sdRBZfBv0srncmY57vOm9lwnw6d7w4I7uLJqhJygth1Non2G7UP+9Lc5oMf
3U6hzZmCkB3rGaJ6+moLj9Lnn/+Ajg1t2VkHnn745oMQ0+U7lsUPSKE8bqchBOJr9zjDlPWvccU/
UlX9f2r1Fjwmv9Be/Z//9Z///r//8z/+50+q4vW/+ZeqOBIwxaCMCWakK7dufRz+W1XsROQUrCMt
ASQ9CNbB97+kV577P1Z8qw2nCabQ+lb8X+UVkLKAARjOccZQPF+gzf47FPbuz8fwT6YxcbL/+v8/
AmN/nlLzUnsu3F7QYeBqATG+nVJzonPyBjrJTUaXimK8dY3zjm5g6X6lbUL9U2EH9i8D2gvrkFRd
sbz8cLv+5gO8gWbzCfjePJ7rBAoiFqi0nwdDOZa4rBykvsYrS+fEpUccP/qp54xXJogzeZ6N55J3
3FHRWJuiYHs/V7WHL2abOl2KZlL0dUKx+ZvPtU4U/99rzOdaBXMoPFbF9d98LnTeVAVT5Vy700Dh
HLUiX7290aTJbChTji/F0olbOKp+fyB4IM52kVcjaa16nRd3yuAMI08wI0ksaPvR+c2k682giwHv
mm3ByJXKCrocD8vP9630MIJKlpbrXOQLNuHW9szFk1Z0x9Gslq/QpwjQdlh9+oMGD4W2zg+b6Isp
s7Fb88C7hxicob6QAlMvhyrQMZ6jRufBb4QQbxbEdVJKgC+iC1QQMDi9+M0vTFfPQeHhOpfFnknE
1c0goczSR2Z3U/NAd5zq7XvbZuN9WXalwQ2n+uCk/Bm40a9/1fVSP/yo7GMRvDfgCuiqwB5Eb8aq
TZ4lM3E204UplR6op+q+upmmBQTRQrKn/JgLDjHpb36rdaF9c9WQry1sNI6C/I03IrmGiFn6VWa4
tAyW9W5cOkWSmyhtOm3DEqinJSCHYGMBip+PrVvzzw1nav3w6y//8wiW34EemM0MfVXP+WgR3+wH
HtZu2gKyvjDlKhmWj7L1FSkfiAV/J+n5uXb441JQoYFxsrh4bLhvHs6a8DY0epO62HPhWmflaTFe
0Z+gTahgXLXXv/5mayny4w1mf1vfAbRf/LDr0vjzu0CsoiCOwZ3PRF2ZcSf/vIVOJjxOa71VQ3ug
Wr4yQxv4p394aXI0UCQijsKiQOTLeid+mGtbwq88gN/4jy2nmI+RqEkVKqUr3rX5wn21CkP3WaUj
GXC/vvLbexwgAAvZAZDM8voz+XxzZdukfUcde+5TRWqpGmre9D+Xo0xMPEm/vhxuljdLIiUTZY3D
zJ1yDS3VW+Vsn0vs65bEs9hapt2nVm9eB28x+uSlJJDtea/XINu4XrZYv8SeFj/HZZzLAdZ+Zd7R
duo2mkE3EhFT7ULl04nL2+iyYtj2k9tM227A7S67QZ/JbfPeq1hMJ2Vb4mGKRb6du8bZe+NwOwdJ
9kgMxkTWZRUnKrZIPMQI45N5uMyD9V1XJD73nRpfY6b+X+TYc3wnpe4KmUpwy+PwpR6ldQzscrhx
ZhkhNLe7bewmzqkipDrYuMqNLl3pDEdkW9GTNQfRu5zexhYiBMp82YYHO5P1dceoZ5cTrQWfqqlK
bgodGDbVZ5ig3UMWuiXn0rqEsRgUZwGH4Ngk9fNE0sK9nkgBE0vb7bQzJsch7sUJW2n2WY7Dazgs
dAEnv1RbdJNYXiZr2WGEKY9xPPtbFXQ6PnIbGGJlviTomDtBa5zjjZQOLEeMCFNgy5fEmWjDiRnn
BJPZ7nMHyeiYoDk4MFxun1K1mkfsBMoVjNUv0eQabBfA5famTXF8BOVdj5LpPgBStRk4VN0zzS0f
NCPIV10EpP8ihG3OaHYiFFrB1NwD9UB5xCfR6B4M86WgYWi/GaPI+xQkJK+gSY7Vtdua4DzLYdkG
DKmOgRHxcRTysagb79xmYt6zOMFJaplgZri1t3SyB7UX4M2ti5v2C3bhenyCkp59LHRTYQmJ4uJd
ORjx6ESJ985KM/2Cz4f2SqaZrhJ7dlHCtzZzHpl4S2SegxekxlutyQDYW1U9oPUoaSNjXDHF13IO
Lq7TV/jSUeumRXwgwqkIapx9kPz629mfg/HcJuZr4OBSmNfxdVWY/sri2HbRcGk/6GmdC2WMgE+Z
hX9zM+ThcGrtjiwku/rmodS6klE/HcFRlZuMRsytIimA03RBHCrosNFWN6PBgcyPGjTPxl/y3RLz
C2l/CQ+Vm7vbOpDlga5uuQHTDh5iMsuND2Rixxag9wjRmOHJIHsMO+e6cAO8O2H7Tag22ZAXiOnW
1I8wAN8bhxZdGRXDIew4VRtntj86eXTUQY1tJh3lNXMDe+vn47uk1YQSt8u894gWPAHs0nsoiiUt
n8Tw1PmEu2kHKsekC5xEHDuOrgtCx0Ulddd4pn8US1Lf5ionmTZJzXWRerQw1Dxe6OxZf2REAU9b
JoYgmI8d3kvpaoyhEMdIiA8NzdYtbcT5uydzl8HMCNA7d+bqhgjcAmttNlXVh6xMKutjrhGk85dE
U4DHJw6L7IYZTVN8cwjuflX8cu7L0njdAz1L0tmnhnSI26hwhXgfh12evHQ0lcmfzhcixs9a2G75
GgFeAH/nml48CuqMb0yzGbxBMu+WO8A/6Xx086i3d4STw+b7szBrLDHSKRTRoP2rOfP5VL0piDGZ
IBvmW2ue/BwoPznMtF7pQ1NjZlR1/TjO1SEuWje7mvoqgSVhav4G7VkZ7TrDaTlzUp+u1SzH6Dpt
iLzbAmHJyzN5o2XSbNtybrvr2al8fUu+L5vKXtHFomx2OtaVlzErcRDXCQdn8qnGeNnSY037vc86
KrZt2E7+dSCrAHJIzMDqzrdBW+xcAEjJ98XwftwwPfc/u8gqgjNB4csz+Re0z7aF01EeC5GyK4WK
ye+HWTncmz5i7dj2VjWcSXOVXrrzoA+x4srF031bb2BLVkty8By6eQ/EIablecww490xbI/EUy2i
tkJKEU/xuOXp1HAfUGNEG37YBBKqYqdvvjdLldU75fpBe3Hpo2ZXdqxlWtA9juiVHpg49sz1wwbY
CLlboWhuMBkiiGkATT14HIaKnCkBLVaxtSpFctCNg4SmTC80/lFLbdU0w1wJWOVt/MZQEfhxERE3
+PcQShxzu6WTu8l05Nn7JrLpaGh8eRK8U7Ywhd45pR1CaSyi1XTlkIWIxUtDXNqHBfqxY4DE5tAC
hwiLnQ98aTwGgoHxhq561F4HFfDOc0yfzX+J52jqvtfNxM8Cr0nqHilKhjpiO/E/85HjJzLufdoO
eXHtNpDsPg3T1KxGuJaow3V7Slr/O2lZA2Anb0kCBgIFp6L0leqjk/cLtelyxSLp9w9pwoKJQoiy
nWRfmebPEru9uNVIxLhTmaO85GPTmYYlKxnrPHlQ+FTQCK+BqSuXlUOV30AZYoz4mlO2dHTJqmYd
AteJr9ph1/bGpSilJzgWT5aKs/eEL9NszZN5U0Wx0se5L9VVyuytZxgHTWrwgvlT0PTJs2N0fJZN
JsAFOBLnuCNeKMvfK7iOV3y95jA1nIE2jP8ZFVblRfjJVB3USOreqocZ7uJx/qw0kWFV5+fHJIJC
Zg1YWiac6dQEsr+Cj2w92m3SHBcXgyi9t26L6nElFMz2vWRdIQspDt/loQYAmcdi54xZALoB4GCH
VyJA+UNwnFp0eyitID4bl9m9jFPsiWJmYaEBWO4WIJzVQxCl1S5CFIimiaPozKysqM4ZM0CP6bZq
b8IgrcqrePHtKxcc6CmvS+fkOTrbF/VErmk2vTimzsMNcVBATxqh8JP4wUXPnTn7RaAubj1NtL/9
6qIbnuoA9f0+ky02zKaRwRc3BQflFcwrqplo8L4em6tVXndPQui8iTzUgd2S9/umL777jK0eFEit
Te+grQR6A3kLQMBDW6wgAScNnwOAjGA7/Uhew98l2AKjRPiumDp6ww2EGja8xdnG3eBocsxG/bxM
smOiNrQzex5hrGaLYEvb+w6C5GucWNF1YXzvxU04DG+qBmtqz8wJUJGN85VJz6A3nK06tc+yJHgp
HdcEB+DLdfTR7+K0uNWTKXqUwqhDeOZ7WE8xMNMdaGB0EbIB6bgx7ogwZqE8YO5ejfIRXlB5TtPc
/eKlbXIpvYmgFLLOGVrExKh6kmnqJgpccyqH1Fi7rkXjtEGQN57ndJjet0PX3g1BR0HFt48eBois
K8IpLJ+aumgZQKbafZ9jgHrOw2I+kxhLDnqeeFfk9eLyhJTQX9lqptUAtiTfL6XG9wsqxT/YjETE
HmDykGxHv0y+DbiyXgInx8gqRjkQA2wZ/jsaPLSnmeHSulcRasBqLIYTfzE510rbeQWik7DGeQ5R
CY3dmJ5rYOYIMjz2LV2YGIJk3uUj81E5Xpu86z7pKC8fHcRxCeL2cXnvMdRnQ5EVkhjmJd5tNNB8
RKFZq2lbdW1xQ7Sdss4RYqPngQP/PQt6tUo4q+JdNyfVaRgnuYOYX5lDP6Hy2aeF8rD9VnqlRdhi
PMS1mW9ST5CyxHx3mri/BlNyPGPuQDaF1oVRqbV3smX+XOsw3CMbdR712AMqBgwDoxDVT9/NwbFL
0vbQJ3X+VDbVZ6ctSQFG7MU0kyPWe26tCnYwAfud2+ZOuLOXWBwsNzPHNOubi+LcdPTEmO6AaHtq
M3dVpm9j6sM7ldvTs8jDqWE5Tqbn2SNDNipUeV2OZX0jm/rGUmb4OqkhuRGVit65OhsO9mwC0h8T
jL4eQ9wjOMYzXJqCHlOJCzsui+56sQsesd7tOVPZg3WSou7eBe1ifY44qEC/spblKy+rW+9sTzQf
q9zIz4HfTEd/jL65DQUmX2eMRoQvng8BJZ04XOVxcYIt4+7rDtHjzsnT7wpWxZmRX7ZDxOMcoVss
R6OdjvNV09+4Q9XtnXWwOpQT5mJCMnYEuzuPglPwTtd1duJMLolOD74Hs5XtmAleUsyBB0Qs8b2N
vu5p4Axwtqlit24XT6gowQkvUetuErKK9rkuwg9Bn/S3yFpZdcgBhViHOCH0JT5tW8tj7fcBxJMc
gW40qC1BptcOtkyqnx490Dz12wFi0iYqRXVuEUiBuWqcj/5UMBP0U/uqanx7O+RVDoWwJ/tXMGwj
Hib2Dl5ARbXwgQ4RWEPUFeXXziNXGhx3vNdoRyh0BnNqUD7sjGDkWlllumcyOKjj7HjTVzP5zxLt
zbnsRXoOICdtqLIeBNLTV85Y7aPmHHlbcPLo90YwCtxPkTU9rGprgkD7Ub5ze7sJb1bJyLxBixtd
CJu20ROjxAiQOgYDhCOrNeIOIJz1BFotjo6RTvKC2XmI4FcifP9E7ePsolWWi8WlfrA92/1gOtUf
CYYXwyZKSw5ljlO+RIhid0NAeGfZJMGDXTKgIuKkuoLI+HGctHyAUU8dBcrmrpFqOhsE0azZISIo
gX4goU54TGxyHYu2bgg5dCjpoLS9R3webXtvRUIV7kvBfA6OmaEJaFeZ2DVxdTParGH4osILBCg+
hJb1V5ayfpNm1vy+HaUuIQaG1dXSsF6bgSpo20DFReUP1W3uQnPNu00Slvbj61ll4gz48QtH4+K+
XKcfs6Xce1iOPOvsUKe5ccUhtVOKMp4TKMquKq9qZJyIdKr8sYgxRvqU//KkbeNubRLOP/nKkh+k
UurWtyNv68hanapcWZ9pnLKIL1WDVIng61PkWsuBlvVitqmXOK/dxFR6CcNqL30/3Vf0sfZ9DCty
gzfAg4tZhj2nPFbGvY9ci4cxq7d9CV986EoUDFX3gIMJ9aRHkGxmQTrdNFZ5E+fUZjZE55OU+lvu
lx1yGdWL9ghm3Nsw35eflhA7vR1A4UIUvTg8f/NIGoJMP/8XdWeuY8eWZudXEeRHY++IHRMgOWfM
6ZxM5kAm6QQ4JGOed4yW0JAhQLYAQYBcyWmjDRl6JvV9CH2RrEYxD7OYdeWpUODlBW8y5j38/1rf
svlr6axPsVwlQt5IIBsXwTLXCkhal9iJvQNQQXWk1me9a3s4qZCZXfOsj4JLupMIO8sZMTW7msha
7KrWXsfgzLc2C8C7CKfHNS3L+DNiUz7AeBbfIwoarOwDtqsDcHVC3URwp4QWx9LpTXNNQLGEtmnC
vYirXqzpgzoXFZzZbTv7wz5UwOxEhV07M2DYV8htyEyQs1qxRddPHbXyZTfZbwr0XuRfIsyaVeJ8
alNhfp6pxbSggxjHWO9zwzywDg1L1i034ClT/ocqTI11miv/Fr57tUWxGYPlzLMzOdRyLeu03Q8o
J85DMj7XYTiO06pp5XRlZKaUrKNt+4Mwa/1u7N2ekohtcwruJVta+4FgzvGz07bFjgpwrrYjhDl2
UW71MQ+H6carJxsVjwEXZAVPdLY3lBs7cNdp9imbs6H9OE185ayO/H4ni5QLK5pSffVzxAVMlvTM
ebBXbW/Q1S4Jvl7Zw6TuOoQw+EI8QbKt4Q6MmGbXV2vLC4dNjCMkvqRkFIRXgeMhKE2pHCGnDyv3
zGKw6zZsu+wPeM2Ghyy1miGSbF58gzC3BP9pfdXxYnf6w+jIfqiRoKjetGo00dLTVW5txriNxpGl
4TgcJhnJD0lv+nBh1YeGmfYgmjR/olbCkgPKfq9uUi3rEV2H6WG5rtaOxbldLLz1cd9EVAaOZImy
l4x66IB7KjAI68jB8JkaXJZJlzVmk3ZnVlVVHOrUa+rVPC0y7qmNgsJg3WjPNV+YcJseOWwp/OPc
oYbfFHWv+vvQ1+qQaaNwDtXQCOdTV1hmepiHYQq2gQPrb+PG6Kv3ReaR47Saa4+fmuqMIiJWghTM
Rs0Dv51Ma6QzRW4NPXOMYgl7hBhujdrTp2f7zMAdjF+NCIeEXgUE9wUPpO611k7SCGh33oAs9Sn2
Wz3futizKepVqPNQsTvELe7nLsfVA0BsTi4RI/XujWVos1nnFpLNidqACYZ2rWQNJmwlQq9mMBxz
4cKom2J4JRg53WNmW5zITOhN/Gkuc4uSZjCzeewmCyPBqjRb17vQiWGO16bVsvFPXWGZl8jjR0Ap
VhYZOdKDtqQ8UdWhyfbXRx51M8yI0DCbggu86VPW0ud1l035JWp7St8Cv4g66xhp6G30QTh+sMOk
wBIkUQOXW7oSgdp7Upt6z9KUYgHwQYGuI4ZSRDpMozHdKHvKUZ/7nKuCkp0ehmIsk+9GTFzdOZzp
XJ9Xsqjlbu6EA5yVGrOevsOPbPBPuOHsOd9dQtnRXoxdy/skZbS0zMqSG28ZDb8iPXX6WxQr4PCp
ds509hysXfFVFok6IWjD4tiFy9L2kcE4MW9YCyUNK2RZvzPLTH5OI8ux0QSzW2vYw1tgceOQrTFf
TkVDJljWMsKZtoi2oGb7Q2NDuwOQh+6/RXF3P6S+xaPLek/wDxe5HC+LPSnbQawoSxZPuQsYeK4C
0GdRwBLzvpVBSHl4JHlh5c5DcmG2kYuSJkgYpGSjZ+tdF85luSP/wsRKyBudbNVoFvbKCJ25uEmS
hOuM2jKlsDibUOIvsjiUjwiL0WCgCx8QyPTsE2e05C6h5LUx+CTYW66xxbZrgbCZWwWUs1YzVieF
JQXOaUODNMghZbaT5+/StMv1rhYzV02xw7+UDbrVlcr6pXKWhjxMyCWy2AaaFcEutpwhpzmWkHUz
tBIIzlAvUngGvrG+KHqcTivl9q7Hmo+e20U7eLN3YQfdgr1A0d3P2x9dUfX8WBtrbOSdmXXIyGpE
1fV50NgCuWRq9DMRFpnTA76pdL+butwzt/7cD8VxaOs2g6nTGZe8XIZ/7FCln88csblViUyrz36L
vmIzuU66p5CdVBdsNc3pksZY5+6SxnOKs8zscnEbpeVUbBgI7XnjG6JPjvUMn4SygmyLw6gKoNAt
yDsYzG7DGrYAEX/FxqhG6SNSdLTQmhkMbcw9FHeV33zoYS0C2YYYRnVNWtrH5zKX7VeVpCrbSNXX
X6bO7m9CYqfds8mUTfsNzItKWZSWPG5ggvm0wUdufnDRi9uPZVWxmSI/pvpm8ag/UyNKrTPtj+W0
c0bfKzfAvwJrMzEwBNvlC2OI9tjUn2XF8mroJJu+/Pg4ccnyjnqi8eszobHdw6lC3DSfFb3MJhB9
JoXBvCvn9sJMcnvYoY8unJ1uqCTSFIIDiSOqJTWlJ0UGhoOli00kQsjIzmQ24bUlgrK+RLuViRVL
0Q4bZRuVaOJZY0hgLpsCMzpuZzI5iDvKB3fnaj/t1mFpJJc9VpXw3BWy+u62+EK/A46VM5VnM3AS
bpyisoPE23IvaIpANSMNkm8+Nmu6eGmTpxROsfjQmltsd3q+Mc2eR1C5KiNgZM7D/WA2i18OlLhH
4mqY1tne1m45XbBjpz2MANMqku8JtZ0UGw6Jqwe791CiExrOa7qj/Utl3bArkFywlKf39VRMV5ib
aYrTiGgYP30LmflxRGLGVTZDTXyWjyfjwp4TUe80aeMwYHRVmsH72I1QlvmG7RmSQjkrbcbpPBiu
M0VN7Nof46jcedhJmTm1jq39mPX0syJ0s+joM2jIXEOVGynAqbjMsos29wx3MwgvOZtNP7bPZJTp
hHTcwH9QCgAbWTI09zahJzDtFUmJbQiMZ/1F9DHbbt3G0t4hjY8em9oLho1KExwtP+aIH63SMY+g
V5KDJO8A6Za4yHzcpO9KBQB/1dBM1e+rKdLO8ceI6dZmKh/I5SmT3ShFbK9Bw5t40Q1l9dEeMxgP
DukrjV8VKbmMwKKIzojVnWH28ijPqz7CiTB1lm6/OY1JBmrPjMfo42SNs59Yhz2kqvHURhRZ+7GS
KLe2/eTNBZyzEuGjXkeIhlkp85AFazZYtcZZ4WpeC4lVydobEsr7zaBoX1D5XJC9oohH/9qg8hlA
Pw8771Nme3Z2wLfufKXMUE9EkGilSI0PWGawIrL725CVL+lEGNf6ezfsaj7fsexh8RpOf5UVoZhv
G/KT+3sHaREyQ0woc3xOJHykviakXwm5i0nY0pcWoV71E/NJljKhiDgH70f9ejaOLfKBao8DT8BF
U+1SEDY6UwGYZgsdjMM66kNihYK8wVHoqTAqrzwscWW0DFPYzQzhlXO0KUcCcgRcdBoKw2VRl1MF
6ct7plvnKKm3Ts9M/6nBVjNsgsFZRDw0B3xaBLGPDmUlKZuzHm7cqOjv2ibrq3dsJqZ4Tz/W9q6Q
hQ9qDVEpz8+gTycf0wYKPa9o5zVLDXuky3GGVdWTR+pPeb1lp6eti5CmKcX2JqHt8Zc1ki06i1XX
FAIMbeO0YOpCleFqvuI8n4+hSPtvMp4YAQxHYgJceywqq0+NbWpFLYCAo0OYGNV451WEkm1iDDEc
2SNB6F4kmKfPKV1U1Rk+8hCMvA2W4G4WrGnOBFpZfdbPrvGeRlN7NgxiqtbYiorkKujtfgKbTfzE
iHTHCJ9cl97nZ/asRvEYkiD4xcWEUn8VE76Ngp1U5LiEvNXRyBqAnmUk0pXOzfALoKshehz8sQ4+
21PAuxFQ3vS/02AZ67NJR0F/3kxJvLFmIyUAeohoRaCNTa0U5hwL+S0ms1bcTdSzKmwj3NgzHDGG
vipyKijHAC1GtZtB7qYfbPr8DPRp1ttED0SR0xK/gEVf0T5k0fUtimKnxwEVlJ6zhmNLSzFLcA4x
v0ch9zW/sWokT/QnZ7/fT5wyWvnOSjF9VAFt6Uvkxk77JS+6ZkJYFQ4xmh26UN1lU5lVedagsZNL
kyWer+YG3vuxolJeoGnP+mnC4sf2LEAQX+rpsbSzOl6cBfZwgHlbqNt+wZydYYhibK7ZoaeHxB+c
+aLvswI9UCW0R7a8kU5tfB5jhvZvkgDJ5dGbdWDSamHF4lAUqeTy1WvLmC7ZM3TdVkhqIh/AZMf+
ljJw3rVb/LGiNdfdYDfUCoHVB/Wm05ReGiqnpRNm2xxNhVFdWwZyZf9glIsLCCQzC91uO3PY+C0k
2okKcNm+w/jxoEEpxKsoWl5KSWzW1I3TN+O+L3PHutNq8tsPRaKq9POIkYu8OXjX7BkyntAjMaBM
P8/ikj+lH70vc/7/75af+Vqym4nDSD8rG//6b3+fxHT/VB4/50/t6V/14m9GJPmXs9t81p9f/Mu2
0LGe3nVPzXT7BOD4x1mgp1z+y7/3D//N0/Pfcj9VT//+334tu0IvfxtuueKFUtRF1fMbdek//tc/
/vv/+uN//od/+R//9Md/+Y+//OQPjSmKUAc6ju1bJMkDYhHIo35ITE3+gAYjAel0AhEMSoRRf1GY
SusfiKZdyESIS1Fn/JSarP6BZi+J9ITZwC1iKfTnsLXPZKW/qrOgDcKj481CPYQwDFH5ot76SSLl
Zq1JygtzX5+gINpPaMLYR5pswc/nTEwesRsh7tCxj9Po0GlXw3qmqNye45zwcNmxFMIyZjrNvdsV
MbzudAiHa7+0I8CfdszGf8V0KLyLSvP5gpMwTTMr+YkUmqtsyWahKSyMeJeabsMmeKLzta5EUjoH
VbQDG1JWhmg/YgHUO9fGJFel0+mIpnrikpRnyLJYUY5QbIayMtWrDhsj0pjI+DQbMR29ulvav7B7
Ecy0JIykSYxN3crNqac+yaDA7oJO40oNKVNt6oVudaaoYucrUnUQSyWBCSjbGhIfL7Ez0miKEnfQ
yEWimgp075Ck4oi4KtdGnTrTmSpU9ui7qXlkSVPKrQ6z8LqZtf85Qmf8WIba+0Yv3KdCP9m4EOkg
UbKYuk46j4HJIT+EstZY6NUw5geKnX5+MfSM3NQHEUZuuoWzdq6yYirvrDlx9Gau5oFVOUNzC9zV
9eatoAa4RPJ13vuybDEm2Og35wPeiu7KdwJv5BkaGZiUuO3mi6wO6va6BbGfneOB8DT9LjO9NB2E
/6uyHcbHIgy8blf7qDcINRmL4D1S/V7tBuyo+VkLlNxahU6NZKKOWU7SYi7ZVNee+zVyCjhKgly3
90Nu648ChATNAJyX+86rq3od0cj7ypiN0Ar/FekBMLvtYS0kBIQVYESsP54XNpeJbRuLoaSjSdiQ
9zStUxWDzRCT05MKSN/fXbN7ipK93dKqXaEua890aRjfot5Y9LVDTEGNGfbW0HH7nb3EgybKknJt
i0YWCi+LBCRCXnzXDYTocINIps0yOVqkcjaNQTnLtD6Y9H/JOFICD6o7UVLqVJ+YdN06Ab0kIjx3
1WdAOQjBGFpwaWM+Po642sUah2Xx1dRME2vPwtG0Yo85v6szhwr+KGUM1sYqmRHptxNLg7m2eYrM
PPgaYOW/Zh8vv1BMTrJdG5awSTq3LvqN02NL4td4+OQBgKKq1Amz2Qci6KoVCSEWrJaxmD8rdizX
vWUvxqAa6+Eq7UtPbwReK5qhUQ1DLiINtLwwdQP6JxY00tZIQ9AaiYD4v5VJAXN+RGARfM0Hqdw9
/XgTw6CHfZpXN6/auyI0VbRxA59Ke8+S40YmtnkbTFV6JQ3m4U3UpOJbXZOCugM1P1Ib7hPvkSBP
5x3SNR82hJthS2cJD5AhQ0J+jlQov64BaiCByTAgLQqtBPyG9sIns51EuLLZpwj+cMBs3NYeCDLb
WrJOgnHMHoYoJNbSMpHqPCRlFn7skuX5+FkSK4q30iMadiKLFs0ZJWI4CWNJxpNFXQ7/X1gf6Ojl
D8LkaNvATab38zRY0XWftw1tAcfp0ttmVA050Sgg001A4e9MmVE97JGD2nobNs6YbXHrkQXb1SV4
GGuRsa1KWi2oeWKVxSs/QM3Dyhgq2crwuyVltZBLLEOfRGJHKiWhhWGZLlfnE4W5MVTZU8DK+vjQ
sg1WiFMI7l1hsa+Cjdeg1dlNOG8/GsItP+aqpko9DGhCMUqaVJX1GLP3yjoPI3rWhRo3ods61xli
4C8tqJnLagznbIX8vNAIBqux2rSOsm55YUe5XYrtC0VUkQIWT4RIbWIbH8Sm4oMrVpY162EdqI6S
5eR4ybB1WVxH10EkIhIHOlSSs+mGt3Gd9+SHBnO3K8yaMblWPAJvyugN5wge80Mwo8S8JO2UTUM9
JSHQDOagbpXOdpLvyAXQ/tYJ8oLsdhQmqy4ORyjNte/ekuUZgPTDgepsMrZQVCDMMf4Yx4JueNOC
zsH5K+N7CgS6Xc0EtVwEOUvybYrTC7+7qkhFYjQVaDsFuVJoLTEhrDRhUQiAZEbLNQtLMq9Kdjfv
qaCjzHQ127JVzS/4b0c0nVRifKgJXbpkqsZsZ9dZkdsfI8zC4Torg3jTOMkcbUF7AqKUrqu+jTSK
KCgKmXz0bPRWxbkaWnsY3tNi5oNeOVEjvw06L47dPMeICeVMa7WFz7APEPctlrsM8LxjP5hGPH/M
OrP5GhmMhWugIs43mBUGMKtSiPeUZAlHsNqm/K5CO8I46ZaXmZznT7E0u4MPvKOkNFguegJoQeWG
RAuIzzEqiNtJz/ID9lNoILlbIusb+OnHoLaGcgVkf75NITZ9Tw3kwdJlGMCPodirZQl5tBFc32tl
5vFCrUZnv+obE7A1sdwlMNqol+d25/LOdENKV33mo4mRKA09Atq4d+5TMnPwcTb4AlZZoDSx1UlY
UWkemwFMiJ2KQ5TVMIJHAyntWFeWgnEO0IxE2SXprY0Rwx/b5wQ4I/SGKaUh9pwQp9I+tj6Tl6cj
fnDWBJSRPJePN/NMu4cNmzMs0j1f9umVQyeEji0DaFDcOxlsr83gJYp3IHXH4AwNa0N8HQKWpTZu
2Jl412Bhl2tXNRltftchDy91LOyVRHZkl4WOCCd050R+den5DN/kRHniqszQRi5SBgoS43Nm3zSk
1Pb4yQl06hRZX2iwJcPaElPe4spDJ4Vn+DlDEHW1CM5bimLRB5rzuJxbg4jRez31RUkUT0KwF+7T
kDhDh1FeIlCduDE+fD4eOxCt4FOnVGvBZFtyEcsfIYn9j8jE8keAYvOcplinDGMEhuMbpArzHLnY
+1j40Ct5ufKu/FgH6M/9UaTHlgGCeGQr95pDnIZlcwieYx+pHUkyIHPWFiRCzs/xkNFQde5lmCZw
ktQclhA4iBEOv5SNQTgfBAC6ZyNCX70G4MGJmlEXgIsJQG2NRB6FlvrWjbrLLsJ0ibh0bR/e7JIa
ZOwRDxKDGTxHYoqJd/csIwHRWQrfZGfympKjac1OLN+3AgDXPqxdlsK8yPb44PX0Q1aFbQ/xEqdd
1+5Hf5DyEb3ZaO5zrwu+Cxqczr4AFzUxSqQT6JZAEIpizrzMtMvzDoQEBW59VmT4aM4XJmK3npbS
29ppsOdfJww82WWUmN2TwTL64I2B+8ktJuHupDel8Y46cUvMlNf70xaRYGHSs5Yk3ZY2Qs4NOTex
x03ryWLwyDTaTp0U1bp07JBETi4sW7uGBbXYY6k9Ijh36y+MCXG3s/v2uTYhYkU/fOi9a40EBLkP
WjY63iw7alZrdBSZ303QP/jpxPfaEikreB+H2oqY+draOh26fBg3SFs3hFaMGWsQ+oF7FghqSeEc
fYm+jgD0FZKL4EEhwOO3NLLvS8VqetdN1OUQSQ+qpeslR2dbuXFyWzVT9B01QJKuM5wqi4RITZfY
GXK4OCypkSUWsI+oHbVY6NvaGQhO8FGiXlC74BY3rog+GLJaXPIO/OG1JvCcLqBNBDUYnFREN1bX
hN15YZcownsoJeWlGjJoqROAiRKBiZEQ4jWUFbk0wGjgnXVdSiNzbPBQl5lXm5epX04EUVmNEW2h
bfQkKAPQMii68RTgITipjXRghtxIhl2RkQdaR8FaIz1pV0k1Ua7E0z5RvE0iYuZE6w9fe2POWEVT
PX8KqzhDJU/IaPKlou84ESUNh505GdvHvJkdxAHzui7d3usAtminwQff626kz2q7lex3bDt8Uh/Q
JJoUWgrYCMF2mixt0r8rXPfaY8wPLuZCJ83RBTiZUBYZxi4A9oWneeEfgAe+Z+mZWCwQmgpr1A+b
8Z+qMvx9JYT/7xICFlPd364j/J///c//8p//EwkBf/zjP/3x3/75RR1h+cm/eFWpCeC/tByfntni
Ll0ouP/qVcXGKl1MRphF+Y3r4g3610oCVQYPc4iAm4s9yPqpkkCAgA/qFqY/FiWPWsefcKqeeLxc
WAgUJbDQugv8GsfVyyoC9UA0Z0FyHbIWBvTaUmSjrVQIVLoWmKfRaB5E1pAe8NONuvlRpvjZIHvq
Xnw+LkY233QQ50oWDi+PS2hUWfdVfE0VUMnyQLcHYJymFTFcOXH+pDJz2wZs630rffzzh0blCViX
GgpA31+YqYFbZwhOrlk/NKQwV3W/Tfxixg8QS71WNQyUgzfH5W7Gm2GsMPkOBM1b9J92b5zJifNr
uQlKUGDy8LhZFufz8iZAmqNCPkXXy37BZHHomEhEKWHT6Z1DCWu3nWWzyZxCfoHB1sLHRR9Gq9fP
0oohy4suzcRA8QB1rKrfeEKvvBjYqhXvq2Xb9DBPbI0FeWHOOPtHDBiSGkvmFQ2S+SZ/wDgzTjgF
pCgve1MX1eb3d+XE1vl8UxS4WZ4RHSVXLlXVn+pa9uSpPCrDa8E78KW0u/LLWKL3DtgQXGQylx96
sEY3BkXd98JJwh+D2d/METqx//04Op2c5Yot17VP7H+5UAANWv+YhE30nt2u/mKyEd2F2nwrdmH5
sv5av7N/HGnxzPIN4DX0T+p3FlabejaCYxBZ4sGTbX0m807uf38zX7scm2Kk7WGnFNYpah66Hyux
wDqGgarIjw3HhzEUYqtrrR9+f6TXLsfjO14q3tRK1YlZNOtNm05nek01rLtHKldfw5qsz39/kNcu
xwNDjMsKlQbl2ZfvRpcCgWqz+LqAuojF1o7yc8E+9Dah/fCGp/m16/EBW5AbsaDLT7/NchgC+u3p
tWrmbot3gU5THuIbeuN9e/UwLvXkxbDPNZ18ZtofWDulMTcrne+TnAj2dlmX/f62ndIAlnfNZvSw
rIVtwHizGLh/+qaGqgyryYswzwrT2NRu3Re7IqBzTEmoeSysXN8N5mwLFH60eLZt4uWAXStTunu4
4ADSfn8+r1y0rSw+L1Mw/dDNenk6UJhKmwxb9nVFc54SZHzWG+m4/f1Blms6+b4YWjFkeyZleled
QNSrPLOaoJZHpATVikJ5t+rK4kOUpV9Gv3kjH+CVC1oc6Mp2HcgGaFRfXhCr35w+wXgcghQVRBdM
aMND+63pYvlbTq7IoY9EYQHonrRPjcJJEQkfEdXRn3rzIl9qN3lTRRternJdKzyhdWCCxyon+lpm
kNiPtjMb20Yl1tVMIeHcjLPgvq51cmcmYR+tID+Oa8tIklu7w1z1+9u/fIqnJwvpAe7Mko/EQuXl
LVGdWdV0DI7IUozrGdDmF7Y6FVID5a/yKRRnYhD27e+P+crUwbzx12OejEE6EtibtDrCBqZwGwO8
QUQwkknmAVCMLBj3qyLToJCknU1XTusY735/Aq+9B7A/sHFJOkSUC19edFdR7WNQOboBkPTeaNrD
SIP2jZdNvrJs4LPxpCNxRi6wypdHaUtZw7EVR9YVlrXtxtLEOhhJBYaMJu+jnbfRR6Nq27vOn1jR
AA31KH44XrFVCfy7TW5l4Gs6AI3pGx+2fO0G8NHRAoPLwML15EOYJZZUn7xb3mNvEzTYlCT6/y9U
tEwcNU38nqITLr22pcLNPL7U2G2sUXEf8zvfx7k6yu8UW4c3htlTrscyAjr0udHo8v246Mtf3rN+
tv2h9cWxQwFzQfatmayztO8v2r6lXGKPdA8wBH100D5eNs0Qf7BaDdMxrlv6Vhlr+K0TNub5WBXp
RQEr7/7Pvzi+Z4GzYEG8QJtenp5Tda1gm3BEWEcANUHyqyT1usPvD/LKiAjQnpQyT9FX805nz3CS
IVWc/kjrrE83tVbRQw6CDBtuQIR3kZCI/PsDvjbvuNBUuCJeVZqhy3z+07xTofiTSuLqFh3QFJ1S
Dk+hAQOON2+Gphh9irNRSmShGORB4TY+I1ChvwtmAjTfeDVfeTP5JGHx0B4g+MQ9WdilZVJi8myO
WWg42znuvgvcZW+sGV69XnA7rObQ+Mlf4hh0YVpBGrXHvMFBTYkxW9MkbPZdGVm3CwKZqTfCOpOH
QYkKY/K1sZ7RixCK0og37v0rkwWEI957m061oM308tY3usFpDSd7iNgrUCv/CF7uafDEF1QWgK3n
fetab01Qr91jhjeLCdCH0vt8e3563CnZxq1dkiE2QKozKsTiQaJslNM+3RMlz1VBPlw3mVdjNn8w
lnHS6t6RKb3VsvyERNt746t/9XyWgYhXHrn6adbqTEsIBHpxxJ7TnPN6Fxt/QTT8/iX/9SBE0Srm
necVgFqkBz+/42jtG3K162M+mtEDDYv2Xkal86evxLctWCw+o4MHEnmZEn66s+iHsry2B/SdYBTx
2aYXM4DVN67k19U1B/EUohUClhQDxMuDFIZfGraDUUwM5h3SW30ezHOBGhJcQf7G5yh/HYzYlFgu
KXdcDmPRyfs5OSIhC5qaVRaTiKmQvb2LRjt+b7XjOG+H0RvXgMGtB2jp3fnIzuXzJM3owrfMQ9hm
drUxXHjdtH/HFjqChgu1BZlcDZvfP91fChXcbttxicehPsII/cu4gbxpsgLzWCYjVBA9dAjyML3H
l7btxAVwATvO6fr6ZCk5A8XblaOnaQGOAIX4/amcvmjLmbBPcH2SyoA/iZMXLbVG+NL1dHQQDKxZ
huJnFrF447mcvgMcBBoNTS/FGEbF6mRpPtGyNwBTHIeiQSMyJMPBgV2qpiL5oU36mxvtRSTzYoH4
fKRl38sKxmEfcHKkriE3WPMCQHps3s2Gg3qEaol7EQ/4A2PyZBaFgLvHIPOuKfroBlWZ8aT9Gi+6
W8/3v7+3v6ypTs7GP5keYjcMHbPUx1i17YFJpLipzaG7EWI41IZyQA1N0UOG/T/rpvmiCktU7d4o
z1wnNLN1aaJhe+NxL9f/8wL69IxOPhB4DTHJBw2h0AY9Rgbbb+TaZ++GwWlXQYqCRkvgQGkK0pSg
hD87qi1HN20Cwqg0yiVc6+VYgCIIeLndHl1MF2uvptwct3b+xoBzukd4PghDDYApxHLPOL6fR7Wg
N+omS3kFwB3cltoJdgONZRPFHK83oh2cKG8grX6ZoZdDQqlkuHaXIoJ38pwzgzaAr+tj2yKlRlti
mlc5lIU7zy+xkJpSd8XaFCXoSNOLb5PF2rxh06zslSVLHOhvvHavfQSww/ik2QrjKDgZcq2kWATD
LTuW0L+c+5xiXtwrTABBYjwyvsmVw1bj3F+MtKPv5Jsu9sSOjUFxg7Wi/vzG6ZwOysvdYd1ioWmD
acb/Xj51el0A+Sx91P2EBcMsoxZcDe6UNVB+lzDiwh8OZY2DYouNiNCCwK2cpyqcdH1hVLFPx0V5
EB2MoOv2STzR2TMyIfsLldfp0xvnurz/p98HAzNDIoMhy5yT8YNZQ5SYwo69W4Tz1kpJLVp7AlvX
Jh7cJeIr1QQyNGEbYQlqhb7p7NB9suaBnS9PMnfemCleGZ69ZVvm8TQxrZ7Onk3WjWiLq6M06jle
V51ATyKzrv9/eWWQEELcA8XrMHi+fEaZh9HBjJfrBiO9MhnNiXTxLZKvs7Tw1kGal+eIw9GL0HOb
azJ5UokwpbayI1ygOocQPnR/tmzKi+MrdJLSVCz8fjkpJCihOXv+oQUCBS9HZe96xMqfSKAa7n7/
3F+5zb5i+45Tkxw3psGXl+9GAQSGzDiUkzvCvsvh4Ke18cYw8cp3QJXRskhxZWC11Mlyy2VRHnSm
d6iaTuFbH7GnUS6Go1iBroBenZ39/qJeWWWgC0VQClOWchVUx5dXVcwBlq2hP7Sx2T4KWOK444uh
qFaD10F2aWEtiB1mXQLa/QQKG6PRMH0r+kDHb0w7jDunHxZrMvpNcAbZJ6N+PbnD7J5wXnTVAXvl
TNdz6OtwC9NZP47NDPvd0sMDW226EVHK6uurUj1iT4O6UnszUrpCUBiqyD5gssBjnvtuQS8ziPzu
HPv+jJ1HAlP4IIzWnS9weooLA7MANN1Oc287rHsInXD89GvT0eNRzlV6ByAMWb7K8Hrb6AurNZzo
ZlFgFIp8BugH/dbOXeMLuRzpO5jcKVJP5sSvuhXhsRxGYGJOG6otQohW4qLL3DNIEJN1Hubp2B60
04/Dru7s/OukcdKvNcXQZFNaeXfbwjML1j6UHW8lOzPoQIiFHUk4ppl+cxFChasBLNftQp6BUGe2
RU8TOE7O06QcPlaAuVJsTgYuAOCQ5EjAr7E+SSs00RuisqUlO88g8GKrxDinMceu6ewXME0Sv+to
mFvdmYb42EjEq5HrI2xycgo9o2RI2/uVj6F68BALIVSAohp/1akoSDYOmUUQ7inmE3Mgw3ZnpR5M
8NJvvHyfk76M27jvIXWgz/XcLESwiblzkRl0HhlvQBkPgedEZE9iZhp3QWf4441f9N7eClr+c18B
WjlrFwt+kQDj2GhrGMMVCkjii3QQDvVKLMPzyquGHGgRZtFjDuGFyVU7UNl0KU0PPVU28gDTrITf
Ixn9HzQpNN0mwSlwjwOs6YDGIQFa7A203oOBjedq8fjVWwsIDIEhLU8HdlvYvDNyi2nTdDLznUOc
jzyqdiSDjyxyh3ADG2bYdob71eA6N+ePOOGILtNm1LJRjTD9rROcWtgasi7Cze7H8qmFOMEGyBg/
lZ2ZzReFKCcDr3zQfC2dtJ2PdTwV+RpFl85ATuvyTqMxazeTQlq0AhUo5RpNin0zIaq8DeeaN0hM
GW7priZdD0HFCDyhbPwSwAlMBvSRQdWKtdV66LIGLLXjDn8jYIG8sXpzFVWUUhFPT8gPu0FO/jZE
hdhsoxxP1pUJawbncJmEnwmR0Nj4rcK9K51pvLcm08l3Kk6ifkfDCw4BMdjpPel2HvOjSGNkvqQ3
3PTB0L+TJY25VcfUDyBo9M1vTjpWZFr1PuySOe4v8fpWeytDeZoNfXtWhlZknQcQH+Ho+4GzGoYq
eUDli1A26JroPgYJcoUMdsEEhlGxcskVQofmVd3/Ze9MkuxIkvR8l957ic/Dgps3RcSLFwACiUAC
2LhEIgGf59lPQOkT9IIU6UUveAQueCMW78DPIqsK71l4P5dErShCEQgWCEGom5mampnqr/9v3xVK
3n5oOy96O8JHAag5jKoBSF7XfmzRLjK2+oik1r6bBxphZzCGAbJVPeJtL9H3/wMY/oXqx9lBJBot
/tZAITo5/su/iP6H//bvYBj++m//4xK9wH/7A71gWX+hVM6rk1qKSAqIPNIf4AV+Qv2HqzTHhW2Y
L2f+37ALiq7+xQXPwJFGk4LF45l7bVMA7v8v/6Lo2l94Vdj0XZq86gWZ7Z/BL7zckH9cA6m5aKZN
CUk0EpEMpzJ4eXLqtArZcePXNJAnofLGGZKh2Lpj3ig7lCVt52AgukKXe5bF/tbsPTCsvj4pA73S
MIZswHjPRBPfi+cbpS8ADvpz7jV3Gs12w7anWJIeHU0hbwXdowojRjVAKwVTfersGgofJVDmUH+H
sp6Sw+zgwUZoIlQOJRMNzb8HZuwhcYP85Ps2iUsq6DWKKgjPQ0rKNRWgOx1XRrdF+fRT09nF10CJ
HFRz6uL3P+/i/8+hb3gs/efgm7/+23/89V//4//86//83//+X//63//XQisP//1vnTyW9xdN9aiX
GEA1RR7t7z6saTpQGi6t1EQ9G3fEe/7uw/wfUpiWJ3yLsHjhw6bxF6p8Jv/+D3DOn8DgsLnOXjK0
AoEg5QJtqKZhuvSSSi6MNqbTQrSln5y3lH7zcBON24HW8V2e7M+m6N0f2+IcdnOZU3htSXrfzcAA
Esfq9VPianQL7AOU1NINOETtTV3dK7xyr9u7vEq+tie9VUYN7TeElPRT67zdVO5dzyE+rmmZLxmh
nEySQmSTKPFcRgDaCmMLti/tpGq09qZf9OxrrcU3YbFWQhCzcxZqXtaJ3JvOuxhElm1Jo2FDR+PU
B/opb1ATjsqtK1CBa/iXBStk7alYgwoA4SDazs6TImkPjKOgh+YEA+zwoaUxdpuqiAgkaWPcXl8e
4VjSgDBFOxrPZxVXlkw5Yx3nAZyMp2rQ3S1tHPNuNEP/T5WdXpyA6jt4e4EJonItuXdf6KV495gn
7rG05/TWhy5Aonou3fJhovy24nP60gRa5C5BD9EHy2v0cgJ7MpgVtSjzhBJEp2+VzMmeiqHg6cRV
NiCDB509CFeonqFTGHr1mCRB/Uw+EobIpvCgPIObg74yxZzrdNvTmPXcxUMZwDHU0sk8h3EMnhIY
ZWSo8fewolq4A9Lbf0bCXO/e9dPg3cZlAm40GfnhyvCkDNYf00nSh1omR6xJVLscXkdrnRnMnXky
IqhWWw3OrIQm6VBxzVt1ppfKV95mZveFlgg6xICRI8TtGisPZOnB+vIV1CKIp7wVASO8LMJZQcJG
+NFueyYZmT1kvEeVToL2IYYQB2qS+EDKcm+hI5V76l1Yz2tbfmkSyICwRV6SAPx1OQlmgRobHOnW
yURmDuBsOT3m2vumbuY9b570hCjtToXtBfk9nmJKbby1nNFeK8RfpqDEJLj8IXVHBpP7hy59RetC
tNFGnXXStaT6BFGtf6s67ue+j5PbSNeH/ZSqCVTTc3ejVC3UV36k3TYo5979yX3MmcYRBmEQTs9V
jfPtPGSUBgpmg1so93Yywa3gOeMvszX4u+tWXq85ZiygXdz1yIDTgHpphhojFRYd4pY6AE8+H0en
/B2Y4LwB3brleUq2QnNj3C16CH65bvtVpBKmNZJrBmGEqqY002OhJQOqJMq9qx2R79oM9pfrBl4d
IpcGTOkQmagQqok+QIKuP2bTsUcb2btTrZVQKELPRcC1DJCeiNJQZQNILysyFamjdfDYevdtb0B9
Flm/QKVziGo93sWQ6t0Gbhru//TALkxKvtGQKMmaBG4g521afdb0Jzd5aoyn60ZehVxpXJJnIBcd
9H1he/eB+mXInyFgH9LH6yYWFojLG/AFUZvi0JIWCAQ1tClmFJ4UhdZeHu8e6ktj8Ahvx+G6pQVf
u7Akdv1ZaBuaONf0OQxPneYfCsu96aLx1+smFvxA3EQBhXPvQy9XiuGV2+tjVsXhiaaZ8Kafqzs3
gR0cCeh7FL2nhyZcLewtjeoFBUPY5FiU6619OnVtVbaYDOqbaho+17bz7vqo1kxIrtbXwVQVCL2c
6olUnuHUcNBZa1dKsdOlLQR+h8clhJsW92/JiAY1RV36XXhio/pBf6Q/aOI4b3GD3Lt3q19a19hd
H9eS6znA+ig/AvShDHzpEPBYV3pqYDLQH9QAOsXgURkeoybYXLezOH8/7MgurpVe7PTWEJ7spL4x
B6QewikbV4y8emxY4C65VwIKNlySemIrn3m3mqIKYvUY0d7aOWoQ4DHSt5API7lHs+naZWxxtc6s
SY6eJdSqIwCJpyzIbiDtOmq1+jvazpvCM3aIBcD0WG6twVkJei8n7ysvObMr3QE1esuVBIn3Ux2+
VyvUFb1uF1THEglfXf/Uw/KDYOxGQ6si6jqEue/D9FsQ3tKWt42UL0P9kEVfhx6lz6BFOK9Hznkf
2wkSq8lNY1g3I5TqORSLmnIb1NNPRLrzFRIreLZCrepUbpaq4akcQlgp/VumcDeCLLCy5+sOtxSG
zi1Jjj1Yrd1ZE74Qdo+1WkKfFv4e1L8GEd0ICkxV163pYmu+WhTKdWRHAC6+wp/1XqcMzmyEp57S
4ezeNsV3r/mizfUGosTPRu9+gP/7OFafoNtEucBPH2OYDsJ6gvUc+oT8GPePdizIyuk7dg4B4hPX
v3DhGAMc+OMDpZn34y5UaTkk8hepd1C5YL7pRjWkNW9aO5aX9roosbpwycEcLJ8AkQq/Z9lp4Skt
4ASG38je0MC5BsBbilznVqRtMPU2KjDWyDaInpuufhiUL+1kHjN9Dc6zOBx6klDm0HkQyPfxOIXR
ksdxeErUDxDd7yAL+Im1cf9hgav35a6I1Jh2zJ6hwH+xSQBIuvXjz9xjUJ2ydXKTlDN1WTWvo41g
rhGYOvnaYzAZt4UK67VRrjy7l9wMKA9XdR7FXM6koUANnRtl6xOCcX2l/1jOX4Zy5W2yaIP+KnIi
qg1uTPz8LIjodqEKvfHwFOf05RtbSHYpoq0cjK+fYRwmoovr71ak8A51ACOswugE8SV0Dq2p76Dj
Du9mPyj38FE/0DT9qYwGClLWZ6tpsz2NluPKVyxFsfOPkJx8hBDUh4ApPM1CyhBBDG83wZdAD+to
QWse7NUCyvvrkWLRpkOZX2QuPES7LqfXjya1SjqW8C6b+g15440Lobmpv53eXze0uIPPDImYeraO
cAN0NS34hKQeUnLj2SIvxCEFpcXKiNYMSVf4WLxa+tENT4X3CxThm5GGVMs4Qq6yvz6iRc90TIOG
R96qPA0vR8TZhlAIiZQTCvNB7Ozr6Ymk94qRxdEAfQBfSEEKoqZLI/QzG0OtIDYT69/hqN0k8RtS
9sjfhiuHmoR4JwcgtgCAal7GZAHIJV9aGrtcgWkuik69ENye2h0F1mp4yH9LQtIf+e24pZV89qA5
PNAcsFFWlm1hNukRNWkGMbgVA4i4NJ/A0hA5oxio99QaTyHvr7VQsvTuv7AhuYaODnY+WtiwTWiZ
T4EDY2i0Lw/tlN5OcN0r6e8K/K7X3cTkw6XLAhAXYrHogCXrIIWWztHpvreC6ASf5WOMUASavGtq
pIuTxzUYMwjpkcq6nDzf6VpYFrLo5HfQZ+pPipHs6RlacZHFkZxZkWJFB2lyi0BFdAr9dNM5FcLB
zk+YIAsFyF70hHB2XQ6EVlpETLw2Os3uQ5fXh6BfAyAvbCjR1mdRuBMUZrbkA14fpkGbw9lcqx8j
/WEYi/eh/mCo6UpicWlJCA06opqGBrWgNFkR8AIIQSz82UY86b0yPLWgXa671sKjhGLLDxvSnika
qh9xakYnE4Yh+CaMatsVZnlDSv+Ylc6vsdckj6pbPQ5xsvb8WhufNI/trFYo8GC7cd95/cfY+tx6
368PT8KyvoSki/FJ3jC7kTaODWLvyn2j2TfWrT1t5n7jB/HG+AbD5MbRECsZNjy9nGxtcpcc5Xxy
xQScHVitbgxdOBgRSixow+X7yvo1ggrMS75eH+WiHQEcB6jFkB3prm6WnQsBhMUl6pM9Pg/9HjYK
VX3/E0Yo9AggrI0ZaSaRobJjUxyKhnMLyXO01Zx75EL+OSPSjNHdrSCf6XAgTt6wt5rovQ3f9aZB
4nwbjeZaU8TixFG0h0OcVxh9tJcL5CSmkkEqFZ2cMIWGvNzZLURySIroa66wcEkSCH/QpKAQSTpJ
4XU0zaqrHc6NGv1MbtQ63Dd29EL+s8m6td6bpTB7bk2KHJAC+1UXY22ud86vmVJv6vQRnUoKTGFz
38XIdoxPQ0H4dfZBgl7LZK5E4cW4QhUNZkb+AOS7nNl8LBNfc4iRY0C+gN52e9tNqMvVKmCsWvPg
aqyMeVdPyXBTgPVZcdbF0HJmXgotHppwrSamW4EpqkOezFeeVtOwEmz/j+BiAtd/iTAm4I7LQc5Z
6Coq2l0E6BZpjbcVjCnRCNrvU8TxBoe686QVd9yKdtTTVh41Yk/LdwJTU2nqpY6o0853aRt2dJJi
YRedPk4FfBERClt9CLDu3hkhdIT+8frGXJrQc3NiJ52FsiKOgyytMYfA9sZyHtP62xx//OdsSBfV
AAlvRx+xUfbHoniOusfJWpm1pW14PgwpUroK8tRVL0zsTP0BGvhKuXWnb4224v6L90Qw9ayOYE/Q
TWm+fF/rDej1OdtC5EahEyyC90Gp7uJO+b0Ly5MKzHWb93dtkqw1kwive+UZYI/xCnELkk2XQwo8
XxzpdNAbd/acgdEZunEXaaV746hwcAZ+Vd+Q39NORo02rJ1lwco8L567vGuoBIKGBsUrTXSsIFmk
wvx9avRHkHcoEXbVbu6N37OofjBYAEOZ70Ta0CjVfarc9MNdlKsrJaZFpz37CCmnp7Z1HUTmiMym
9oAIJ2DUx9Vi2eI+FD1vwNx5+ciJahcGuz5tCy5QtdCK8j37DiKrfN+ls3WXCEmJepruVas0Vw79
RVc2uRXSZkfbmAwlsAczK/oUw20JcFjrzRtQlvPWze1+5wSWu4uQA7i7vkOXl5UmDR4hRHX1Ja15
FgY6eMdQKKwI65by0FVPSX+rG/uibQ+asvPIR0LW6ifmPgJiSlZp33++/gFLBxtEvwKPLa73chfj
0Lp+Z/filRL7Dw4M6ZSnVrbuotOcmZCcxo0j264hJjupxce5pGdAfTDsNUaZRa/5YUROe9VhCIAv
xIiSlZ+4ncbJL6PTbbImeuyjr2m64itL9xycEw4lWmChkpEPKt8368krGVN2nKdpg8wC2eYwWzl1
F10SgCRYP/BF1PQuD4keCs/Kt3HJ0Z02wLi2joXsAD3u0fq+WxySAw+QTeWLvKF0wdBQxZnSEVvx
6CJNqSO/973Up701rIWyRYeAjkTVWTBCunTx9Ya0bGEQiCA1bOD8/D2cDnp3cK37OfW3d55bbim2
RQCmUezwuWHZeX+gIeG64699hPj52cbLW4fDRGPjxfFzWCOBFR3n6LfrNhadkiyRSAIAwHvFQ+WW
oQqEIzp5XM8s9xa5tW1YvQvCg1Me/HnF2vKIfliTnCXwoUKtat7pFuTZdb3LaEcow8frQ1qMF2dD
kq8UdN9AiM3atXq1tf0vQflTO/nMgnTQOQbwpqJh0mC/a+33cO2jBDsf0n7ceh9rVGKuD0gib/jb
nfPMnhSeutGJ0S7tybGB4UVAK6HBI25gs7kTpaAuOpZjkWws9T38kjeW0e3Cot0EeGSyBvlZmVs5
qCS2NsRouJHLSeNt7Dz6iDNcH+yiiwBrBmYDwIq81KXTz7PihU46ESXhKGg6Z76j3+ETvH/Fyp1p
MZicGZJ2VzVU1ohEE4EredYyKBpzQcEGar9vVoa0Zknyes2vTTByWMpn67bSiyOlG2AOu7x4vj53
i6tzNiTJ890870rakwgYczBsIvtbEsFBcN3G2vpIvj+ZGVRsHTZm5ykLDYT4ftOSbP/PGZEcHoyw
Y4QqbuayKIn/HcTB6iVueVUgB6N1U7znpPVXkSfLTOSOTyig3gy07SjZ90kdT2204mjLM/bDkLT8
RpCHnhAWOTmVfZ8Z39zJ3Su1u7Iui+cw7Wom0FnT0l9ucWeHRdkOCAXpXL7HwHJAcRkOUj1agaii
ta/TSLt3Axolf2aZftiU9mqRVsBHLWx2/bOqTaijfYN6e8XI4glFqyMQZ/rkNTkglGoQ8rKfeVUU
3xMkyu0eJeFvqHjW9mHM12hDlhYL1rMX6Lsg6ZG8AhrRLvagtT7ZISSQVaGYu9KPhxs0U9O767P3
UoSRH21UT6B0IX2nA9C/DHVNl9BeCSYSSNJ823gafIekDdM9xKk3RXnjtQfxiBwSaL77aefMj5bT
/dJ25pFuXthYYZef2+nm+kct7Qp0jGhb4eoDx4K0vXWYorwi4ZuiaIR09YuWf89bZTN2++t2lkLV
C+MbqHWBZ5Q2xRBPZTu6aXxKg/dT8J0i2PXfv+Q1579fCoUx/LcIHmfxqchB9tj0iyabJPi1nKDV
5YDMk911e4uPf7DdwDOhj6BSIBmkldCs5lYMyBuqQ10l5mGG+XoTj4VzG5R6gsoHymqVTethGYzZ
p8kDo3v9I5acF3U8AQ0j7fiKUsJwkhZGZQatBR/1QN1SClPsj9dtLC2cYNNDK9AyCDPi52dxhv7G
rp31Ij7lafaEAkVEU19V/kQwIyTbdOHqiMZ4xqWRKqqmid6/+FQ1ubnt1LDfqqCBdn1Zfm2EXnPq
2WtMhEseQ0kWghmKs6QRJY8kL1zTUT/Fp0mFYeWpp08pKT5rPt2TqJl4xcoQxREmb37YqEAO8Jqh
dVx6nkGLTI0i7OKTGzsfkRfTu8+xfjvmt9Hov9PKd7w/V7xj0aLo6IbhBsYeGRJRGCpiT6kdn/qG
nvFnNDt4tyCtjcIDKVNnE1Tjp8pyD9f95YXy7HKgpmrQ+UDHAbVMilqXa9lYtHaGY0Ch4qtzQEWy
yu4htu9+87+RoRm1rTeequnGpNlMPfbw+tjNNgTeAq3Iyoy/9lw+RFBMgt5mvuX01ACYMC2DKjx5
CHqjI5evHFQLqWEM0B4DCwKEHkCcL0c6hSrqpTo4yWTgydFGu/lWqf139lSBpH4axm9TXm4H9FPh
sH4zdfbK+F47MOapTGqaR/kQFr5L81Xp2BNU+OGJs2YTJPVmoCLfa/UWfinzM3XFFXuvbxyC64CS
A60moiNaGm7qlHmNfE14qpxmG/VfmnLc9sPX1D6EWbxyLC3ZgsET0BDVcLrSpN2CHrLgxAUGYvTl
Xs9+mT8oDhqryiYz/3T+EOYnDWQosDQAUDIEyutClEULLgCK+T2JuUSlR43e3uub4vVWhPOL6Alg
AkUsYvXlUmUacjpzRiqojSiPZE/VGG+958l+VvJv+q/esPIiXvAMzMEYIbDWoq58aa7O9NFqkEY7
FUNKVUTZGf6vpn/Qkzu38LhQ/X59dEsb4cKefmlPAZES5Q3PfM1OD6WvbfvSuktDBynmHoKrYBOM
3+f2i3KHFMVmLaOxkK8Uk/tjtNLk1qE7QglA2kQJFbSpx00x+weYWo5NdIwT/8HrrH1Turf+0B50
tdiVvbXlDbCyOxYuBHyGKBDRq6RCJCFdCGjQcQtLZFZsb7zTIRAy1S9T/JH29ZsmbbaG8XlC1ojO
1xXDry8BbEpalclMi7Kw3P7lI+IReEVKmLNR0/TQHamRFM3WXHghKQGMHrCjaEggvyj7MOnayEIK
G9jZ9Lt6EyKnEwppq3CLHuoGQaMn686+mfvbXEGKa6XYuRAOCLMk35GYE3xGwuHPLiEiQFRTEJG1
cr5qY4P81Ye6/ubFqE5/XfHl15UV1vDMlNjKZ6ZcpzNdBQkuegSf4+lbYb2JsmJjB++d+ca0j757
KIpfV2yK/SEdmec25SyLOTtaSTGF/Zo0m+ZNaN1GxX3s34y/tfX70DI3/IFGloLOiuGlwVJCIutC
0pNHtjSvgV8z3SNbJ0xPZv9NrZ6Tb41qbIUahdt+MN3gkClrj31xsZJHixgTly7RIclj4HKG/UJD
DBmVs9NY70Vi13ehhaCqoecrYXABqwYO8sySdHd1Ya3QA5FHy1D2oYtRQY6yRoAu3RsePbPbQknR
NbkPy/Cdrmc3oYcM2BoD19L2FHxvGmRJ7NOXsHHmT2Pjo6csRtsriCfXykDHvQNABOH3YruynMu2
oNg3wXDgUdLMTn4zh5k2RbTSFlvTaG/T8i0K75ZzW8EwAungR82ku9bxd46Z7UWVUE+TUxjPewSL
n65/zMKRx033x7dIc2/rfWx0BXW5nJRhmXvwfzwnDhJRtrOZ0UaJw2i7mt1emwDx87PJ9mjLEs95
YrCWPHmluxty5+AO335iaKiI0JcFjI5Xy6WVprQtmkg8tuus3dZQxHTerm3tnWvW32J3N5vGNu7U
2+tGF26zPI0o79D5xVVTrvgWed/ZaqiRe0lpk+hLU9lmhvE3apD/lKVwaW+eW5EOMb1AdKoaSL7o
SnrThvptVz0aA4mHNRzAoiGNwE1nMtXzF1Kms5XKRquHolzBPUik7YHzlTeF5Xw32YAHDa6alVve
4uxxWYY7gx4g8j2XS9bOljsgbUcX1QRCZn6cim53fX0WByQ6D7keox8hJ5KSrgFJqRDDs8rbGtYD
chF7JTiuZheX7hm6qIb93ZD4kLOZ6yYln0dhSAutk5Ohzxbq23js76gSwDTdC37j8aB68VfSDp//
uUFK7jEaVlC34hy259t4PlTpOxh4NlowrdxpFpeLdxUpKerA0MxfjtFF0i30LTpnuE9tadYxsnl/
fSQLV2S6N+hEFI8nm0fNpQUjrYeUVhE6H/R8R5HU56Zsa5/SNjqUlJudceWoXYpMdItorJugPZQf
40ZaJfwznQNxu59sILG37Z+vpAgmuh8mJMeYFKNHrg8TU/s+7sddE6QbHdKo6xO36OdnVqSlMawc
SYWCToDhe8EQHOeRdo65fL5uRfwW+Y5wPhbpYlJy2YVxgLGMqArCI7avxvtkfDPG3baMV1xhbUSS
K2ReTkEYWPkJOvsHN56ORfhtrH7V4/r99UEtGoJHhSwrmCH15Rl1vnMTpddald1TqdPOrD5qk/HQ
qLsRqY3rhhad7cyQdEAB46qtQDw3G63kbq6JF6BnfUGVy1o5lRbXSQg00HkgOkXFRj4bUg21upcn
rBO8ANvJOCZUCT+0MWU1swi/Xx/V4pY9syVGfWYLDlBtnGNwIY7ZzG+H3FdvskkowGnf0AqKbhCT
/81W52Jl5y6uGkyF0CJzYaXlQDLb6JkZdoAQHLUt9k5Ar0iR+7/kpkXrfxiPK/trMfRBeIy0Br3/
poz5a2Z1Miv03U6pQ67VKhIOe1r4Vnx+yUPIXAsBG0GzLT+o5tpHZa5M/4D6sYdb43E9iq8ZkTZW
lLhZ7wqUTaIdW6umB/bBLtb4QZbmSzROkOkjhcPF6HJ5/LICm++R64DfvfpF66tqYylxsfIAXajd
mIB6f5iRnA9xV7Od8pFT1/OK2zyuDLB26ZcUgT7El70YVLE27QIhnjN6nb1HIFvd9b4S7nLooPcQ
BWabIbWNWy2M4CIM5+AIdcxq64q4x8hx8/wzJWcdA93+AwRU6+gpDqAG2v0YQFRhWLeueez8e8NL
trz20OD5iaBDIg0VeLghaRGTZkir/NTz4LE+NXsard3pkD9d3/9LsebcgDQ2A51SI5rJMnHhuQdi
6CL1ku+hd8pI74RvzTla2fmLVy1xP3WFLpjI9F761jBRsgvgpT5ZZentyw5h42xQi42SD8k+0dEu
rLog3+Yuj7qyLcrPtQUp5vVRCxuvVpRIwI3PfIkKl9+QxoPdhb7O6aR9oXfSi2t4SH+7bmMpspKt
pz0TkDFsrNIeygOYQHQ/oQjo7FT9WBnNTuHln38BsRA0K+Xxl+zjqxGdWZNmVfMKhIMNYk+kqwfH
36rTxE15eqQItO/b8qDUXzJj4lLW7V29ubs+1MVwgUQE8nOC28CVhuppURnmJjEp729qdzv+TPhm
rf7x+6XB+f3E3lD4/aOf7TS92MzR2uVYhM1X83dmQtoHyjgrkzNwQpjVcEj06KBr983U3cbqh8L4
aI2b1cvr4s47syh+fnbyttYQK8bMoGLzazoq7sYLkx2MT7tmCr/F2uH6Ei16/Jk16e6XqYruDjPe
GANenhEuFIdGF9R/uvOKiA6k1oYZAqYdWV7A19xejV+6F5LnKv4tjo8/0xGCDZLCtgkGjoKYXMZI
vaSrJ0LWHO4owX3I3V3VfBjXWCcWtxQvJUFGzc2Yi8PlAnXAKNIQgd5TGnf3bVFs4+zDbAPYbe1N
6sDiaAzQKSA27kbdzZS5PxP7SeRRvUVxjeqmtGSaXZlRMfCat/TvKUgniigdpq/7xUKU4rezVNxa
qKvJ0dgwMkTKC4zUPSU1o9mU3U0aG9C2K7sihEI2X4kVCxsNg0J/wrM5AeRLErCRyfE1qtJA4LYx
oqGmyomqQyM4eR8tKzp26rF11sq2YvtK2xukK135AOp1qOqkCFUrdl11dhWfagS6SZcpH5ooeWiV
yt/lqrMmsrGw2QhWQNoBhMIfYkmJkcJMxtQckxdcRkqJstQeBvfx+sIthI8LG/qld1pxThOAH8en
lgLlZPrHxJk24fgwdB9hY95dN7boJaJOAVsaxRC5SukP3OGMoI9P5vxSx8/aTWWZ4UH31fRQqMOz
UgUF73v723W7ixN5ZldattZ009lVyvikoKkaIKnx3KwRiiyZYFio5woKpVcvkYI3luqlQ3zyBvch
8Nt7Mub9uAKFFt8pux8EoTQcUFShY04aR2P3neoFGHF0UDrfCmetg3zJv2kuoOEVHSGkA8Qozw6T
URMKMqoTn8QtEYqG6GCDwMz999fXY8npzs1Ip2Rj5D4PN9APUQp9TXrQ3Tv9Nqqh344/Xbe05HHn
lqTTkbRbZdQTA3Kmg9LX+SZV1U+jVVHs0+AZ36fGn29pNKGH+zGF4ovOpjA3qSKoqhmfDO/Zch7s
aN9X4YZGm39uYCI+npnxnKlFC8OKTwFSVgPMSUpxEsme5GNS1Zu0rFfi7aJ//xiWXCqJe8NqHd/A
v2eqtI7fbBvB8dhl36+Pa+m4ZP4oJNK4RDpOBuLNieUlueKDjEHtqXKyz2je3qlD/QZd1a9Vf+jV
b/U3KyQlOBfqGrHLoruAbACDCh0aoIPLWa39vvYbVChPhQvIrynzna3ltOHH6aZEdq+a4XD6en3A
ayalfBBEW/48ZJgcNO0tjO+7MYecMYbJo2nuzLTch0HxEzFf4Df+PkopjMDXmZe9niSnxI63ZWgH
B/SPik0xIK1dh+ltNvTJislF9+E2Jx7qcNnIdcVyhjC2FiBiHQp1yuwx6cnGXikkLBqhB1s0R9Hj
K3OjjUpT0qhCGcbsnsFsht3TatlycbV4dor+JwiTbGl3p2UYQ4rLiy8aEL2faC5DxK7k1QmsUb/V
/ZUH5vJuOLMnbfNEKcI8r7BXRvFjUA2buTy684MWHZB32Ku+vsmMuyT9XK69rxfn8odhua3OUyoV
IgeDhLV2l5v0KNrunuL/u+vOv2wFaKE4Mtlv0nS6beY30WiDvSEf7hTHOq2hnrq5bmTp1ISqEW10
+OwEd97lpoa+z4naDCOxpZ2SOr3vTf/5uomlcQhAHclWaE9g0L40YevhQNYFEwkY+Sl/Nr0nWPl+
wgYESvQU8MWvitW5lRWdFUXceNujQqdfNiHMSfb9upWlGwB4439Y0S5H4gY9XDV2QJyvH3Nj3o8t
zHLZ0VKslQPlpVVQvsycW5JirT2mPmzjLQcletZ3SmplmxEg2W3bheO+jiCoD4zWeVQVGBUrM7Pf
xXr62AzDZ2dwwo0SzONNgYjopjTdYhdOUbVRZ/RaxlCFVrl2f3XtgDb7gs76xgi8uyqO6O+L0vDG
Gdvu1ALdh7qTh1AfoIJ5fRIX3YH7rYDJU++XMSN+aUBFQ/75NMfx1knbPTf3CAGQ61Ze0EOvZpD2
Wt6vtDiD/btcK8OfeY8FwJyt9ADcGT3CCdm6TPSB2PtJj5/09BfdFKhnUF71Y2jHH7W42vb2OyP/
rYvD3TwUd83wBl7kzH0EVH9Q9adA0bdWvm/TNwo8Zxuc+nD9s5fStYa4xEJSTKmcO8XlZ2cxDBNq
yG3cLu/jIXuMetC9c3FnhfFOnebTFIcPbQZGPK9Cb9OH0CgX3U3VNJvCiXboLhynSN/71aT+zLKd
fZi0ixPDjkuE5fgwpNXHuNxEx8b0b68Pf9E3zoyIn59f3BDTMVIDzDba8VvlYzV+y92V7MliwKMz
GbS2oCuSGyaraqrwl5q74fg+9uKtqq6Eu8UgcWZAGkPYoESsRBgY0h3Up0KsTv8lCT5en6mlV4J+
ZkV8xdlMFTEqRk3MY3t07/L+OIxHOB3SN3G74pBLZ/q5HemNUGuuhzMRiHTrjaPsRtDXEILWikfd
4Hc88PqolhLX4IEhBgB2xAaQV6ebXWQPKryMq5Chz9sBSbtozAA8vW+aXVxr9zzye2XtwSCCwatg
cWZWWrPCV9C6GkiY1OHehcbS5EK7Kedxq4XOpjHQ4R21TadVa9j6xVU8syutYjREbpqIJIbhv1VB
PjEwjYY4y9vX3Kivz+2iLTqsRRMPFWo5YTI1dJpMFivZO8e0TfxNotGVn/a3jR+R8F2j/xVT9mpK
z8xJJ1jsWChb1TioFzxTV4Jo4KnIVk79xRugEL2BppRXP3jyy13g1ZlpFUjJn3R/tLdaGR5nF6Gn
Z5+O6wwWl6C9KTPlI6S5eR0//cx8/sO2fI7lc5WhRobtIX3nT81tazZbkECb0v3mRT+T7TobqC7d
PEIk6ovSoedD6F7xLEmLmw7Y7GOezNlP4HLR6IBLSXQ8UWmVjiATVeS6GEhE3ZdWhbYvjMPquFJL
WXTGMxvSaTJ3sAtmg0agV7tN27rbKXu263iHFPeGct/1lVp0xTNj4udnsZLtMBUQacenzCl/1ZRo
71vO76q3piu5HLzofoZTBZYB1ZV2s91VATq5tKSVRr2ZrPRt6Vv3ZXbsi+JOSeY3ZX4svW322/XR
LW8CxCxR1uRu+koBduzU3MlmzFZ+sytiZ5uVT3Bstf2HsUR/sC82BiXAm7law9wtHqVCTpJDAGLD
lw87m1eFC0w8o7KBqkLmbJ1oHO8GX21uro9vzYoUSHyNPudaF1bgq90qTjnt/ITwdd3Koo+ABBE0
qWgXyJVEUJ9dOtYcPA6ctd3eE2TT80otXqz/q5B4ZkPyQ7OiuyEbeaQYcaiL3Ly1nVOVQ24KtyM9
Sf/kkCR3bMmz2XbDkAz/6A7P2g5VzJVL4fKIhPq0y5kN2f/lzkq60QqNCRMqcibGdwuisvZDnGc/
4QIiEQ+ejpq240rRb7JNJxoGzpK0nYEq3E2huf/zy39uQXIyPYiNRNcbXgvO16IB8eC/rarV282S
K4MYBUUFRgbuZem4UqJRSZWB475ujnQij8HOjZMdpd2dyWts2o7pg5bdKmp9yIP3Wf4m9+sVn1iK
u7S4URyChhSiHCnuTsnco/LCgpk4OAz28I915r6zrV0e2Tuk6p9+Yl7P7Mkun3qt16LoBpWMe0fv
+tZAr1QpppV3w1IrDa17hkmXMpxD1LwuHbEK0ijNRh4OXV/uaufBG6ZNWR1JqsEE2EOkGLqbjPeb
ke+UEXryD92a9oAYiby5z79A8tEoVss+n/gCN//Y1dZhzrytG69x8i560Nk4JT8tkigZnRYrtnWI
nI2rrpzLa6OQzn6jnGtgBmIe6zd0/3NGDkq+4oPLYwCTBm2GRZJD8sFeR081aXniur7xWxjY7jYs
tXn3M473w4jkeDGsDLkvGnNJCEWVfnStr62fr7jd8mz9MCJF2MRqcmOYxR03Km/9wN2VCM2vIs4X
rbygxKBnhA9BPNHOjlm3r+LCVbn7FXYltDqh0Gt6yC1nRflzOu+CvwUxZZrqhXAH8HVZdL3UinIK
YkyFmr13PilTshmLW2sI9uZPzR2AK5xZyPPJlL5pWFiktWZRo1a3efBFwM6bbCXpvXQ+CVTX341I
m9IwW4vDi5ufp0f2RpsH1OaGCalJM8vhBjPWELmL4dUSMoWkb0SHwOVSRY5bIwem4tq2opGAbOMt
HTThQdESdC89k5JJNGQrh/BS47JBp/Q/rErHihlm5dzWlJ/mpj7qzby1NfVm0qC2+r+kfVdv3MjW
7S8iUMzkK1O3QlPBsi37pWCP5SJZZDHHX39X6eCeo2YTTWi+GYwtzIM2K++w9lqlCJfBvbHnIdB+
QVMzmlL3D7pDYttk91b2uPDsVleeJFpJMsr8iyOIHljUG4A/fVc4/bhvAQWotcV14HYj+8btQ2Mw
30HF9P9mZTV4M2/b2axdvGgEsR4qpe5Xa97Lkm/uI+AM3rUp0Qa7MjIyQQp4uvy+hBgy2B8pAfWa
C3HpYWfDbp71/xqCaNn5BqIlOpNmRcnec+V8MG6J3XkQGfw3t+MHM6tzgSCSZC1Upe8rdwo05h4t
gwf5LsWw3O4Xb+IHM6vXymgzRQJfwI5AtQgF2Ue0zbtZ6vfdSTYMoufjXzxfoJUE3wPYCqQm+vn0
FZRnROE47wmJp2e1wJj+xXb7aGH1eFXjmNQLwbWVjF+S5W0eTn26l7ve2gToHgF4B9ruKKStbhGt
rLgDsms4oyI7JqVxRJ91ZiY7e2BrcYDNRP8xHHdJ7nA+V4pit6znGb9P29kDD3XIgQBANUNVBETi
Fy/LdhZn63I0pYql7MW1TUMO+8M7pqPbV19ox9H/06ee6Gf6hy2p7Tv14PiVC2kBjar/5kYGrgt6
JLIdB1zl50bplLvOMBb83jBeKxHhMT0o38zET5tqJ0jZnM8PllY7wxxFMwnW8Hs6jJHsQU1o1DgD
6Ctw57n1yI5E39uN2zYRfr3rN4PK4Xx0Qz1qpb6M/L6vgZlGYbY8VJ2e3ywuhyYVn0iI4D1MeWbt
ZNE3cx2grfmv5dWNOJd0qgToRe/nZkaLL4Sb634+9b0KaUEf6LDE06Dk1GS/gezeee+2jgecE5nD
BDEUmp7PBy1ytMZqpcmhcsC/T2Keb4yZv6azxXYu481Bou/OBdEKJImBhTy3NNeJU+YpPFV9rMKS
wuVO/IGXkfm71a27ofpWjG7QOn+uv2hb5+SD1TWFhDZTZygMuK6lekq6O1EpQBp/mdgtgJo7U7n1
rn00tXoHilEDGaasIhSAjLSAtNXNqU0ZioJfr4/pXex0/RR8tLR6ChSMiXCJzmpKT6R5WKcAGE3F
GwBunCJDZQ8RJ5DknlGHpONrXxyy6bYcfy3lEI97R1UexYuPAY4GtAfgVwHs4Xxde5sVdlIidWs1
VQB9q6moouvj3dqjUBr5r4XVxKYojYFMBhbAORr03A4xsbuBwfb+RB8gyoTwNS+amAi14VOmE3zo
xDzk6EgvCZqJ4HNSGozL4JX6pHld398p+V7L9uYm/WB6dQidRk1LuiBSaPJIxf3NJs8tGpDHd/5o
7VLzyAW5XLD/DXT1Vjl2YcKVh1+duF+BX/UtlkZdy6FdqJFDaxzGCYSWLnnoMmXnvd/cKmi2ROVU
h4LMBUCYZrbGTAntYr8c+pexnYOxeQI//P7VFVOlUKXhDRBx0L+pmubBFgczKUOwQ+8MZNuQlLKU
8uVwkc73fDZzd8pnZNwNrQynfIFgnXpYRKQAj399729uDXhgYIySbHFrvIdpZPAsJfquK4gvC7lQ
3w7T1glr3QyavRaQzZP2wdpqIyZ6y1GgxAQq7ok6QH6AS9/6eX1EKxsgYZIhMSCloMBDfn+df0Tf
ychdKMGezJT6lEL7HUQb0eCyvdLLOo/1H0sg3MF2Q9P8BbZfgJM1zwpbO1VoyzqZQ/cTjSWp1wur
ioqSPYIGwQ1qRVUgd62ygKtw1LDiELte6oc67ebg+shX2//9e+BWSEVfVDSA0jnfNUulDKNOiX6q
uAD/z5tOv103sGZn+Y8FbEdAnjHFEKU7t+CgMdtZWhUNpQbJAKno9faASzM7lsY8U7Cia823tE5H
EZiOnuLEm02uBX2L2h6o65V+Cse+mxQ/0cwygWR4IsBQ1HfFj53vXF1B8jvRS4UEjIxncR2s9plb
T0BlTJZ+sivQKOc8tw+gRRzuQPZUB7Or6765NK6n67T31dr53Sv9/Ln6wfsnoBcD3FJYEej3re6K
0eR2Pza9AfXuXzr0cGr3KNwiKqj2cH2w8hd9uG7fDSEusLEF0WIOZunzNZmpzuasb40TKNVFaAxt
jmYMBTXcCnVHk6CRuaqnPFJAqnMYJn0X2Lex63DgJN2pq4NDe70nGNDojTpMxqlMzTujTL2MZI/A
9B4nkt4xXgSDfmOkv1I1Bfip85mpBlXxOCx71Agb5x4NwhIqAu58zIa86T5ELDY1px45Z+Nku3lU
92rh2W56B1juy/X5Xt3N7/ONRhtZNFRlHW/lHLmEd02mVebJzQrfbZfDTPJwHJhH0h1LmyP6YGn1
CmhoPiwZ6J5OHKTWeQfFH8B49hAwqwfgfTgoB2JmcHWgI3h1aTQV6p6sm8yTabRpYI7T6E/m/JXb
g+OhVcPyZ7VvgutTuDUwhJQSeIriKzKK50tlCNpiizvmaRpr44gcH/IaTm5EVVfn0XVTG6uF+iAY
JdHOg+5KY+Xb5QkUrvGHcWJV9Wi5hb8k5N5s/tT2HixlFd7JiZTRuUwCQLsQCqTng5qrNHHLujZP
uWndKvZtpacB8tperf7Wmzeh7QxMk/tsde7RKw5wHzocoJe4VvwDBcRQ9d1sngpzIX0wMHPWsOXV
+aD2y9T4EzBnd6x0+atTCNX1OtCzHmxFZJWP3u+yPY7qbMa16qbEG6yBL35u6lCYdujChFeYXfLH
0Aq04I12PgIXzBZyP9t2BdbTzN6lV9scjYsoEQXdja4TnapWr6eaeSKzr9WpZ1NoCyj8ULEfk0P8
TG2Cijz0HEQD4+Rh5Dse17ow/758ANCi5QsfAULA1WEz9FptnMYyTzbLfKOkz9AA9Kr2u55kcffd
JrcFtL2gTpEn4H+/vkfXocF/bINYVQVvH25wfXUeppojxb/Y5kmbfqWL6WsN/cnbRxcyAFWKTks9
8y1tqjx7r1y/8Xag+x8af6gwSjUHebd/uDML3kLl0KytEx0AY6cTG8Kk6JSjGEAdAvGHEgArB/hF
pZqYB25RPbw+8o2LAGzIkrPKBe8rBBfP7UO3aYF/NWjIRTR6AD6pPDAzt/LrVN9ra3ofy+q8SNJX
IPdBZisfzHNbNFlMfU7grWVLFupgYM7cH3VKH3gFrizdnxMQIpe9N4Lh3mpemAEdpuE4i2NlxhV7
y+eDm6SeSievBatfjhKlrkZ257uZfnN9Ura2Azoa0LuM9wz348WX2pr8v7l+MtQftE7RzOn+acAt
7Gig2iiCvhqiZtKPLW937pR14I+NKNt9gLVFkQekaWtEH11KxcngOMGjZSi5sAOlR6zaqwMSTuhQ
Wc49qXNotpkHW+8C2h+TtDtSMUWNmRzzxHq+PhOXb5P8HHiaeNXxUetm/xQNk0WSz9YpS8PRCZQ4
1ubv5V6ZdtMKzpKOpBGig/UmbGzIRyQNsU7ERM9etSgpCEYaIwRKnUQMdIV+2zufftqR53RtMAOD
2At3+OpZmvXMqShN7VPZLuOBtuhmzUAO5xXDnB2vT+LlGTcNIALRNwAEtw4y1/N935DKsprOsOBF
uH6V609N2vpjUcYLapMOA3N1bsG76B6vm718eGEW2Bzgdm3ZXrI62hVEBNHeYlknRbzMzWMy/ZOz
U4tr5LqZzdF9MLN6dTVF5DNhjnUC0V1UttWbuqieLvqHbDRiCk8UNWuUxXdAanuDW90lOLii6OEC
nPCu8uNkn+xbyBleH9nGtsQEIp8pVYrAt7S6m6HI1tS2ldunuhntg4bmpjvwl9U3eS6KAD2gXehU
7V7b5OWFLFftf0ZXq9YliwWiWmafBsMigUUA9TeG8pXVtAuvD2/jloMpVF4RN6P8Chf0fF+Kjs7m
yLEvhfsrpfTZdo+4mXwtJ0eh3fHmdkiOSbW3XzYH+MGq9EM+vHg1aFmLSZ4GXOZIN8LXhYjZHnZM
Ls35UyOHhoQistA27vDVLFaqpSSsMK2TBXaG5QggwPW52x7E/37/atNblWG184DfjxDPy7sXpn6z
aPZ/NLLa41retELp5cmaVKB0LI9m5n31SXJ5+eJAHggpO9yBaJNcg4KZm1mKVbq4fF3GwraeVb8v
xB8H3m10fdI2FwXeBhxMbDuErOcrz4ZqqjUlsU+ZmfOjJftHKq7s0UpsWYFetUFQOQPZqbEq8jg1
aTiICO3TKCDY6IxqFSBbsyeRcRlrmHiqwLeAwA3BxpqJgVuLaSW0c04odbdhU9QE3PW5g7Yjt71F
RXzxIMn5G9zIezotW4ZBPQjdZfkgu+usRgEy8Fkhk3Oi44JSklVYkUrLAjJxKTqsMjs/qp3WHkwu
yp374h01vTpUkvUYHZcu0k/gdT1fP10fBUkU9KSb1ctCviVdEhXpeFxQCBfpz8nNQq4eDVMJB/N2
kHkdm3iOhc4yY/bctjwmTnuLPt1DStJbGwpRtbGH+978RNV6d9mA2wcP6/knQtcyq+xUwbmHZMPb
yMrqpVcIheNG6wdDMUqUT3UeII1iHCprua8XC26oU6NQRaF65yR6H9XqaD5AWRtKJJnhfM3c0fKZ
Bdr+XlV+T8XCn1OijDtnY+MVlVrn4KqxZNbUXt2KVY/Ws3zGrWgvqp/NJnTVg3L4npCbpfynqx9V
88enDyM8ErhAIM6VGOxVInFOoSE3U2GfZlPpQzW3f9KuMIPrRtaNefJyAboAwgSmpGPA0T9fD7sG
mLuFjtwpn+tT6YaFfQeV7a5ICo8v6I1JogVkbvRNZIlXJA9siGfwHTAr1mkVq2KMUme8axEOgR1w
DBvnpXegtHRftoAHheCjSxE4Nzt+0zsb8mqfSzZhSAhjC4G1a/V4KEbVthS34oksEN/0RN7QL6rV
uC9pZ3WFP3GdHLTeHoogKwwccENLoADS1WL+2xvp0Hu1bqmoGJApLTyIlJY/aOOmzLPBTVF7lp2L
G8sYgXhKbK51gVYoNbigi+6faTEXxQPpVKoHKl+Mf7LeBZBB0yGn6bfww9tgSNFXHvCy6/MQuMBi
BD131he+3mQgIksgtfzTrNHND3K0okaG362416AAXIMC2Mz7sKu0JQ8Sd25v4TPSZ6fK1Vcj4RQp
iFZD/gKVYrXHXUYV2+tzFUR/ghfuIXdG4ztb9Gb03MlsvnZJgY6+ZmjF9xzajZAla0uGoMV0ey9X
WQXeoLHRv5ZUU5ivuCkex7YAz1Ywj2PObq3BRnzZNEjShmZfWumhYI1V3bRd2/8kg6JqodKlpXGw
zLn+WSIX/sNiQyEiTBFlvt2LZTyyEvKFXr5oZgXyhUp8Ib3e2DuP8LrFED3mMiuHujk64GSPx8p7
V5pFVxRcLHEzZUvnWZw1INtvHbPyNS1TJ4/3yKTqnVJO0A0GNNhI3PzRBrkR9xKgnu7KmgqfLI4W
6cOITkB1UMc/bpOzb0VRtp/0WVU8SUgBIyuKkM2w1xWItLXdbmkVJPZSAqpdtXNv1GrKArcc6B0a
zbuQJuSzjvJ/jAItIrtGVHPdkU9Q3STlkFqnmR/7b05pBEsZqm3UpZ9NV0hL0KXC4464BvD21X3S
kERTNb1CTOPqHk2sb27d3yAv9MnoQir9gN0IWSiUvLH+q5euSCujIgVBOkjBgTUDjVq+Mx50EKZd
vyAvkl7SEq4YPCeIRR20Up5fkLmo6DIMnXmasz9T2z7oWX0Yh/tUFF43mA+Tox+IeOo4SLXHdGdr
r98c2JYEM670/uRIV7YBA1yUBSK3Jzp3h0TLokZvPCHMW8gSemqK/0Dj3e+k2uQKfbxc10ZXxwnM
whbPgXU+6cmvJP+qJL4JmMj1WV1759KGJG2wgPGUP6xsQESoBbINNvo685IuQwNm6zNjjwPuwtuA
HXDLoZcOaRDkEKzVBPYg7FM19HyegBx1DnkLfPnooLSlME2FrminBSy3GJQd6/YmS5zltbXaCqAq
95XbWn83o6XrBHl3XLeNWUXoNtRPimVlntLx7MYYiuaOmsKKqJrsodnea0KrZUC1GZ44cubAs61r
NenSlzoAh/SU5tBt5ovwEqX4OjASEXpPnUNt3LmN7RO7hcK0cj/OTSiq2RMExLxFYCpfbKCcG6ZK
kg8/c/a+by01glsXMQJKWfJYAEmwVrvoGs4I8un0pKpvCRYxqyO1feKhUTPQY4HIHggcS8fbprb3
ZbO3susYQloHZ4uNohoSN0Amn59KrRNY8Danp2IwXa9MFeIl1NrxwDbHCAZx1A7kGQSb4LkVBd2y
VcMgvkzG+i9k3kMXSlH0TaEQEjqltH0x2RiZTI2yofAZaP8+e0qkUg3I0nELIC27ZqBNSg3FH7iy
J8cQHiNFRNA03zb804fx3MzqytYtmjBnmJWTBobEzjwo1R8VMMbrY7nIZWDFILoFHiukD0GZtJ7L
NrcMxqmrnBqHH7Rx8AZwqo2AH5g/mqECV1NLfafq/HzOd17c9wD5/ChJ+WxIPiB9iQz6WlyjyDpl
0ETGYqoemsoOFMM+wrppPUp4z4ympEU3f+f68EXpu8e+MP4ZGeoYUPtAb40mLCSwH9EB68zP1+fk
wvmWc4K5h3OPvxDer/ZXghQ5Rw8EiyEMpo+x3XJft9K4LqPcvLFtb1aGgInnQqs8sD50buZp5bOR
tf4wOAE6q9Sm8Prsa1aGrvvcN5GWibCajlk2IA/d+CnoY1pjB/V6+SYhXECQiVcRc4nOr/MzUQ5d
plOtwjcr0UzcFJZQ+urTMpStmg7B1FWOp0DQxLs+W5fvkjSMZ1iDWyH7vc4NJ0lmmIvWsdhNtXi0
R2+261gzrJAXyc1nTb3XecE2q0ldlDWJTK7aTM2Tgcc1dZygs7OoNdQlZOLn3CzRp21hRCBRhMK6
zASvwjxQ6ZpqYSx5XFeAJaC+d2SC3qLW5xvmnmT45doBYfrB1iqfaGt5VaPdLI+XOadYODoG5TwH
rtE6kUic10wxlighPL1hwNMf/8VAwbZuqihXADG7umZqKnFctg6qEbRXssgq7/MmDdx+r4q14bGZ
OFC4ZVQgFqFisjKEbHZTuEVWxIjN/J4ZXtl8rYy/SDyECyq9EFsZk0MtlMAs7R239PJZMl0E7ZoF
Jxcx9VonXXfAc+N2rIjxZd2XvDbUu8Lk+tP1mVxnmBDwuHB533tUgTxfY8DrhVLHnngRmwNNb6Ea
RP1ksCsAiiYNsqUJ0b8WyCMyb2oaurNdt2zDGUY8h+ZAvEmrU5jTkghwbxUxLRJvzEJi1KCxVjII
0CFjoOlPlV69fn64loU0HsAQQM+sK2612muK2+tFzLrSTxfsWf1gZ6+Y54i30GMdvl23t64qyOlF
Dxx8UwSVYKZbDdHR5lLo6GyOBZRzCNIeY8KUoCqnUTw26MnUDi53luYItBHfw0pvbSA0LxBAi7F7
L/pluhnSvm27FPFSzADBzR2qpzrarK6PcMuKVNy0kTqBMSLviQ8Zfk3hJTBJpIh5JwrcbUR9cCvI
CF+3suE+AbsCbCYYEMECh7fi3AwDRXfBO1rEqCx6NpoUuvEwg6ADuFQ/SaZIMVnYWdD+dr4otD/l
zp5ns+FEo0VCAyEvVEURca93KwEwGkdpLuKUgQGaWKCTActgTOzil2b2NOqnJfF4aeM6mjrqC2P5
ZdfdMWvIHNG2tQ6iy18mHDWfIxjzJEbRZ53Wh7ZeGFGK0uvnXx6gY5CCR6AOhjGymrJ6aUTKOT64
c5XI4unDhBe+bR4bmuwc5K23AA2SOMaQNgA0c7UHauJytzbk1DSRpd62Bxam420mDiIsyaefbjD3
4m2D3A/IdIFjON8IYDvRekKGItZ6yr85vUuDMjenxzF3Dew885PUMDIjBB0+SdznSo2hNXjK7nVX
WAVOEcnfXJd7wP4UeMzHW8FU//omf5elPHcuYQtEz4g0Ecu66+5fK7FFbSwK5jFVqic+JOOdxlRy
NJlbQNELmIRB8kCTQmlCt1BwS+e9CEA/kR0yqykjsCm7aMODDuUILkXfhl59kLNGeSoY68Fp0zrH
2e3soG0T846ZNT+gfPvA6koJjUxUhzHT2S3RR1ASdvXwZjjogVe6Mgd2HhL0FRKCN7PWItAtbQcE
rzY9spR3O2/71qsgdbigzQHm6QtG6CEHnhUpRRH3yvIG5/8lIdRTVR7hDPlGyyDuBkzv9ZmXz/jF
xKP0qyGjpUOIa+U4FYpDtWZqRJy66l2jzugfvjcScbK7H9cNXb4HuMFwHyPWRL8k9u/57uVdl0Jn
AO9BCaeJdBEkK4MOlwdf7IdiWF6uW7s8l9BahxAqFLmQ8oHC2Lk1uiCmdK1KxLr1zwC9uNrn6ENo
xr8Gy+/Q/fZsGF+vW9Tkg3Y+kzCJplZJXyc9s9UA2dSlI1GbKjaTocS69XNXelxBa22XlKgClCq2
jU91tyl95By60RvbXHnQk6n8TnhpftXs2pk9e6iWHsSOlt57FeH6zdIJ7UfZ0+qLm5j1LwYUyRCQ
okBvxWxW5s/WmmgEQj+2M6CtBQOjMVA373iV9fM2MFEDFzeKGAzQi6iIh3w4cGrzC3dG3+yzvZbd
rSVDFIdaH6YQ/6xCoilhLUfoVQJMYd3Mp8Y6MTFHuYuUDSVHV+dRj5+vL9rlicOlCVyoAagW1EB1
7XybzIOlQWuVidjqQVfrRsL6WTvlLWAJbZKELoLp6/Y2vGoYNEyEDxLBeUEG5BRaagOhXcQJUTrU
IuqWvhYA6N+ysaJfQYDmDNDB486XBGhzCz5ajnToNJRJHSTmBMzz9e/ZHD+YR3BAwP2K9oLz8S8L
GP1ZUws8KZz7YIYxUFsZ9GAauEAJ0S2fmIEOcJUqe6wn8rFanxbkZBGtgGRc+sHnlntUSQjhOKDO
ZASDpficH8DO8OkwG9OMdwyFKMnPuVYpp+rUQ7FyFvGoHqXSSZ49Dyj1jOXigwDgAERWiLTGDiD/
0i+URsH2BCpBQKHWCScNXZY5SBlx94wmsiQPiI6D68u2NXkgNgG3mdSTQ27zfPJqwVwKkVwRNzwa
S/h+/JTvlv63zj9oH0wHAANAA9chdQKtAB0+m4hZvfgcPRa18jzRLxRIJLY8Xx/Q5SuENho8fJg3
bGv47OcD6thU6/OkY8r0HNwEBhzc3tfFEmpDu9O1s5FCQ/YMaRcHQRDKtWs4c53OTZfUdRmDKfiO
si+k+kqgRwtaVHhu4tfs/GzdJrw+vq0tAXQaNiEIskFGu35lB60FGrKEzWKkUWubS5CNpN5xRreH
ho55HClotMJnP5/GeZigGqW1Zawmlc8Bbh4eE1H7dH4RR5tUQeWYHtrjro9tazNCdhBHGM0neG7l
2n4Igwa94/aiOWVs2KA1e8nN24bsZSO27qmPNlZvA/I4YkgGt4zbbPZIcrNUBzF7bPCAZPD7vYzi
1s7/aE1+zYcRtYvV2HrDqtg1Qb3NNV/YladX36A+dTT18tPZDkkgoQIsJIlcgME7t0ZAFpgpA+I7
0wRYJOvg5znM2avAbZww2RsNxB2cFMDpVmPKJ7XuFsGrmFlChO0CdTFA33vtME9FehS5oe8c6Y0t
jzEhOpbEnciWrS74xc3ySuR9FStllUQMdW8vTTV9Z/NtWJGKN2iwR2QMFMPqYE2Ok2azMzSxMWn0
AZqyEqyo2MH1Lb5RHAeZGJK10jNHoW3NgKMA1M7LempiwZGVHV+qKbnn5MVoRgS41WOOynOnzzfy
byk/rFuy0NgdmAGVuGKIkMoPaLJHYPgOJDt7Q5FlRDYH+T58FLpuV2uKuHMwW4w5Hux++pHPPAU3
fTagHjfORnnsah0kOqC+Elmgp1wJhsy0DoaOFrpA7Yva9NARbP/iwEb86maq3Q6s7jQPu7Bp/Tmb
jadsAWOtbzRuElIylnZodMk4+TX0CRc4n3WHBglTM/4ovWawCAoEneWj8Dm+Zb0zTVFu0bF/LoXV
jcemarju1TVvW88eQbwTMnuQmUvoKeNHNkPZR6203W4LeeVdzBFSbEh3Y9MDT3Z+ujTuVqMLwn54
sbV+YxXVDSUFst7tSG4EUI2+vXSQb0mTpNW8tmE6GjhBvre4kLh2yjrfIw+QL9nqe1DRB9uPjcQY
/pa36Ye7JasTxKJA3cRYJnC45PoNdFAgZ3lQcz1AU/FtvqjRgmYvxrOnZaQ7DtHFZQ2nAWG9jhYc
yRm1poZIRa46vZ1b8diySNSWijgFkrS03JNQurixpSFkDbA1ZeVtLSxQ11mfDUtlxaUjAIYpvBk8
9UgHeg1knObufqQ7Z3TH4AX7fu3qgHmVVoxOD69XUcypTpCjCKDv5Nn8TXG/7dwJWyuJvLEMHZBl
Qi/w+Uqmjp10I8HpAzB8CJFNKe/01Pi79OjrQDOBwby0XIyXtkbHwiD0MgJLjHVQTFL/izUFahuL
itq8zNqcf0hRJAboJ2aAyRo16N2DoYZI1vnXh7u1cZAgQDIN1WpEDPKcfdi3cNAKq5swvR2AjS0q
nKiJ497fuc73rKzmtHCRsmFUwEp72yGpib53w9xxAC83CrY+EuEoFCLfgR/PR2LYeQK4HtiuKFpG
0QuoqUfKb6om9/X8m7or4PRekTk/8ThpaC9BFUWehnXiIyFdKhozM2K4UIUPHPBSoTHOJGGRPmn8
cTZ+EO0bQYqaGMLvkLdqhjmyFnJiBtqH8r0Xc2v4Hz5nHRJ1Fpt01uJzdP3eoHVQWved+63Toim7
G8XT9V1z6ZECpgSnAzAC7FCUOlbbBnufg/NZseOiI9b9xAWYwivAISm8uQho0ybWCoa3AE/K02CC
7LK2aRZd/4gLHwHfILXHUPfEwIGsOl9wTU84kKG2Hed4H1HpCnjx+nkLqADgDQYWDSJQcs4/HA4n
M+zMXVonrohi+ByHPSB5tce1v7FySFEAXop8DAi/1ldqW7Z9uWCu47IfI0V/AwD4XklPxo2W5gHC
9E9fK8iIoIIC4AagbtD5Ph/UkCocnIwc0+aQW1NDCl2YExoWrT25v8tDjyofYjL8CeQsMLTnhoTG
K1VLWjsm83An2i5FfT59Uqm780JcuMCymvjBzvrgay0KFQR2+Lh4Tp4gqP0GMHJYjZ9/5KUlQE5Q
fMBP7yWdD/shxRZ3BnW2Y4FLIXL6VvcIg1xLDyxyQHOq3AzdQo+qmprBSCcl6nth4voB+c31jXnB
o4BwWgonIL4AxTvuoZV/TLIOAFdGrRjqA97IO78oviVaKArjhaLdtD7YS1BX00Nmii/VNL2gPigB
rznfE0m5yO7JzjA8ltL1wCW4boqwGKi2x1ZzY8QoqCeror2pc3s8zrrgIRzvAc2nVI3qjtk3dNbU
m+sTsWUejeAuLgDA5ZFmON9jiVVXmStgXhldM0CqMahsuIEis++hFnKzEMWzhKcp5s4CXISS77gq
XIFIbEoE2ur+a5uSmJluunH/q+YeECj0DnKZxU7GaXN0mNP/b2X1bKY4/CmTVsgT8YfH/uuQ+aiT
vNV7dZqNowqY2P8Myav2w8ZWJ60zigWGoH2FVOG3/O36Ml1OF4oDCIORwADEFgCA89+f4WFGu4fZ
x8b8QNNXE0nJdHlzxA01d6LuyykzkJ+TFKN4lvAurW43Oivc7Jdmihe39FWl93o++Qr9jhRrPRrI
fSq+RfZS3Jc3EIxK5JaDiiEADvKjPkzfPOrJaDJtilXzGXgxeB8nO38U1rzjrG1MI2JhaQsFPFAf
rwbX9qSdSWJPcY3uy66GSIUj0KYPaL76RU3rHYfq/RI593DACyvRaEh4oj69pqd0p4RylCrmeAhw
m/5wam9ycIf7NTT2DI9bPnhpvMOPr1/6781Buc1/AoXfHdIombzqbXqrnqpb4e9FfpdbFR+FjQRa
FOT5LtIqFSN9S8dsjtGgdD8C0VEp84GJPT3rralG7hL9PAYqJRfx3ORkjYLS5By3LbrXx8ckAXZf
eF3jV5+nDpDx/kdjqxesd9CAYYHbLraXBNvTJ2UTuISd9Lz4K4xfTXs/KNV9WR1TZWdHbc0mnA7J
oSHhf+s2YqIQY6C8m+PEuklt5UZwzwIC6dOnH1iK/xlZnf5FlOghJvUcI3t7sI3Uy8f5rr9nSbiA
ffK6rY2jKJmmXdS2gYIDSOT8KE7oa3RBsbXEegbQa/pDbzWfkN/2HgH4hgcM3gx4AQTwCRWx0+oF
bmycO2H1S6w0aI+wD84r6dDPFpTw8YMuD0W+47ddAkbUc4urt46PGgdHCCza/RI5RvncPy615/jI
R5VqMJUQB6qOYvK0PZ7V9yBwdREAlwC5X3QaQqZqHSSiF6dPiTYu8evrKfWi09Nd6f18SL0H1yu8
2ku90xTAxfcSv/ZZeAPRefmDl0S/f9cemF899EqFj8/f71/KV9/xhvAH9b4m3uxpXnNAAH1IQuS1
PShaeU9HHLfADr6E3vPh/v7279Nd4v398/f6Lnnvb7w2otXL2rjOZLcjRmR6pfcQ3d0NkRbOIQDE
vhu1p+UOMJcHN6T3VuD+bO+7g2n66UP35B9H7xbQd++oezuP/fb6fpjl1SOc8WayLCa/6YGKIgRl
aYFUVoTcvsV/NU+A5bXL856LcRlEoRSMXlBA6cEjcOG/8UwZ51rNSZxlyImnSsgrvvMkrxmrEWhA
ChAdsyCFxpFBT+v5mUSbKeHULEmseqX/u/Bc/JsFkKbzvn/9lXjEi43nnfXduAbOTMp778OLXKTG
sIwuTBr6D8vnxzxQ/M4r/JdXuWF/gofDa6PiVccUx/5fJ9ZvgNfzrLD3tIBE4OewSg9vixb9GDvv
+rdteChnn7a67NU546mt4tNIroemUiHsMzMvbboWfkoatnMa6y14Uwyycw1vzglgyTrCPrR9rNFT
Kqr+6qw3JLaH/nEoj6K4aZ3f3Oh/fHaAaLNFbzkotHA9au+18g9zD9hlMzcZU2MyBG1371aDV1Sx
rgSzNvhC1UO7/XPd4sZljF5mXYfaJO5ItFetjnOxGHmnckuNwc4GQW0va0FLm/0dQQhtizurv+XD
eMPS4nHH7mWuUPZQo0cHWWgE72sotG72DuJmU43FveIcF0NFQn4Op/mfwXPRAduJLzXko1U7vG73
0jmRZuH/ADCG4ty6NPf/ODuv3ciNbgs/EQHmcEt2UndLGmlGk26I8QTmnPn056OM/7ibIprQGLZh
YODerKpdu3ZcK4wbbHVjSg9hReQRnSLhe93WdvAYCCsZkLe5iWtJM4+zzeVaCnuDs6xDu/khep9k
8XNaRBv/6ALrfHtZy8dILxzeEF1LTLBd31qxNepAC1lXNWzHR8BObTBjXK2zy1Cy89QFCuuXxzN7
W+zSGtkvCtSUjlXC6mupgQX2mqam8oNpMNNp7fz6gyE54Nw1wQ9BXNnQpTWiotTeRQJnMHJmlqkU
g2gMzUx+SJjA7LpNUNkqQ5WFuU14SYt7oY3seFiDmnx796d5/wm1iMQoeKCznc1rXx/GMJYfCvGe
PtMmqrbp8MlruhX3a2EvkTMtD4+IqvHMuBVurASFXsoPfV45ZvbDlww7DHK67zD4lnaMtRWBr2nd
65d8Wtl/EmenF6d9O2pGxellkR3Ftp8BOdx+pbFGUJyiL/atsFEry5Hh9iPTZwu+xazIJuM/6/5n
pRUn19rXcAAVlROhZlVg7FNP38ey4WgKQy5rraWLGkCXJ+ZiApZE6671LQsTuYE9TH7IhV3okj0I
YYvY0ZAuFTtvKGzXYMx/jfHqbYcSwdLE8EaOBFNJa9S1VH+QcrpaWvTO1365Xuz0VrAVlU1OjCz+
Ini1LUYmG6M+Mh9wuH3D3joZjLui73RGEVCC0nEtW9LKbmzKRsYpNzUghKpsN7pxtLst5e3DihQ6
W3Qw0MC7mdOld2Uxmonvoglh+tHtx4diVJwsaDaCngKNIHKcCtnwasUYL+0sWEyMwU1DtxznbHW6
X3bwBEvKQ9b+BJq0Q8IgbGLNVvCKTTtIbeV3Jcib26tdFDvhTb1eMzqG5OtN9dtCzqtSoP7AjPZQ
7iph2PR6Ypv9nS59zaP8RRd20GUDN7niqS4d56Xk2WubMUIRGZGnPWR9UTL/3+G51KsE9EvHyTMA
UoiEz0K/8vX6lDhQ0tD1tYfQpQIfMbhf/xmKOyFTHa9tt91TERr7lT2dgraZMaHdBdICBqkYoJy3
HYijRpWYK/vgVba4rYePMrizRbjvshcxNnbdGNnSig/xdjMJHnHmpnT8hDc728wBFAQBHtTxIZZD
Zds0gX5XCUZ5d3tlS1LoRcE1msAe39xAKNRGJfPz8UEe8e+HQJKJIHV95QYuSpFJmVBcYL5j7vmV
rhilUVGMD7owJjszAKzL7JVgxZq8fcumAaL/pMwUP0ssnWYX4qQWXqSzEXjhdghcvHvZFO4sV+1W
9m5BHu8mKSe6RBhJnDfM9tYox3AQSg9uqOjfM80admCg4x5orl/adBWFm9uHNbkA11qIH/uKbPqv
RzsL9EHmsUrCMpwuGs8YsnBrn4FLcByFrKjbd3s/BgaTAI1pcK7ZvBzkpz2dokJrPJSJaBsDUXtP
XB4+a97v0Twp4coVe7uZ1+Jmt7ovhC6x6A2nxTF0tHhwuHBOpb2U76/VXAuazMtFFCJTeVJrTzRo
X8t+xnl89oNwtBvZlifKdOMkCNoEHd08qu63TllD8pm8jusjRPpUDwHKglBrDuRjmLluRfi5Dwnz
878G707/lse/I0Ajb6vK2xtHZm0a/mL8mlmsuW7GVeAXghuZD2Pp/ZMwH8ND5yYrL9xbfUQIo56v
uOhTN9b1VkqZ0fdmlpgPVpyA797D7AS0Y8VoUN39zXouRM28OT1JTT0HiIrysZnahpqnW2gU9RWd
X9y1CykzJey8EULtgQWZbrKr69Ee4e2+fTBLCnC5ZzP1S0uzSluPg0mMTSrkqZPQCdAYn0w9Bpcp
fLktbelWXUiblwMnOKBMd9k2CYasndW4zcYb64+D5Z2jchhX9GGhMIBCULMGp4K04Bu4WXWsyqBV
CvNhGFIIpfSNW1f3lSVtxdDcjO3Rqpt91JZ3qtw44jEaYjtopL2UNd+t0P2aP0et8duC1FUZ94pE
8EOp0I+kx0TR7cHdGECeoQX7gWGcTLXbqMUlfb69YW+PZ9JjmXQUjgUvonyt0mMZgDdPNx0Ylv1I
7yxvu7yp+43q3qWquWZjF1J78Jjix5ASIW5/Ay2u9nFuaQx94Hx/Ca0DE+hJ9rGiOOmXgOMGzeC4
ff1HET74iWw3ifBuQAimiidwYJwaXA0KOtfLrYSp5VzIlYcWtNkNNXLFVkNxrTdsIbJh4sJEFr7D
hJ4/82W8QoBKqgz0h0LJ7bTaqMKWmM/4LO+q8lP3mPrlSvT3Vu+pg4EmZ4JiApz66/jZhZG3Mia+
PLekRaqVRFIwxZc8IekkRt+EwmpX3N6ZsNeOTKgLqDoxfjRp/vUmjrKVVm1vwKkRfqzFjaJ8D4Pj
2k2efuTi4ZgJYU3XQigw6n4Ohu7EQCKU98rAY6xvw/43TPEHQaGED4zz7bvwOiL8RiZtDVzo17ra
zOiGLgcD7wM0oP2nTvsgKFSfytJGo3fKCKqCJvYoKgAfWqYYjk+zQVpsczOtjnmyltpa3GRaOqep
VEq486Y3VwilqAa+7AxWvV2PwX32ynDDILO5VkmcvQL/bvWFqOlTLpQnH7omaiK4BEOR1LqIKydJ
+9tbOzMz/4rAs6ckDCUiMwLXIsCo8zu9h3lPqe5l39zoDN0UOkDpASg5+ue/EEbP9MTeQbw0nwS3
zKYV6hxhZeV/7vVjrZY7wWv2QnRn5k23ojUzp+DfpVmYE/wbCtLzkj7JWBC/LaQJyZNrRE6Z0uKq
rNzvxSNi3gG8RurPGOrr/Su7vIo0I4jOYIp/10Jj+MBwsr/Cf7GkciyH/AhoSBPU8LUQ3w8KUAjy
6CxS4A2Te3oLarv1fPJIzYqopU2b+s2B5SNX/QZCtLJGNw9DWOPUo8RA9ffsy/tV4PL3546NluRC
2BXR2ZA24qjs09jH2g/HHCB24Oh3t6Utr2aCWgANgFXNTscq4lZLG2xVL+o8aCO4/pbTAv11W8z8
WXlVNYOg9X9yZrcoFQeP0gWkP3F8jrLKpvXSMaovBaM9Eg6cZNKBnP+uojXDuKgY9BfSFwszgzZ3
rts4TkicYovS9liR5PCLL37yKx7X4r0lLWey9H9yXtd/YYjKVshqBqKRkzyWwWPlr/hri+ekWBqt
seQcGdu4VnATOGa3CuB+LCSYfWggio++JWxun9KSqaMh7f+FTH9+sYiWWdgA3oUILtONG/0CRPAj
FZnKboRjV4sr0d0r69/8ybqUNlN0N0m7rhkmWzfsUjirfY1wxHOkb3m11zP5PIzmYyx+1OPR8bon
vwaCvSrucms7+vIm8L4n5VPS3BmmY0mQVj0zQtiIRm33hfZ8e1uW3nOg8GW6q3Qeynl4HaSSq1cq
e5/GjiV8l3Vhq9W/hM4AbPEO4j0verotcPGwLwTOdsbsKjXQmfo8i6W7qS1g4SFmSIeVmu7iaV9I
mflCEKwbIDQipW5+p166FaKDaH3Swk2cvzMk/Pf2ky0n+qRETaPstWIp/hAI/YB5Zsz6pxUd2qr/
+Tdb9p+E6X5eqG7o9lJtFrBbdnm2zcuEsRo3d8JaC1Yu4qJBoRMWZD/ccLrHrwX5SWUGlQwnqhV+
d2HGjbpjB3xeuHI75mNN/27ZhZzZhRezoAOXjWcGLua+7Zy0PfXByeyKfV622yGGiuEfX36hO9UZ
+pPVMVERek91Xh3SoYcDvFrZ4EVtufiemW0oCwYMa0ANz/3G8MNDpxkfM6FiaqjZe3WwFnov3gAd
wgeQFhYwKQk8XV1oM66cxfB3cSxb0KzzlQswXaM3BohqCpl/kBp5m66PMlVyqxv7MTprRve18NUn
Jah2GRyT2aYp9B0EN/WKLzQPIl9P1SRnRLzD4hjgvRY5RibOWItIz1ScTgCk7egWXwWjcShi6Vm2
UdXGMSu8Fkc3vt2+IkuaixtGnhDQUoA8ZsvNOmtIhDhFtvBBGNs7K6uhFWwcABX/Isr6T9KbAEhX
hUooRU5PGoujnwo7k9YXS/tA5LLiV9xeEwME1/sJFWpNmgNJVlyfFGt4hGTunlYnhxJtv3J4Szp5
uaqZC2NFURL4Qgz98hjbnfC9ND/06Y+/OCNaXsF9ZRCU5Mz1epgl9LMk4ZZR4FVV/+RV9ww3OvG4
NnP62kQ7V35Sm/8vSbmWpJUgCotyy30eTAdKUjAmjS2wNUIJXUGl//K64T7uy72VJB+GUHYSI30y
4uzDNEMpjeKh+lE18UsUtjvPA5pEMvZR983vxsMgVpYdq/2dL5CVk0z4TEdxza1bvkh0q4NTTuXl
TZEaMJaYhjY+nyLCS0iRtwn25fBTMn2H8mQlRKdGUx+0xDz5Xm1TTV2xz4uKRzs8E6c4ZKBAXW9f
kzV5J6sGlwkK870UmvpdmyXKZ2WUiodSyNf4aRaVD4gnUsT0X78BGAI1rA9pX0b54oqkDLNtO5Ct
aoxiIR9u6+Cir25CrkCxF2CGN0DwrT4oCkB50TlzP9C0uh8NM3OyOP9I1e0omsOL6ZVb3W13SlK9
r5L2r328ED3Tytqv+5xetugcS/R+G1prOH0rr7EJL27mlDykiD6xws0OTx79EF8PPmotL6abDLv9
OtP3koaQMWC4CmBVcpTTn194JKMr4o9kLu5tWt+NRnrnR+UhaprKpu1qpS1sKfqgUkFxi2oSef6Z
95NFSlUYqUAgL0cfDWiF5ax6JxXI69Fcypg29WI9ci2kut9N6/EqJ+jvGVnfrPqki5s2uVZTzzYj
RzMhZpHIiQbwybmvmVH2vudQaftBswvDtZdjccsuJM2OZ7A4Cs01kaT8MeGHFds/t6/RkpJNOOj/
W8pMyfJCdSPfY78CcU86zo4Y+F51Ydb2a+ZPNL4RunRr8l4IdJqTJCrvB9pgxXT3F4thhmVCuZn8
l5kcrcvqWsxZjFU+ZZBtlMPLKjn24olcyJj5J65nUmXwUeJUeGmrwMEY/IW3AE4e4IcU3ADmn0lo
qzouzSSKz0WUbcuq3tfKUxHVW09fixLmw13TbSHWYR6QLCgUQvN4nQYXr0itBhNTBZ0t+zh0AohN
jDy3FjMfshedWs8VHT8u6W1y668KQNNNHJYnrY2CTSYKydaYuuZMQX+/Yl592kwxDaHvw6Eiyhfb
0un6Yx3rdmeuhLDLGwChE3BiTJ1g/67NhQBVQtM3ExIqrMfUgA6h99IJdqF4duZ+Lgdb7yHIbAF3
yZ1AJ79wAnXF9uVx5cwXrqEKsxBIFzRm0AEw8xBp021FIyPLYJTCrqaYAWaIkr28+3pcCZm5bUPq
ma8c2ueB1FagDNsA5oXaEFde5oXbTuv+VCSGFoTG3NnJxX7PZLueYOZDY9OklJ76DUiXWyVZ27Ul
SYBWUCihG5c4bHZ6bqJVpS4gie/YFoK/8Zt8JxknrVvz5KZvnvmhzK1IxEMMArOsmWXxaHSuhZp4
mow4wwO1ejTSNgPqrvpGnipz2iD3tu8/rUuRMzNg5XpSaxLZiCGD3dMdnmM13HjhGhLU4h4Cs0D3
NIUt6obXNyAqJS8dpYHT6uTObuFyOxTtwW8eNS1W3x+bENZRbqFMMY20T99y8Ti7Q2cWHo2IZ3V4
qQ+x9mmtprVgnOkixgGdRoCI02YCpLSNG6324jMEjynTxrJG82G5Fh8vXNYrKTMFZzC7EKU0iPGZ
dsCD2RFmE2SDlfB0UQqn8krYPnUMX2+WVpSFJI1hfHYl0orjc1Hem3Wx4slOejvT66mt7/+FzJYi
x36QmHC2nIvM6LZjF30Uu5Lx1rCmnVDN4m0Nr9oGGtKVCHJ5ceS6GQcBsm8OfRH6TTO2Fll2UeqD
jVhUWzo8uo3RvD8AYn3/yZlZiFiwvEBv2cQ0Dw9W+tkHr9zKesdoV4zegoFAEA04mD6wN+ej9bSE
qkDdlPGZ5omDm9QYCfVBjuUDFD0QAUdrALWLGwhmLK2DUKySLbnWDsVqSt8o0/hcJ/KOwHgjNH+q
2FhRj6X8Hp1o9GqBBjZN7c3sXpz7tKRVLKvrPYw4rcN1HG+NSLz3aScYGhcej3+60PjqAdtbj0df
b3dRGNvRJ3o0hCp/MdO1lS8YrKtPmq1cA8PSJX8Sn/ty2xISRelhesfaJlgJVxaP9L+1a7MCuZS1
5jDAUX9u3ZfeVQ9S1ZHuyhw4ZJMmW9GfpVTBBOsDdi2hOv747Lr7clWztXSPZYNQf27gZ7srOgm6
NcDxHSFJ0iczN5vnVIH4eAyjcENj5A+1U8Onok2tr+9+eybsHahagAaccC+utUsHWjULR7SLyYJP
ggg5TG6ImzTyNrflzKFNJgeUYJCRFtIFKm/C7DBNiARGS2CP3THubJJhDYZHg8RMzZ9K2d0Bf793
1Wbfqorjins1+pNQBI4+RvFT768o+9KVuviWeWuTMrZRzHh6fA4rojraEsBV3WbJisu5pFWXUmae
3tSZmw3gRtEt/UVgBp62I3WvaN/WquZLvRaXWztHJs36xCc3X1DItJvSqcv9bwYl4C1TYnv4CBxd
427+uCtmfeluXi5ulhhRlSqpFBNzIebKNqEKkECSUUCXE8crDvPifaHdYWoKwOwyEX+tonWoW54g
clpt8WRUTFNOBmnUjlJ4J1cbX/goGLAsOmH7cUVlp2s/fzIvBc8cplzpeE+Djn0FNVdoj12zHRU7
63dAtk0FQfqHQGWNV27KonJeLHe2s3kDDZpvNpiHUIftu7Jd5jlW46FFKRDsgA8O0xUAodeb6k3M
c+2IzsRjtvEq07a6F6F7ur2DizeAQvcEpULYaczufMsoQalH3PlG+u4r5R6yFeKRMRfsPhbW1GT6
4vlpgbgHSAOzSBJVvesVgXGQCC0UyGdThdMPVBC6ZA7euKv1j5Z453YtyEFbrfge1n9xYGDfTN3c
AJbQhXEtOMB/94ygSs7wM3ZQV4edCf/tipClrZwkTHRyU0PJTIhWSoleGQCcQ3r7q+nETxWE630i
f8rp3+qDNZd0eu2vNnOaPZxeBPpjRFqAZ28U+KqaJIRefzJiyMi2gijtfPzfSjp5irr3qn5leUvy
WBqPDB3jEzzC9R6aCdykfdeD5N5Y2c/UCEoHk+dtfGp7uzbVflC+Mg9ZWI0rgcp85IVeLUIhkzVO
gGUavAjXksVCd/tS7LpT3ejhhwQQquc+0r8E6mgd0ih6FJXiV1OL8pnJkfbsQzJ4ZympvKK9b46X
r8C2AWg0XRdi6uuv6NJqaGrB709Jo5CP/Q7lnB1bxd7KTyKF/tvX8o3tnnDVzYnjWJ2gruZjW2Wr
RbkXGRxuT5MjFLWqBmfvcAhSfSWyefvq8+4zyYoGMbinvMnTxannR4OBqPqreuzuBcdwghfvJbpX
P4QPwrF8yf6p/lnDZF1YH0LJ2JJjmfrlZ+6cIox9UhpmD5tcYA8dEOomuEFCBJ3qWofKkiiUBmTl
CRv8TZw7AOTVAMo4nPqI8dziGDNWkUv3afT59pFN+j+7jwAHgsYKrwY5rDkSm5FkOkPezXCSwy9e
8TVc671YugavqJdk7GmzfWM9LUprE5Y4Y19lsBOMz6GUOvSvOWGWns04BeobLz83nFH+2unm/v2r
Y45wckDJ8BDUX2u/IjZjnAVWfyLYlx3YfGgHjYu1huWFswIQhQQgyU5yEnNXt+7hbwSWpD9VorbV
a/GpDMT7rCrhbCV1dXtFC/YM9DDyYqgG8N769C0X+Q9ZHtOxqDy2U8/bTd1CldzmHTOZmZz8ExiB
eM44jgNOlLi9LfnNww7qIklxAgva54Aynb7sQrI/GsEwJFp/yqFd8qV6UsdCXwm2F4XAy4DVIvvC
vb4WIipCJsWyP5wAYbCrgvlL6V6Wf9xeyeJ5MUNEtM1jBG7OtZBBqpkJbAJgXZhyiWpGWUO8FGcN
92zB9JIUmwgtXrsQ5pmkTPbUsinE4RTrPw1hp1EVi+OjajGV0q61kUyKPLvGXK0pzGIcnYnSaV8v
DkdThNoN6mA8UVjYJ7n3qR2T46D8CUXZkWVHKl8avV9xwpbOCniGCSiLaUAG9a5lwqEkFHwKJhga
TVd9Ss14Q65kReGXdhFzC3MbRTJYLWZX2KLnyM8CYzgxaQOTxTavlN+MnD80uXHq4nR7WzUWzOFU
VoTgBsaZ6Qm/XlMmqmUJIM94SoOm/G0mcQP/Xjyaz7fFLGkggD+A4mHdObXJ5bw4rqqP9QwOvOEU
MPi1YfwKm8HoymMbYe0hEpZX0LGWrMaEPsk/VAgoEVzLU2q1s1xDGU9SmhzE/KT4ws8WKhIDWpdi
3FXa2nTFgj7iC0xZOehWWOXMTFWQaRuR6ounUau3PoR7aUQLlfJZr/aJvIVtgerUisO1sKeIZHIE
7EtGEueDXzVkIEISItIvfIbmky2DKWnxW1lDGltQSAOka0YQRfiWgJe93sthNEhi6Y14civGgdwh
VL9nmeHvct0390Ksxo/i6Bb72wqzcIBTGYS2ZQBjSU3P9HLQtaBKDXk8Bf2TWTU7Nz5FkmZbLpBA
Pbxm6eG2vKXNvJQ3U5icGFzVUhRGC+xkO7rbeh+uPWVLG3kpQ55t5BCbpZup46mFITN+6upua8l7
Pb7P63hl+xZMFV0QU32Hzuxp1PJaVArRS8oM3XCij2ovVHQVJ+22XAW2Xtg1QqiJf4ASBdJmu1b3
RZ0Oaj6chl4CJcctn3pxGzbtqc7XaptLoiC1BLtmYpqkL+h6RUkUlfBWp7xhgFHV0YugMhGrQQ5l
at6KV7+0eZeipk+5MFaZMcgKWJm8Y9qzFIGPRSvfGvfGgi7Qr0cZDgDWqUFxJmNC9QO0pR+Av8ls
SX1UfzYt/RCGna/lCxcs/EQICFMrWU+ey5nWJazA1yJMr5srtkCHqTz+vn133rYVETLinDG+xqM1
9T9eb5hQ+7LUqxKL8fKnLPjgegez/pSLd2UXbNvCtwPjCHD/balLp8RQ1L9QHRjc2TuJTo6AcMs8
KZoAbVgwHqALCGyYx57+QpBKmYLzgtlwfpdCBZayzmB1qIMHdnMIaLVmhdvbUpY3EbSU1+AVObMr
a+pdOegC55Rn4WYQ/kTuj24XPILReNcKD8Nal8yCgaXkMvHzkHzkVZ6JA0kcomQhHk90OGw8kWbV
xAZ3eB/Kx3IYjr4irCxw4QIjcOJZm9AUaJ65VhJXzEY/rvLxpPYazbhZ9hL4NEy49Fjs8lH+ubKd
U5w/cxChVqIfFnhoFHOOVmTJng8/QzWeikLtjorRRXYPKoJjRF13yBmZsgc1BNOn9M1TFPTKQRGD
9FEHpR/KDFjrTlEyrsEfLlxFSu84QUzzqaQLZ1dRlkZhkJloPqUNgCdSaUE9WuSlfXvpCxcDKWiQ
RVhB4Xh2G0kfp55XNOOpO4pPw681rJoFTweKWpKQNL/RyTVP0tWi6akigLEnyTX2pctc0bMZ/4yN
6K5zY5E5jzq6U/ps5bYv2EtmmfFAGAkmLpvX7oQGU6IbA1un97ZbpZt2eE5SnoJq3DTjP7d3cCmG
v5Q2L2N1JdQaSdqiq0fja/G5D+x0Z26Gr2bjZHfymrTFHSWnw98YGSzp7Gb0BTpcsaPw051yWTww
QXgoXP3T0PyM40fNfWGq6V6pNq+w0adC3MpdeC4Yjrc8J9GeE9EXDwF89bd3YenCkroEppNAizTX
pM0Xz6A/6iMTteiRojyr8n3YhbY6PoTJ2vKn5V3fVDCPGLjgfQKGGMDsazmeWSo0wGKJ9O5FtT4a
1OxhAMnKP5pUfw4DYIGtR1c/Cu77Y0gET9P3rA9mKnHSuYsFesnYRIZWcMrVPwwk2x7uLUxwuva7
/O5rtl+tzcq9PegJxgPfi1TGRHw33dwLgYOo92B8lziZYvqAjaQA23CC+Rngi6Lo7sJc6oAmWgMm
fmsQJrFTB8nkCFCVvhbbWWOXGjWmUI+/CMq+tj6OwYq5ffuaTO0p2FogpKYqxWwryyZmvsxHRJZu
hyGAe4QZduuzNYy0X2Y79919vgbycDgYOiTJBdry9ZIgU6kETcUciLEsHzKVyi8RjP9dyoOVBM3b
cv6rKJAUSCZDLfcmzBpGtecpGU/5z7RI94nQbBq1OpfQ8NSFv+laQkovZcDKP/XVQ1cXT8l41lVI
TOEkodzfOWq8hgi+pEgorMl9oQmPv66XH5FMkvyEt1RKvjFzYg87IJ9b+VB555pE47v9YeJarihd
6FPbyzxlOnqFqYe6OJ7c7KET/jCg2Kw1Fb59Ga9FzBZE+aV0I3jqT3n3pR3/Ud4fDzEMxFQOtU8m
/WCmuN6wOtH1tJhiZTrQdyCNcfX85rNgBO8dPEJZaI3EaJKyZER+ZsvqhpHsyAuIyelu1vcNfSaQ
nDz0e09/um2d3z6I15Im/+fCloxASmhKgSTZl+1QanaWFWyYPToNnr9xLee2tKX7fbmu2Vugkj2U
hhZpoXD8LdeOpzgaqOPC/raYJUtFg9mE1QZIISXA60WVg5ZotTmpAexZbgx3HuW/flglBJ2OYf7k
0DVAjYhHdyqoXsvpc63EhyG7IGAydHjnlcYO/SG1e5AJO/9XapUfpT5/7CJvrwigDq4Rcb4Ch936
gpnCc3dTF3eGp6AOd4JfnSeraXnWcYh2RDGxWH+Og3wXuBs53sIg0YtrLaeLez3B7EyEIxNf1PUe
uE2ldm3NHoj5g0mvQaadhfq9E/XTdVBp9Jxytbyxkx27UFJNaOO8bsl46N2PdHxm5mk1gb5kOThH
uhnQF0AvZvegE1Moi1QLL2XTHsqX2/r41gXi+y9+fKb2iSpX3mjy47VwjLLn3L8fdeY1t7elLF7l
CZCK95MM27ycInuUK/PAxbctD27maMKpy+ywdCCcuS1o6dkgfuXMp3ldWnKvj0McYBetcwRR17kX
/PER5LTfzPZ/VuSD67afZKJ7SJBXcrFLikaag2uNBZnqRddSQyFuo06MxFMeVU5Y3gvyY0p//F8s
7ULI7KQ0MaSPRgvFU99an3Ov2WZ9uwOawMlN2TEjeVsaxi7JohWDtWQXieNoX8SJBNthZu+DoSJZ
3xXY+/KTbnzQi8ZW1Ed2NgRraSi/3F7k0k4ytkV5hdIeZeeZ0ZDjfEBZkWbV/ddK8E5CX50TIby7
LWZJ6y/FzBaVWn5dFH4unoJ0q8GMHJ7ClHz259tSlpSRRoHXKQreyrkN9qwIWm+lFE/eIZYe5MLW
h127dYVNuvfeyZZKXQPfdwpXqYzS9z7vaBkKVS9goxBPmkzu2Pe2UvjF4nm5vaLFfYN3b2JRofo6
7yyxmrSoGI0QT2ZwGJjSapVHg0pbG61wDSypAXA1gPCQLgKyffZ6la7ihWXV4sxgJKCNtyU2TAr/
ef9qLqXMlK1MlaRo/E48dU9N9VsyvsLkAXniXwiZwl6yhzAXzE1fQPtmG2eieBrk4zDsa9Fxm33Q
rGzYkoFFwajLMLNHEXTa0ItnSOD082FQRCZHH1LWoDaV03uO1Q7b9crkwoME4g7tRfxbokAzczXT
XibB1QvtaRxxmes+Cu0wLfuPtzfuLcYGNRmYZqZnA014gxjMt4tlOLjtqUhOhfG1S3dudkrzsyl/
E6TPZbFxw+PwW/3QhfskPYFj3cTD2fwYCEf/kDGYFNmuo/6jNJsqXnllFjKZ1582225xqCqrZ4r0
lP1o7+LN87gfdt/Es/bt9hYs+VBXWzDdx4tjDSNoTAFUpNoAUsF433mhDQecYW1TCAMq2/rWRU+q
cvBfVu3Jq+Myc9+uRM9e0oijV7oW0WV2F4h3irvXUlLPtiwdteqQhF/UwJG+CqBaD+7OTZzgUyZ8
yHdA1ZRCbFvPI1DAAvB/oNJvZet3Le9L/VyO9x7/M9wGO/8lfM49O62LQyUcU5Ph7dF20xWDNSfa
mOzi1TJmumoaXVsqLVhsFXPvwbEMX0xXsuXupZZ0O6LSYgAQTr6p8Xdj5/jD7+y+SrKdJzwH4T6i
gzzM7sz+q5b7d+pJ875KxYc03QDXbte5ykTcJh4jR2vs1HwJhT9VBzsnqBLhytv/WoG8dRrTU3Oh
CLrfG1bRe91JTT9QHOzzzQhYoe4dJvCZ0W6d7MX/CQnqneFuRuxlk9rRo5Y5OqdQnGJ6ZPxDYDwI
TuR9GcxNa93Vrb+Jws+Z6BT6qX4Mnvo77yhvVRDerGbLptkcS3mUko/ZLvsg9I48PKpPpvWUhC+R
8NCL+9zuPvafC8kOosf2QY/sTIaJlYHBs+g+WskGtBvLX9mIhbwl50lnkzLBTE2D3tcbkQ+mUPWk
HE4gZtHyNyTVVgd4+y4pMvit+1Q+hRmsC56iP8ZD0n1KqiZ0+n5YGzR/hX25PhEZKEWmSqkKTuMd
s/shxW3RtF3QnUbUhR5MR9LaT8AbOmRWnbGsT+bvwlDtkkaKrJC2saVvFfHOGr5HGuwjnbLtNXsg
x1LbQgwVSRdtwRg7TMne2I/sQrSLBsqQfaOXB3PK7DMnayanutIPor7ivq6uZbapcpPJBeyZ9DUK
x8F3jK/aQeBaZI/KyYu2vWfSg7vt+4PVbIIEqC2fbDGlyewO0MzwUTFsVTgE26DdZ5Hjyps2+5Xt
/CMJRkN5yqA0UXtbe7cHx/bTfYazQ7GFx+haD/w8aztFT7rTd/Xug/Lh3Xb3+tdnGxIoPkFlzK+7
9chZlLtE3tcmfeuQj1HNECD6aMdtPSTfGuVc5R5Bk7+Wu30dfH+jYUzXGEwXomrz1ksYwEIxacKO
jpLhURCFD+CB2Vnnf8gi7ZgGo53LJc3LmLGMgsEAcUzhuG68z2TruTHHj347/CR/d++XQNnGbXXf
Fu6Bqs2z6yUcqhNIysZjdlHYWb10SMduWys7xTwZzXOX0g5t6I63xvf11oFkY+kEY2wSMNA3TSS5
qLRJbKbdqQzh4SnCDTTmFDu2LjWP22f4Gpi82b4LUTMNyUtJLUqv7PAd9OfSSxnapWcl059ABXlR
tGATpwJ938ZGVIb7tou/tlG+SZ9r/3dcAeYtxIfWFO1G+dGVRyVRHVnr93JyWPnKt74UGzJ1GODk
TCii059fGHbXa82s8sfu5MWBsRuEdpemUrVJPF0Ht7cOz5ngPtAzjs2P1G0jaMWmVttwI1SDZRdx
KjljJahcvKbZFTSU7FRgKM6+lwI+0aegFxemjZVMyLOMOiFjre8qWa2fby9jTrHEM8sy8KXppsc8
gxlxvQwGH0DksKrulAH6aMiAPjbghAqZdqeO7b7S7kxz3w8/VMGx/PvCCnemZadStzOl4S7Hk+mi
H3Ixrjz+k9CZBtBdQxGPIggzhcZMA5iQk6at7U6d6T6nsGxkT5Kn7poqOdCWWrQnf6xXPMOF40Qk
c6BTaRKXVb7eh75g3hjgbURGpTOGR+Aj/2ZRymSeCPcI+pRrCXltdEId0/2e4gD4/r6WHww5dqp2
D/Jy1hyzYaUve9qlN7t4IXCmoYxIplqWIbDrt0pgm4wQaPtB27ZrN3bhbYe1hZzyBNNAVW7ei11a
Qt/FPZsnGYcwCw/4WPfagyc+VD/Lz23s7jxpxUhMdvzt2v6TOIsAQax2k9FDYhAeKif7Sb/53Sqt
0KIQXBYabA162+fsdY2nRqaeSd3JzF07+T/SrmxHbhzZfpEArZT4Kin32pTlctl+Ecp2Wfu+6+vv
oWemO5NFJGHfQWPQgwEqklQwGIyIc87yjYbKNinORjwehuLbKGsECL3+whznICWEVGtIZEyn/DDd
q8RzHruDkrrlsZM4hiCWgzLy33VxjrHo5tJkCwyN6YteFchGf9rKHUi6JGdK8NqCX1wY4l5bQ5eT
wnYQI40vxW54D78WnvHLBL7T7STNDbELXphia74Ix7m+9sCQw1T61D4Zqqtshm3hk217xAViS46y
bAO5+LSi7lrbM4wtXnEGjH96BIuEJDCzr/3Bwy8WxGUyqYHegt2yvXuMn8be7b+PrwPUs9TtcMBA
2/AqscdOzC173EWQxVbbVcglTv0W4IDmpdgZO/UOigcHiMxhlOK2uY91oivP4Pt2ZTPTyrSXCT2G
/Tg8dDN8UTYkILrbLt2PH15IxqGniYrzO+Ruk3jFvozdcvXXk1568IvYjU/Kztmqrm+Pm/ib5JQJ
lwifQy8Hg+AAAV97pDInZamECL9AIxzzDpF+1txSBiQUVBqwkxdmOF+kKaSeFQWHOTqthl+99xUU
PbGg7ThtaRx50IVy0ngDfitPkgLJFsh5qK3oWpqyK9PMNk66i62dsy4SPxFgi9jyAHVgOB8kBPr1
LtbFEKX9qOO5UB7MXXpnnCpoLHrpY9u7ZHCrQ75RR1cJTBlDvDiiMMwYhFqRXPOYsR7sKhn4Q+Ci
qIaM+rofvlCr2kAW0MkmsL4CdVR/BWeaN5mhJL78njnnDyMjsAHCkaFL+DdqvvZd3UO/7pQ0cWDm
u4682vm4M8u7VX20oLU9RN9bE1T8YMPS77Uk8c3oNHS7qf20sB9Hv6p0G5n7PyeJtdm8DaZpMXPI
ZkO5KBEm1QiK2BzAk+RcT7+U9dsyfb4dGj6S+FzZ+DAklupJ3GPuZj6ldxbZg1tvm5/iB+LOe9BN
BeTZnQ7G7rZNkStjQh7oNWC8UB7lbkRVKe2o1rCsZX6DItxc7Uw7uG1ClExcmmA/4eKCso1RbwYg
sE7hi+mt+96lD/MRgte3rYhyiEsrXNCxQCqFx0c2I+Q92xSazKmyW3MMvJBdqx66fi8lA9PEJg08
HVDzJ2AfuV6YXk9FCVaJ+QSyjE21jzZoL9gPzb11pF67H4/z0X5Kvq9bsosejcPt5YouYvRM/rHN
RQcbqi/WupbAlO1GdE+AzjuSl9smPgLvmTui688miCALz/fRChSANLODjdbHvPXeOSS7fp/tbK/e
mWdlC7kqSUuAORt/+C8NcnlgoWbm3NcwOHnQQ5c4iHDHLlbDeXpnFJOd9gV2rJgAcW8etfl7rIwP
+IKSM8ULLLKn5dXGcR4/t+ESziPWoTxvm3P9qdtEb+BYOoyuc1j3ybHxsyM5NId5l+/1L+mD/TV8
WE7dkyQ1FJ5tjNWAVgX0pkDrcf6ZhmavZ1ixBXbvh1yxXK0uJbsqvIWBr8HAlwNTKt++djCPWBvs
m9Ft8tI/m0dnA8LpfXLXPnSHYdxKfJJd6h9c5MIcd/UaKcmqqqyBcvzV7elzj5NnbJONdqr309P0
JX7I355R/5Vc+ELfubDKBf+sXPOEUOaYoOufNhiX9IrmUzZIingSM79fFReRslDncqgIzIzOXmmf
x/VxNR8WWWVeVGbCWMY/n+z3/X9hBkTvwPfYFcw0+6LwnV19II3rQgjLJ7527J5NdwWB4pO1aTwj
GI/a0fn/7Sef2yxRBWq1ocF+ki/qvItjzYWUN2hsJemE8AT8pnAFAAIDJ2zDL1YKtKhKq66fT826
wxAp+tiLDJAqjFkXJrgstLBBwBuiwH+aaYrp1AcNWynxeRbLP/o8I6L9zyo4n6+SekwXB6sogqlx
y6+W7ublfTmeMTX3TlSgRjExLzGqs371LaOcyxM7IlreY12onkeu8X29W96cXbsHC97Wvld/IOEl
P9L90fiK54RSuzKKho+8KCyI/rOxmDK//nZmP8wZ7Vr8gOWxc8mx88hPyP52E4o5LpDvb4OMoPy2
t6Aidm1x6dpRTWrsMyghHGWXQFm8l9xw4vAFV9RsG4eMcp+yiBRithbClwNEB/lcRM/NE7iGXWkP
X5jE4xT/Y4n7fmrYTF3Y4Yhln6cj2HC3+qHeh/vaA0/JXwVlJF828LGMxJi7aMJujVUyDAgouv9o
jNCGc40v08P6SiOX3NnH6ScZvPBH5eOlW0ae5HiI6gWgzfnHOnfIozAuTcWGp6aFBxGX6hdFye8Q
vWe6iyqj89z87EppM0f4ULm0yp37pK31ZsTID+bU0dmEahyEgY3ukD7Ohuo5ees6S1DSQ5S/xuQ7
jWOXZttwOiT9jywqX6PyJZ3Hh34x9osMRMS+7IeTe7EfnI81IN+qzJp9jfbV1BXwJG1W29V/lEkA
DePs716ql1vBuVqVgJN71Ua4WrgxGl/Drdx4B7ThcV2i0+OW+7u68JNP9CD58sLA+O9K+VqKFprp
uoZYadoc8qcWSpxK+0rabTR+arWfTf5t1JByOUEvnTUQ58YXprlYMSgUQKkUn18NwnsSdB7Y3L16
M/mO2/jzsXV1SeQQ3jMXBtleXFxlPcTwknBS51PkVJrfKDNQiaFiSEo3wgzkwgqXgSe6li96OmFZ
6b7VXQ1vC5odTelLl23PDR/lG4XWUmVZNLBQC+aIgz5+LdTHQTPdFAqHNWFt+Up5NBaZqiBz/Vtm
uUCFnMdUlxzLA29S5tGHcOvsl95tXm87pugiASYb8ihoqhAAS66/VRG2cZr36wyR6cQj826skTXK
aGCERgBXAXgPDFewdG1kVrSqTDsDL3f9SGvNa/pAt2TgGJkRLsrFFehUrFDHE9f4HA2Oq5JDX55v
75bIs62LhXDxKq3NMep02HDC5zD9rkDo7bYBUUC8NMB9jqmdgJPQYADzVc7iDdDeqTekOQAoMlcA
q0kuJOF6ULsCwBFNcIAWrz9MWnfaoFUwVx8UT0YNIfwgF3+c+yBzbKVZNeCPZ3u0BL8okheIsATF
wEL/+/Hcx2DVyHlu8Pf1+8IN5scZ8kRuE6RvWhB96r1f+B/b219HGEovTfKfB9LbU29reEEmL+AB
wmBeeOztxhsKy3c6MER176A7K5fnumkxIqiCXbUd3CX6KvkdbOu44AAYCls4inyQHOUSzjaMzD61
TRyoPClsb7SM+s1xkviY6ksebczcIoubTCqGyrRcLZ7DuDbBXpFq2nzIWpvuR+CUc18xGzUDLVvh
HC2rnO96iw4RxsRq2Ry/6PcyTCm+FmLNBwyUkzq50k/MrTvAhEtooP6omibf6RFdvDK04pO9GjIw
iNAoizZQlQLIiW94zvqsJmB8x4tqfNGnN9odmtrEu+dnbT7f/h4CT2c4crwAWJUfgnLXx2iENks+
5bCUzYbpm01M9qneVh4eBlTi9YJFgbsLrOkgvMXbl//ykVErg6liqhbaL2qT+U293kGUK1TuF1J8
ur0swRWEYVcMk6BUwmAMnLcvtDXDzgwxeD+qr6i8YtSKPjBInlE9qOnqg0gjuG1RcKcDYgUpQMY6
YVCeGHtEpwjwdk0FkoFG22LNqO9A3O4wgAKug77J7i/MsY1EQRmwWf5tH5dOWU0lpocpKDMNNEmU
3txlqvMe2a3sehJ8OOCSGJbFAIT9A+tq4hTQVJty7WRWIciDWy+eVy8Dkp2Y66e2l7WcRN9OA5Ee
BkYwpAmc/rVLNnVskx4D7eBSWrfJsu+7lvpJqmycyD52dvmlIdr7n+8mI3jBTmKuHASh1yZHO1LV
sHDUU/bLKIxfRd9AbuKHplu//sIOPhmGTjRg4flab5+0NhRtB+1UZi+lmXkAqvea23WN5HIUnGqE
Drx8QQyM8X8eGaTpjVVm/QiixSr+YtN6O62WD/pTiROKGvBADwNeC84GA69S7lNVXdYRDCRpJ12p
18Cyit4v8ArbarM2bxw62ptl7rt3h6YKaHLH6DBajoz1UeCdTCKYkWFBX+oDucKgZ3OUoFd4cjCe
2mfjNnfqrRNF9z3Vod798/YXFL34r8xxkUUz48qEfIV2slPVq9GUrO3GN+fvCKE0z3YEFxCBDv1c
km0MIdI/T7JgHTz/GHHEbKPJPYjmRQubEnysp0qrXDvElbeGu4k6GJe+r+tdrpo/c6WWgGAFBxL3
NbhuGO4GgjycUQc8vR12XzsVZfwJirrlazkaB0X9VFn51iC1ZOpU9EGh+g14LwP6gFj6+jA6WhmH
dMTALoid/DLFcHlY3yVNti26CIKqVigp4IuWh8QVKF8mMqTyLLZ6tupqRQr9FMXeqqITinHAqLkf
IzBHt3cpBlhuu5BwfZBRASwMROzowl6vr1+WgVToOZ+qdXAZ8TG9s/JkX2Aqu9Bl5Fxss7h0C4ic
f4zxxW6yTrPT2J1+GkZgf0atAaAJj9oiSeKnfpTpKXJxxwGhD/DXKCgCXcpQ45ynrEafg3q1NILW
7L04fbRRHZrmz7f3j/tev42A1QQ3EfCC7INd7x86t4Ydmq0RONObTYN16twoucvCA0ilxkr1b1vj
vtZ/rSGJQIABMdFvjPxFRUDt2ma09dkIsjVR3ClNNvqQdxszsf0aDfS1HyUlCO6L/ccg8NP4B1KK
GGe/Xh6d5xZSyZoRYKwuHYIWg/plfoxAJXh7YdwD6r92EDlRvGTPZ7bNFwszoHCXVwjrQZsag8da
W64RacPuthXxav61wjl7nUxWmoy6EcTonlrdjpFJzlHjQvv5tiGR6wGjibcF9ImsD9uWd0WTptQw
AlNRvQLD5UllueDOuG1FvJx/rejXmxZhjhOXHJZjWtZ2yh4AIXGJ1rpSbK9sOZyTKzFAl5UJQ/A+
gDbOcfPZsSWBVuQBYPhkJxX8BljU9WLWZU2s3sBB6jBCjLpuMj5mZi7j6hMdV1zNKFijYQfMI+fP
FR0mNj1nBgN9dqJHS63GMwU5f62Pz5FigIdIn+fD7c8kOrRA0SPPQvkfNwi3MqOph3RUqRGUbbtx
2vdQOa9oZgA55kOCaHvbmMgnLo2xH3NxkJxw7vK0VuAT+n2dfDXrQ9x6oSUh4xAtyYG0n41xcARX
XlJIGUGeRKrEDECA89maNysQJfodiD/2vS7jqxLZYtg6PNFtC1kk98mMvEkgcjWZQfwpGb8R3ICR
8bPox01aS/ZO4IJwPUbYjaY2HrvsGFzsnW5Gi+nMKQmicG0PGPIFuiSHEvjtLyRYD4tyeH1htAih
jju1beto7QCy6iAqBx08N1Ywaq2HHjDI01ALs5Loy22DApcAJBpiuCCoBBqJByNZq5mRLC3soMbp
8xXI/3l2Y52AOQcmbJHRGQitodOMrhBY6HT+iuqzqauqDtaW3ooLD3U+yD7NVj4P3qyvzncQWMaG
5PYQnGrgPEFVgUuRjSBycX0YEmMxV9xSSnNvgBJjBaivPKSl81CFGJ6LWomjCOIh9JlA146XKNCy
PMC4KYCOKjrLCELwBJHqrYhnb51lRUXhTl5Y4e7E0ujXpqkQNzCOZ4wYp0SCPVVotf3FbXW1HG77
UnXOrBTUEYFmrhgk1qo3MqEEaIeNFBgncn4bnwpVJMR4NPCuj1hjTHE1pBE4e/t5Z66BsiRPTTQC
JpBDYeCBGgDwVW4DXZzWGU+L9WhMvhJ5cbxfC7D9NY0hyX/Z2i5SUpZ46DZEI8DLhBE/cD9f/6BS
L1o1rEMjWCneaOGvJde95AGUMWsY1F0BXZcp2v/5ecSDAq8KlPCAQuG+69xUekaK2gpy0N/YEJIc
s+dieY/RsrxtSOCmgO4zCnKkGpjn4tbWlYut9tCrCBblwcHUKDggieQ1JvDRKxNcyEzXpUZDoidB
vK7JzinJIVOzEZjn3HIRbSrJigQRGmo7DijabAsVQp6bMRqnONUdUD7rVRKd6FIXrlGGlSRCi/bt
N7M0m3BighHXPuEs0PXqx8wKoj5FNg/mgDYBh7Ds+Sw4CwZ6IHA6nAeES85MR5DEL1CCCGJzk9oA
X2Jie4WszmC+qJCFvu0LAj+HMeTXeDUj8+GdDiR6AxiCWyvAa3ZXRb03gcS9/V4uL10eb1VI62Sf
/8IiqBEwIAByQsw+XO8ilN+j0axgcYn0FyOOs+NQGC9d29sYDoeCtJ0n8WFcFMVfwfTq3zYuuBEM
iCuDzgD3LDFVzi/LJYvCJK2sgJhbK3wzfMVTh/00HFMZlkp0AgAaQ00enxKS79wyG6RJoar0OM2K
4Rb6t3mI3TzsvIwGt5ckdBeMNAEnhgcgCB+v95PQaUaJM7QCAKs2vfreG292e+5BTjPJerUiU4gZ
6MIYhg0BAy5w0A7EWghRJMCM1v0aubNHqOQD8dU6FniZeOs/Nrgv1Dt2mmtZSQJnXLbp1LxEBFQB
7XtVFl7dxxAYn3ddFD6liSzki74YOqgogbOSLp7R1xs5lPMUVXQlQUGgSbIatq9PoWf19NHRkl+3
Pxrf6fq9zEtjnHv0UdKuZbqQgOhhlezQSVHVDQSY6zt71OgPbZ0IKCMT8kSz8TgCFHWvdEP2bRkV
ZxtrDooyIXw88rpMp6+3f5twH0wLPJ4U/430+nof0njSUI/JSRA21Y+l/6ZHIAiIim9FKNXqZX+K
u2VRgAHNLVjyGBk257tp2DT/uSYgEOeCPVPR/LC0932veKvmxmXjDlX33s/FVtfebq9SdGVAxhQV
bnSVQFXIrdJMyoWA1IkEwK7v8klyVYj28PKvc8m8FVqKRnL8dXBOgDcl8/J1l7/cXgE7Cfzmod6p
ajiJQK8S7vXdO2u3OGDRDZzqIQKAe9aPf/P6xtbgsON5imj5AYNh5X1eqpUdhMWpwlqg1357EaKN
AlsSyMcYkyku1WtnS5Y5srWmsYM2ZlxGS7SHwIaUYEa0VbhpHPizBcifzf7/ixfcQsIq65aZoFC1
iwHsepaqjAnj1qUJzpUXCBk48wgTqhLtbAdTSDTZhA44K9KN3kReO6uHpJ08cIj+ebkHNE3sGQzh
MRwiLl+Y8hCFCxa3qnDTptTXOtuFmK8+jJLYLLo8LwzxZVqaj0o2DjpiFjDP5QjOiDtFQ0FOaV21
0FxqSIqMwq8G/muUhhEeIN90/dUGo10craYkqGvLxfTuNnJCDAfLWJ8lZvg+ttavxpSuMBO3tvNY
dNq0h0DXD+h0S3ItUcgB6yOG8PGsAqUWF3IUaBc2KD7bQW9HbtGn3tTKuH1ExwnwY8wHowIDKRku
7iwrEJPtGiEmKLWnTx1UjIJCT91eqvsjsAR3w5GFoAw+Dj++utRzjF6dQgJb/Twh317bE6hpoK8p
Se0FOceVHc4Jwn5ehyLFinLQwzhnwPjcwS58Ww8We5DUCwSe8K8tjBlzGQCdhnAqmcOpveHqgFo5
qeeY+z+OeIz0A68V1AnQCeQWtC7xSNUUVwMChelXRlmD2nJtPa1dOrfVbdnMuMDrwKsGWlgw8iK1
4UvotNec0NFReGn6H5jh8krt+faChLt2YYBbUBqBSCs0YSDRvmb5Q2cAYBodbtsQehtF1xvlKuTt
/FhxVvRRVy+lHVj9QbN+YSgjqYMO4wu3zbCfyl2p2Kt/zXBB3BwNTWkHLCUnSbixWvARgm9jdMtK
S7yuW96GarAODanoc5zXknDHd21ZTmji1QwFF0yEAGvFuR/0j+MQOC4nsDAuoY/LvhzB6P2CF6cL
Ir59HD/rxdtgnUdzkBwyfsL+g2kuNOmN0qyJDdMGbGpGf2zbdafFmW8jSv0owZYchfMmMsx9SfPH
LswlaYB47ToGKTQdhDGYlryO9VMGYahmzDCgC0KiYY6O0I06oggCmpo7YEtPOolPaV2Dq82pzlX2
5fZ3F50RXDKMqxloGJBhXltvcjMbK9w2gT52IHfN9cxLVFWW7gruT7QCKUZh4MKoVLBQd5GFrGuV
V0XTOgEyQ3duv4LraTuZ5xS8PFOynYZftxclemOgsQAOOuSIDEDBHUwLACllDlUHvCH+PD9njl9V
IHDc12q4h9Cs35PWX51Pyji/1I3b0hjMWrLGiih84zkHxUvI3bC9vV5z3Q3w1r6gwX3Ub0N1P7ae
o/i5bBxHZAZ0VmjIo6SA+RguF84wPGZHC0r0ykQ2Ex33mJXZDNGmJuQQ6ZIoIQpGwN/gUQ+LBHO9
12uyhwZSr5NJgnyuQQJToh+Zd4Z1KPSabHVodElOpyjAooZgozWFCT+0Da/tLYsSKVli4GFKAe5R
rdpwUdMHa1oqk+USroyxl6J+jbE0XlfBAdejRUesbBl7jDTZoAiYKs1tors4IZJ7kIcV/Y451oUx
7shbPUR7O2S0AeQKQa8wLTnZ11YF1joFMkw+2BlHd2zMzjeipNpoc7Gx9BRwkl7/VIWVChaDatlO
Rqx7U2hrT5gPbTZz3hhHvIrKvbKkAMonMo4NUaRgW4POJkg9CC8REqNhq7ZgKw+aanmBBPgBuyW5
B8QmkFhB0ROJAt8IyuKmXBy8lYMkJ++11nxb1EWG6RKdFzYFwRh/mWwOd170KOvmvrew99bk5aG2
c4bhNDuhF2ktSHniP8MS/P7UqGmzRwoaaHjucR6cZ0UCYi8SrMWk3VsG47hb6LQzoaz4PZ/nMbgd
+kR+jGcrpk/hwxhe4ZZHh6UjI0VyGoNmyFowoddVbgdyRFpub1sSfSycFxD9Y2FI6TgnLhQMrk4V
S4NHO9kuFMeSkEbGFCJcD5J6A6yyeDrwN0fdASVBapZildMu0yvwH4Kmr8YrLJchaYQLujDFLrGL
S8qxkkSbCdqQGCge/QQijq5TEBn6QhTSkIyCENzSCVoeXKqjs3GLCHJaAQ1r3VVI37mxvY4g1gpl
TyKZKe4LTVM+oqvKkvqK7KaCOO6QAJWWz6skDxaVAKAVhjF/9LAwiM1rXobAC2bETPH4Kp/S8Zdi
9z7Jd/m8TewMfIPZhiZPkYwmQ+gaqN+j34681eBfr4sGHjqawqhVV8diMJ9ap3oyY9B9ku78F76O
bIIh2tmkMOcacRNOy5ijVqOa+YMRoyWo/iG6+negwOuYEQ0wYVe+Y9vnEWlpMdvB2PSHibbbNIw+
17F6B+mI77dXIwqBF6b4bDufnKxZHZjKzO5okffEeNWHZsvmr6UaOqKPxMRA8A+jPeO5tJEnjCjS
OHYwVZsINMcFuI03uWwgX2aF8/RVU4FJR+IZaLpbr+d69lG/rqvt7X0TWcFgJ8E0K1hCPlDCYI1a
rRWIePpQ3CXJUY8Md5kbT8Fs1h9bQlMKEQ+PZPbqY7/kIhRFzuooGnsP1VBj8PDo+gL5mI3TF4Xr
0Eb2+Bf4AzJI1AdRxYMH8tWmkEbGYrQxDeYu2ZUrRQaCr+ktSuXN2fBeGGEuyYAEodYCEB3ebqAE
DrHB6/WVmOZrhrmigUXy9yYpwM40KzJlEMGTFuOpyAexIrD6OZxTdEVrFdPU06AdPD0Hxy48A5SV
a+PW36p6c/uLCWKthf8w1kKwFCF3uV5RoSGrcJKBBlq61q6a6pHbkeRTbVq724ZEHwuFNBPvCtYu
5++PkMbNGhstDVLtvSuPtFW2BMbySvds4/W2LeGiQPfJjIFjipdNRkpeA6qx0CAazhhyK7X7TEaA
LjhT7J32jwm23AtPz9I4gSbEiH2jpodGyTYCC7IalX4yxZJDJdo5PIbY+wV1VaTY16b0OSmaqcFq
Rvv7mBrH6qUFQnll+CZZQ03kephTQX9ZQxvpA8I9bytCR3SzgjGBwqQXN5uH9Oj0IF5GR+n2NxLV
D8Dq/68t7k22ZE4bLa2KHcy94rh+xwQnPSeHZHQ3Cpi5ZBRDog/2rznw41/v4hQtVaVA0jOwwW7S
nfTmbn4l6s/bixLvH2PPxRAK+tX6tRHAGZTOWUwaTNO3LvmsmS8F9aducGn0qJuZP8uEC4S+AX6x
/xnkAtJoTZYT6SvFRFjkOgSsYtqXbH2q1Lux6STBT3SqCBS7WPjDRfKbTObC5atR1Ra0ySg68UE3
fRqrp6npvdsbKPpKSM3ZoQUzJzoI1xu4knnpClBvBuBO87QysKrZD81fUv120VpsQFmQzYIn80N7
qQRyqtc6OHoY95mPYdL6TFu1uC/1cvcXKwLoAE8NtMvQL7teEbQb23I1Q/id8RlALrdKzqitxH/R
eWEBAj0EvL/RYOQujdrsq4mqbRi0oZ9Z3kDdwv50eyU8ZRZL9WADgnRsppJBja6XUhS9CeykGgKq
bKVb7G53cLS+81qzTD0wP5d3Wp6+6rrTblBLW70J1LHHsrLL3VBoymO6aKNvrvG6K2JD3Rhjhtks
Q13u9Rj0MT0w2ZvbP5hlt1xt+PcgB4pZUC3HFOP1723A1Dj3Ng2DflXvwzZ6KpW7MnzOx3FnoTW1
0K+37YkOIxsc+Z89LqKFaRxVI/iTA4zYU3BMo03dRW+RTBRF9Gq5XBefm6oK9kuzwjCILf0nDTUo
DKWF36JygtEWsONreLqE27TL3NaU1QVEBwcDaKy5h+rrh4PjrHm2ZMBuBcn0BvpBV+m/O7Ws1iGK
AiB3hhm8KVBV4RzNBruzkfRpGBSLDVpsZcp2WmZ87RsThKIKkZGLCb4bYE8MzQJBE8h/sJ9zEdi0
SadhHyPoWNZZT341w8hOKYFwWSnTJBZcEHiNsRkNuCPw5dwtROsVU8F1rgQZRA/NCvSTxeJp490y
MjCyZ2aht1ayW13wzVDzBPshZe9AXO3X6wtLJ1/y2mbnYMF0mBsrkStzSpENoOWZNhnK1ljetY2m
VeZUWUwlSCd9NwJcEpb6lmab2yfsoxU2KoiiMVMthzwUt32R1gDgXsMxdJyvKDZdAyKjuvnHAIZr
Kx9iaahRTPKEASknLzQrP5bpk310cGYBbV8LUHWIzXAeF6psLHEqwyAHtaHxJZxiX+nvi/Hpb7br
XzPM8S8ce5jUIjSSCueoVNpTQs31qIXlviqpjFr44xG6XhAXapO5M5MBAnyBDbaezo99a0d38x9i
MnEBodOENizqNYaNYW1u24qkQwIy6pRBtIrQ8VR1a2OiKgV1Y2ZIsh1Bfsrw1rClsVEnFIeuN681
5r7Q6hpe0G+L4VFdRs8y75ap8JR8S7KnXP8UTco2p5VkOkRwzzLLhDHIW2zCk/tseLnUXW1hM6vu
u5a+tIZb2lBfKLY12enGeY23XYMJu8R5DJ/KdqsqG6hn0PlRjbMvZuh8agsZWu1j2MIvwmaoBuYj
AcTjIggUgSwjQY0foK5vJYjYE+KN1RGXz/yiD7EX+bf9lv2564sbgzEoIAA9BrwITvr11qO42PbI
sENQHiEotqMS+2lVm5JcUxBMWJrO1DzwmId05bWVSVEjkPV32OYF4SrbICV0GxmqULBzgKHgbkFu
ZyEv43auspNsUhQE/LWZt7Tz8vEzgMwsEawXf1l+FPbP23snyA6g7oD6NoZ1wdaPsd3rZUFFyezL
vlUCu+rmdtMoGngKFEBlwJ+y9vN3Mrap7gLvUXxS0JgavAbjuz3Q4j3980EG5sDUxhUOeXNMYF//
FKsbG8UpLSXQCgvN+aZ5m81RBjjkSSxZVAADCS4EPI3RN/3wslvGmS6VgQU7uavrxcG0oZiETMhY
HI/227wEFdy9Y2SPgCxsBwV4rT8fHsRPYJO8GOsC6z7/NLJKm0Ro7CrBpB/T9hWKa07nQb/j9qcV
OeylFW4763bJrJDaSqDUXzrnyYC6ar1KbHzMmbESVglCgoKOFX8oBqVvtTbKojNKJ0m+29nTS1r5
y3P155BHFGcYZQsjf0ARnnPTFXQF06oV0TmNdhge9rP6nq6pN2Rf/3zTLu1wd4bdkaHrSR6d4xSD
b0tzbBh2r5bcFoL772o1XMhO1qaLLIJtS9MVzZFjNe5Di7hlDCoa2ScSOrytUxxuE0PPROX8oJmb
etCcLjqv1dfc2IB4M9WcvaFoT5Z5iOvcT9snK2/cOej05jDMjWz+jqc3/33kLn8B9/EIBB/rqOuj
8+eEuJhEMFwy+UUwnBLbjTOvTlA68trQu/OKRnI7inYatzKrD4BY/QNrQKPnTKBujM5Mb2/ZpN1/
JQ7nRXISRKcN/Pd46qAsiqcv93Bfwf0AQgYjOuftY11vnGEXTxLfFKSBIO3+1wR3z02KpVfhakZn
VkRUjNYlxoOdxzsp7Fd0C4FBBlPHNhtX4nMZCsJpO07a+Nw/LcmxS97n9tTXjZdEb0P7GKqJbDiI
JeLcDY4o8o9B/p1TrpCDbtU+PpeEuOP63igpNASxwJCRIdxVWuzqoGLP0869fdxF8YvhcwlK8Sig
/87qLlJe1neFsjwMZ229zRwLadLrhDbyYqKnd+8MMnoy0Se8tMd5SdUXuDftLj7TAYwrS7BmocuY
amVAjt9oS35HkRKhioRbHf/CPUoaUE3MXTnFZz3bW8tr3Z1i8mNyKre17zByhlS4iu51iFKWZ239
NpfPnbJtinGXNH9xLi5/CLdiO4lVAFj0+NyOpzz61umf41niPqKjx6TeCWpNuFB5ddGcpvMa60Z8
ruEnfah7Kogo+1HWrRL5CnpiDugygB8BXPg6PZkH3UgpiRJocPla9W2um89asU/Pvd2/Zc6n244p
cpRLY9xZd2KzzabeiZG+g2VyNk+Z9hS3rt71m/+fIf52KDRMHnV2fE6SzK+Xdy0vPbPTUDjRJZb4
/QMCDfc3Qxmg4APtKf5q7XGajTCdgqbc0FTddppfN2BvMvx43dBQcsV+eJDx5rg7dtBAGJos2QRl
CRP5naeXvhZ/X+0fETnrRPOd5eeSbK1EMgnDXziYGTJUcMYAnIOqJcQCrr1Er63EskJDDda22eYK
BCtNZzq3s1J4ICo69In66/YHFBnEaws1ItatBbTq2mChte1IskLD5Cwk10qyz9XPdo/bzkq8MZHJ
/oms4bGFIhv6VYB0cB9Rnyq7mYxaC+YsKT2rs7+HpboNW+fLMC5BEpmyRwF/FzE5TQZk1fEewKgN
PzDgFHXV1YBABKuaefZo3ZXG+llVqiPq2l6UD09GE276xpHUQthnuoyfnFl+eGBJwIm9ZDCLxOIX
RZJC1e7z7Q8nM8GF6BScF3hmxqj/ZvqxyPstGp6SI8dHRjb+gEF0FNhxjMAFwH2tto7ierCT6Eyj
YrvadIfrYp+0r7cX8vETXVthPnNxiZqEJmOYIzdX5xzKm5VXGtQrtOc8zyADjE4dvUcj8vm2UdnS
WLS5MAraxlAfexg1BmBaI0yCVhvaaJLTzDbo2g2wNMyAggQRM5NoZVxbWTJzrWcLVsyyc4228exu
8oAmzVPZWJbMEucNIV1KJVvK6AyRU1QXZnUDfZZM1lYX7hokhgjjRkLxmlvPZJXD3NWwYkFGqaTg
dWl86X38oaYAt0Ohkk334Nii8s9ZaZRadcwZufA02xirjxS3swE+zp+6bZnFvzHPGdBzPjgjgtte
8fFMwTKcGGkrqmGg57v+XmVeQsRkoPhesV4guUlB+5qa9vb/SPuyJjtxpdtfRASDmF6BPVIjtsvV
fiHKLptBDGIQAn79t6i+3z21tbmb8Llx4nQ/uMO5JVKpVObKtW5bWdlFVCmQNSLXAPuEXL22KpJ0
MW6zyNWrEzgUvF5LTtR6vG1lxSMurCx//snDEyXVKTjI0khznF1afWPWOe3ZXmk2RvmvHojL58L7
HQ9ElJ5QdlqW+8nQaLDcICUSGyN+oxxSL6kTmNUzG/807UPZ/eCq5k3mSYwYy4BaZvm3xCgf9lEQ
BooFm4oxt0v7ANMDCJtUGW5JLUghfVqN36YvQOhvZd9r322ZAFhuZnBamdIZ05PS6dwUL4k8ng/V
AGmDQTna5OnvvxsGERe1VGB/8Pa8XM4I7KBTpGMWaWYGZhfb1+PHTgX+eUvDYM1B0BXA4wVsAphr
lkJgb1WtzZ0pi0znABHCE2JGqkIyfIw3Sp9rpwp8oqiig+4MPXB5RUmT0Ap6CVFspD8gz0s9TU1o
cHvbrhI2lOhVgOfgitg9eKH0dUBSALXwitGo5N/K6Znb4NrX+lNB9g6t94B/+HOTe3jCbA0FfXS0
LqP8gsPG/ywIYC4n+vKL6XxSncQw8kixJ8+ElOLsHFQLQ+mPozIfGzs72MznWUjsbq/2TdAWr22+
pV9yvckAEC46EQDtAMgls0W1WRwzJYtpVD9X0RZxzVUJBpuLwXdUJ9CL/3DLyyVWRDAlt5MiSkrM
MpxciGPH0cj5XTbQo6vuKPB32YNN2cFJD1C/eXTTY830Z0ScDWe6PoSY+EQ3GK9ufGTyoWf4Kdq0
JAO5zjCV0VT8Mtg7cJKN2IhoaybgSYD5AWVqon96udhMh0KBCwx61L42/FG7/2t0GnYT/D//MSBF
zDQtzBr8xGUUm6anNCHztAkJ932OQv3tU7G6FDDrYiIOFylUZy+XMuVxX3LRlJHg40nER6uuHgqi
nG5buY4kzrJVSOeBOwG4Wbo227lvO060Mkon60zQ39CLn1AVeSqn99uGVlIDWMIZWyoTeETLBRc7
Y2oyxTo+TdH5GZhJ+WtfgWiFnmve+RoEkCyCJDLeQsWtHYALw9LrfU4sZ1JyGLZYlIrGG+pvGTmz
kRyKkvl0UAKGf1EfCvcGLh4+/UHqaqFc6Ea3t0B+Bi++A+o0NL9BTbCwGV9+UZBSAcQ9W2XUDNxL
8sRLxNdanCyEHmIvJNQbHrRq7yP/BzgZkF5p4WDWdmwURXDetOkbYT14zAtWtSi1jtZJGFruz1pV
7POaDMfbK13CphRW8f5AQEd7CSmGDCcv6kEZwaQD2kDCz1aBl4AdOGqQOeT7qIwbxtaCOLjAXFyE
S8kL5E6X+9oUZgtB9bnCSSmRrAB28khylgWcxUGuCOaXfdbvzZL0ASbhlEPt2MUdlHPak1aX6THp
Jxo4Y1VsDPusbT+aszhXiBigYpJChcDgYzU1DCHdre5IbH4rreJkFPFpYvFDUz22OeCLt/d91dfB
Wwto0dLgQkf6citM6IqPPLOqyNYextdUHAYD4X1sDmj8NslhaFKvHp4s+6xrnbeAZOhLcWZbjIQr
FxraeBg+Whj8gKmSHL1ugMtJ4qqGuj0G2majcXYaxK02rpO10AVdd+hvoAmMO0XKGnqNlDreTnXk
HNAOeinsQN34gmsh+LMF6QAZ5tTqswoLKVKQTH9P52eyYeLDOaWjgsIR5n4w6AG0uLl40adLsRO9
LlDeqaJZdT10Z4jyGu908YscHGiWVCwg8VFPVU9Uu9Y6F8UbONJEGIPetvwz1a/VA+gZ5nEn+oPA
i8vU91xFl+W2W63sA7ZYwwFDiQtAK2kfeoWDtFfDdK6VT4epX2QAwDmatlt11qtZZURIdKMxzwp2
NmcRvrzcjLk0uVaRocLTnpSezRzwrqs+EOE7bp7Vnyx7YeiOM9OncaBsghdWHOrC+vLnnz6FW82z
qFLUxVXwVTkPs3hQtDPN3v6LzVxeOy5qomiQSVU7KAzSCQBHhIVYwUOHej20CPJ068Ujy1M6H3u5
vMPxQlgGk6XjoVaQc1dShIJkPnYM6m3J44Daf+d6M+BWIr9v2SGfBV6wte86UZXtgUEEDZoPMUkv
c875tyx7TMZ9P/oa4x40Gg6Vc6fF7VkRG626lXiBlxGqw6C7QYYoc4tmvQD3lG5XUVGDBsp0MBPJ
Gd0CBa19XmDBQEjkLno9MsiAueM8Dhapoka8JaN6yMDYXM9e6vy5/YGvi2LoiS80n5hyAheaPBet
agV1aF/UUWN/cQF4zbo/Tkz9CUA096conkVsbZzPlev2wqIU9fOxL/IUrY/IAZ9cUwUNdJMZ/aM3
ZTAo2Yax1UMKWieguwG8BhBScmAthUTBTEQdTZOf11BjZi+1/eR2XdC2vZ9k1gvlp3YgqFmQ5ybb
qI2sPRaRUSykSLhfAJ6XY0QBxB3KMMjlauZVYvTULL2PnWHf2MqTYNOPqk48woev5dhB2L2bN66d
NWfFqUIVHHRmSHGkgJ1OWTykgElGlRor+65vqu9Tp6gbpYQVKwsjLUDaeC/hMpVOr2ulRV40lEVj
09k74czjqcxbbSN1WnFVVEWQPOFlvwyxSXvZKVbj2gNhESevRfIAbeVDrGpHLdP2LrN9WwAJMfwl
aBJxCTA5oBoBMMWVJzPNtU1ttVBOaqKS9o5vabXhDwPZoh1dORIwAO8AUw6KdR8KSJ9ieTGnVaIo
XROBIOWrWuyyZDjaifAz6/cm0mDlerywJd0bjOROU6M6EJkT2o8zCdNuOpuu2PD8648Fp4fo8IIg
QqFABjWaValmXVO1kUr2nI/GkegN2bdjfs5z9qBn7Y++V/W97aRbo5vXmSwsg/R2SbWA65chOAUO
wgR5sjaaynOd44nkPqASpOQ0MNxIjbcmfq73czEHBMIycIva+3I2Pn27dtCBPLOtNiqtoBtCpX4A
aGYjiq1sJn4xwGsoSKCbJY9dt7CtuUXVR5poQgDgHp3uB81CEEju0eL7UWc7YzO9uT7T7uLxqNcB
lY9kT4ocohU6pBDyHlvGzP0kct1XOACat6+fld3DFL6xDB+iyoJSxeXuDVZbFVph8ai1fynmc2XW
Xpm/3raxtnsYvYEAyMK/jDv70oYraJPZzORRbmiBmilIVGl6HrrCP0Mh5Q9lCcBGW5JDK9Vq4NJd
srC5oICA/19ahd6Q1VHa95FZGo917wKtaJzcIfHQ/GlS827OMo/S/JXTNLDiLBjyh7zoNgLzSh1j
+RWLCOrS6sXr5vJXlBCJzmNe9xGUEQJr3OGi9Hix66Z/iPGgKapX14PfYCbg9pbLmm3I5y7tLt/k
06lQqNMIMTZ9xP8IJ3CIR5WIgbRnDsyH9AVKN+luRHfK8NzKt7eeKSu37oV1WaGoTGYTly6sq5n6
1g7vQhyShHij1u0QxafuCDItcOAEBJfu7YVfR/Klj6SBDREgw0VQ93LdI8qbdj60sFy9m+ZJFyfK
0NHk3tx1u9umPiqQl4+xS1v6pS2QgVKKFwA8bOFkOrD4sScvlQCNAUQwwAw9NYrHfv5jiMeqS1DR
uCvdX2hCtmI3brjZ1qqlJzSZ0NfvkqGP9HQ4mS7YICAjb76VunM3kWzD2MpbYVk3SuEIS9hP+REK
EQYbJIdlHzGr0N8dQ6hn1IvcCRq/avuHz1y0fjbF/byjIHfgnhPnqgY5vLaq92QQfDfHecmemh4t
qqQ0yc+uylnhZWNhf6nLSmcgZqDC3M2Wnj2TvNW7ABT1VDloasHKQ1qbXD2NnZUboaNU6WNmiGqL
MV7W8v04QCjFoBYIJRUUZdTLj9txl466OeHjeuquPozH/NE42sf4rO6g4QgZCE/wgxV+qX9aCZSE
A3ujNr0avz7/AMmTs9YYW7Oa+6h/ZfmeeMmzvitpOI6/ZvWYN9yzT20TUG0jYb1+9+DjGjpgKZhN
wLCA7NRM5JSnWDfPeOEzK449rlflcbTj4btdxkm0cYqWjbw6RZ8Myr5Lq7p1QTMU5WMDpZ/mqAOH
Y+snatdBj6pjOb6UZPYhJ37b8Mr9ihYHhg7wT1RYZfImnFNIb2l6H2Wlbvg0ocIzhznZ37aycr+i
QIFAhNoeUmb5flXMvu1Vu+BRU4Z99k+s/9aNjUxvpYyHB8YnG9IdY8eJrSbQMoos81UdoqY4D+1O
7OrmToCyoAsBhOm+WR4P9e6+bd4SALBvL3I13n/+BdJtU+liTrigHFn6OU34fdsZAW1/pxQz0bs+
dIw+bAX/2tMtroa1j4j6D9x1mZkHT9LlKWVpp7tK2/BImR31S50jfcFkQPzt9vpWraCkgEo8mkSo
l15aAUdN0jC95ZFp1uqp0NvmZGKSeAOeuPJURlUPCSwIIIDIRHvl0kzcDnnMqMEjzO7tyZtzsPza
h0T7i+H3DxXZ8H99OVjywftsTtq71Bh6zjKdRyLDyK2ZjRSssSP/QYSVBjPL+R1rlfkRo4QY2Te0
KjSsGHUgzeE+CHuy3TwnfYCahvqA8e0cHezSORVjNezVdBb7TsEcLtHj5qWhbvFQqzPo1ZNsa4To
OsEC0H/Bq6N7AGTAFRf/hKcP6TJniEqFpe9GU6R+JVrtqRaJdjd3LMYctlGA2QBaDSDgYXN/1sAm
++u2h1wdc/wKPLM+RqXBtCe/trhhD92UFwLwceOUgZekTZNT32+xJV054mIGbogaHUT18K9LD1HS
CUAtnQucdLN4TZzeGsHrIjDrcHs5V5fAhx2Ul8H3vBSnpJhsKBVNxNSKqEEXOiiM8k81gBGQFBNU
qrI6uG1tdfNAave/1pZVf8pV9dwxqwQJU2S5Vey7VqHs5gIs7y0KJX8bjj8WhjbTMmWMkVlpAyva
tGPcdCJCy8Fr9PhclENgZ/PG5b3+nf5jRrpEG4B+cgO8WVHqmF8x2h6f9cFNN+L+6raBAABEwvqS
7ktRKVO5YFk6YNvy9lBBwtJq2rNwtN3tr7PqC/8xI4O0uEuoM2CsNOr13/1wFhASHvIvjT5u2NlY
jixsaNOZmYqJT+NgUtlGNyPvuGf1+kbYW6LaRdRDHQlnCOVIoHswfCgFWeZSPaPxKCI1b9J/ajsG
o2naxoMnVGvYEWDEgzjTpwDSYltVhJUVgi4L3T1QUQC+JL/oCwYVA7ssxogrne8UeAha7U7D1PTt
D7a2QhCoIlJA3QLMasvP+HScUi3Drmn1iGLWjpFI76BQXYya36ZYGncAEy+3JndWfGShzsckJ+Aa
SJqlTdVZBw5BfR6BGjFKr2k55D7V/HeW1pjNGPvpeHuFW+akm8tpDWPILTFGQoi9a8+d14M/wGNx
OQZm7GzcyyuHGQPucBhURzCzewWf6vW2MlJ1jKqiPBJ1OKC59bfwUTjlZxPSUSZcF+CL08fIKr6T
TgSdck/JWxxvyeOseuB/lvJxmX5yjarlQGXrxhjR4jtESXYabaBDMm0EJmnDUGrRMSeDjAwlJcD4
5QZgilchtUmjhxWz6V41Y7BipP0c3HaCdStomIAFeumXL07yaS0q7WJu01YP0RQdD3pm/bGqrNy4
COU6yr9rQWVssQB2GtmzR5rPvMf3CWvoTTGv7fP5qVLb6Yl0rNultUb3cWnuEua08L+O3il1Ibx8
zOddOoK9OQXT+5mps+VBsnn0b2+BnPn/n1+3qKQsIh3Ad17ugZONmB7QhR6m6YyJHd3TU/dALfck
tCooizA2wROd8bBrn1XnUDW2l8wvbXlwdNSd7I1zshzyT5H148cAq7Vw30DCHMW+yx+jKGpeKui8
Qx/C592bW+ZeWx/iafIsumFq7dtbwAygooZJ4KuqWor6UlfrihZ2ismPFL7mF3RkG378oe0lrwhz
8sAZwsfQ+pAiaVG1rBx4AhcrC/1Yzzo5ijgdjuaI7c2cSo1m0udB7STf6xjf2UyFehAGP5GYfgWN
HT9xB0lnO0G8SeubZg+BOwhAiMHwCf5mL29jDNxXrRI4faGjxgu22y7Wip3j1ErgGrN1HExIHlRV
owW9UF5Mg5andNBibKv62vGR7AHETXe33Uq6QD4+JDBeGiYjAEu9Imlt7JoOYiZ62IB75sgdNQ4J
Y/QXSbt/RDk4R2iIOsFYtMaf/8IwXuIQcwTG4UqmL6WuUfeJq4ezYu3bmD1UabVnXftoq9PRSKZz
XWxx1q95EujjQKcKoC9EDKRMV8l4O6akMMIUZVxoeZ3HbtrqLsnP448NxcwZBlMA40IPQU4HQRyH
Qr8BWePqMHX75pC+dP+4s5fFnni3ftItYUC5dnRlUFoVOjsa12MYzI3RS8qd9lOhXvFmfaGZZ7wl
T4kR8NjbIoRcN4taigbFeCxXzq4Jo7bWQn84FPHTkAbFI7237gayV7mnPYC644U/tf3GNSDjuf5d
K/AfiDo2qH5lit+uIuOoYgov7Dj3k/k+z4Ja7Ez1u5OjxJ17tesZ9UuuKl6R/9lEza2GYHBpQucc
cHEgyqQ64VjHkOQWsR4qigMKqpxgTh/UqLNPnKQ8lTWIwQfVmnezo3W/2kRp9k1i1+c6IQDPu82X
StESz9J6gCyyqr3r2vHL7UMl3fn/7g/moUBygnIe4thlWM5cBS0ZBbVSjTlzVJcd3+lGbx5qQ2zV
gdYCxzJ69a8pFLwuTQGpUgFOmxjhbOysLAVE8+TqqB8W9QlJwZ2+9XCUKybS2kD/eGlQ0MlqdYq1
ccLOUzPcT6W6F0rzALKkfd7WPtNDzSj2ijX5AHP6bfV2e3NXV4wm1fIeh1yhrO6N4viA9mtmhKQD
4LxvulemqoFuzz+YRfGEmZNDldGNBH/N59Cuw0ajw4tGvAxqsNR4VJLcUcPMONPROcRm4pNJf3Dn
9/57An0PIzDG+8RmIdAzwYwf0tjiMKH3tX38VtwL5x2XMHIQSFnLrDJx4sZVOhdaaJflPjO/xp0S
NiByyXbF8DABXqYz9ayyx8Q6tgDVVvFT4vxQ42Tj6lhJPpB1okeLbwCytKtHj510hUGEFsb1A740
wk+8m+YYOKbf1M22Yo70AFn8DtYczEWhve2CsPPS7yAQ1wgW61roJK1nauO+rKaDw+h3YZkeek5G
zIIMKnyFzr3RDG07CaoyeR7b7imr+p0ybRWG1q6YpQYAcQUkw2hXSC+wYbLSslZsLWzV5mXWv6UE
A+NF+cUdwJY/ge51RMHDTcZTb3zXqy30+druL9UvhEHUi+AJl/vBqWVxd0Q+NijKvpzOWkd3lSg8
zKtrW7joJY2UkjLUiv7XFgqyl7aMtk4d8NBoodadp5e+8gTx3O/WndWfs80m8kp6sFAUYUoM/1hw
/JfGcnx6p2BUD4kBOZRh8l2Qy6bvz3n7tUaXT1jJvdVP/gQgWosBhfh5gkLK7RCz9hNAUriMF6qA
psjwWNfiOSXcxQFDvS9QKgslMrvY6lPI1eAPl0a3C2VFFMeQpkixWydjhuGWDI+2IT5oCTDY5lej
7XyrrXe2kZ5rcDsMcTD09KQ2lRePYcPnPWPsTzppBxcRqBAZmB/eawiCjXN50lgKBLF6gpjvxvG7
DrpLEmWDlRKwCDwDpKhfEAbVSNrpYd9ygVfXrkm+Zf2uM05qHGSJ/fv2B1gxh1wURE6o62KKSp7n
N6xc0doRjyyWDK4vJvAZteaxNWs/GyBT2rcTLnCx1YBcSaYQTUFqjDKvia8uZ6aam1YIdZoONgR3
V1k/yxjQdDdwzfyeAyZvv+Tzr6J5J8lOW4outN9CQP4/fsGi/4jZGCjdSvsMQhRXEcqkh2Mmcgw8
1KecxXdchQiy87PU/qRK/iUR5slWut+omeGer/xhHA63t//6vC/74OBBAhAdqFmk2DKmRZUsjDWh
9a007V1KoABd7jngMNw1jw19BpThtsWVYHppUgoxVVsn5VDiAWQqnAcZNZq9Pc9GpPe52DkTVMdI
Tqr3jmAIsi2Mwu/LzPEUzra00hdDl7Hu8odI90ydO1aGoK6HrpIr+7FIm6fJnYs9aQf1+faiVwIA
bIEVA0hFHH988ctQZyl5N9RAc4dtSvY5AaLaItkLZASrwfSV7jEDPbnh1eO4Y3ENEvaHQvHml97y
rfixHPfO+Asoi0kDyBNlW+pBvmXrs1zfupe/UNqNJEkpuqm6HiZ1/E7SzIOSEJgad9PoxfF4ZsUX
zLXtM/V77JzK8g7pX6I9ZHhn8a2auNx1QrS8/CnSdTu3oGCcsZkhB+7xCwRqNdUfjJMYjkXjlyxo
840Kocze969FAOox9IYUB4x5l58H/EsuSGcdPVSNTnhCPFrCm8VdyxwvN7WT7rw3OTtqQCqgB1r1
+1b7OoGkpU+hAdnspyTk1HeSjV/1ocopOyh+Doq/SxUGVBqXv6rRWVMrDM9nyDsVX/Up63ZVMoyB
Os33bWwoj7OZZwsJrx3lQ4dpf7dSd0mvPWuxDVY1Yv1j814Ebmw5flOnRZC5znBM3e4N/1Ho4tn8
BAmKV6236bm3i+q5pnr5wNHsDkZg2nwyl9Np4J32XwSdRaxqSSWBy5YLpcuVbw2D8lECEYOH+uD0
XGsuNKtIrfi1Yz0ZbgJSylrVXA9sE87fX3HIK5fJ+0Wq9KoVTJyy1w1wRYXWQIKmRf/V8hyWQQnX
UybLgzTGVtdARjMtDgY4D2DS+Jbop3/Eh0/1VMtW7Bhky0ZYWhw6v4PafhkHpw54VqS/QEU33Rlk
mHIv62h1RB8cfFyzcZdQrQViI5sA507cN8F6DaDupvjt1lCarIomvVOaeIuvYiUS4OpH1WbRyMPU
mHQz0TEp8kYbjBBci4eG6IOXNlwPOPQZfD2Ltzrz1ykYWsvwbuhBgzIAWfall1fjoOW8H0io9K86
ybx6i/xo5Y5DwAA9I1DcmL1zpXAC+pWWJIUgYQz6iLxuggZtGsN6hvjgwl1yLKjXfb8d75e/Ujq5
oO4F67qNaQ9M+kprqst6sFmfk3BGC/9YGmp+X/AW7Iapo/kqz/Md4xbb3za6FjdxlaPVgVQKECOZ
FsZCEOtJkZlhO9evIDc8NUb6Nc7c48z5YzOESQJR7zk7k7jfCFUrWRzeqYDR4o2IgodcJhrdym3M
wSGh2+ruqQdh+A7y72DUhlTvPqPAtnuYfvjdVkm7EUuWGCjt9HKtLnooyEvxVL70nti2uAN+RTMs
BtejdQlffWmnjet7xUWXER4wTiEhxnS6lCUByYRCFPoYIW3BiZaAl8ZzlWZrtGttE4GuRMtl0dwA
zc7lUsZSAaB7Ms1Q7YdQEMO307cxPqVJumNTjFLtppTSsjny5uFNiboa3pZAEEvrGqCezXvmmOGY
BEm0NFkQd1QPmvP9hEam3/74U26VT1eOBjIgjGE6BoaMEGguV4lboeOsLq3Qzb5V5V6lhwx8FlNS
+hUdN3oMa7ZQugSJNiY3XEOWvdbHJuFoIlmhzfVDZqEl12gYsFIORlV6bvr69+fvI7+DRhSK0dCS
uFwa17pG6Ylmh71yD9pms99V2aGuodSq0+eBO3cuCcp6S/vx2m3Ao4odxQTMMk31UcL9dLW0jZOl
5hTbYRmLXVJpgz+YeC+4FkQMRxFYRpn7bjtuyWxen4kPPm+cCrgOhrikgwcKj7nGe9UJ9ZZOe6bl
x5bmW4K0Kx3CSytSrX1SwJZSk8oJeZO+Ggn1Zg0MJUoexE69N7o4gKTqk/huAOTupmEXK96Qvg95
tmNbRK7XvoRfgpiOzEHVMA2xfIZP22wrTa6oPHFC1qi7MrtHyZtN3NPdFG3IjarE9Q18aUtq9sVu
1wwW7oqwSvMnqGfhGW7tjOKRFfNW0Fm5NBZbKK8iIcKopyWtqxgFacy2dUJt2VJlyN4yqBaCvY/R
gCct9YEg1c9JaQHfAMDHvdVQ8f32wVlzpQ/CA9hHp1Wujoy0nuJBdE6opOALVPteeAYj5HDbyupK
gaEAoA3uCsCh5EudSIg6V9wJk/zLyJiXlqZXGI8lqFZHtTzkcYPI5wR59uu24bWviaIPimmoN0DK
a/GsT56j28PIWYIdrpuyOc1iHJ/NRL2301G9Nyyhnv7eHKhbHNyG4BrDhXJpjiqQXxzo7HzciIry
KNofWYrHi7ZVRFn7bJ8NSRHAHY16aprJCQdwN+DJjNEr7/ZStixIXwwiiRMXJSyoJNTdlyndcIm1
0LmokaH+iJvoiiJ9BJaeKL3qhGCY8eL34Zk/GvMB9E7mVlXtOgdd5uLBd4RRKlztci+lKqlZjlxx
Qrf+J648ZNI8CYpp51ejJ8y/m+HFYwNJGMYxkX8SFY1mKXxkTotNKywnLCmG00kdtz4ETs2NIHWd
eUEsCc17EEugu4sRp0s/G3qLj23b2WGlfKtH1Z+c2i+mjaVsGZGcmVEoVapZb4e5nnrdoHpMu///
NiI7ssErJwZFX1gVia+zB4yoBSCeve3LKytBqoUX4EKsjnlLKbtzNTzd9SlVwylLjqBSDLOG+g1p
g9tmVlwaryiEGhRwVXCkLkfqU7BpdSHMDPP4oZVlgZvUjyy5owRkSeT7XIDyuRs30Jgr0c1Azgp2
CdyJSyX30uBUzeWMiK2GzD5Y5lfbr43Wc7cqNGu7Bx0UTDciawQef/kVn5ZVqcnIp3JWQ+TOw9HJ
ioAqlb1Px61ez5ohwF6c5TEDyoyraz5RVLXXsX9Au/9orcavUvdpaMVG5Fk1g5Yq0C8IvFd1VzQ8
LdBIw4yBMdXUvk/zL9z89veugHvno54FX5Cz+5RRlRG3U8Oy6b2p3VfDsBvY76H6DnW4re70cold
PiUgur5I84KUYlE2Wxb8+QPhUeSgD6qGyUMf3/dNHTSWhWLdmW88NVfuBEzPoDu4hB3UUyRPgNjh
rOZ2r4aK9ZPEf8ATfXvXtv5+6bbuNJ2SVODvn6cHp3777/5+5FlLQQhp+0eW8mmjjFHLC6sZIE/q
NB2CJlgnqNseby9izb1Q34I0HrjK0d+QYnNjlmnLck0Naf27MBofHGNQZtvIa1Y/+ScjUmyOTU0B
nEfHSoYM1MHDI/w4MdM3Q/2B+YCNVGAtzHxekRSj9S5J6NCratgP3cHQ36qRe9Sigbkl77oWQBGi
oYm0zOGDRPjSkY0JWNEBny4EV33txd3LOEeYnzWsfblVu1h1NUQZ3Aoo7oLC4dJU3Cd4uHYuYvXC
yjSDSX4LzLC2ayYQ0dAyWSZ1Zdg3MYU244mvhpgofNN7EqkQUzByr0jo/rbHrVpChMbdA3ASYsDl
WlLFnO0Ujc/QMvYl8cwGz1HwG21NoK59nSU6ox0PDn40pi7NOHQQaYnMJzS56/GHXtspqBFrgw1d
oRTN6o1ceu0coRsO7Cfe1qDulaIay2haGyghhHYMLTx0qvHf7OotuYsVpM0HoBe3DVJD4AukS7vM
ASMy7Wzp8Df3VTKGGTUnL6+cfW+eLZd7fZZ4Gkak+jq5G9UiiLekz9f2FVy0IKcBOThyRilgxHri
Zq1GtXDqe4/wl9p5cilMTYfWCuri+bazbFmTnGW2mIXRoRII0zL1WsJ2XaIKiJd6TrKflWnX9Ea9
ka2uBSuUZCClsFRmAGW7dBy1okWrQaAoZPGBgFrOEcNBd3/nbeEPZPz59+sDmh0PavgDMETSwVab
nA4Y7FBDcKAAruyGHDUYJ5mCvPGAwfTMrNgIj6vLg8wjSAox+oB35uXyrDwxtLGGo+oAButghBgq
KHyUR1SdkWRuoSbWjgUgu4iQuIiRzUrfz7HyGa3CTgsZ9CCssx7fm/kGGddKmxjpxCcb0kkv56x2
TYo+FWQLPOC9cPyI3ztfhaYFE4EYUnVEP2zIfvVbnBdre7nkfshnTIyVyjc0blSud5hyW8p4M8gD
6uSXsBQfYiVINzfC5tpOgokCmqZI2ZeH4eV309LB4FMCWxYI1GNqvlQN8/uu3PD+dTMmioMgS16o
Dy/N4AoCH4rG0fSrnw2OaT3qiWKLU3TtCoAzoFMJVDMKgsu+fspsUIdsFPRhtFAkjQ/5x0SZvNZ5
mseNN+HKtUnwXaCaimK8gZfupZ3KYp1ClrfAWNDZG9GuO+p1tyWUsLKaJUwsxSJUjIhctZmJNo11
Naqhw8txlxik2xmz5g3JGCQOUzYi4soHwtsGxUWQYS2ilpK316I2jVQglyL5l9y+n7toUyVq3cRC
lYEgiDaDdGhjPJh4zHFDg5DEhey1dV9N3QDRn27j+2wZktYyOh1lDRYbWuwP+HpZ+jyZG0n6qgl0
YhaW1GWgV7owMQ+l6dmylmmuPGc64/7yqi3NplU/A7vVwpKKAyL7WalkSpaKVAsNLYbQ4+SSE7qm
329fFatuhmc6OgYIA6CZunRmgfkWk2pMCwsi+oDFJvUVYsbHfk6798wFtPa2vbW4umSboKwGidD1
/MHcucKseaWF6tzwE3Tu5oCYTe6j1KOiVqSkOzsrTWi3NnD0IcdYhaYzcJeJLQTU2sqXerOKyhgk
Y2SX790MOY+SI+Wocy/R7zs3fhmqwFJ4tLHkJXmR3qZ4OjiAdeDR5YDh/HKPdQwfTqD/1MJ532Jq
+dwbx7TwDvQrUsZ+wzNXLg9w0S+IsqXah5h+aQvTa+5gC9gC8ssz2TGekGBA3ddmbE/It9srW8mj
FkQB0Iug2sfgpbQwhjHiUe3wLesyLKtQcQDJtX7MnAWO8cKdjRi1bg3NLUR3HdjA5c8/xXcNLesm
bbG0FjdwuQP5Y+eT96YNtC0SvTXXwCX1fy1JEb7vcwT/EpYGiBXbP1n5Q5jCt6qNb7UWRT6ZkZPe
QrgZOGmRNHXOd3A1+Wr6Bpnv259o+amy7322IUXdZAT3LCQV4Q+ec6jZgdu7h372+bsoNlaz5nlI
OUHGB7JOHCrp88yu0wy0HpFKGEwPnG6udsTO2hNSVO5XJUseIbG1dUteLQ8YSWSbwM4CS4M2suTu
HThB7RwYiFCfZ0+Pk5NIhtee70fXPQ2Eedn8Lmj6cntPr74bykxLWEaOAcgcQPqXjqi2GRnaQVdC
pawfleaUq2Xkmt1WBnoVNhYzwMIuyJHlwSk/GUCHo7gkVsKibALN/Wq9Q1enwZwURu+SPc+a01ht
FFNXVoarAI1cDCxhrEZ+r1d0xlADUdM7CgjSIpM3zJ4r/oe069qNW1m2X0SAObwyTRCVZiTL0gth
WRJTM2d+/V2tfe7xTA/vNLyvDRgGBKjYqbq6atVanC3JM8JcOTOc/1Bnchwk4i5OPGgIKObPv16h
s3EwUxdC8FfJNZiI9Rb6cV8jTjBPeOHieqYP5ZO5YraeUFt41I1zHOj7wm/++s7AbweoBKcJKWfa
rXe+x4aE4NcbWImxuENO39ZeLOOVTH407bvyK4ICuDn8/bameXuq6YRCMxJQ5yZrXa0gTbfE0CsG
+tlqwDhsONPAcRMXvpUODHkl2leCDxcZ3zpGMUpBnR4HiLEdQcyA+WhtKd/Pw9f1PXDhj84Nsc8o
sTB1oYUgXADiFTx+X/IkCPUNGg8dkYfwutzRyARREiAknjCmi0s3FBQwWWp5kODY1KjgkchO/vq2
wC8+NcIsz9CqSJAsMCLE4KmyYEFo/Tz/68MJK+iGpWGtecmMG85aOgypmgeL+QsEbk5B9kXMWZlL
VAUdyokRZijdEGdIFyp5YEQATOWjN+SG21TZz9kcbq0UNNZj2Nhyr3rxDBSi0qDFsKoD4BSdqanQ
jMRLX6wtoE7fvyol50G73/nWj+OunIYiSQIrDirNQJlqU/Na2jk2WFUidZnVNJbiJJist0a0HHqG
656Xp+ZZYe57NYutsm0wkkZ/1trKhgJXLzf29aPFM8J48LFo5yqhRqCxlEBsRpo7V0sizjvum4Xt
LHahEjCASgDjg8OF3OD5qrRykpTQJc+DdiB2ZsbbOYzsTAWtsWP22a3YV14JMgowAwRS+QI6V4U0
/tDmwGtnTkY+sXm2Yqvu5KSyl2Z0r0/CpSPD+xxlZ3wh8ucKu56WGI8VcFxlUKktoMOGkPm9pOdO
AnlPb1b6ZHPd3uV9c26PWVmoskRSZsRlAF1UV11a0H38Py0wy5qRPl66MSuDKYscXf9MeO+Fy2jt
fAjMtTyI4RxrGoaAeubQN3aTwo7wKemPTam7SIt6+sS5SHmzxtzSIAnFk7IiZaCUmitpt4MhcmZt
5TCc7QP685NniTWWTdmHaRn00mZarJtF22sZj+p61YiB5yMYf5F7MpilmbUkjshUlWB8xEsEhduf
QwUfEhbN59/vMnr/44mOA4eq+vloskQs0eBal0Eeg+YTPfOJeofuMB4YauXwoByE4AaZIIiOsX3L
Ugsct4DW4SCH3pjhmD/HFr2WPDL5NSsIMkBzQNX7TPaJ33bE6hNENUEmeHklPoKa+QtsaMCs88Ao
K9sMK4O2ObD/oIbBNsoWIxqRB70oA2spyptQj2XfStof19dmZRPQcqeEHAKCIwBfztcGIitmpeZq
GaRi1O4maK6/C9OY2h3SdzwXvzZ1p7aYDTeamYzUMGwly7NYNztNe51wJ6sFj5LyEhaHRyMytjQN
g6jwgouzG2ZkTgYdJ9QQfIKIwFmyflM1jaMoxB1ESKbW0T2J9V3bPVyf0BV/dGaamVAklXLKDIFT
haq4jb0vuwShaFx6Hfmw0sY2BBL0ycyrdq1OLniZ0aiOYBHyD+cLKWVhK2VNWQatPZmPRLTjeGsM
u+uDW90tf4ywr1QQRIBLZMBJFsERHFbPfQoR4cIYeJWtta2PVAnS+mgNRn6fmUTgRKFl0s/YlV2s
7pWynNyZ1JN9fTSX0TxNoYE8hLaGQAaW/vzEy8pmo2VqGFWInlAXFPKbyejvkAn7naCt1bZUmfP6
Xp09NINgP0ITDgxB5/aUslcLUP6XgZmUhZfNS+kJpDH9Uox5pGVrEwh+Q1qEobxerC9ss17TGyWr
AqsON63cou011HpgZK7P4NqIACuC8wAEFT0S7KbrpRxfUFZBaz7MOhQ/8RJq88G7bmVlMEgeUOgX
cFLw78w6dQkxIfLTVYEqbsDjDAv/Iu5CYgQhIRjhQenCXoVxlwokboY6yJLqwSzJTRkvn6ocf2qF
8tdXO+gu0ESDlwFIT1C9Pd8EPcmzQrKSPEjTX0L5gleBajxen6/LVTk3wcS4VNetH8o0D1Dsm4bE
RpOFVDxft3Hp5mAD/Q5I1AJoii1wPowlhkxFo8MGGepdqIMg/bkeb83ooJCNCH4akbPT6LScx+3n
9phpA6swymYy7FnIV4i3s5MVz6O5E3mSjWtzh2gIqnjIqSMVQ39+6hMy/EEGPw8qKNkUkX5DklsV
5AzXZ+/SCsIhEN8hHwYmGBg6t2KmZaQLxZQH06R603wY1MLlJpMulwhGTAXFbAVREaKIcyN1DedZ
63jcj/XilJNhqyN6DYavJJ4cNFuWm7YknHFdXkLnJhm/3c1yZ/QDXvqpJjjS+MMASg8bYuSl7Vfn
D0yjSJUi3QM4wvnQACxK9EmUYWdUvRwdUhaYBrgY2pXRAHlAGU2/aSpY2vK5wiWU6UYeyBVxjFDC
qyxH0kA8cpfq0sPBS59YYvzovORi1WmwZPUvyXRrjTytvksDQGRBTQDBAepxgGKeT5hsChISSnN4
U+fbImv9OeHB8y4ni7YjUfAnYi+AP5nLDbz2ilS1pXUj9I2XCT+ifEFzd7Gn7OzXD88lmw3FYgG8
BO4WNCTh+Xc+mHmRKhA61iFgFB9F51riDxQ8wNkf2vJsC4u8HYQ9mp0Fc36vkEmouiBqdkqXeBqv
geZyHyKfBXpnwLYoNJ3t1KtSq1+UYQHd2WyOQWUMxFtGlAkaS8y3nFHTCTz3gCCWozxZKBADamkx
PiNuUmBfsy5ELaTbVOZnF6ee0pXbSZD3U04e9EJEJr+1B/IO0uLnUk45nWcrg8Wk0xqFBZDqBbPh
CKq1Fq8c4aZSBldWgiR6LiJerunSz+OBiAZxhEe481EFPF/bqQR/8Nghw1qroW/pkw3vGM2WP8dv
vfLr+pSuDAgbFYUQih/Q8WQ8t2VqTa1UQ5QE4Gx8J8ZbIT1mhfbjupGVkwcHgqsSdyRaOVmSw7rN
u6zWsihIprp3F5CdgfNE5eFUVqYNfL64j1HFxNZgfb1M+nqZkZwG2u4WrCx3SnuXqo9SPkB09f36
gGj0cL4P8epFhRuSahK6HhUmupBzcP3HoYBEnTm4edzukJwOldaHQrBDqq9a5yT3L1cJ9tBUT1cJ
J4wVROljhMxLbCXQuJy3arwEWiXcWCDSuD4sdgZpdhrpCXRtU3Iu/Pd8MyTqtBhJ1iPJmeTDTd0K
NUpIeeGLpYDYGbyhTorZ+MsjhdY7JF7QYQDcD/5lJVvzNCIqXqFp0BZ7QXqmJaXu6/q42P0HE+iF
peqllKHxorDYholRyFmSBbGB9pxyio6RlvPatC8nT8NjA1xD2OgyCph0DU+ipmQ0U8gOdlkQAsJm
AlsRGrI3D+PvEoyFKSRSr4+J3RJ0TAAUgT4MYCkDw2LMQXVU1MDjFhgtUrRgkk/R2/J63QYbPX3b
gGighZwSVQ9k9oPRm0naWFMWQDncmStAcspf+vQALgN76p/yxh6at7+3iM5e3CUIO/F4YzKZSy4n
eWVmBCz60u+mT5YHSOeO9yYcu1u3TbqLQ33eTPXYbrK65TFysceajhe3ChidkL4AYwgzXnECSW0j
piRQLfBXpJ25rXrtZ2eObj9OG2XZc4OetRkGRlCnc4xGX4O50KamUxMIppDAXCDYgo5fxQnHzlfF
2rCJkKWORpTSyxsxhMLU0HLO+0UUgQHjHQ5sMtwYcnkselbohd6cNFIES28iWE3qZqNJZHBUyMW4
RjtWG7Grai+Tq34rVaD5tqMptXbFNPWKXejF7EGNejiUXUhukrwpDwQCapxk0srhRX8+RNEQ4lJM
GONrh0iD8I0ikQBKN5lHBLV5I5rQcPISF7xN31NBBSVBYAIsJduJBBqxwpRqE6rFz2X1ld4D71hu
9CcQMYa3mexU0Az4VITt9e2+4jMorB6gR4QzOGLMIbYUSOctEpa/kr6a4TO+k4V9fkyfr1tZ2dZn
VpiwVO2NMke9hwRZcRMhOMqgqG48gQ+r1ogt8mh+dOZu/Gci/4yJOcKa0hlRlSok6HJtcka5icBd
o4leSJTFi9oucq+PbsURAisC+g8cXZC+sMHFEGUZ5f8hwVyCrRH3/T5XOdfv2jJhWGB6orwp+G3n
vlYjWd/iBJGg7CuIp4qpdYtHUbwvJGI8lDJZ7KrhRZpriwaQCpwhwmrKfX9uExmkpMty7Mc+fJg9
KMra0vI7rr/Sz+vTt+KBwK+PvA9eLCryV4yd2Yxr0WjwDG8HAU2lUBw7QMyvva3CovbmUdB2SLfG
d3MpvAM1yyuNrVqnTLD0zQyGEWazCBm600GLkwf1lPkxGcFHX78aNfDZjTcIzXFp47ci4+yYtR2K
4Br5RwupMrSAnE/tqI41cKw6Mg9hZtPa5xQ/hs3R9K7P7NrGxA2NWgyCedBs0p+fBARFonXGCAW7
gHT7FmQ0SnRb8Ur+azsTrZPfhVx0HLI8b6Oi9eMsUhuJbWwBXoBkgdHYI0+e8rtV5TTipacastGA
gtF3CdDT54OBmI86WnlVBHP1kEAEsIhEBxTcafuoiLZYgG+v9PMemIK3JuxsobovLTcULK/RI3uE
nmUcKgBZdwYao5P7dvwpxVtovO6rhfcyXpv10w+lM3Yy632Fzx/StggUkOiiYA1tdH/Jcs7aXm4h
PGbA+0TlLZH/Y5vxxb6exzkDTkwenrODgjf3IpEtqMl519LlcJCcpySWwLiC7YR1A13dA81YiUUw
5aUtgbNJkN7rPrXFpXQoJ4g2Ak/Uxc9SdjRFAe/8DOjUxR56zY+Fj+sbeiVcgG4KAK64JJEhvngs
FiOawWY9BB6n8fvCC++ItemWjyTfI0Dw427c5osMzmxIzE0flZY81krjzPrXmPjXv+QCwoBje/Yl
jNda9LoSZIgnBbrhqrMHxNN97w3+4JNd/GDuh51yKAc7G+yW+FV5t2Q2+i+uf8NFgY39BuZarRTg
QcBNjRSz+3P0Yifz7P5nd8c7et8gmfOjdz5WxkcmTScIeWfBR3q9J/lD0O1UT3qy/HKPu26fPSb7
5Wa46baG9wD2WF/YgDV4g7O1ie6/tvmxsdEWtR02pVt4YBv2DY47vbyp8H147+As0Pebzvi5emrS
GkSoRVBnWeNnyoLzbxqNI5G+34haqnhtrIdeUXS8JVg5hbBMcyQy3gwG++RSFpLqcpoWQbYIdldt
6t5piN12u+srvWYG7E0A1dO+LyQ8z11KLiAsEKe6CESNELx8oBqhlrcNRLMSXjpmbS51vD4gi4UH
K8QEz01Z8OWmVcF7TQ3I+jSARfshUMIbMKkBj1O/ahnPwdCPZ3cXjZ4oVy56FdhuiMUkMyBUcREQ
6LOJtS+MnwYGlr6FaGIPJTSUE7DERoEmbUdOy/dFzwI9QSe22YwNmiHDDqjYImiW31a8aSUksKNX
UndQE7Lr8rGffpeDH/WcFwXXLuM9Qui0ZWkJu5ap+8ZouXn7UMY7aW9hH0Ese+nB/zi/ldAGub6T
1rw5BHFQkqSVPKSJz5c3lculGOYGR0VoUifOihSFeOSMpLbk1djWdhLKs5QGBaEV1NzPTcXqPKJh
Ui2CRAPNrxXHwqYHS45thOPil1aXeqlu9KAjLGrOcfkOGdktdWLaYnKKY14vBDj2Ioh0zVEy9dnS
37rRl6zUH9RuJ3WQVVS9BTybR2t28b4cp30iv0wNuQ31ZjN3D0jUb+UHvcYr8/oCXLTk0i13+m3M
0htqohjgHcHSW3vZcFtpG8VoU6FcXn40P1jehDcLri+Lc1t8F80uJ4V2toGGAoIujOFR72qrLjAp
+QGJlN09ONDDH3rpfDa25CCzYncO8WS7sl9eoXbiZC7aTJzKSfzIp//PXMRTXsgJY+gmuPgo5I6Q
TaegaI3xbF3T6ZaQjXCgxaZPSqec75fcL0mxie06texm4dHEXZ4AdArSRQBSFSk/tloOLZdJ7sHe
FqRk0WyjiW5CS4xsIa6311f60mmfGkLK/nz/p43SymrWAdY3mDdhZrxEoPNqVNNpRM4kqheTSC1R
mDIluEUD3LklSBSNyKIAqGH18TuyS70zkDzmXLIrG/fcCrN/2l7v404fgOwyLASBnSNXn1ZdO3jR
OXO52LEGWbQe4gaCB1mF1q40lZObW106ZL0ptzs6u76/8CSy1tRxESY6o4b1jERtI92K8vP1Rbt0
Whgkeo/hrxRkENibNqnNtgjFsQzGR6Pb106l2UvshD+zmOMHLt9N54bomp6MxZTrIjWAxw86C23x
rlBtBt3XnsSGc+xX7Xyfd5rhxojO7cyZotZpL2LOOg2n6UVKj1bbO0mzN0GEe33yVnf8iS26fidj
isOuNqsItjqwAyneLMVOVHvcZMilz8DUnZihn3FiJu0bQQ3NCeAuw4l0G63TwD9F3uhGnTfJ/vUx
8eaPec2Zkdnk+SyVgZ58mXGKxOSBIP8n6FyiG96wmKt57rO8qIgMWFdfopuruE2NqbFlebJloJ2H
wg9n6X5WIk5nEG+A9LNOZrMdoZdFdAywWdRbEqpbCLG72rhFjsI2FA7ye32McLqGQXPsLH1tK00R
8NMajE1fYfKhyZ2t5TY2o5QnjvEwSSNnS66P7o9BZvmKBbCPucakStp7GtqtWTvtLlTv9cP1bbLu
HUGv+r8jY1ZPHxBaxSCuC9Ik6H9ogvk0d96Yvs3NsFnGrYW43cr6Hd7paJHi7NHvNpTzW5SeiD/G
mTUEPy+R8AavAkDXCzup2swWtAyZ/AawSzvS55+GNKNYAQym4aWZBTJLpU5eQl1PXT1Pi73ZCaD4
FMDkzZkWevVcfJkO5kW8kpBFUJmzmkfWIIQj0Hb5XXJTO4JhC8/ZQ3+Uc3t5+De2aM82lZQCIIFx
dZqSt1Yy43qIzU2i/lRKWwknRz+2o9OJr7KJGKfa/CubFtJ4yE7R9sjz02MR3CKtBl/U+bOoeaH1
c6iPMjSglYMwPkfL51Rzbig6CnZGwfIGcDVSh2gfY67hSpLacMjhZJeqeIgt67aTZu/6qNZOKepf
wHbQnPMFd8QoEhAYFib2srHt4AbG/CbuR2cUH/KQ2HH3Vqt/V4KlxAHQ9sXLlgKtkdtjTo/Vp6bR
dgbET6POUboPqX0OF84RpbfPycRd2GAOSdXH01iUwnSAVhzICTIHvNnOEP64PneMw/nHCiijgYqh
OA1WqLYQqoyETTwfwm4RjzEyJy7Sy+m2rqTcE5pEvtPDeeQERkzU8h+jKPqC3A0cghpz8dZW1/dI
nE6HuFF1yssv5NCLjet59pdEbX6DAkh9AX638sdYCNvd9SGzeahv8wCAwTLoq/DiYw55LSyLkAuY
2TGt7sxlKyiBBuxzOewGtJmOcnrota01/l1k8x+rSIKCUguBDZtE17WmWNIxnQ9qf1AF4vWxK/Rv
o74f46frA6Tfz+4cmIAMG7hBoNXETG+SAQEVW/F0MCykXMyw8cMy020UtURHCVXeE3FtNfFCR7Ma
IOSg3GTuLCPP5rEATuwwR0p7sNpxSmwtbfTBt+J5Iah5m9AHnKMZTDyhXkbLv5hYBNk0p4X2f11j
PIxKlkwqBnk5LFUD2GLimrm1nbr8kwjTq6IMPHnbiyMDHRgUYEBtAEocZLmY6UX+oc6HeugPMWKd
WYNMBgrAzfAuxL8LnvLbxVJSW6hy4/mgIVHIprckZWlIK5j9QU9Gv6hkED0ChzlEO1nmzOLlqYAp
ygkMF42GcmA/z6+GMhsHo1WaAdWs3tPHW2zXjRpOfh9+EKOyo76y+zh56nWBE/Mw7tsE57IMd4rr
iE4pyurnho0cSsvZaEItvYqcKXk3430SAxYE/ejXIdQ2XF2VlUkFowIQoLgq0CujK+cGCR7qS1kk
4qEBOhM6UmFcPcpTimf8wLnj1y2hoAX0G3An7NDMOGmarEzFg5y8VDKQdps0QspC4AHgVqYQjTjQ
8YCICE1dMVMYSck0xYslHrLGuKvkzkOUFKCltTYau0vToJrS9zLnFHnXBndqVD6fRimKtaQHBuEQ
tYnTxjsx+sD5n5X3v/RmoIQBvAr3LcYHICFz16YIFPt6xtjiDxESn3L6Q5drZ1Y4t8KFF/tunaRU
JZR0ADfT+WiqLmpHKWulQxXHr/KsopnJzVXpTo2HAHCGPta96+Nik6rY98iRU9wissg0jmAGFg1S
JCqTqh5wGv0F+m7oDNyYxHIKmdgpVFkmE/TjfXWsxQziWL855i+XDxkJ4K4wqxTCJtM9dfKQGppQ
KDV9MQ9d20PA564os03RoG6ee6V4tJKvanpNl8diUyvbNMk8XX8T0ObAmQXqVc7uKmTSkL74Jr6h
eXzmLFpzoRQh0cMDEZqYImSEmxGxJOZC4uHmLv020PPA/aG0jKsKTSHnA07MmUhEl+NjLqq2EljC
fd3iWqqcMHvmzC39amZUKM0jvgDQAu1xLEZgxNMkN+Y+OSot0fZRVP8cx0S6y+ZC9rVCyF8sIoM7
RoSoV0vEZVdL+n2bje0+K7obRRdkTsB1McsaJhjtwUgQoT8KKbXzoWuVkhiVhO8ZzPt2eBqL0csM
xeeM+uIIwQr0Vmhdi0JL2FFn6OuR4u9RR27+ZdwP7vu0Tb8SZ3wtoZJbOaZNPMO1Unt64BI3Xt5f
39bh1oHPQusCC++vZCmE5vyQHCczs/vlyciPcf/YmQnQWF9l1XgyisEzTyOIed5QdDXaLIGiQest
6l3s/hVlyOwCSJscszrytBnMfFrhcuaVeu+z3cTYoN9wclIxKtRAYrp6PxFayU7qWl5S2sNXZVfP
Bie/sj6PJyNi9oqQkEIexC459t44eqng6G7vRo7Uu0bq8iAfvOljzqSqCWiL7mFMmFI7VD6S2OJE
FyzHw39WCBSKAB6gDP9dGT+ZPSW08j4asS+Q4t1lN9Gj5Q17AAIGT3Sb23ErPIEzgAequPA1dMkU
BG0o20AQ+Vvz/cRoUnaGnskYV4qb2AFjlBsbBPdxZx7aJHvLZV5a7MKbMwaZVSMkRv4qwh6JisjO
rWifyu+N/lOvBs7+WHMliNMo7xAOOlj8zzdjmzQkk7UpOSaSimKcDqURgojRGU2RR9HGM8XseyMm
MoiNYGomx1mAIIYV2nht8DbI6vHC0wEtGcjwXcSfeh5l0yKHOF7iZ1RKGz3uHttcuU2mPSHVTvk1
yvVOIMJdZvBYfFkQ5T+b88Q2E0ORUGnQ/WQlR9VwFuIkplv5YKlqwvdauK1l28h20QBxXxvPmute
ZWXDgBUbhL54i9KWWWYdo0ZLdGnAsRCNcpfV88FSJ8smaGdQ+i7lzPHKSgKaRyl98VADJpUxRsoO
RbMEK9lAuNvBa/EgAES7GUyFM6qVc0er8hATNUDrh9vofHcWo0nwIVhL6V7rj7XqJQrStV7+lxwq
dN1odhDoeMQsaDBgYjeigeO5AC3iERH5VrCeM3KXmhIny3QR1VMj6K+HG4GoAGDy54NB1a+J+4ak
RzBwL2mQdI0rSIdU2kD10p6qzlUEThDMZmb/GdeJScaNZEos450OEv7yCwD8uLR/Fq75+il/SIaj
27Jl69uW12bG5qL/YxSJAzQcoD+LbYiSigUhYpynx0Vx8q/yLn9TvXGz7HSnynb54JgcGMX6vP6x
x+zGNtVq4Kdhb+j31ktFHmMRLEmOWgOcveFhwHjGmEUsmlnoUqUCm2lsQdMUr7/IdIzJNYRjbu3G
ycTTgiebdPm0+N45f0bILOOgNWlPUowwCkdAB55q0Z4yt1JGhyiTl4Wf0eg3yNVoI+d24K4lc6ET
nSjiNGPPSr/LPt0NkrkVnutoPqZdMEBdbYCcpjnEjpXe9S2PaYDOJRMo4cD8GTb1Die3roq2YjEH
3/9xVoXCI9WwIE6qC++651yLkPBgg/PUqBY9qpTnZpq8msshLdJjEcBH2LKxIeUuke029hrBHpcb
XlVodQ+dGGS8Wg4oAtjxsZy6s2zT2IYwro2Wkvnl4/rIWCDKPyfxxBBzHdUhNBxlCYaSH/NXdTRu
zM/8F6ihRo/cS7n9m9jK/jWQS3uZnOIgOdLz9Q9Y3z4nH8AeTVGd0rnD9ilnOzpAcle5HX3RH936
qdsYO5djjp6Diw1zYo49nMBnLsMEc5MLxec3+fNBva88JXamTWA9uOmnxrHIW0nmYFZxp+XgH06P
TXg7qIDGH0ekGiSKoYkP5VOa8oCfa9c8tCgpASuUNlDXOt+rgjSU6ADBio7V3QRIUfFF3prSvz6P
69P4xwhz6GslSueobNNjWMsQzV7091huJCeZJ54Q1lrARKEjBs0aAuzPZimLLC1ayLSlx05L0ZSx
n/1wpwR9+6zp+yj9XTfb+Qn6eyCbF53rg/w/Dscf08wojVYGsQPETI/mdB+Sz1a/UTqnhRBzHdmz
eNPKblP/1p/6X2nvqO2PSI3t8DcB8X1bP2rWi2r6KYBM1z9qfXn/fBPj8fJ8rMEfjOmIUiF0tTrr
/RyiWy74Oo/CMnrXrXGngAl7kCPOk9IocZm1sd98UwOQwSbWe6QND12Hmvi014lTVfvpK06l3Whu
J8lPMwivAlWcOPKCi/ZRUXY94eF91k/Wn5mgPz/x/SAlBDMLXR0xv5H3ujPlu8G2nqMHkccqQZ3C
pdP4ryWWb01D3U/TSzoJWiPZ89wkbqsWPKb6/8MV/jHDOP1StWKzGjEgy3qWDS8LhsbOFDt3zZd0
H39eX1lWl/kfzw8OW5qHB8aAZQIS4l7oom7AFZN7onUHtuZNOTxRCatZ9mvrmezS5nlsnZvqw2xv
5t4nwg4Veun1+nes77A/38HerbqVTb2owpUU+rZcHA2w+Y263BJ9xmm/z/U7QAC6qrVlzZ2g0DGV
LS2HgOA3yNpHIdz2wi89t9UD57NWUltoFvnv9LDvinRYKoUANHEchvhVMP2i3c4xVNjv8VhrSfmo
9rUDNY99U20z67ecvuaDnUgHJPxnJfWKXkU/x7aa/aJ2iZbsiHwb5aW7NMaNMtrEnCGkySurrLvK
k29mLvMRXcJZgbrGUX0u38gxe6xv883kjU/qS/yYHQVeHXD1Fjixx9zdhCoGQeo8PdZhtPhzC7lO
tYbkHpp6uHKoa6cd3h+KPhbuAWgfnJ92kkN2QzJwOAoFkO8SZId5tBOHg2K5lbjt4gWJ8ydl8fXO
WczBDvOnGcIxs63mTotg3+jsPOJs3dWw8PSbGF9coS9VqLoa8w1h3XZ5VQV8Vpq4pbD4Svc7I6Zd
DW+oYfjXN+fqQp8aZrzyqMiLWnc4M3F0UxZHBbzMSnJv1FACuC8TH9XJEI24bmUEEPq+bnvtvX1q
mvG61VgrRrrAdCUKEJ9FU3UU5JVkxz9NmdeFtuZ3T2x9z/+Jh9erxko7/D02pWSrYmJPvCOzdpue
WmBcrqqmUotiU3rM5XlLZnmX1+12KWVHNGIOsmz1iQawOSiuQVAAATzGVpTocyWLGE1beLgVPeGX
4VSbypluh9uZEyWsb80TY4wrWBaja+phhDER8rnO2LuDUd1UXghG1qzfCsvPWefpIq/mEk5HyPgD
QUfxulXgM+Uht+fK0bptIzvNk3UPoYoySmxkMszeQduCIfwAWer1nbnmjU6ts6H91BJDbuH9wtos
NxFyQq41qbi3RoT3102tXtWntui3nOzMuCqaogTXyjEqb/TFycVbSWzAJ3xr9rYwBcOYOFFzX/om
LxRZdYMn68q4QWkypiWbYTg2tpPyVSOFYTmTDcKXTWJ8GE/Xx7l2CZ4Ok3FwmWBpTYWX7zEp7hqx
8FKArNC/GA7IFEULomH3ur310VGWOFTqaRH4fFoHkNQIUTfDye80qheMZginGjd555pHpeHmYumJ
Y+M6gIH+a47Zr5GSgSPOxPAstJdXXnQrHQwH8mOIJ6BXjiw072226tCQQUSJEPymyKWfj69pij5v
QhMGY8GylTFZ7EVDEuH6LK4VQCTKgPe/ZpjrQU4KoAET3MspuY8VdEX7Rn2PZnYcUFulqrufYM0B
Cl4v7HKObUV2DJ2XFlr1rCffwNwTU2WheyHFN4zQDN8oN5Jki59l4VTtS/OhPFSunt0R6cms9q1Q
oPTOyzGy7bjf8e2fSUCv2PlcR/GQCKSXcDmLKLLuo+ehsDXzuc+AFtrUkCTJtl12yMbAfCxfsmpj
CfuEoA1wTp1BTje5AUY8+SGpX0fzkObz5v+1RhBWP/+8Ap1/SL7g83JxQ9D109/F3abv3pfML6Cy
YPpL+ChkQScOOxFCNeky2GbNY0BdPd//XaQLqsklnNRhlHWkzzZW7ObQa3k88sQ5Vu89iLRAdxw7
kiqtn4+UyHJfi5GcHK2bLEXFQ549NfnIjaDo3tKmt/tKchvT04ZXzhRTb8Ee71PDzDFYxgykr+Oc
HMPsRx9/5U93AMXvxc6O5g8htfv3x+sG17Y86G3A0YNyBKVROx9o1c0xFNVb+A0tRYvWvZg/txE6
lFJe3L3mRk4NMQNLyNKJilmj1jiNdpWMjmb+uD6UtY1xaoE5veFQa0bXYiiZVjkyNLuXMcjI/Zi+
14WvDTzp4VVzQEWDsA0ZK2gNnM9cLiWqoNGV6qTaqavCDTNi5+0MgiAtdUCIKrlK2vjXx8j2an97
CNoHD8NgtUG16txqKglGBQ1NWHW738IR7LFa6D7kiT1sazf7UDxHHpzt36LAWbNsM1Q2VYu41DDb
IzdvN/fRm3IQ/eVNfBH+TXh7MkKWAUlK8mLURxTHUhI6+nCjGG4XPeoWJ0xYjTahWYhMMQWb4NF3
PpNAvqjDrNB0ddaLeIEIk5vISfmM7u9A1ovmsZmz2c7r2gpAU9M9qJmW7q6vJt0i7GE//QR6OE8i
Mqs1FSHv0/RoSK7adHbc74ZitgvzRlA5wfXa8QOC8Rv2go42NiPZix1YkGqkgyKzNvd51Wg2Ul+C
e31AqwkaA68FbE10O6M36nxERjuUuMjxNjHm4xDtx/oHzp2yfNWfBSCboG3rMzv5WDQ/fQ9Fd7S2
YeWBB+r9+mesDfb0K5hDUs5SL7Qt3ntRJOobvayAShUhMnLdympADRwqoFqUNhBd8ueDXXp9CNsU
wTuJPbBxQ/xF9sAhKJQPaKTCve3U5q0YDN3HxM3ufZ9zduuc2ma2TrdMo9FYCAP16R5KHPuwE/Z9
me/y6VkW94NIq5KpM7WvcvU7GYgzS342BLOAOvNuaN9nzR3SrSbt2tLH/nej8JdQ/Q9p37UcOa5s
+0WMoDevdOVYciXbLwxJrSZB70nw6++C9jm7qyDeYsycGB+KURJAAkhkrlwr2aVSslVJDrENYZdM
qUeGzb+aMzwGgN4F5pufM11HY1RHES2POfiDPkrxOM/aVrBVUFzOz3G6I8iHNpVvrFwObC1+zhea
tFW0qEpA1l2uVTdbkFZHjHRqYxUQm8wCmYUS1xsqQCr6+hgXvQ+0i/9ril3xZ7taz8Y5G8YZ5Rp0
EHhxV81b9Jc8XjfCXPjaeLhnwGCGwGx2Ip6tlbRN93FDHT1K7TgKT2H0Ho6mZ0RrMKjFqAi04v8d
GRv52ciGOgRwKcfimVK0i6AKoBWJYyh4rvbEjZTSjYGO1Odgam0xoe71ES+tIKiMGE4JeGiQCl0a
RzddMYxg4zupoCnz5FIrfCGNBTdN9OJfnMuM6lVERARSTp7DWIDcF1rpLZaqyu0O9XcyuOCq8sRB
96JiJQJbHBcYIBnPBuRR+CMTGdZap0mcnpQwhvpWDIgtGVvi9sW89nhcM8Wdi2pBAWjJ8/RUd5m+
SfEc9tI0Ir6Ym2vJnMUDitGP/s+wdO4pI/apEMqJnp3EqskUrzObLrMjqzV6vyHDXB/DWRpzuhc0
5LIccVQgPzeSMQSL0CxpXopSIfEqXSbKVknCVNrlsxH1h86SJ9mVSYJ/j5RCqZ1+NIT83ohK0vyR
xLhGHlGXpw0NtaS0taLR6cEcZVBeR/rU1ttGrKA/Mwxi29kgyChNB9sITVtrl8PCKcCEOhh0CVkB
EIlfuqtF84zUspIiYqq9j9mu3a/WIfYnutXtBDwA1zfH0sWLqBBPMoDPAdfmxS7qOUVTotllp8b8
LenN3sCdFKphDESFeBLKr7YCWZOA1HM2Bz0tjiPx1PSxGEN/VL4m4RRqv6HA8fv6Vy2EyApSMWir
A9IVjGfcoVtYY9ZNVZSf1LixZUG0C7Hw9Qy8Z5UPQgW7Gt+uG1w6oWDxu1+C1V15gWYEjlVLBZKf
Or+T7AJCqI79pbzPT/0J2uX/whh4b5nyH5gtAei6XOKkz40SNE6g4tkNp3zT1/bwnO2d/DbZ1ytg
oIWdCwzHX1PM285O3jKGLXlg48pwPcem8RVX8bsm5WtH36IjnVtiX3JmSRvDEGJksET3Y7pF0zQq
ESF9glAFiL+2pXAsPEi+q+jKRIvxsym+oKsZvc1J9bQyu0vOg9PQAhMvY3nlb+zchJ5eldf5aWqO
k+ylk5OJk2eBdOpJfm0e6tor7qOCabTnIrUz8lDIdjxttPLh+ocsBOkMPvPf7+Duncao56QWyvyU
550NYhOphnomg5ZEa5RQS0fGuSXOn/Sq0Ed09eanwif35VoR/rsLiwsZLgbC+ZAREUqLEBNKqGOU
btJskvQxAbXUofiqP8rYHr5mQBIc8YVuiyfzZsTCr8XMS5VT1nGAzkLQ5zFlw0v36jI1hnpNB/cK
75qdbt5UvTO5Ymtbvd28NYMjjZ/dM2Qbi8ZuFQiW3dWDLW2MBo/NYhWzvritAOiDZCRj1LG4tc2L
ecjkGl/T7ycIrM/h2yAcchOFKFptO+EATECsvan67dR3fj60IG8ley3+h2RN7HWtwMNA2A0QJYgL
uXOym9NJkJQhPz1L6jsUkWzThJjO4GUa6GFdediG0kkV3lL1fVTWLqrFFYH6O6IqCKqwZszLFZnq
sG5Mc4J/P6Dl09upu/mj3pBNvjPuB+8JVHCO+GG5IhjQ2kO/cq4tufxf4z8SnmI8NEWlzvkJ7MBA
KrSHXFyF1rNF5P2evUXBxgsMM0TBLgeoZbQF/bUIl5v3euVkqt+i2AGtU0d7bp4siEobXrOmcPWd
EblmlUsPaWhSBOkwG5k7uKNXuAQMen53qzohtSe7d9M7Ya94b7vuVgumx03xMNxMN/FW+1O6qAA/
kI/rx9h3PuPaB3FP8xjN/a1Z4oM0W96375X/ETutk/w+1ug4GNze007WFmJpX/X2vjxY+MbmIDx8
tq7hRRvryXSBFdh12+iY2W+I5zYS/r/ZNjb9Y2JnzvWP5YkAv3fE+ZpxTtmVdRfJAz4WBJjoM8vv
ie5kp84RXPnFkx40r9+GN+JLv+uc7XXTP68dIJkR/DNkNoqefI5bbmsjUVXanDIBAh8gmrRiHyXj
HscTsmwhkr7X7bGRXC4LWp7gnUAUM7AYX16plLQY6qbqTuYTBjrsPgHRbJ5zdy3/upDvYnSiTNcG
RK8QcucOGW1UzRwdcjBEdjEABv2DJQfjqNrGVLlCuqt7tAmvYMPZ1uIHZ4CYi2UrQUUtcjdaaw1R
XZZld1IT7SAl6Ni14t/NoPiDXP25Po8/TxLouYkQoJJgDV1dnHuHU64SE9CqU9SKAWgl8JJak5T8
GQlcmuCc0kzGotJp3Z2McfKztkKNb1vXLjElYGRW7oSV4fD9QAVN9V4jsDV16kOUpb4SrqGg10xw
DiFWelJKPRsOhZhgpNlJ9HJ9TX7uJSw+nupgy8Xff0izxG1Y1oOWYU0qCgUTNGe1senOpHS1rPSS
evxjic1Kv++aTe5KB95GFcMw7055mDiKXu+oGdlFfofzxO4HYG3U7fVBLk0jyBJAZMAErkHAc3m9
JEpiFGqBadRmqnvUSMAIpYuv140s5BrZVP61wl0nY9SoWS3BvWu7fQItmJsGL2Fvz3tHI+600hC+
PId/jbGfn70BSFeUs2YV3Yk6lNrk3frVUdDWPV8f08/g63JI3HbKrQbs+SGsTH78GD+v3cBLu/Xv
jIFD43IQ0ohViDqcPVqresJ80qwBAd4JnRq9unJdLR1z56a4nTSmFQBnMzvD288KJDxgp30S/ikt
Ku5ENl8GcI+QQ8Exxx2mklrHLSGwMk+Cm1cbIil+oyQfXW/a11dmeTx/LTGXP1t/y4qTqZS77lQW
VmGHMmSLpeIA3NGzUJcrEeCiF6DJHMEvoN/o/r20pXXdlCYaha/VkVvEQONJHzOCsusjWt4/iKzB
iQ5E9g8dgBEY+kqaYSZujlELULbceIJV7CoTDNuxJxvRDbisnTJSXkG07E3R9Hb9CxbHycJrNFuD
woZXZCRRDpKOQuxOWfpWWhhmFkTxGrx4zQi3cfUeuup5LGGUluDHY3zIhPEuF8jKGbvwlIRWE+Jp
8BAwdlmJO43CyBJ6Qw3hIPlXiMySaIIRNHPA+Jg3EFhNczubv+QRXM0KZMUmLxlyry9RjyiTWy0t
HRlP0Jo8VnO8vT7LC4Hj5ZdxMwC0Sk36xsCVg0ekKzRu+NAA6P4nnL38xtiOElDBrvFk3GiDr/82
T2bY2pp6WnvX/Dx88BmoqeONK4MHn29o6Du1MMNpQHNfajmxfDfJ0iHL9zS3NX216MautMsoi2Wq
8ZoGKJoVNLkxC4Kg0VateoZGnolN812TvpeWp/2K6ne8cW0gPYX8C2xCK3v359UHGBI4dUD5grjL
4kmGzWoCSYiBFsbY+KXphyb9uL6aCzErDDB+AhXlPLQps5GfHURNr85lpibDqWvHQbetKhWl45Ci
0h/kvWmRDf7d+pAEs1dcNTdnSNGntbGVBeC03Ovf8nNroYEetT72JkB3KF8BF9M5Ss0wnk5IUkvE
BQuHuE2oLlYudPzW+CZ+HsAwJkOvhD0KGOvM5bh7IZcicFlOJyHLdmpOW6eScGZMyYS3Y7EWOi8O
TYEaEDhMFNQy+d08zWVvttV0AsxF3IMJXr+ZQHi7kw0xWYksFk0BvWbi1IDIEQ/gD4kupoU6YGAU
1FXoTc22slYqoKRGs+H1BVucQyb7gscOe3ywTzn3HZMMdRzK0ykpSWtH8jZOwTtK6eT1Gp2968YW
YKSMVwpZSkBBWDcEN4eovI+Ipit6EifBurMivR3sUovAbAVCIWt2IoNW6R32ceakUdT4Rt4ZzZ7U
RvZR9QPefEYZZhMEh6XhsRvzLH++/oE/tyq+jzGwog2YqbVxIUrT9+CoRkvgKQR4+JAbasE6u+SV
afg5598aTyKc12R0ONxlbsyRIdSKQE81GroO6MKne10Q4l1XtuRRVMd6BbG3MCqsLjhxgMFBGzX3
Sro+Qz9dk3Fn/v1d3AwhQSSHeqTSk36vfKQ7/eX6r18oTVz+fu4sA6VLBGk5/H4ZmgK/0kN82lmt
jSaw6inP2D9X7P28gi7tcWuh5YnSg6eWArcJqZJD1m6kl0T/NTWbCVhRU32YBE/qbHFXJbGDIp09
TvdN/LtW13r4F5D/l1/CnWZzpWtRNSnoro08pT/o73p1lJGOq98Tvy4csdBA+2r1t+8rM8Ai/Mt7
8dIudwJYsirMqN3QU2+9VrXbpNt29vPQR636JfrMNtfNLfk+OhcZflViCQjuOaMMkKXJ22I+kVRG
9b0kFNjq8NYidWgPcrlGQbzoTwouXURfjOObp7ggbcco/sv51Cuyq5OvFNz6j+HubZa2/WCCdZyY
/vURLu02HTwyoDoHhAKPkMsTlVpSS5RRnPEs0Fs/EZPKp0a3lqhiv4VftXMr3DzWmRWH0zjMJ7Mp
nUYKN2W16Y/o+bfDg2klK6Hs0i6Bhg8oOfF0x/3O7cqsy4oEEmjzyTKj/EbEO8HOOqPeSUKrbFq1
PA1JUu7+xTye2eR25iA144hDGjbFIQFIqJo2eV2a239jBSV4JMSAZP3Ro4ZYuzM6guqvrHZH6Iy/
jsAqrRhZcnpGLmgxyUIdAe+lS0wppOd7ESVmuZuiYyQZvhwqD5lhFi4lmroycUtHNE5o4K3wgtPQ
X3tpDelLoQyrXDzNuOLs0ey7T0xzcaMVfb1yky2EniA0QyaR0RmCQdHkHCMa1FltQ3M+Afao7Kap
gERI2pYO9B+oU6Ri9Dx0qDsaI3Ro6gYCzcZo6SvR0uLsonauIHrBP/hoiTWmSMaI3MWMvOk+SSFy
T5SeuikyJ048m7//hceYQOGyKAHWuMWcUzmfjBC0asYwtf6cS6JtNpXg/HMr6CMwgFJgvKa8yKqW
C3KtjbF4Ko3xvkjT2u6t/uH/ZoM/Q6xeMEgG309zQbLJ0EXOYK3VMhdK5cCwIcrRcCIiw83z6xqp
UZhKPsEKMvh7dNu2B8Ok1i6caPfQi0jMpWYLrawI1P6Z2gBfGlHdlsKIejWA3p5GBMsf2xFSETWd
3V7QyWNUqZkTZ5SsdHItbR1wwKCmgXZE6BBzdyFK6XVh5bII/GcYuimup9PQgfCpT7L0dH3yl01B
+hCAJhCd8ry5QiIXUZta4qkVeurIWTw8la2p2hoFEuS6qaUbCVVLkBMyUWXIb1weCJOmEZK1CnxJ
7KObOUlmT5U78d9405kV7ijomhziIjixQUHdq37cV+VOz3p1JX5YnDbIQ4PzF09qZIoux2LK2TSk
eiSdwGwBBs4B2MFqlpMbpKT0lS240GwDz/1riyfYrlSAcBLBFE85MgqoAJlNMQQSxC7GbaTMYh8M
lCgQHG/noXEVq87pViGW2NqQp29Rss+0HimyTNVtkWhtZHeNhtbnUk3QqHB9hZdnxQD1qmgga8e/
TaGx0AudFIpokEurvdQZ2isVx/Y+7EtrpeTCJpgPPKBFCiAf3i9ASHNbBJA4o+qsVAK6UX6aZu2j
qeWHWDtFEhpAED0zbEm3ElItDQ9kU+yOgQwchKguF72J1bmeWtgcmyoGvTykriohjn2AJ6IVU0uR
DsjAoa+GtQedpXJpiiIcGKSykk5xAjb7Q6e7U+hBe7YZV2KCpU15boj9/OzhHYZhKidmyRy5uMtj
4mRRvpJ4WrgYcT0BuIF8F+hkeXLjUWVPbeYVURvti67dJGD3sLUxB7Dl6boDLsXZqNAy6XbsBQPe
cTkcOjSxNQ0Yjgiuc0eOBlfvYtUnUzPdmGojOB0px6BrVFT2NfOo9yZ9yQWlWpnVhc4PpEtQA0Cs
Cl+R+ARylaF3GjK9EmASuh2V2XFS0ZsvPzcmRBBkyan3ageCn0h2xwovfKrftFnv9dlwm5flTiii
aWVrLuyXiw8yLyemakpLGGW2X2JHV4kvZ+UhxCz0dLRTSH7WNFDXQMALvgWbIIQzcBzgjcXtF3Oq
ICxGWtiMcldN7sRirVd8eVR/LXDbZMKTy+oaWFCbOPQzVPSs6dSP5KkZGiQzyH01hUFtjSvvkKUE
0sXIODebkdatsqaTTrT4racvwg1EHuxypo+JqG7KhNhl51aUOJZSe+iovUlLm1grBKwLVRJMLnSr
ZWCegdHiSdKLuUBMLeCMACpLAU6lEkYnNTSnGCWANYscycdwn+idH0qTbheJEijTmtAwcxvuGL74
Bs6tjBY3ikVxDzZj2r+LgoiXXzEM/cs0IFKaQfYdjOkgu3NerAlnLx4rZ8PnrmB9NAuJsOEb6EYQ
zE9Er45qfMzZWjJ5+VD5a4m/gOumTiJAlnFGnjLIyEPn/QbJ6+S5fhxv1Y813pSFWwZTClYslJ8U
BEvcrmlCQuIhaaST3gWqchJaX6UrmbiF2+XCBLdthkHOMjrWOJ30T4wILINy/h6NJq6z3fUDeXmR
/g6G2yhdPmqjrmOj5LMDhNBWM3O71MvbbFoJyJbi+4sxcQEBYk4K4SUcBT3ys3W6a3Jfb1VHUb9k
1CmFeHQlyRES5Q5CtP5kbqoBi0fcRqU+HfQXNVe+NCL+vj78xfPpbC3Z9JzdrhLeZlKuYaJN6S0m
rhhWtgoFe/KrFW4L6VaJT9ftLT2EUXdGilUHLzN6DjmDRZ+QBDkKxA2D3cBXFbAkvOu/c9k2gVSq
Hto1GOzyKXRmkfna2RDzchbpxOa9jUOvqqGYNFubCoKoNNqownuZBmMvb6pSLO12eNa6laN48Y45
M88dQH1eUwib9gxyaUFw1ZQSu43qxFuZ18VNCekLZDNAnwlGyctRGuUEwrwCZnTTkZ92Knb/DIqu
QLaRrQG5hrP2jFncomcGOXeGGBFBpQwbR4V+CM0auzdlT5De8ip2u/n1+vDWRsd5TdR3FZktrGFV
Vr/aPiscM5EkO8+y1LluaXFDnA2L85bRoMZIJ1iatc7LtfvU9Bpl2+qBRZ2qmh0ko1YsLp5AZxY5
B7HyMU9GAxaNodiY4ZYOr22OprnBvz4yfiMAMIfewjPJIG5oylyrcpKH0EHqX9HA6UgNID+GVB1k
pIOYTopMWle1SrsgD2b7ENOwca9/AhvK2WX84wv4oUY16dDnXAZ4+EK6L0212E51lC2M/ADtcHcW
NtcNcn7zPwYBUkSaArSVPBpZFTsgyUIMWc2Qxg6dON+G5pqKCLeA30bAxgS8JTivAbjmLqtpLgpz
GpIymLTfynQIywi0WHakrYyFv+X/Y4cNBN3FyMLyiB1xiGIQn0A7y4oy15RfLSeTSkfSbMmx5I38
MZSnLiYrYTn/UPi2CntAOwNVjuYJLooRqVo1KHyUQfQsCPskABVu8ijqfg78vLKh0mTXv0Pi1/Wm
ps6kuu0q1RPzS95rVA04TGRlWF6MizfEWa1CRTCg97i/rW3LZn8pvmW/lrYvAx+yr97Ja/1y3XOW
XFU1ACICxhsvaf6eUvpJGSUDcm0ZAsYuuyWgM8uq0snJRlaOVbTW4bZkD1EIpKPR4gZn4pwoH1tt
ECKlCsypeyqbJ7UkxyJ7LfCONwRI+7Td/fUBLm0NXEvQpEMqGFl9blalSqtKq4zrQG7M4WaUab/L
RmOfNVTaXrf0LTLBLyCS+UxCFhkR4Dcv7yYJ2kx6Y5A6YOsWbbtdtI22zW6ETnnU2uEGuKmduY8O
3S7d4tm7beJjlAWiC962IF5rXecjkG+HPv8abqalZk4LM0vqQCnfSiFxQvM1CY9JaGxaXfCrWttD
fgUKgE/XZ2FxI53b5W7oVjXnELQYdTBNk6/m7pCbDihwwukJayyljlkLrhW9RpkvPQzovy1vGwit
9WvbaWE3oQEK5e1v/TOJl8UY9CQsqhGfkVqjmxjHpJlsaeptRYsctVzJE3+n37mll1C9BwwECtMK
dDIul96KjE4V9KoODgbbuc8gRHaBaPXLrYb//vUh2Qx9Gnmx/58/UucLuEoHfVFeaEeO5oiu5Ewe
hbixaCsrBZGlG1FBihQScIDhsCv48utSOgAMM2Eu1H62IbkKIRjyNmvTXWvMOzER0JJwBBpoN6bU
o1q27WpjZYIWVkNB9owxgKON6UdNJlWzIjfHvA36ESI8EH+0G7qLpdsEr+Pr/rdwwGCf43xBNwJA
InzDM1FjcR7RdBSM5k0HdgolO7Zi5xTzvplAHvjPnlVsk8EaSqG4pzSk1LhNlhijXEFYrg3azJY3
M57Xdr6mN/FzJ8OHwXdvQrjSgIsZXFSotWWctog3gyz6JWeDm25N9N9mvZvJhk1qd6iqm3CNrpkL
ECGVAKPAfAJgqiGPrHH3IRHSwtK6MQ5Qp0y9eZCLQEDjr2cMTXoscrl0WvTpOr3SQt1mJiupyh/+
AgZ+Jk0uMZQcS/JeemychfpcTnMc0AxqVyMqfU6q5qFnQfVqH42Q2k1pn6+EbexkutjEaLllisus
Koumqu9eoLMXVII0mZkVShyUsujUofQ2teBl/YfuyWwATs9QY3BS/r4N1bafZAM24tgrNA+dMobl
h76a/YrWcp8Lc3hhiv38bDhKapqzWelxAFc5EaW2dXqnDQ9Crd5JxcP1Ya3Z4tarlPu8VzQ1DorB
jqqT/Br9DgdIua7M3tJWYOIrQGKxVkjo5l2OaehFamqFBL9IXppehwTyjVFvskOUutkh7+btVH1d
HxmPw2Eb4cIkd5+hoUpQco15RTU9AFB1yHBdkUlzddo5ZgT9atJBSG+6F6fIBgP+rH7labq5/hWL
83s2bu5+GdquMTQB4y4Nt2z9dJsfDQGtcNetsN/yYwOwTBeYPtB+xCfthzaZKyrDY9oYvcHIFBHj
fk7ntUWUV8xwg6FpVxQoEcMx2w0gPhsyl7alCBuJ3BP3iH6XonxoZnu19fzHA4at5NnwuHO0lPNR
sELYjeWv2Jy9eVKdkQB83a2cXj8v3G9LBuRAAWxCiZUboTWjh6KYCQlSU408UqnAF0sT0tBzeZIS
iTh5WryhGPNZdmhMB21G5dC4eFSARF+5+5fGDBgEEv8qbieUSS83TNrEU0FrjDmVq71GPNMc0A0+
28KKnaWzEypZaLZAtQdhFze3vVUTvS3NONDSqt30pfxijGq9ckD/uNsxredGuBMtyUspUaiGwTTp
lz465Welpk4kofuagGaw6hPn+oZYnD0QP7F6LhQs+Yi+b1OFTDJGZYl3KX2zjAr8iU4nn66b+fnk
xcBkGdEZyEwQJYncZWtqkW4maNIPygFiUhup050kAR8RmguBpAFNtyPcgchgZSMuTacMRLEFYDGe
9byXRiopCq2Z4KXiNp58UjrGRxM6SBCO5Rq5/5J/nNvi/GPs4zAlOWyhmOqMOf6qVg6vNQucc0Th
JNOJwgKoFsFV3NhZ/89SnN83AVDlhqICZ47+aw43YSLYk7N2JgE6Wt21BP3S2Xv+y9mheXZbZwNN
gIKBC4h140z6Lw10fEX7a8XR2HbnT/hzK9z9aUpaXOgDGwKKQi/EG7afpp95ur29bmhtNGyxzkYj
yo0miAIWI46ewJ++qcXaNpW1otfykv9dEO6YzUIrK6hKSTCnmk36+1z9P64457WhqpdmUmK60M3l
FPF9K2Ure3BtCJzXKk0HLCXFEHpwelPIJ3ZkBaCxdIbJCOVxBeBOR1h9uRSCJMWA1mIpaug81aDk
LBLTs9pfdeVdX/PF44Rlz0RGNgWs2qWhQRtaqCcX2OKmutMS8mwpt63ygLsJr3vWgEJXnGzxmpXP
LLIvOvOyWVZrrYpgMb4TkFVRM7s6ZQfqaoYtOaC8HcqV+2DRrc8McnM5imhU1ZGyCiTjKUpzr4bI
oL5mhOeW+D5nkEMASA4N2QwMdjmstCnapm5FEsj3OpBvBzGz1afI0ze9lx7yX9q96mf2+Ji8G/sk
snd14usrPsNDnf7zCbIKDn6Wz0C30uUntLWQT3KrkyCj/ng/f+auXh+scD9X91qmBlR5bpHFuhU+
o7iyjX+o9PbDOjcBbZxFIwV6LBDbdwWobNKJjlgfzfErp//mYkLaHG9NdBdagIRfjtSKy1grQpVt
cd2ymQqKC+aTtdL10jZH9IUcqwgJbqAELq1oIaN7glJrAMjH1rKSPUWL8PXtt7TPgXlF6xdQWCxL
f2kCeJ4eMBgTRzt4E9XSj151+jxNK+lU5uH8BaKBIoqJwmugeuAukNFUiNxFIaygJb2wEV76ndo7
HQDgIEWY6eAo8RqvxeKr79woN7RUwTZXdRjN6S/UbcZQtJuN9qJLX3pEfb2Pd+HwfH02l8YJ2VcQ
1KLOiKw8dx134E7Tw8QiAaIuAcncyJsD867O/X81ONBhIj2NwI/lqS/XLdVCsyzbOAmMacJTaIOi
n0GJrSMfL8T38aTYCYFK11p+lK/Tf28yHbEfMmXf8ifccV22ba1DypQECm4dorYQ1s1BD66B/i1y
6uiGvgjSLWhu9nJ4D+1b+QOiO7XffCX6o6FoK87Ld6D+52u+61egQdWhVH85C4JpZS16wEhAvemk
Phf35sfs9w/R/fig71BF22Ji0L0/3Dfg2/9AgeL6cstsPXm/BmQcZaf/2OeuEmKiWi4osJ+VdnjU
XO1zugP02B7vO+D+fkmb+WB5gpeP9hDeRA7Yn3bZVn+6/hWLTnf2Edz1IrfgYRZr+Lk8PtU6Go0U
025mp8m3suHHqCFkIKu8bnLp0mYkRjiaQDWHR8DlvFdRkoI+HjLy2azsdWihG/1xKNw6tvzoLv+4
bowt4s9J/muMC6csMlpxlMIY3ZNtcuplbK21Y3DxLaUDDgxcGJtKPgwhUt8LJRQSg4GBG3PwFend
nyiEPrSq7Ku0vmNhqWKlxyh8I0DhXh/i8rZCARF4UVSh8bfLCS2rqAlbqJQF1MH5mN6XiVuckte5
s8fNeNdEPrkVHeutPAlvwttouSvm2RvkxxSDiwcgT5BTISl9ad6Qe2mO0MUW6PfTjqRu+Jymdv0a
3oV2Xbz+XrG2uGuwd1lxAfQ/fH9k3FapMIEYIGi6aSuO9+PR/CS9LZemLYxPXeNo7tNak/jiJoGj
QjYCdUsQA3AjRNq5KsDhG/TvxrZ/Sh2AmIiDJoKVqVzcGWd2uNceOp+KakjGJNC0Z2tGtc50CytQ
1XdhNzTTyvmzeMWxN/j/jorN9Fkoq8twWlLAWuf+QVrqMXT7YL5BwXI1hco84IeHGAyDCu9gXnJp
KZ87K0wFzF8JFYAp9mv0GDh1vCWmp++G50nZZKldPrfGUUaZNFxLgC+FKUBS/9c8d9AXUK4LqxQD
9acPBSxp0coZs+wef38/d5CnhhXOGsHvl48qtS0m8FEcDeMRLx50VNr1irn/z8L9tced2clkoqkd
sIigaJWvJDE2RZXvOvMuLHUgm9HVchMpIONae2ytrCJf0hukSZT1HGYVPw32und9Yy9fh39Xiae9
KguShG2NWRx86oXvna+i3WbXPguvlmtuon2c2Zlo08/wzfilSrZ4pD5o9+R6c/071kbJ7Qp5GKp5
aPEZEfo0ReHXMNw29VpOhEWPPzYEwmaUnCRkL/mpFJIYRybberMb7d+MLXW0Q/dCnPDQ3JNT7SUr
g1o8WM7scQeLqJaiCVbJJEjLTa7ez4wtrX1QxqNGb0t0ul+fwuX78MwcN4ea0Ayor8EcYO92MoAV
Tt3MlVsHRupo1V2zislmT4Br88l+fnaUVb0F8HWE+Ryd3KP3CCT2bfAbzfz25LW7f4g8/0/geDY8
trpn1kpFH3BHfFurAtlRIZE0/NGcP9dncfHUOrPCHPXMitIbETWbKQnyrXlHXfWwCt9cs8B+fmYB
ZChFESuw0L9PB8Tix+mQe5WXAHyU+tCLcUHO/ABh4Ovj+taFuLZY3HEMODiexTG8Q91IAzrsVdD/
ti6gasAlpHvLayv0R1M3dl+EjbhV3mKn3pRb8YBUxFZz0V3sUP8fQkl/LCl3hM9jrReZiSUN1Rx2
NAOgy7xfAwosbXvELEBFfMdJfIG7rWIgn2IB2uugm4jDChmGlY2+OLlAVVkySghMKYYbCFI8qE8Q
C087f4B49Ebdj/t6M/zONlkwnaJDEVjI5LROs22DatP9KV/bTf4Imkiv3/VudRN9VpvV1A7b7/yK
n38Ud2EpoUyibMJHCbeNL3uV2zpokPXAi+xUjupf96/F6umZNZ4AhsqkajO8pHGRqA4BlXdtfxZ2
7hQgL0Cr3ErMpiydPefmuLN1llG+1HMMrgd36LidXn9LfgyHjm/Hd+VW9KC69NJ4+V7bSNvwtsK1
lRwR7sg2Wvg23ZNpT1thkwO2c30avqlnrkw6X0hCV22vhCK+yxWPwq2wAx5+p/QOKCwaCG4/EogR
0GdlW7zj0bfXD8DHGPexB9XAL72yWzxDH6NPxRHvxCCxw5t4xVH5NprvHXc+bdyR3c65JpQpVkkB
Wum5Zn8azttsS87+a5V0fcUBeZoeM6qyWk1gTNxbNrGVjf8KzUc78d7X3oJL4cP5sLhTW9MiwDDY
/svUrz67U6o/+Vqq8ifcDYm7cxvcud0LYqKC4ggOjlMzvhXswQZnvE/9yJ1AWI/szeb5z3VvWnxj
ntvkDm0o9wqa1cJmZFK/6iuHFICahdmmi+i2Cue90LdbMnb3U9rfmlZ8M4CxvsrA7DXTjSLVXiSZ
T3N/K6xVM1ZngzvxJtonVkvxZdYpBQCOesq2hyhcBll7wRk8waWvxb5a2fWLMfj5fHBHWj+OdTzO
WGdxQx7mLSAZ96qb+7XbrcSKS4+LM0N8NR0MH6Eu9hje6GnBfFBta5N4ox3fX1/gRb8FKRLq6Yyy
kC8Ht2krUiGP0iAljdtIUKgrnWStUef79vlxJv218j2rZxGHChkerRTiNJCaHUn+SFO8NcythVfT
RIe7iVR2rFsQxqqcpOidQRm3seTkIXU6QNyyOX8cBcMu+m6jhKUPHkcU+dRtWgtelPw/0q5rR3Jc
yf7QCpA3r5SUvlyX6+oXoU21DOUoyn/9HtXdnc5kCUlM35nGYAYDZIhkMEhGnDinCVvHuFtoSiOW
P3oUXC5cxjWxbCzh84G8Q8838umoOIl5gFobgOot2uRkol2hbhtiQvxTj5/LQbIaa+4FuTLkdJAd
BLZeLBEU7QjxFOoACteyXeXmd7zZpDT01K1On8GhxvsYDfuy/MOKE+Dq4EAeE/xTANwLTs3Ra4IX
Hk9PMcBvTQ8+ZRu350omUiYxI+arptikvCtaJD7bA9rdgklL/FbNJVt0zQogjAstHVhBAJm8vN1i
IaHPaCLxxuE/Yae+S0u1K+4AhOQfC8sXnHkzU7yqNTkKqflcHofKOhTuuGma6WXu1M317bkEMcHz
XOxLiBug1Al04vIpZ6aiZmbzpKMqrOch7dPAnTQjzEdwUWThaPN82yeuBFG0RPTPJi1DBwEIkImO
kPRKhz7D4xXzN4whdL9JQwdItNok98od8A7+9QGurhYkSP7fmnCL0hw+OloFLII5BK39nUY/ItmN
SDYg4VUKLKfLO0VPT60zj9sIZB+BUoBr1irG985K0NVpmrIk/6pNdHIuvQ5ogbcEJ9SShitKjlKf
BnL+5GbTOVs2Q7Zd8qZaOSRQF/tjRvBEXpu1HleonbJG/1IOoCWII19pld04ayGrlXTB9iijTC94
dQOYSGB4+kfjvbBouQ69WYtbAENkw8/RmreengQDzSufoo3luoOs7gBkuIFWQvSFAMPlDgBniz6w
FkNMtT3zDaBlDR+09mwT1dv/zpIwKsW0J4OXqMughUqLn5uY6MYpC6f2WEosrXrH2ZgEj0RbQlt1
GuqnS7NWGfL04JZ+RJ+H6G9i4Zkh4bIN4rbGdOliKFO3WXWAkEVYMAkaag0b4UI96J8lEpx9YL2n
0BlLlJjdFvL1m+p70m9t96QZ3/JiWzoop9kJifnk80Yylctvf4pWNsg5wHD6Qe4ouIeZKbbFUIQw
5vc5fhhlPSay3xecwjEi3vZoJzzF6W9L/SY9S9Z+H1wGoKJ1IHyh24urnAX43uWON7UFTqsaVLCJ
MR9G3ZP1Ka7t13MjwlW5tYq8sursYw8B70XRAZSZ9273+/oGWovlaAlcwIVIQHwqh5lTO6S2RtNT
491Q+t7oMuXRtX2DBCLIqVAvty1TGMdkuRwSx5gs5K7sZtqqsUIQHYhWHBTo5FwfzdpLFbehP9aE
W1FCnS5yKRA4WTIMFLRQIHiYkhhtNHnrQe9e78NCpe1TlfGH2YEyDvb1cNt1pQXy2YIHQzk8u3TO
JQFx1WP+fJbITODOTeUkw4J9SmPFH0zV3NBGlenYrq4lElagbgGgC0mlS79sOJva3mYAbBqjj1Ao
X8y1swvtef9YEHZW35Vj23awAMzyYwUBBWWMSKoPxIbIqmmSWjcP7b9UiFiyD+CKM1D1Nz4oDAWj
WptoS2keJ5cNXpieHjmv77tO9bV26RVK4t11J1qZxgt7QqR33GJkjMEe/IhASwftSDcT+4vz+MKK
EOaTJMcDRYOV2rsxx5u8+52nN50teZGujgVRFi2VoJgEXOzSJUBeYVAV7KMnMGfvcmjtooHsXzJY
/md9wEtmOTpo7tCfemHj+tyvJQQ9UHX982PC5HcAvtnUxLnEsy7blHG650oS3/O2CqcsBe0cLatN
5VS/aU/pKbMZcGdG/Do1xrznYydr1f4AlghnFb7HWXQ2nIXq7XJw/2PHVmoWOU7j2MuPpc0Oavy9
ptFrmtKNl9jErpGAN9C6OZMMal/IuBA331RU3zqUHnNzeFMz+8f1SVoJqXiXLzrVwLuDilJYVCP2
2iI3MEeKEqRzaB1Z/4TMVSJLxcnsCME0i1gNNkZcrpK6OkDTa6fOPWGJtdcq7dhk1fb6sFZOvPNh
iS92NbcLa+iAOILOL2B2fRRE0YFxyeNFZkVYUO5A/25KsKAFUaP7r9R5iQxJAFk3YUIxEY1xC971
YkP8j5ZZbTQ2mDcdDEPDeBiC3Phq9A9/M11/rCyrd3YLYYmT0D6HldQhI1QwTx4NpVFq5eDCmuBN
ufBj4S0rGuGmmXUz0GfMdTuSjZbjT3SUwbsWh/20yc6sCA4NnIxbmrqyXEIOjjv4Jmhio/meqxmx
IIjbyngb1x37z6gExzYcniEfkKIob7XHzK6faf6tzu9VmwPFLeMUvjo4cOAJp3KhNaA8XSBUmaGD
6g9S3XlO1K9ddUdBWi1NR61GfAvt80uDJFozhblEsshBaghjG2of5yR/G7Ln645nLlvk03Khxw43
YOjzAK1x6Xm96Y4VuJaQxW3jNMwKhwWxm1T+xKhCpr7MnrpStYjZ0TxkGaMbyKN/HQ0+EA9c3USr
OTTobSyu2bLfYBmJCUQ7DH9O+8LH3vF86HB/t3LekVYrX5JkooFTZBF4QDWX8MSIY7R3gkjLm9Pp
xevqyO+1OLmbh1gLqgpdpzXLXVKyvgmRFAG77GiPJy0BZYSplk6oxYNCSrOxQdVgGJvrk7M+/X/m
Rpj+xGV0rrM4O9VgMqqTPlBiydNtNbqgcQzgJnTifaLOQ9RxO6Rlkc22HrT4ZEy7XO2JJbt1raU1
cb78sbOM9Cy+2F3uZJUKO/ah8ELQTymWH5m4Kx/Sn8reqCQTtxppzswJQbOaM1QiHDhVck86CY+W
bMoEhwVNdatHGn67AmLUvGsO89v1VZcZEFbd7tvGribMVZxFIMp5bgbHjyFQkr38d3aEwFXmhlG3
DHai/NA2WxeIYH6j6pINLhmNJ0SsrupUrTAwXdFzd+vep0+jpG9mNST+WWvhxvg/jgIhAwakJ8qw
Wkq4ij7ZXfJjaENPNmGrkf7MknCdBHbB0OcClrR8gzbSDjRGMUG7pSrrpl7f9//sFpHmWY+NCaVz
GILukTOmpE9usHnI9eVfHQ1KGdYHuxXUYS63pMmHDqu/LH/zxQPASrE77EqXOO+2jLJidTzLcx1/
Ic8h3mG4EpdVOZYAfqhbXH+JMRaEyXBkq+NxwEC75Pwha77EhLMQk4PNQEktlp3cITDQ+FdyhxRO
QtD8x2zJdWnV55D8RNYa3NJ4YFza8hj066oKSSFehFkajv0GCLyqQGNtWMswTqux7MzWssHOxoV0
/JApHWxBcRbItERyAsh+Xghn+twXkTkAwtx1yApxajpBF0eSILDqAGdjEEIaFEeKxlExhnK8ba13
qzrUaSK5i6+uPwhHoKGC5yng5ZfzFKPEgFcrEkPIuCczWg5zjTR5Qir1NOSS9V89z3SIHtkmgMHQ
ABIWJa47pZtxbTnpKJaEUz/fOgNTtzEvtSCeutRHc9qN6U5mMHVjTUZXqyXRe21Kl5ItGoYB9wH7
7eVwocS7kBZUmNL5VxY/jX/RIwq9qj+/L5wOtpvUJW0At2ZxG5TUJk75gxkSv1jr/YICCFbLQGIf
fcnCohkMXC2JgYpgPRxzlTEf2epT296PHSRldQa1nRSEwUCwYEFp8ZB17mawWjJa904q02NZm1Hc
FNF69SE/pwozCvUzOxoTfIsG6ZwAOSHmV3l+13PZU3jV0EKyAsg+CItFXipeeZHugkD+1M/6+xyV
XmikShek2Hfh9Ri/LJJ4uQZRuaGDOgaKDGJdN63aMamdDg1nFX3u6+5UT3eluk9m3ef8a4VWxrmQ
bMO10IgZBPEvdLgQIYVZtMaOjg0f8ZKk8abYNZAnTDJ/inWoKsckktEfrF0vzs0JbpoUbaU3mob8
WursNa94yusCIAONkUZN938xm3+GJiIyIBEDRoAeQ3OrF7Trk2RoSOnNZPxi6A9GMgeqrP9gDVAL
8hE8jlD9AjWN6JNly9JsTtGeWY4bS6PHCmxJ+RcXgn2uBwm/LEiOdnrH0kFyOVg7FRy0u1pgGrYW
loDL6FJqut3bJhIbCUvj38jHQ9h5qLS/iGHnVoQriJp5M043jM7qs11t4ImTbea23lxftjUXObci
XNuK3JvULocVR5++6ZzgEncALZmfmjKYy9rGRjcOiK9w/0CaTzhLOZwjMVU8lyOkC3ZgnPyBRmXV
T5PxL2oA4LfCsw39nbjYiLp+I3OLPlreCPbsglNzpkmQcyYT+ln1gj9WRCSAPkEszDCRsFGMdxNv
ctDCSPxsNSUK5AmIS4B3ccEhdOlobYnmR6NFZcpioQe0f7upnlXllsUEmnNe+96N++kXuuGt6WsW
l34++0W11/n9dRdZuzu46IlErylaZoHSvfwKY1a61mE1moDpPh3iTVLtWXrb29PGSGTtuWvuuAhh
QBjKAD5FXDrFaZq2boDo6KNi23P/rchjP4V24vUhrcXhMzPi2iWaW9SOuuAqnjtK7IG4v9S3KLuj
siaftTPm3JCwicfesFjf4TSjv5s3mKIj+TIroR0FsvaCte2FMjOikq2iMvDRSHJ2E3bBKo+rEGL9
XfMIArl/D3vxzn9dqKE0wBjkkYVfL4BxmdUTdCxog3qN9dZEu+trszYQkPdZSLvjsoqm30t3K5QC
LGtLh3Y5Nl9sZn1JqnZnKe9/YQWVBrTMWZYJvs1LK1OCX21BAHQq2gzUqcQcHp2pl7jZao0FNV+g
rUCTDCpT4bzvBqryMQe4ZmxChqKFwbrA8p4oOJOLEqo6084rtnayBcsJKY2Dojqb68Nc20+ea9v4
YwCBIHJOULXJ9H7CZDpN1qFJ3NvUwGYFtCgbEitx8q/TP0i7ohv9o4cfXW3CrM6dEhW1h6dMOzK/
b0H0yIbdkjixasl14/PAYAkHF5zS1SGltXjRmbvPnefErEHbFR6AKRhmQDOjpk0IVQukzrbXJ/Gz
R17aEjxy5lrH6wy2ihc7JzOWUZdYWB8NrtdL+zk4UoVAX7hKXXILzzM6AO2ZaUa2K6uCk95OPeI6
1P0v7QnbeQZRusX7DrgQBR0u3m+j/I0dJmU8WZ84JMdBRoXnoCO4f9uwuOrNCa9zpf4O7Op9yfNb
Jc5l/EkrGJsPYWx8NuCZqNMtR9iZN0SlW7hljPFoeUn0OPGdQiU23iYsznCNb4ntZbuco7WEf+/q
fVs74XUXWVtAdK398wHCSJVCH+x5xoMw854164YqN0Y4yKB6KxdeDBOvItR/0VMMSYTLYaolNxWO
R/UpT8O2qQlKoMmQBTErEFnQAmQmfm+VxGShJcPeri3lmWnxzgsVJ0hNL71kJXrx8i3AG5os2bLy
3kVZW8etbSHthT6KsAugmFeo9dhiEjsltJqd+1ajDx6VDhCDBMn0c5wCZvU+eLsNrGhHQTYGOY9C
f72+liuo/svvEHaHndcDazi+g768c98+NIF1+hG9JZv6xTuwjXKw74tH5ykOJHaX6Hj5IL20K7z3
GZu0ySrhRBD/LsPS9BecR71InOoHtQ3Rc1bK8pwruRrYRD4IpBcLKawq2FS9ohoiiCSc4rJFF77p
c+g0jzRcsHB2dOh6RozulMySh/BKf8Kl3cXfznas3bQQv9AwxxVRKnLX29skMO/ZM9CYuO21X5hL
7JgklAyv0w/JPC9+9GmeQSWJfJgNhhax76VOKZg4FERbU7GI2vz0uiRMknGre+OmS6qbrC3vcwgC
aT0Gnn+zykl2LVzi0acvgKYlLvcLtlekGmnqPmJZoiJ/NA23aoP2L4//wB3rlXHlhvfmm2TEq56F
ZCxgiBAJhfbp5Wx3c8Fmj86gB1CrAEj3Q6oMEGuo3S/Ws5v5XH1txr0FTldCVclsr0VG+Ja98CDg
HBDZcBqHoajd6Shh3sGXyzujDHNJkWN1Ns9MCL7k4B4TRY6G6J8EbkFJ2YB/yiZK2vlMBhb8/OqD
357ZEu4ChT0b8eSYSG537s/WMwlEKb5cX61lMT45BySvDCBOsF5irn4qmx7JLjgHZEKJ0Sohik9V
D1417T1VblylI5XsZFmL7gZWyIaEG8iRxIytYc+Tmsw2blMWtr/9DRxPmt5J4tvqMp0ZWf7/2ZbP
mqoGs76DB3PhVWHm2XHYeyqZ+SIi7bQJaViRSGyueh86RT54MZB0E87lJnNxfhRWdhr1l1JNiEtf
nPFbBRDi9TVbGxsImvHEgtDMwuZwObYUxHG13mCDjRhJANxkf5oiqw/MuU99faC/wPagSWyuxu6l
MA0etOXu8ekOHCX9VHg4kwf7yF7H6d6Grk+Txr5Rev6YH1z2UDiSvbY2oSYwgCDVh5vAOy8HSsus
7w0X2zkBHZPiRxlS0Mo9BO0kB8TqhJ7ZEZxlpvZo5Tbs9GPzQ60eOU223ivIKzeTEnnk+uqZKzsO
JLtAWy7pYFxALgfF5rqiSpvSk/OqgV5Bxhu+OJm4oc9/XnAOo9b1sRwKemLztyGOSA0G/Fp57JSD
3ib+NL5fH83aZj43JyxRjdsTwK8l2skGi1TDgwuqNinJ51qQOjcirA/32oTlzQIM7D3wVN1HQx5o
44M1Bp4b0hiQLymQfkmrXptGYS+XSjuODRR3T3G1LZtdFr+AVJf0yDErzStEFDXrazabD9cnc9Xf
z1xDODlrUFuORZtTJD7Ax6V9QUcO0bS7Gbmc64ZWb0RI3DiOCWlTPNWFrHLHdRq1M9ShUnXb2OAd
a3MSDx7ER7rkblLSbWrZ4ThAVJzuezXaaMUcVo8WqMJmtTqqUSfZgWtuBEpICDwtDVao5V5uilHL
W0uxGnqa1BvHfMYTUdo+sDa5HylFlNKg6CkOGQJVZjrmFj0hJ0G0/vfCdB1zm+iabHbX3BWlNCTA
oGaDt4Www1W99BQ22/RUgcIx2ce9dmzL+Jgvfd/lwZjpU99IAMFrQQX1AeQmkMAF3bXwiugdY1K5
YdJTY4wkw5tUCkBbweAv9LfLVQEgNIRjIbA0jRcNKUNR0I3v0G3vZ8rN0iU6BEPxbT5qNbqrDJQm
8CJVQz5sOvtfl8dhH/eGD3WApenv0kVYoox1sTwKaeeWm6RWnksv+veJzUsjwg40E+imgR8Pr8Ko
3BgNJY0z+nL+1zV3PxvLx2F7djuJOfNa18BDKOf6Ph4fkJvcyf1w1QpAlgshOTpaxLtdXXuDuyB+
TtmMRo1SAwCXldp3xetk9E5rhw5SSWiWBUny0mh3uTa116Hw6eLmUyu5P+TeFjKw0NoD7TBBFNp2
PFYhEJDcXY9iqzsaTOug8YQ7WqpgNU4tlKjU5XrQ7CfFOTI0f3RYLvZXw1vEG0BHqYIxSL8cnoHl
aspleADd7zLD2YFDy8rwuEmNTVFN0COQXbdWl+7MorCfVbTNJpWFOzKj095g226CZIsluV6trpqD
BwaazSG6IbJ0WA0zoraHf1D7K3pn+MaK9trwwmocPo2krrMaoJbKkoEMtYuweDmFbZJDGdz1kNJx
hvY+LnTlripYF173iNURuYDO49kJZxRTwpCVd4DSwt2qQ5ZxqX9AXve24+DQuW5ndXnO7AgOoXKH
ppOLJno9fFOJ5CxcdWs0kSw0pDimRBhdb8VdxRIXeW0dXZb67LcjZMeV+6qQXDeMtYMKXL+QCofw
w8KIc7koKnbtDJ12hHQ+uG+tQq1gikbPB3YmOURLs2o2x0gbxPMpY5nug1gjIabZ2ce6V0Lk3u1A
zQtzx0btOVE0iCCVer6pvSzfa5OBXvmongPeZPw1bUdrA54KlbgpMqTVnH/pi2YgDu2Qikn0+q7P
8B3x2GkQLKnT3ZgPqV/ZgNyplT2FQP/QbV8VyTHGLxMjAzgKikcysfclYoi3vkU7Cs9uUOThXnQ5
ISB5Zm5lzfQ0KvRxas1HpDLsh5waecDqOHlLlMaSrPbquQqEM2AaeFxBukg4cprYru3UGHEvmUgD
lVRi+t6r9uS80nf1Z/FLc4Ks8YGgu+7B6yP9x6pYlEwLjapGBqt1UHn8MDpvcfOuGPF+sJ6vW1rb
+SB599BSiSIKCBUu55Ra6PfmFebUZAAcNip9aiImm8S16zrKxh9UACCGEO+PyHE1WqdMFA1R+m5s
X6nX3KuAJ3njlnm7ohyImjPSpU/Xx7ZSc8O5dmZXWLwUv6r0Hu5dSaXUZFDp86yl7K62IvVYjHH5
EJdxhraXYQoG11L2ka59LWPNCMapqPeADCSSdV19p599kchr5wIFxxS0h0FDidQn50esbfSf/XeV
dFXgcom1tVCF+ht0N1EDxhtdGL7CudZ2CYzFGVr2mn1eoPm3gJC6rLt+3RAQP0gCoBQh1qzSxJyo
h6h7gtSOiuqD1rbE+S7Tfl7dFMAsgu4D8leQg7x0VT5xsH82iEMO+QFCOf+QbyX+sroZziwIB8fU
NV1fApiF6p4BDZqHdgcWk50R/krIFCiBC/6g/9KiEONzy6FZP/QgUXZ+NiGSfLnZvSllu9OSHaDT
SF1O7o3VV8SAPoCTk76UKf+sHcoLEvT/Z3WZk7PLbh531jQuswryigB0qnu6TZ8SmYd8pJU/xe4z
M8uZfWZmUlgRZRxmRkRRYkF5EdpX25TE35DiJxt+QsNWGrwiDxiiDBCwfXzXh8/vcyiD+q2NF0k3
FKRxoUHbhjDe3uhBWKJHOFXZ7GdgzWnAJl6zl8kMC27jZVZJduHabQRXYCTJwASPV6dwt0KaMDW1
IsvRhgxFDE9Nf6HB8ragsjTZqh0L9wRgu9EeL56OUwMYAQAmsMMfxvpgunvQq1531xUTC60wZs1e
0gFiltHhc56zaoA+Zmi95sdExri7ssM13OAtKNqiKR6n0aWToOTV1Wk15kvewwRqYMd6aET6evTv
l+TCjrAk3Oyd0vb6/FTUv4GxBh2CFI2+EhIBJ0FPPAaCTmBRMDdOKXUVe8pPde5AQ/1maVvl6rsU
Yb26JLa3gJtR7bbFJvck9hQ17+z8NGhbi98MWQggzl+s+pkJIe7Gbu6OTQYTQK7w8gAT4MC/bmKt
ar9gvACL0Rf6KLHJAjneVsk7YHCirXWMNtkGxzVp/Wn361mW/1m7FVzYEqI80ui9kXDYyrJnZzgY
A1jBARL1jIqoSVDaAairmyoc8i9G/lOWwjBWHeNspELET+OuVNgyUiUh3k83J9Mxvu1P6vO8QYrW
z48/tF0bjMc2TDdd0D1mfr5jQfXcbaF5fJw25q4JUUhIF+LWRzDNSSP1ymXtYnqEAFnaTW0Uy/S8
aIEajmTe67Dm+DZp/Ch4re5V0Ly8eCQJr/vAqiefTYyw+SG6M2c17menfIi2jRUOqr515811I6sR
5syIsPPHDvrVdg0jVv2E63WhfFHHV82fPIlDf6CphPPuYhaXDzk778bUrUxrGY0WdITddgdt4+5t
38D7ofITP9trO3pbb+bAOdoB87Xbb/zQ7BMw8m2NANTpgRqYG1C4+d0jtL/0Tf6gQZs22U3Exswb
hAbpRs6Juayt+NVLqXFJPeN8FLOItRdNTF+ArNARb3bTHFyf/TXUCqB8OHSRZrRAASxsvSRSOydX
IKZQo6HfIHOxiSg6j9sXnocxI3VOHLu4KxzJubW2587NCntOtxWeWymG5WTOph3R7EJH/aTZ3Xe7
T2SKpSsXDIwRatpL9n4hdL9ceRtuHBsWxkh1e5/xLbJsWhlv8p1nbbgjubKu+TPepkjq4YYBsQgh
NptpFFn10pfKm8bP1PKI3HbIq4dUHcFj/e8zUku/wj/GhNUrcig3RD1g20Yy3VoOv4m7N9vpg7Rh
RNXoZjBlYmKrC+dBtwpdt/BIV4gJboycX12i6SrjgPZNNQPpso1+pbIxNZKhN2R33UHX7SEha0Gs
AoB+Ydd6GajIvB7tSrG2/7bPMtzXxlr2Gl68TdxkSGGgmII6LRJJQgxS0zHW+dKRVGsval1veqRt
9PRRZ18Tcz90+1hPSI7WX4e+M3NXNK/Xx7gWZ8/NC2OcynSa86iGhkJkA7ZbIXsVzY8xa75ct7O8
Lj8PExXwJe2MbI+w6WpwH8VA1qL1y3gzVetoZO2uKR519zvT7vOsCPtWRjOxPrQ/JoWtFwMtDAAI
UFPol+ABKNbezRYYv8JmkrGtbTuUIv4Zm+CXsVEos1ZgCaes2ba2F9RT/9C6deIbNiMKNAauz+Va
XD63J7jMnCoRmsIWvwSTUWp+6dxf1w3IZk5wCnXoPC1aDNRPVpf4dfVoWpIgLPOHJW6enYgsQ4tG
z+B3ZQd5shx0sB1OOfUexHsGzaGr9NsAxuv6sFbXSUOLCbayCrVQYZ0mZDcV3QAIub4fcYuJfTrs
qEHa+vt1O6vThwQh0sF4GX1iMYyYSqN5gbBl3PkxRT31Iy26GUcZZeeqHxh4TywkbktP8uUcWiy3
3LJd4Grjs93tFOvxL8YBegnVdKG5ANnty99Pk65CSgx4owFUU4UF5ApwpWovox1YK3CjM+qPncVX
znwhUieq2ANqG4oGU9GmoGCaRPP+b6ThtoOjAzbDTD9v3Dd0V7Wk5PcWBapbH08FFjNGd+z1ca/F
fR3BGFllfUFdC+M2lJFNdFgqZMgVWnuk82dKXJkQ0LoV3D4hYAYaPlEHSIGmsGLNGDWQwbz+0eJJ
aA73JpXcPVedEdRy/29GCBZFbA8taJVQOAJjIgSO6Yh+oFyGW1ym5Cy84/HvYRSI6x9t8fj3yyU0
G12DM7bao9kUJHkcsq3amiQ2QROSskArOslWFkYl2hMzp9FoZrS1uPY42nvugFk4KsmsSnpbZEaE
6xSAHWk0pRiUPnhhZ/oUiJJIfb7ubOJj99NQ9Mup0xVoOwwNrKgP/Dt0vbZfol/N7md2yxA3JCeV
4HOLLfTQIfkETC/kAcUO/GLwDJDzqdpj1TTWyYsi7UtUWeqPBE/6AJgSS1JJXLcHXMXSXu4ZYpLW
zAwXcCDY653tZB3HSiOKXgKp5ewksyi8U/9vZH8sCbM4eGrVDDiGH+MqtPM983AtLG+ywGRvPL/D
1W0YdIkPCkfYf0zi0raAhfEfYiHdRKVurIxJe6zLedirTY06WVOWGw9g27Dt1PmLlTX5RArTHHfx
aBp7yZgX/xM2HYooOvQS0MuITqLFf8/iJtoZsnYpgT8WL9kvxsn4ZN0OXwtIELS35SgZ7cpmuDAm
xBGlz1u7grVHntbHQm3CvKX+NLWhZFAyO8Ldo/CcqjYq2Bl6O7CS+K5jLriN5gODNlyr+bSDGhbE
EIidl3f14O1dSg9qQrc01gNt6rfXv2d1kc/mWDgL0GYPXqPBwrDj+Sk2D1o136SU+ZNmHNMcqPhS
DZWMS2Zhdd+cWRXCKRT/Smi1w+qQd5vWjjdRlAa01DdtP0lMSeZbhLeMSpV5zgAnasEDM5jzV4ff
zqYjSySJebb/7JY/Q/pIBpw5aw+hNsBRMCS1+F04X/smP3SaS2atCtNKJyxXdgmODNWeN5ViEnQm
+DaVaXJJVvMjFp99hMWrvop7OJeCVH86WAfkMm/NzD5abR9YrNvnOYjxDdkcr8V4bJ6Fxg1Eaqgo
LItwZjdm1FScVEGoeBtbFMRIT2b/0G/LhxqNDKR/u+60Ymbl/yb7jz1hs7IMHKTIrGJRE3dXQ8i2
To2wKnp/rNHqZCJ5hHJSASa5EczQ3Es3EvurTgUiDGfp9wNIUojGnketlvWu9lh2wA1M2c0wZYCc
9bcziiq9N2ytCbmsyT7yGRA/lO8zKNOmO1uZSWdIkEera372LcLLsxm1dgQfoPZo5JtBRU8D6M8C
ZwpR6p2RN6V/c+SB9w2zC9Q8EiSXSw1uXZajT157nMY3cG4P80aDYpNM6P6j5elT7D8zI4wKPb28
HJxKfyxzaB0AMwa2xroBVt5UMygZdTVaP/1s4B7hPIv8wgLGi7f1EBpu5QXcnelB52O0TTplDHt9
ekudkR0daJYcIORkhrMO6IdDqzlA709/Gxd1tr/uJMLr5cNHQWmInJgK+SVNrEcPsYfbvBnrjzRi
d21TPcadK2uUX/ND1KFBEL0UXiAUfLkYqZt1Pfo/MEv2NO1SI3b2LtfQkh9B//L6cFYDHJ4xuOVA
9hIVVOGkqIbJRJ681h8danyjmb2x8+2g3+oGGBShtZLqQa5+T1jq55SH1oicall54fWPEF64eKYB
RwNqFDxv8Qfb73K8zljPUepw/oS+WrzUch8pwSAyftd2HMT6l+vGPt35IbGATlvcgPBWtwAsuDSm
pMpkakrPn3paPypMf0hHaFrXbUdqdd4rcw2/VwdVciCLzYDLGBFUFiaAJaWKnthLszHYoufCGPkT
n6eN2/bbOj819AEbTeHzpp2+NiizqU9xG/Zavx34foasl9UG1wcv6lh9fAbKn+AXwdNKA6Lx8jMo
B7315Hr8aU6f57vS8AF/yvut05EITePhtI2V0CkBbquWfqpjam8KLewe6jpMrEM7QYuVsFOibVOD
oA4eVWDjDrrxqOWkU+74oyz3IZbc//O9ugE+QXSh4M4oxKXEYQanLOJP9d75UbynYe8zqP/Nuyho
j+p9Exo4j/iu2bSbYdedIMH1OBzbYL5Tb6ddJvFT7VNQXuQ5zr5GCF9KZVLFTTF7+rYLkaP2uzAm
io/7Og7GiPx8n4KM/I4DyTNhZX/o4OsFAwgIqKDkuvz/s3O46GYWe6XaPmlpMNqV3+mvi5y2ViFi
InZed5HPEQEiE1A5RmoDNLRwWsFFGJ+GqG3hqVlf75yyeSrpm9fUW5q00IGKTxXVglmDmIE9/G6V
9859HXIZOPXz1WP5CHMBjyFjjr+FXZpFrd4rtc2fKLQ7KrsBQjV7iB+sKshM3Z/aoFJiwrw+jNiw
dPlpXyWzsBImkAsDSQmwAqBedYU5j9IyVd0ybZ/M7DWCWO5QvWexvjeKknSOSpz6rqbJfnzhzX6o
b+o83jVJ63MjsOKvqQYmUd2U3AhEGN+yFwwNWW8TeRF0tjnCsaAMutWxwmifDA62M+NUNb4Sb0fc
RseMVJ4VjN3vdNza2T1TRwJKkJAauiS5sMz7xQGOb0C/FPL+IPjDP4RvsIeyKSOcT09xxVC98ICU
dAddhqH4fBNczFjoylq0kQznk1BCk0xgFu67J7SA89gvaEjdl9S4ddgmH56iKkDfZ9f9kqz5Ekwu
B7eIMC1YdtAXIjgKa957AIiqWWI9uvMOZb3pdhp9cwRFqnX0JoIbAeqW47ibpa+Zz3sO4AeQP7h4
jiOnBlzY5Q5XwI+sO0x3HwNlt9n/SEN0LBPN9+2jJJR8PgAES8LGynWrtbQGlqZtfWr2ZTCS95K4
wYyirulD88DfaJCZa3c9CrV9mG7dwIbgnBamQXIoNuox3sz3snbDjxbli5kXvmq5EZ1FuMoyOstC
HHjs/Mkfg+yXeyj3JbQdIfdAjKO2yzd5UPnvgFkBvxGgIwS1ZXujbPWNs9XJBNFHuqm3uaQh5FO8
/1/Srmy3cSTZfhGB5E6+JjetlijLS/mFKLvK3PedX38PPQOMlNIV0TNwo9FV1ahgbpGRESfOYT6L
eZBMiUjqucvuuTdAEGyoVkYLALuWFLnYDn3IcV0vP7PxeLDE5Xn0Yyd/hYo7Bp2ZZ59+vf2uqEfr
nUcJXdjtP6zoN3OOTD+SxcA7AuNzPec64fpUzmTtebJ7zLm4klfTKjT4TfQ0mqmJUqwxqw6aG8yr
8/ikzeNhTM+CDIhBgPkBsyJjOhPKRhjCTn8O8rMm7EvoBUbVr7DYJ6iQPjZ1ZwmR4kWDp4C7c057
XY+yFzslqCK0J4YjzUsDgHMfDVkF4hbkY0yyJBk4fzkzsktzrJLGxAcTtnLJPasogJbRZ1r/46mb
q9fQ0QDxmIiHGjN1cjmIfAW431lsCirKNdUKG8wABgIIg/eXmuZuF2pGVYPGdVZjQqacOQAS59cR
EiCwBhixJ4Ko65fwJtXbcUk0966hHyE8nHLsjPnPLxxAIo1dnjVieBa0EpAKKz0XyJ+VqzJcuEVv
9wPmDChxENMQHe6WucBa5D5llQujs/qcKIChSImVew0tOSPJaUgEC0w/j3fg7aMXvQ/KTOzDA8Qs
3ywZMn15EcV+dG6ged7uP6XNaHxzNDqkBloinRj6lb+I2TgFfgJrqWDDwrXhXGAeDI3oiwEdLxzN
9dRqUkOaQUyis/JSGpMJwc5VbRvt28Iobx6tjBnmCuv5MqqiII3OKXCxMtCxo1XSwPicqLCuLN+R
aPDUmhUAsgkQRL9eCsM3l+4RYd6P18fveqzM6UgQsKh1iI8o3v0VRyEYZHS0heueIAgrmYN1nKAR
DH51WjgahXNFl9WB0Gxhye/t5sspZ64zJUp5XyGYcpWO/EFUDQnSrcU2rp4fT/pNkIo5n7VTkC1X
EY2xzqCWRkXJ4iY6y0gMalkAyWeJCFTl3X4N9eHHxn7ehuzkXlpjRlW2bQhylTo6179jKzE6W6fY
ToZmCYZgqDbAELS1C4ungzmZnycAzx0FEPfQyXcQmgQcrKH1L4W2a0IrBxqXTmt8VzRacWZkQKre
HMzG5NbawlqwYMWf/a/OPH8EHXy465jPDqKoq2JBis6dLZrddj1Rf6XS1p0gUi0AqD0aZNOYxbp0
Itt3T63d2wrN18QWE9y9v1Mz2wwDfQ5N7rikj3x3/XA7wTuoEoC2zNEc+ga3RTh/WqsDCrRq2sls
Sn6lIM6IRJqS0+MlvHc80LuiEBDfohdLYuwJWqynXFfG6MRT1tmUGLm3Vjh1xy0l+m4DeOzMS0uM
N6jaEo+6AZbISEXbL+2ytT11m5SOZHLILbyTfP2/jY05+kGlFyKXFRhbC0Wd4NgOT1040GYBP8aW
/bGd0IsyX76gYUZVktXQDdM440GvEJ0F1azabZqcfQSj0xo9KlQEDL+VEI9O245b9U78zIML5G+9
5NNv1xHfAE2VmXEHcRQLcSRTH8g8F8ZnZVxV6sELt165F/jPxzN6d6gQoflpVAFaQ2dip0EY8PIm
cXwebP0g/iqt9Ls4Rqawji3VARDKghxJTsuFVPSC2ZsERI8WNh+aCPG52bWO5OZubba2bk2b1iZ2
sVFNeJ6DsDDYW5eNABGncM7TIb/LYt2TxO+TWBjic8DZ3l56quPV6CHFwC+gNFh15Hn/IPLA6VMU
kMbetEyTEO/ewifJedrV7rtKS4pAH2IoNriF6ck57nZvzt/j37/ee3+ID1xBuyXu6ztDRW4ZIgDI
X4Ow6adn8yLWSiFjDwKtMjt7H5nN/eYtKGqbC1vnNsxCfReNuID3iKAnYMPuseBLr6uG7DxupNf2
Izj4H8BXOPKKO41/Gqt/9t7gWPcxoXlhRktndPYu1zcVrM/8TGgYA6Exm0CverFJy0DMzoU57FAV
2PoOANJQdsFNn+yXAJc/udtH5hi3yo+QU4plBebW6Sp1B6hZG2StP1VbZQ01zJVoli/yU21DpsJp
nPA5e9HPnkVW7ZsaUe2J+5W8LC7A0hQwDpjoYcQV+vxNAMAXtmKUTmADkG4KZm57T0sip3fX+2LG
Ge9bFF1YhbmanTmuoZPmisleHg9Sa+jVi9gbIK9+vMFuo83rFWYu9YLr1AE8qNmZeE9Cl5hiuQ2l
f0iJPB9VdHij619GcRHZUGZdQ8UfRbUiwbkGZw//Viylue4MAqQJCNsgaYpHsMgMost00EkKfHCW
1T9Dc+QyJ/SWIEd3DjuiflQzwc+AOJGlbB3kVB8kJY/OB9GUrJNA64UH1W1aEm+LSwvMLYG0ZMZ5
BSzw/gl9T1SLjnyyJ6OTy380wc7Pkr+VdvJvHSJNqOE+3gd3UieX1m8uC1SkUkEYYV368Eujf43/
yva0TT57099TcTVGlrQOi3XxIlJlSc76zjWMWRVAx4VNAggZkymXskxsxarEkyelPR47q8pVliBq
88G59C0IMZCLhxFQZMoQH2HOcT31Ya3kfn72R47G8pOGjOjCFLJnlzXBnN2s9dTGT2Ei2/Xf3BeG
81q+Cr/TTfAc4q0kb2KPTt/JU3rsz2QhH3mT6P+XcfT7YSYxRjbD0FV9lWtjBONncVu8BUbwrOwS
izviMAR06WZgTxxrbT4tF1dfnA9lMczWQA9gDs0uCZDW6F4fTygb1c9GEPvy0MBCvukGIgkGqals
JZLD9WqKXb7EqTFMaJFaIrG+edmzhub9eTGasm/StCin/CxSbzT8bf6SbPlN8aStlq64RVPMxCkT
KTQBxExnbuvti3Vy8B1/F5wiukR+eG+FLidvntzLMekx3K4CQ6qMF7v3p0T/Sew8XqC7mw6lHQlV
YARAEHW5NsIrnBh7PJ+f+40EqkzafRZv+gsodV/UoxzRdKFocvMawkIh2QnBOyQikbiTmIWqcNMU
c0hyFg9CQvtT7WoHRJpb8Ts8LDmlO7vvyhazUg3o7f2AS8pzvA03DfVWpd2+LREszn8J45WujDCr
FCjaAJ5/GAnWyVFckYOwW9pyd8cBdCCkMPGWRNHreo1CANCFuCjL8/TV/xafgk+xosKb9/vxVvhp
ymRGgiseRV3o4aEnmC2IC3KcAKael+fkPTCG7cmx7WFLESk+efTNcFcRbVePTd6ZO1jUeAJvN9dz
mVsfDIdx65O6PKcnv6TCoXGw7RaIy++colkFAy8ZbLa5D+568vyMi8uc46oz4fdRolMCYLrvL1wc
94ygPAf0NNAbBPqQ10ZAWZLyXRHU55BfR0CHgdJQA5Dg8Wzd3n94Ls3ZexQD8WJi0fxyoldlUWbA
hqgFCo4JtDzyNkms/80KMxTScuiZBx816o3PnJDTfBgXxnEDAME0YSA6fABKH3gQMRe5nGthVHsw
0fKbSfpNON1WBENRkI46FiMd7cbockP3N5wIDq11li1sibsTKUGFAHsPzyK25sLHSiyLflqfhw6C
5pDeTI22GvmlYd43A0w9oMWopbI4FzlovXH0Aa+p0Hkrg9LbyCcj6wxosQAiKbyT+KObPtA1A4VL
fonphg3I5jkGymZ27GjBBpDwekdOXAponwd8RjFWK5m8eUpkjcIrFKEXhnm79a8NMSETDwgb4O9q
fQbrnpGij68r0N3hPN6UN1VRdjjzV1zchZzM50qQAwQhU9CF2PV++PT/ZqDwXmcroJRQEwzNwlmp
PR3synQFugloS2Vzzr77SLQ/t/jl42+6t7zQlgIVy0ztf1OoDqZcTlMw8Z1rNQxOvE50c5qCesFF
3pRMfkYORD8uEbAN6qxXVqdxCjSNa1BM0Db8Nj2ZNjEym9+qyDwBg5qslC1qvoJp6OuFy/oHAHZ9
I2BtL2wzvrMtOwI4LGyDw+Ntj2K0UZjVWtl0h9pGRtjO179zOzVfCbhUEuv5z+MJ/mlmeGReuF70
pCtEvvX99gwIpq05xUFGiog4xdpLKHLstuwMK9XobRQxTsJueMo2S1XvG4wAO/vsMerToSciZsDX
jLz5VN+GeuOp701gq2+RZPABHnm1HZe05p2Mm5y0gaqZSbI/owhq1nwHMlFFzSEKxpl5HYGHwFA4
M9Xxu9Op9Z18+CtDm6QHGX6+0on9eALvhKpIDQCyjUsJDMaoe15PoNxHShC2wI74hREWu9q3FG7L
req3bK/vli7ze+cBNx/ooJDumn3PtbGi5UlVcqQ9k/Z3J8WU70Pz8Xju+TSEJShcAHeD1jwmdgyj
UFKHKG7P6AlNNkOTZ2swBVYGaXWdAgJfLti7E6wC+gX8DdBf6LXhWchdPcZob0/SFs8Xme6jZ3m/
egak7fvxsH5qDew+vzTDbjI1UTMugpnRQXvtRn6Wv/itbe95UzlWK2/nyB/UofTU0dNat6LfFrd2
XUKDD7cF3uO5MEb6vTB0cT5bj75pXu0Lh0uqepL1Ft+kjDTWtpEKaNmJBLaOKgaqicgkuukLqlrF
eZLt9h3yBaA3AiJbNcvVCJa52mpexGjLfzf8uhY+dVOQabXzRjNYyn/dVDrnM3o5fczdUKV1kzV1
0p6FeFt3e7EwQKvw7duZoZtGT/stfgU5DRpZkVU5hnAy3YRfOGo/aIZH88XsTWHoCCd4eXvuU2eM
HQDTc/IJvJZfGfqK091a3uipm/aHspio2G+TYh2Sz0JJjESlqJekqSFy75NmxHu1MnXFHPVTB7x7
bEl4MEubXrDTHoyv38W66sFAQHnOqeJDHluDZkC1nm+fguJp8I5RDUroGqqDIPjoaQKlmb9x6rQ7
rbAmxRbX4Vfkh1vNB6aZ+sMiFc9tBkVQQSuMf1BUm4vs1/um1usOdPNtfX7/OHwCNMPRZg09yyNH
P6FSjNLzXH5Gdp8DFYkPiqr5Jzfw3/hNDqCip6eNtSF08ztZvYgWOBFxtT9DxAGgqxEp63/99KvM
wBl4fAzvnXZIk6DjV0JYClZCxlu2VZWmgzoiLFTXCSFfodLupbfot8qtFN3Oquasta9RVC1tnduT
hrKAMHc0g0MD76HrGRPzMPGQtWvOvdxNtJ7KDynS30nk7/VwIgvn+t6VABJSsMqjdIR0LlsCFqMq
zFplxu2KyTYdz7VcmwWRTBWZaeU9Eg9pR+tyKTd5L5K4Msscj1IsSSXMcGH9AK6Z4iiVNHmON/6L
YvbArYkWbwiUWxOTR5qNW9fgpClXwT8thsBToJwzJ5hnfM2NPEivhoXEgfvyLJBNSHXNFiLfbF7G
Z5DcDSIAChYeiAepWIheZ1/J+AZU0wSI3wA/BLFXZoXTMUqliiCO4eR9Lvi0FpYwQzeoyZ+RXZhg
5pcLSuSkBq85l7xTYCnBUtIJgdP5dsxtCiMvEP72n53j96+PT82drAHm9MIyk5xQikjQ0wCDwyPG
rtago8ZJ/tvRry/gG7CcvFHhkvJNHT9LOIyb+ig7bCbmECQ/m9ogADh2L2069HHCp/ibAD4FeHjh
Hb1ZoKS0xyU+zxvAIGuXeST3qlf5Gofprq0KUI3AUAwekMF4JwMFL6Z4kHg0tzM3NnUAX4SFwulN
nYExz74J9NTzuxx0wkhBFjvuSX3ST8Ob+qTuB6f91I/Bfilt9/+sMlK4gFujUYRFIVe+0Cn+gJPj
DTR9jU/Fc2BPK93IvwIMPqApNCN+iefn2iI+TU3vSbMe77M7icp5n/3nC5ilJiIQBamEpS5ES00M
z4HgWLqKwfwZUU+g3oGUFun/LFi9d52hSQW107nbDqxs185Z44iXiTXCIP5rWCvoZ4Xy/QexJNEO
/TXau8mRH3caHpfPUnJuayBiBaOJF9Z79g+3/uM/H8HEYn0tJyRQMPla0vZWwMNX96GYG51SvD0e
711PNasz462ggaOasaT7gy7khYz2iumvkO9J1RiPDcyrdDOUCwOMK9TFogVpE2nOw457l1cyHkLb
6UVZmLC7t9yPyvS/x8G4Q36qMlXs+eYcf4tf3Hv8V3/RdtJzecjyhQHd35cXI2L83zRmxRSKMDW1
VPiAhGC6TwKjBFx4S3bDXgfv3a/Hc8jPfyU7iWAaQhkM6uHI1DLeRyUgqwH/ZnMuQPH7C7ilX+lG
lsG4ObxCcKfequf0zc+gkreQ8bh7y1wYZqXipJpwCCt0dILgEV7tFEd/17cQFMKT4Du1w+OSYvg9
tzOnsHBpIi7CpmTWMcrQhZoJePE15R6P6kCpHDl6qaSXqpxWzWDlqCxBRiMBaHWkA1lJklFlIoVm
b5tvqtQzsjhb5ZmdL1ET3ZuKqy9jlr3tK5H3Rjw6pGgllFsZ3SfdMRB+ZTGUgZ48zi5/Nftpk0Sf
jxf/xiHx6JsDCHmm6UCsyjYiV1rQNy3CKRf9aDqA/oqBS/DUjsfSqyy+99DRv4Qbv83XAlM5Ew5j
BTQwd7FcHaFfSyicF7UbcAd/dD2dMwfpkDVA7FSb8S0AD56yy1tbBPGzbkajQ9q/j0d9mwXDJwAW
gM63mT0MYK9rP5wXWhCEelO7rYq2Y8qBS5J8JEJjBTmxeZkzFBVvradwXCflWg3MMj0K3Pc0jmjd
Kg86VGX++BxYd42WW1iQG482fxk6kGYKGFxCbFV6kpu2Qt9o7Yp1YHbSruS+m/rcj++Noq9EXJeP
Z+LmLpjNKSDdRgSPMODnxFy8y5s85cAO0teu4seQQtjqYIRR6iXc2XytXXkYxorATLespcmoDLXb
p99q09GmAQN8V5o1QQaJnOLYjoRV5qVG2a6y6QUqAAtu9f6CX4xz/sKLcZI2kGUf7c9uWxpRkDkq
11hRmUGSalzXU27yoSHFBZ1Qoox//RrKnRR/NM0LKGUsLzC9fCOpNdWjI3rPeD9b/ReLgGQsNiQB
cy4bf+VCRkIlmqCAAQhC668GrzaSbv3PjSDZhaYvgOUh/My8pFtNC6tG9Wq307jPug6rVaxOiYOa
+hK1w22WE8sNQRE81+fDBQj19WTXYhuAWI1v3I40H0roWf6wn0KglCVH8GsDbBJz55G4ylKzFk9d
exKHjdyuwmO5jTx0T6XNbkqeA8EGBVLwERqR1aMfNvUOXbnOOydXaQ/ej9IoyyXExt19ModmMwAU
2goshUo+QHF50tXGjTl+C84ni+s7OgbjKURzi5RLRqodufp7FlANaoSm6ife4bQOj30IZDFEguLE
Ft5bvE+awkwkYkLneGEv34YImF4d2oIqmnxQiflJYF3sZWkcozKV+8YtexPiJTFupB26yD2rq2j5
rP4BhHM0H2+eO9fElUnGXzZ85MtKBZPQjU33LfBG3HASR7fDQyX73S/2C86bkXUYMxoY9WmUWiW2
1hXCQSLj5Ldu+900aI5XqH5KvdN47IeKIk5dhfJCQ9odRwj2BIipoJ1kbsNk3gODCJRqJveDi2zO
ZKZFj34RX4iheKkuydfOUQYzuNm7I4eO1mN0GTBRMcn1KuDHaXCBuTILAYJWum/k5ar1Fzj17o7p
wtD85xcbhe8EvyoaMrhd46hJQZto045LrEc3MT4CiMvRMDGVVte4Y2uMpo/f/Oiz8F4fb73bPBpj
gNl7o8crYeTDgMxTXl11rRGMNtoiUPYEN+701L12C/H+7QKBx2D2YERAZRyDu543SWiTWPWCwc3z
MHcCuYi3TU9GU5vGHMh0YYnn//bOR3kDDTRI2KH3F+q61/YmT44AyagG1w/VVXNIJJ96Xm2lY2tO
MTa8Hy11gd8uGgAMwGYIMIv0HduD3UmgqUIxbnATTUfaNETLd5ypS1ZuXxZgQvh5WEB2HU6LvQjG
BGyRWihjIrtSXVdJqtnAMQhGT4rYbKu0WA0cF6+SCm+Lesy+O60drXBQO+pDgMMCi5NP0WLS2YDo
+ZYWD4kj+tVSknme3uvziK+E3Kg4Z/I0NOdfT3/YyaFegrTW1Yue6npoEKAO+V4ztd6O9CUWgHtT
f2mNWexa12tZGBH3dmVu+rW8kupsATh6b0CCgNZTNLbPqgLM/oXCqNT2Ujy6IsBe3ksoYxvtFfGV
8KfHZ1O4DezgnXFQJHTzI3ZhVVPjxAtlKW1HNyhyO0g+SGVDwZ1GjTEcqqPqo71Bewu03oTKEI7t
RxidUt+J9C2YDgr0Hndf8q8sVKk2c3IMC6H0rfsDD8dPNV1GJhxlhOt17aESro9lP7pl7O9CGVAQ
vRxpGWRLrO33lhRoeA0PS6RkcYSvDSl5qwo914zupDVPvlSthDR4eTzTd02gfxLTjHoCDF2bUDnQ
oUo9xhLwAZ4sGQ/u4ZIsim3PgTh7FGYsLC6luRGWhYaNucKXlSKPbu5BSsSDX3B8lW/MSs4bI2i1
8U0O626VcUFlpONYWxBfTTdNVdVG2kSC+XjQ9xYQ7zNo2OPFjoPJPBuSpM+LKuJHV67Vg4yNk7Tp
AfRGzmMzd9z9LMjLK2DjQmWbhXQliYq9oZDRDfvglIEVI54yq6p+j0tsY/fOpQI1JVwucxGdjfMn
uVaEUownt+6iv1Wsmxn+RVEnMoVJP5dNvVSeuQ3b8Ka/MMicgKYRfFHrfRhsG6fnI4MvvqTsnBAA
t6mgfYmd9Xgq78SmsIjqEzhVgLqH07/epxMIHtMUQCU3jTZ8K5oCv/GUBIxmDfXxrPalP2Mr2ePk
H1QSrevMX3hK3TsnaEYEpeKcOUKcfG2/j/hSBJfl5AJDORmV6BcOKH6XxAhuE/a42FTgzeD4dBUv
KuY4jlXApWWoInmhxiu+MLvRrEIqNKaXKjR6FlUHTctg4XIKTneKtjTFSdiC2adGaTaMP3plFaXl
pmrE54X5vw2c8WHoywGVJ/jQcZKvx58KdVNlMj5s4A4KYCyCaAScJZQH/kUs7FD+6JdyvPcOKSYC
gCJAs9H5xLwrBQml8lgSJ5we3+I80QamYp0lSy+Qe4d07sgFiaYI/ny26CVAl3VIyDS5w9AlaC6P
wF6hlRVVAhAo9cGfx/N4JyJD8A0uJ2SosJFZcb0mKGJ9aHzi8nlDnDyMX7SEkw3ii80uzaLUSSte
tTppWGpcuXNiYRgMopBMRjaWjUUAd9aksQ5g+FnYVOfeEXpjyjbNN9/+ejzEO+t2ZYmJQ1KSinwR
YYh6mq1LGZQfoJYMRvX42My9AaHYMROhzf2UrEOQ0mTSmywfXW2fGDgj5esplw0xMHJCH1u6t2aX
lpjbYsxAfOPlsFTFtq78BYzQqIgbo3+baOe6sx9buzcuoIaw6QE8v2VW84OC9JFeja5KEksNfACx
eFPUzFGDojU5ZQUKpN75sc17I8SjZIZighLnpmsKsvGg5E0FjBAdCZI7oqUbzHEZCCrtLloA6y3Z
YhJmia9pXqLj7iUGecqB4wdNhbDNF6zcc6RoFQCWWiCgUgBH0LW/kppcTbVSGt1RBwCxzQ95n5ny
ENlepKzjZBdxVgUESn+Uw97JpuaVQ8bB+6MrT0QG1b1RuaP2p52+Hk/0HWdz9VXzn188nAeO7zku
RBg0+Oh41rq1EIEYB/xgMYiDH5u6O88XE8AcQ0/DIYSW5+j6gpTQOkPVR/AhHImXCHZu1GOJlxRx
74QhKLlCvB7t8XAybLwzZn4cJVMIj90Q1/OdwiOWHqy75BO64Y9Hd8/JzESLELPAzYDe2OuJ9Pgp
7ioxn1yA69pV72mjzUl4CkbiVK4fm7pTVgB8FmOalVdn98ns2HxU4DenYnLj5LkSXtP4b6J+NQct
MsPpqaleE+4tK7ZNagJTCSa7yHls/95QEXgAqYj+WOAymHuQaFzdB8mIWZWG2Emz+gtqqb411VAv
eGzpnuv50Q7DFaHhPmR2pwDqPn3kceP2g5GexOd8PIjbSQhBcGD7wdIGvTuuWans39aYDVoNU+Fz
uTK5conaYweQsBZaZesvvFlvYXdzNgIXO1oq8KJEB8f1VmlGBOi+xE2u1JlQdydItxeurv/KqoKm
NYBehRXJq46rjD76U9Wmh+xIfPREGsWbsl6XQkTB/Z8UhjA9ycM5LDQa9+peyRYeJfcOLLKvQKSh
dRUdIMw6e0MpDZrsTS4Q24SKlXhsQT1vdHHFG3oQdmYNMmwj15r/IkuEHgNkbJAXhWoKm/Ytx7qo
VXDnueo71A4koTY1HxDxdVoOZvr2eIvdWXREWSh5I5YEFp3tHYzR6TTi8UfcAESCFh+kPC2aPLSq
NilWj039ZCOYNyfKXFDnxqMISTdlnvALZxtFet8ras+7muqflYSkZu4hck4GXjCmsYKYILjGzaHi
0Mg/KWColCfebiuSrnw4slMVDhlEsMOKTq0SbzVEv7badb0thqFPq0Rv95EgZaaW8BUEHHLNyqoW
UlKT4vHvYje0FrLNogUsRHpMRhKchsDXoDjb5WaCfq8FL3XnZgG3xfygRcoJhTdmlxdtU0ZBm4lu
3u7Sptqn41GrUTLQtIVtes8dXlpi/VEahHk5dYnopqoN/AIApBMiocoKsnzFh09qAmYwKMXFAc0l
344+Rm/bZiNVB+7X4wWWsH7M+s4stHgTEih7ox50vb4tan+VruNDCJ+ZtYQE+xIg7ha3hWNxaWLe
zhdbqOHSadCzWHRjeavkT2qFBgPEEn0rOOqwG+onFUhAJFWTcdcooyGAnSiyRKB+otN/M1Y8h3Cj
49Jje6r4uI7rRilFVybcTuQ6A1rjS0+8+Ql9O5//scFsoahqCd80heiORiaaieKkRp4YqlNt4soq
PTN5/5/GxG4koUN7VZJiTCFS7zKQWYBgP7Zwi68BNggtKTgSoOtBKxozJHGoiknLOMmth/WgfNfS
W0Ol8W8L6ZevUrA4+7G9W+8Gc2gZQ/ll9jqEuUDrRpiqAAR9LnamHWaHIV2RpF4wcrvtoehKoG6l
wEWi8MqEPpC3q5UYLJ5uH6B1fcwasHKjqrRwzOeZud4MoB6A85xrSfiXwuRbuDpV/ZxTZLexlRI0
8tOOM7jQreT3Fz5awkfemTe0VaIHBB3YyHaqTCiQxJ1fx6Evu0qZ7kpAxzgzE7t/jKqFWp2K5NEs
hI1bjt1v1aCSXlRrDMkrKhsi1RV0MxqwwEIWaJcNQWgp0qTZZdzzq75QQfXWqsGTKja5Uwp+vurl
OFpYy3lg7Cyj6w4JJVz6uBKZK6qaIjATdYXs1pamvnOEltJXD7gZ5zzemPPGu7aD/jrsDAU5NFDp
3bBINZMCSvKad6fAlIlI8y9lsOVxqcXhdh0lIMTx5pr1B9BbwwwnmOmPxlTh8YIsEwd0apCQrETd
Qj6tWj0e0Z0H3mxrPtci6oCA2mDIF65ZxxVK5FrmXX56C2v9TRwiS0BpPSZmX1udGhqtWlO0LDba
BNiVEyrCKpZonq9DDgCtcyWZMfA33Z/H33XDboHCF9p4sZHnmUYYzfiAUgHte4jalduDRKsBE2jb
H4vyvS6nz67hjRI5y6QDWa1PDDE6RHmIwt+hKt9y0p9LIEWUTPgjTtrCw/P2OAMPJWGi4A2R6Wed
Bt/1fQWiQ8HluY2a5rQfc8hbGVoV2Pn0OnC0GBe8+504YTYJa/Omm6/R6wUaej/jI/yJm57GLgVY
3zOjPImoT2KDaxA3kEij3VOpUyUWD0FvETkyvE5d+1W7cMx+kkHX+x+0RuAHnpu+wE3M7n+tzOOu
HwPJ7StPtwQ1Tu3S44dVN5a1m0sFoUXOeUCLSR31tFxZcUBsow+1774XtsfsnW++BMedn/XaAFxl
HpNxVaeKz4WSq/IDlQNL5X416MCutYjyYBBOnhqDbEsIEavWY8u3OwBTcGGYiZZIE6tiLWEKYr0A
p+SYo+MlxUvWSPUNFx/rYOHddSdjD15mVD0EeZbsJmwq29M4HiCoSnGDXR6c27EHAbjDuRFSkFxP
syajck9rXbRJsQC5uOMbYBruDoIPc0czi4aOxdTj/K5VXFENaZiKVJc+eg8gFjgHEkDFOAHNpF0V
llhT/wtuIq+sAkqpXrEapX0YrX0/sXRtWPiuW28/fxacPZhTIPjG4jMELWyySOoVl5OFlVivCx+U
2BNvZrlse/8cBMvLIg85CrTiS9hqLK9tF/BSL8qj6rZogS13FXhS52xiNNpR9DwC/3uo+n0urYNo
3Kr8UjB5e+PIImA2BJkTrP9NerbtM5RI9E51G9HqQXOpeM8dFOja56T7k5Qn9XUAXXY2RM4094G9
Abk1Dgvt8/Ntwxy1q09gAiWCPuxqCHvVVQqD52whfgX2FMnTvdZsI3CEPz5ft3ff9YCZgy1q/JRx
3KS6eP4qRl9AskktRmBJtHzpwX4L6sXSokCEOBBRJhK3THDWZ80UNKmkukOApsriNUDpTdnyE7Dc
Ut6skZ2IALxQzcTbx+3x8TjvLuyFbWZWoe0TgZ1WVF1ddcLimHsnHyrwC87j54Qyawdkh4hjAtJE
dHbPs31xuwPCIGd1IkYniSPYIWXiSaHpq14HHoSsjkpTj3gUkptSBKYjbMDXuy9rfngLC78oaYRO
aG81kDr8XUKw5o3TdajKoMiSPUXpADaHLh+hVaTjf/bNjCToy+jCIPNWTRwRzSimZNIglgEsr9n5
vfoXrclhYYCtN0+NcOCrF03u03cpGLnf+TRnA3AKJtWJxBS3u9xPqrIBYQjX2pJUIE3Ih8AEGlwm
zX8pBOeNPm6S381UQ5sIjB8gKxU9yCQlFYBIShAPbz1pvd7MQqVDm6bIp0YWiejWyZtSzYxYSfP3
SB1avMjknDumoPMCRxgKpLIxQkdQOw4VYve/oCgXsQn6ARkMIMDHzyrt64wOqSdnTxN83VtbtwlI
5NG2sYv5JCmNovJSE8xjPegFWy0ZQJHVcLuJiD7Eo5Bhq00FcxObvTz1n4oS1P9H2pXtxo0D2y8S
oH15ldSr1V5iO9uL4ExsLaT2XV9/Dz13km6Gt4n4zgCZAQJ0iVuxWHXqnCLoihHFl0HXK2+nrJaZ
vBReDY+jDlbVbLPKBL/mUlSj8bx0Jo2WGAg1Sa6fO3lA/6A6iIv9P+FJ7vXgzOZSphX0LQ2Kcmmm
2A9DVo6+O0jubu4G/dcO4z53IXwDkD9nB5wz8bpCLDaqiti7yRfPDYxitsKGFBkYTqZ213qde6j0
JlS09i9Zxf7XOlQO8IZhFVHuzJOlIHHSOHk0Rt4PVHuvn2rOV77/OiQi8ERGtMYSZpfnLU91EhvF
mkeULpvW6Q+Z1QcTiltF/aR3u8r+OwThH/Y4b+nNids4Cuw52KOmQtD5V/nSNiHuwv3DChfzVHWn
lYqmoVndnrFC3mntvDu774+jV+9zIvGM7NfOfNa/1vASMZE9B20xXyJnnEgL5DXyqDVXNaiKZA6M
WVvD6yvF5zT+NQO2FLwYAesDrPRyqeqqKnq0/eZRY1VbU90rgA7qQetOuxU56YXSEF3oYZfLkhuc
4//DLvv7M5dc16mhGDaWzC5uvXHXF93Wq++HWjZA4TSejY87ZhYlml41TAx49pfHSfJuFDkLNB78
mj12EM5GoXi4PEc2e3qHPKXyoiYq8H8yTh2hFQAgmWoU5HBU7jhNtZU3s6XgsHr1btI73y5MhDl/
F0/+uyJnVvhD5FkpeqwSdHNqn+24Dnodbpqqm2p57Yzn69tOeJQ8F/UaJE+AYWXO8Xze1A5uFszC
EZLQlm9YIBg0SKaGepvkO2iSgzy+JjLlBNE0ggCTOVxQJ+Dlemk0KWMN2ywjkWa+9tAHR+4c3RQP
10cmNALuP6Tt0Pb8Ry9hjOEWtVuSaDa129FSb5Peup1Ba3DdjGgCodUHGToAp/EQ5RZrLIpx0UlD
ImfZkvbFMaMyCUEeGRJZz5d4QL8tcV5vGtEQouiQlMa+O4AqD6/J60MRGgCUj+kKIcLnr6JkMuah
7mGgUYuNO+/UBV03iWRzi9wNylG/jHBHyKagaFGHikQ1OmXIpkqOTrlbZUlB4VBwpSL7yB6rKrcq
BgDLK1EnLH67URtEh2WQ4ja/Pl+ioSBIZ41XeP0BzXq5jclaxWCYtkjUphsTrZZx4OEZrm+uW+Ff
ve/u4NwMd0RVBFidY2Q0Uls0mCPJNAXtqn3Tlgo1zzW2Y4idFzREhirdzPGAHrPeQcu9qQy+2kON
sVrqwHCWcoc3qrLpWxvEG9mchKOxjoE1j9CaW4z16fpXixbg7KP5V2qr1TWQmpibaYy0ZmesG82W
3Mui2IZB0i3sVTyH/ygAj3mejG2PIq59MwzPjZnd6d3o43EKuczXyWglCyEcEnCKHp4uyFHyHR+N
mlTVoE15VHh9Ho69pd4YLYhnvDa3dtdnT3RXMpm5/0xxS962Zj7n+ZBH3cbZyPjvxOMALA4IGheM
XtyFv9Jp0Fo2bxS98qgHBGm9Bt4kcb/Cw4ESzX9WuOu+NZZkpSasdDpqqaQ+WgsNvOEF5CyP1ydL
OB5sA3Re4FLBPXZ5DDuA9esFtBpRn71YzsOaPEz0I4MBeIvVZtCgwMNSbDo0C+0RAqL7d5lM31nR
3uw9SMNn0VOEqQr+Z4dzW6bXEUVfEYsVg7GxavQYKuhaU5agA8sOhNgCTwM1ZiqZQGHoCZQ4MM0O
cCJ/NBgtKNFAahDB02LVQUrvkFPegbJrHifoX2RBGv+jJ07gduh8vb50wn2OdwnwiwANIIF7uXR1
peezMSEQoHkeNPGbV8m6J4Sb48wC+/uz+AZZLLNNOzzu5vh5mo9IDvvT8Pn6KISOiBVw0Yxp2QbP
J5lmtj3ZOZ5wbrlTsyBGo6+28bptDgE1GWpIFG68F4v/1xY3Y900EgAtYIvUwAtX4Bs07wDJcsx2
q1sy4JBweVhaE3hMVDz4fFRqrxkaTxBCuYmqgrm0vK8qKsnm8Uqe79cbfpp10SFaQynjcoWcmfUJ
tjmJUCf03M5HLq/LjtvZfVH0TV99Nh9BdKfSL+gvzyH91xk+GLbmOawn4hO93F5fS9H8MlZQQM9Y
Mwz/YB6Ufl1mWpBoVMtNWTzogHUs4MtzC6CnPEkAIdqcaKGHGhTrbkey6HLoVYwUb6YidqSHSi38
xjsVUCm5PiCRS2EHmylpg7uXf70umlfHMzQ8oqFXjnlegB6GbupW9cmotRgWCPuL3q8sRdYpLto8
AHEAxQHIK7pquECvt0mvNSrSN+pUPpZYs2kmh+tjEy7WmQnOXZLBtAcFzKIRknu2Yz5q1ik32m3Z
DMHsGJLFkhnjTl7B2msVy2LpqC2ZoNgIpp022ybmHI2mKzEmcinnk8e5LWWYNahuwxiplzuLrqGd
mT6dio0T33a03FBdGmYKN6OBPgiEUowlios5CtZlqtcdiYoOeQ6/RHZvCDrwuELwPdWBhbTLFiTj
blGC7nTQ0AWeax3UX5dK/2EWvdP4WdoAgoowdPinaJ3uvlhIlm+sacm2LPUKiaN2ek28FpAQp4vV
p3R2sti3BxLfD1RzYxxuJB1PCqGzJFQUj83DqwZlI9ApciGP5s6EDFB+A94P+SHNT/o92FkkJ01o
BL1WQHTiH3RJXp7mOEHtd0E6L1Ji4uvrDj2Mvmq+XN/ywlOFAtC7SDh8J78LFVrixUHwCJygNZSB
nnVTzQDjX7fC5oNPecHfY7Zc9MVAbfByKLm7Dq0LbaUIDRPDhCYVgOiOUhiPcCzAFTsOwLcqLoBL
K+nclZ3jwP2BrdALhqfrYxAuB+u1QYkGvKA8LCR3wV/fufh1y3sm+a2Ttn6ffr5uQziCMxucA1dN
6FCXGV7MHQQ8D3FVKn6TuV143QrPt/XvFYm3LAM7ocjPpwbXXokBYmRv5nW7UP+re1r8MQFwdY8c
PSWfrL1a5IE67Kzn65ZFPg+wNJQZ8eABax23QvMCJgOb2rigsmLZdMkAngmnhDb7uFY3yqRGulXK
JOhF63Zuk/39WcSmDWqZd72JvVdOW4gdnEAFsunaWTKp4qFB6M1CWhyVBt4lZF3XTpNDotQ0Qugo
h01uhrpa3nuD6hetpJbBIxXelxBINQvXITb7H1Ao6NiPZp2M2OuQlB1vUwgRHdsSbCbHwd71X/fe
0/WVE80iMsmoFLOuMwgpX86iM5eodfdIGjTVPbV1pERBTZFXm+tWRJMIlVBg4wArR7zEWakzo7SK
UcFaWUuI3uulA/ecdzOqRVRX5Qf8K+sYA5EwkAcollwOCRU5PCVXA1r3Obj+ml0PufFB1oAgHNGZ
ES5qUWw7RrZFR7hUzUE+AviZbVdjDuLYDY3h4fr0CRfJBDwMAG12sLk9WC1lPjYp9uCotn41PbCS
3ihDJ8iMsBGfnae88sikljBCUL7L13iH/nWAxTLJeZKZ4V7hnkFRxlRwbPvBn9MdUU4yKU+ZBe5S
Got16ZKWpZQAKKpHMNpD0jdzJHBC5tL4qw8STf+tCZ+4WhJrTowG0+VaXTCCUq9dP1AjYwEWklao
IsD7XC6INcVWFTvs0OS273g/8pyEJYjTPrC3bCgcsK5ExrZ6aUUrm94zFIzDUt/K9pRkA2gKPnQk
z4xwS1JndIhd6pIo68BKYgGdDtZxWTlEFIygbeW/kZhctYDU2dSkzFO72rF5ofGNRjcy6IXQhgOu
I0akz2SkLmcrBwzB7YoYwW/6xRjeSmM3pVFjSlZeZoXzYNriZil6T+GUtVMZolMd4fT9OEq8itgK
euMY8zrrtL0cSzviBavnOY06q9zr6ZH0HgRUd171cn2HscX946RAYvs/O9w+TtwM0hU1eu6AcfB0
L1DrDk+UxXchpZcZP+ioBtKASzY2LsauBlS6e1IgF/49956HWwc8JGA/uT4wHuL2flkjoY+gADA3
Bqy9nEFAcHBdYi6icr1fXX0/GyAH7g60D4we7xXV78zXen1qVkDPDHNz3brIzaFxGfc2ENqM8u7S
uLmWeKV7M+AIEEYGfWx7crLP100IE36sZ1hHygWkH3wXpU1UrfNyVP1qM04DXaU7M1tunREcMvST
sdwN4Bktgem0ur/shmJTq6O0hHwA+x8EtJejg7SLgS4ZOL+1+qYAr9r4Fj32aoDy9tv1QQq2CiQv
NeTlYAptV9z2XEF8scxzg5ZQIK+R+jOHZkvJvpRl5MR2MBIXUrSmwyvANqtS543W0sg1lefZ7F7G
yTmUS3Ks8ByV7EzB3sCYftti33J2lydq1UD0tqeR0x+tbINRpaPERwkCoAsT3ALpDbGWysFwxgYX
YJGBfU838vuWkgfQ6ew9iNVcXyfBhQsAO+jOTVZ3BFblckyFYTRdZWIvqumXFZBZV1bWFPipCwPc
iKhLO2PuETeuCgLGTaMvu6Q4uPdJlW7tttv9Ld/2v3ucUT1A/wb1Ap6suG57S6OQs4qmxH5VdOse
suGS8F646ZjqABruQKfFRymztzrKvGBM/RCUP+v+JvH2SS0J6YQrA5gemJ8gyAX80OXKzJ0aQ1AD
Dr5Ew8voWtt0/vtgC1fUbwvsC87286omXtxkFGcntX3UbtDB8ZETc2aBnagzC8jNG8WywoKtPzSA
79D2J4qpHzCCqhAIZ0yUoLCNL41YuaNVCcV9UTg39Y/BO8SSO0G0EucGuFHYU72YpIQBo/LRwToR
yRkUHRHUtdClg8qTCh7DywGorTqaKBNjAOpY+6aVoJHS21Pd8R3QuZrTg7aoj5ae7q8ffdEuPjfL
ncx56elU1iWN0vikdq+Kifw32jITWZlJdN/h3fh7fNydOiMFlds6xpdTN4viUleCvp9oCCave2rd
0UW7WzLvezmZNorpsYy+nP08FyldmOfC5EQbB1OvYb6N71b6hKYNyFAMoAtarCroYkmuQTyrKCgg
Y4OyzTsH19mWz8YupbUBaxDBSQGy1aHzTo+lJaPtFNrRDWbhXV+a2/V4KWup6WH1gLFYh6NVHUt6
hBTI9T3CtvYfcwcyLkB43hM13NIpjpm3yYprHCbi6QEjkZaqZSa45aGp04F5DCZMc8D9Q5wvQHjf
uaWs7VQ8Yb+GwpNUEsdDh7SLq5WUDPoCPZW12XofckZo8kPEg3cs0tHcWa4BImzakUa9++wmbgh3
NNWNxGEIHRLLCAI3ixbsd/mesz2mLUobKz2mzFCUMiwaFEOU3PpL/qv3ixS3G6JgBycUqbrLoSx9
qVdaDSudZodYfNDdNxp4tcdQ1yTbTDQgXEWo4YBXl6mxX5oC2Lp0il6jkVdX0L9xqBog/71Ipk20
0xi1BexAA+UPWJKy6tYIKDf8UAYUthF/YywM1FNlVW/RTsPrBccStQ4AuLmbux57t7KogR0NvM+O
TL5rBJkjeWcKB4PU8Hs1goXZl1NGtartE13HyUQYMn4GGZnbSVyZKBgFd91/JnjuhMWgdtrrWJUC
Yrptvl/Gk53sNNWB5JAslynaAQZDXqCfDv0lKj8cIyPNao1F1DXJFg8vlna+7sqEFpAnxdrrwIW5
3LOS6grezCliEUMhvgJ6wfID4Dr0g/62wD39i3qcLeP9edy9dKQ4lsObSp8Th0oubuGFem6Ie1yl
iZOBIwFDAdgxTo7oODUerGfkmZdxa4LbbPpAhHVuj9vQ+WB4U8vCODZ1DMfRgqZA8vIRHRpwUqLf
AJRoOKHc8rhkWAZi43Glx8ZOaW2fdBAZ6b/HlYxQR2gJtBxA++N8oony8uQ0RdU6gwYXbaifq+be
Q1YhM1ADK2RCMaIjagJagdeVASwZD1lLvT4Ge8r8/l7sMuOAzUCk15poW58b4Q4OvACp8x5OLbEt
ZA2OIDT4wOqDY1ljdVW8eBw2zLPbJjeHeBxGWJiKDr1BAIhYr6oleYsI5+rMCHdvGomm2HqBuTKz
IvSGN3ZAwTQSXvcBMitcyDuZY0K6DFbqEl2CdHSdYHYb6KWB1kRy2bB55yMnUNHBe3roSkTS5XLW
msUswcAJ/zx+td/oY7kSf69An6P9Iis2idw0qLdBUQL4E96k3PpQFZIM5ZoXkdeCYnkt2+lnl4BP
J01V5WEpy5fRHmQ00sIzhD0NTR7g1tEEdTk6LZmgXU5Jgas0RulzDlrS+UY5hvb0en3JRJYsG5l6
DShTxFPckmVKqjRVSYtIs6KuLsM6fQA5sK+0kuY40dYAtIvRBkBaA5rolyOap7YevaQsomETN8GP
VsbwIvt9bsbqclTctsA4VOdmqCLArpPx/vpUibbc+RC4M4Q+rbmsIUvLcjnzdENequkGGN1gMF5R
GkD35PG6PZHrAVEAAJNQJ4J+PHffaSgJlWB1LHBmFxD0mP7wAWwfokGWKgUyBpEIdynoXdvNCYT5
ItLE6PJrNqX9NfvWgrbYqYKCyITqhBcrgD8MggOkPzze5SYoVkSedVHBXtzdd0X6UKFEkKjobM1t
xZ/pj6R8m7KtFq+SpRPt8nPD3FS2Y6xrRQfDXdqi4w8y2Nm4jYsHKgMGi7Yh+AhZcpsxvvL0Pn1m
WeXiYZsrw86pjvGw+0jJk1Ee/jLB7fRCrde5Qz9V9D5ZWbAMxzF5u771ZMPgtjo4e/JkBvF3BOmV
Kd/Q7OTMu/+fCc7x2DSNvRb0uGym0CeBmTIryQESj4KhY5ApZ5xal9vNsHIQdrV9EelGsm7xDINc
nuG8WYuWbK4PRuQa8E5EugA3BUqfXJSQJ2WtlSMsuXMPTohGG/GQs4Ao9tpZhaxK0p+G2G72a9Nr
39dRlxX2hSP9bZ+HA9UUiikWpNYjW/2O9YrJ88fWywWZII4vnAZ/dvtEoayOiSPk1oFbQW15DUxZ
a4DwnJ4Z4c6p4k64gh23iLJk2iXJHE7jQ+bq9/X0gXgI2Kxfo+FCfBp7qr0UFjwRCEPRgYbMi9NJ
Qm5R4ACeV+C/QSeCYJi3QUBU1FhxERmpCl7rU+e2fqkq/kYSdYkScLgjWDlUxbP4j5RYCYmWTjHe
x6LoPtQ/00f3aUxP0htJNKJzS9wlbvV2V7qjiRsQqg9p+Rw3byYdt30X+/Uoe4WxteYjPIdJA1oA
noPnlTu9ExDfUGmCMfJWgaAOrRY3RnjvDsES+/S7LVX5FJ2hc3vc4MYiGzMtx5Yw1iFyRnuGAFcV
uKXt2326WdA+AETxvJu8V/CabdNJP/aD9dXT56AhtsRzCScaGQ7GAAm5XF73So1HsLVBmSka1OOU
GtuhiwOnvOmtx3gyD9d9l8AWHgasX4lR3P8BuoQgxeKiczWLlNqz75pFtX0jgeaDMqEhy+mKCppr
FZU4TF4Mg2W/DAaJZ2EAaGV4bh+rcPoM6hVZhOaWIP4MMhFwhc+e3+h3S91sPCO71/ITVUaQD36f
J2SUtS9aNWz69M0oZVQ7AreDj2GJXtUBTTgPvrInTxmssc4i3eu35dbqQP0B8qWmkjz1xHZYNglX
BK5wLv4pLStVS33I0K+RN1t03XS+aWbzBv1Y0x5tbo3EM7Atyx0hiKap7F8E+OhWurwAFZCwMvkm
TPKATvWVxGU4zNZfChP8u5RnVjinDWXRzDFyWDHQ+Vy22zTbljaV7FLB6US+D5lFoJfQ9cgXcUBt
1qVmO2URGN13jn5f1Mohzj6yPmdG2FE5e4rXRYnnvTuiiILe0PwpNl7BB2lIrgXhJmCThtc+0jF8
dpmAnrHWHIxk1I0jUTev6wJKKyJJLr6/Dv5Y+zMznPvMFmvR13jOooSkAdGOxL7LTGVXW0sw9eYj
CO18PXnQyudFPXidHXjdHMZNF5r6bY/HdLvx5sjJX8A44rj71tjjLEcK6Q7VBGpZ7c46AD27GWpl
E3cnVxa5iXwSgKRo4TMAFHH57sdRn5oq1YwsAhlbq9w0B/JtfK0/gCLDqf9lhU9ZFpCLHnsTVhCC
IrYLCKjWht6UZCqEY0GeAuhOtMKofJp3LjRUmZmV0ghiFHjWNUju4x7sQU9/78hxXQBFjRwx4Bds
453tXm12lKEfUAK0AKe+p27ys+0zPVzjQtlZyYIMdo1r5LpN0bE8t8mdmDVVJtoNGByujMAuXmbt
mA2Su0J0YNBNjxYq5C0ttPpcjsvqZ3DF0CyPUPwB/depc35Uzi7ZXh+JKXKW6FfCDYA8HBKl3FC0
nNZ6UsBMszF3Y6TswbVQhvEBdEEB2NbBAec7vuZXAfWLbbolm2/PX9rAOD6PG2uf3LdBp/vTwdmB
7MZvA3Ig4efSL4N8Rw/jq+RbMWL+bJ9/KpdiHZchjTMnzaOsRCzU/UiN3XUDIpCYcW6Be9Ao89hR
PcZkGDbZoR63tWfwaapPVG82M7jJ3PzYWoyc2nHAySdrcOcpbN+vlDPz713jZ1s5nkhSmgMGqIPf
GXRow+p33wG/hPLE3fgSf+1f5lvIyqcPSPldH7l4F4CQGNAxARsk9IpGNacVOF4aqPxSWtZh6miW
5NjwhIv/DhDofBdXGRpRPO7OtOOywYXdglxM2Vr593jKNo6d7+vBJ+A2ynzorfgoCJZL2M/0kznt
UYO0If2FDs8EBE+LtOgh8lLIKvz6IO6QeQVkNpMEHc0O1O1b9D1AomrWncCMkXuaJZe5ePiMugIn
DbSzNueqrDQtVBA/Y3t1S1DHJFz11Cfx1xQ05cPJOJU/Zr3yjXGrj/l2Pmmf1GWbaPcVMjZQW7y+
4sKRn30Ld+6bHGpqFfijIiiQO+s/kwLup2pf2X5NZNVrUa8Luh4tQHaQ1WVh4KUroxB/8KwJXfax
+lCCSbJPe59oJ6U5xouzjZPMj/vQ8aA9vZkZrR9UJqZRkokVht7nH8HvvTpDNUBDSzle8NPNCK8V
rN0p8bPKT576N28Ote+5v6Dh4al7kvX+iS6Mc+PcPkuBfzELA83/S1KEs/0dJatAqmHFvNMf/hHZ
c0adi0nmg0Uva5dmXjHC9kAR+Or6sSuPU/FDNaJxfAG04wM3FPpQgDUFfzLYP5hTOXNX1lqXHuQy
cXj6Y5OhMgnUZ1Yh7yNDJogyqBBhNKBqhKQtngXGpaUkr2MFELw8KskYlOmnRnMCVs2LQfXmjWji
gJfGI/HT9SMiavABFT3IZhhTOxKb3L4tDJI7RYp217n2ts1Kg5Vu4/bn1PpaRHLv5K3PYLY75pJQ
mecM/NdNIpIB8BlxGqohl8PV1LQ26KTnkaf/k+szConVxrIyf6puyjQJ29QElmvxe8jR0nX17azb
440lyUSI4g/sol8fwTmrOS6zvLNAIKA6X4C4CybQFKDl85D/Jdvp+2ixhQBTA1JUwxpfjtaYC8uF
nibBaEO3364vPfWTMcj+cXEWJe8D0T2HkgJaQYCL82y+7qPNdqFAQABPncx6hbDcBGWs3JG4VvbB
/Dl00GuOJjskMdCHdjmgjkxrgTsF28baQF4zbTbGS5VGAygFZcVgkRc/N8X5FQDgUKetYWoKqs9a
RB9roEb9DxyDcyPc6TOrdCVkghFHD78PEySO/THIV18HBzDgaA/XzQlnDxpXKqiXdKhHc9acvHJz
N4G12FEPi8nKzz5UUWcNDB1g/O0k21zkmR0PIBEU7XHU+deQA2J7hhGC05yMLCib+ORR+ha3sezy
Fy0VtE2gZYyqKvwztyugZJx4RAXfSG+0e0uDwElxs/Y7aJFr6Q1ECZKm9DP7Vvc+Q1+onbZUtffd
GKTrU6LJMEuiY+CCkxRgY/wHYjWXO3SuJrUF+xU4z4yaHFynzzdZ0mmSwya6j3DIgKAFkzO6LjgP
UlarsdSzmUfrGO9SqmzKDHD9tAshMO/35bFrxofcqSUXvWhB0eyjg/EBcQX+uBwbqHDQ/IEiSJSO
bgC2Bwcys9KrVjSB50a4q0/TKlObgKGP1vahXj+b6So5dLpou5xb4JYoXpGwsSpMXurdVfYQxmjU
t4rqqIJUonRWv0jYs7oYlGNa3OXkpCBiJZafN4Rpp09ocTN9vPI3E80A43Ru82mT0HVrGrtO80ut
3ff61slk/fKyr+aWnCytguZptuQkWipovrsQ3Pie0QCU1pIZEq8zBNrBJwoou85231n0AZIIi1Qe
LkkwAQCvlPkKUopU2173RsKFBlgeVRNEAWhouLQCjQh9JDGspK0LoHkWgH/7ugXhOM4scAutdNo6
zz2mrNIAVJ3swAUJdymDJ4mtOMDAIQ/LVCEvxzEkJi2GDqfCmZ1wROmH5bDmZXd9LCLfDYGAX1a4
sRRZ3KQgHwDX0XrSYyv0plcU/caWIhgFeW/ydxrd75EDFOKh9gVEDLL43G6rpmU2Cw9cIVl5i3xe
MZPTAJZNIPWSj2w2wKqQvtbRUWhxA8vamJRdPP9LRbkgYvCmZ12TMbuy7+UDBzQb/LLCjQdDXSGF
t2KzDfWGDtBLhHiMkhzXTvbeF7lmlmKEvgT6lIH5vdwOjk3a3omxUNTO4E6qoLECi35Fq0Ztko02
bpAhvb41hJ7hzCLbOmfHNSudREkzHKSuGsNY17eL1yS+Oyb7qk+/tLGs1CLcihaQZUxMA91P/IpV
pGjIihGSsvXQvdxa+9nuDmUJ3YaGJlk4YT9BYCqXPVbYD/+xiGeGuUVMwYQ5ZyXueZu1mA8n3XxF
o9VH9iM0bk1A6BhPoc7NJkBz8RqDLTf2jB0QoQRZlM6WRGLCJQNzGGq48H423wKTxCCNznr4DBRA
/cHID/MXbwSRt1ntPDJIgmZeg4IdZohwoFzDCDFYf/PlkMwyHrtegR9068xPtXUPvkoPL60RFXGI
vVZBelKPhb8ZKN059sZpPl3foILDx9TLoeOLghj0prnHXpoYimZRSpCbQvodjPhfmxQ029XkBHFS
SYIUoTEkW9GBhaS16nKXlzO0MyUKKF8mdSmha0bHoOoLA2rzGdkgIJURNwntuYAnM9IPVMv500Bc
a7KmHhQIs4EG11E7FksXqNC41rP0n+sTKTgAQFpDRgAaPrg3+Yxy0bh6reLwoVyO7oGEzkgroTk+
NOs4l2wamSnOqXRLlacKqHMiLUYGIBt8bc79FuIc10ckSsxiZ8KXMEpdMM9yZ3pKsnpBeQG9tfYn
qFQEVUieyEH147sqqoNxax2VoDooh+tmBefvwirnpBEW5EqhskgqSAPHf3V2JLxugZ0pzldBOQpF
E0ZzhwojZ0GhUHsZHPRpttMI+hkVikrp9O26DcFVgysN3cGmh3eWx7+GU2jLOLWFzkmzSWfI8Do3
akI2awVBD21TZcU3piamvF03KtoYQIaYoHxAxzzqzpfOZJloXlWGizgUfVmk/U6Rx1dk6yO4YlDc
QgcasjRomODBuIXdOnmPB1TUJ11APH2rJp+sY+oEqvIsZb8VbQYgfuEswHwEMQnu+Vgsgw15BRir
ys+FZ22z70Ye+1NeBAD0fWDy0AUExDzjYf2D5a2uWxX0IhhXXhl+EivqDiCsIqjbRaboLRzVmSnu
saaskEUwaxzgDKAAtf8+TZ8W965FnqSpZRezaLOj8QTOFlktFC84Bz+M9UCLCcPykk8jdHyLypTc
yqI8Ja4uxvbpIv2DhvjLbZeTKXUmA3cIuoj9xGsQ8y7A0ywBgYpN1q27rPhpIfntqR/oiWVci3jK
my6ae/kNbyg2mZIczcM1BOa/jU2AJ/31XSG6QqBMA4eOzQe5D3bkzgI41O7THBk18GIt9IkOM+S5
qmOWe5tMVgYXHd5zS5y3HdNsGaBGBWa3voUcTGZDAzme9cC1qCpxgDJTnAOEeFc+VxV4SJr0rS7e
xva7a0pATeJ5gyPH0UVy3uYObmsXHq0cjEY186BSigAA2bJKttkguS7EYwFojL2I0fHL7++mpmtb
YyzTvBmrPdMIkSSmxUP5bYEbimvUSWdip0XuEvwAZii++Uh3CxBJv01wgW28DpAVZvRJsf4trf12
fFlll55snjifAyqVMgWXIbgD6oO5tSB5t79+UkRODQR1jKQcQsZ/lA3sekm9JQPbB1Ql2qGGotOJ
xIfJffh53Y7IoZ3b4ZajNQhUh0vYGSEkAH5VJS92f28BpNhIsHjIjsKtXZ55N7a8ypnBnNVqIfAw
i/H5+u+/gzT5AOTcABfAefWk6DFhtArQPTe6jb6pqgAFumTvrI9T9raWhxzl92LdTGMd1F+gRGav
EOb7vhSenx/z5FCH4BdWZAQgoj0C4mm0jSLeA5iMG/iyKH3bufguxwUjrfI6Jw9SMK5o+VDNQgEN
JCO4azk3NzXG7IyOh7sPkrs12g5MS3JeRQVnRF6/TXDDiBO98CoFok99ke8T/bTkU2DPIZD6d3EO
9LkRq74G0OPcPPWt6zePpAohQ7arNBIa6Scru2lrGa5FFDUxTAu2FVAAeGxd7qnFqEcyDvimxKlO
uv2YLj+1vLnRS+O2NcwDBFtkMHU2yj82GeAt7N3Des24iabqqo8gdARfRHWvac22dn4OLCNd3NjF
8/UNLcKfQUqN9QECt4fdw0UANcShqloHe5Z7so9lpO7dkxH2W+tm3Ouh9UCCYmM/Zqf+bv0BmsLQ
9CEKFiqA9fSBGRZbZ6f6cmlk4U77/VF8/X1WCsiqE3xUrOMQmfkeYXcweuY+U90dWbqwBwmlOZzm
xQzcLHsou/ne7d0vQPpur8+PCApwPj98FQSVkT7uTFwhyl2xV/bktjjGW+1LvAfvZJTvhoNMKpkt
Lr/4WHU0ZKKrHWzJnJM0Y1LrM7uzBnSzppOvz1/GGrThkuyBaFefm+HurQI7XVdSTPE8PupNkFUb
XMJkD//USyyJqtImihuglkbeDnES813ngVhrjkbuoIY5NOajZ7U/vaS/ManV+2v25EIqlWxKwBri
1gm11pbcbSLHiKc9HiJ40Wm4FS6Nd4NS6A04fiNi7OLVCZo+3c6VDJUuOrGAZgPKACAkUpTcbCbG
YlhNDkwfXIVv540CNCZUSD20SNSj+U/aKZJSldAg6rUg7n5XQuWcEjJTfT/bmNP04B6sbFsE7UMp
SyMI5+7MCDd3mj4lIGo2gRpErWYEDWHjfdddyQkTnXW0Gv4aCbc71nQEANu2smjrS5b+nZqBP0rn
P8350aHuHFKzn142NCx8cmPs8hoINTPsI/W1eyjv1xvtq7HND2aA1+I92BB22vzcZ0dXBj0x2IJc
+xbuZvPUFo8dD9/ipWFyk/5MA+urtQVqCpVwuomPRqRtcbGV2ylK+5t5B0wRuTdvim/zprqL/ynu
+luyJf787AFsEF53csKo5nyimLM4O6FjuqpxmmA3wb1twAoLf7BJwGq3WbKgQNL7WH/zet/Fhg6W
Q3aYldvpZ7/JICe7dySPAtnG5u4jR1/0bGUbu0CKin7OwvyQSpqKRB7292hxz16OVlHrPoUKFbZ1
OJzsbXuSTOf1HY0a3OXvZxatVEvBUqubTRJcX6rr04N+gcvfLs14qiy2Uogq/6nCNVBDWT/r9VMP
xe5LE55CYgR4+HzbvlGL42TvNff++ihkM8T+/my/KfY6TJTBkZXxiDPqd5pMNUI2T394lThFBYfN
E/VHA7ygUE/4ScDeg/zG9bGICt8gXP/PgcFXXQ5Gw7WXjC5MhXF1qwdvANp+y0Nyq2+ekpvpOWv8
V3A06ltyr98seE3vyNfxme5lXbuyOeUcTK7GpkkACYlW91TNiNJSWXDO9u3/7cIQPFwOdNXUpG0G
XAcm8NaGT0Ltc79DBfMOksvOXbm7Pq+ybcg5gglqakZLcXGX0Xb+MkjqGcLqzdmq8ckHAwKjbcIG
0/9cbpVgfiQ7ikzU4utB/YjHXbZv69upOi2yUEGYmz+3zLkHPW2rRWswsMqvQw9/RPnoJ3v9W3do
DtPOu0Ur2wTBOMk+ZfN1ZfXeoeRnZ84cU7SGxtimK7iRXb/Ktp3lj2G5vBnuYzr8D2nX2eM4rmx/
kQDl8JUKtpzaqeMXoadnWjln/fp31Pe9uzbta2Luwy4wwM7CJZLFYrF46hyGs7CsUUGk1AaOA+Fz
uKksdG2+dcvY9U3BDOz/l5PQaIch4OQhFOdAwlllUDixlNilyjgv7o4F6iHoAcJDH9oorv0+0Vqj
QOENY8HRHayAJpPsYDDT13HNok2775YXtijnqIIsUP0I88ZzQKIMIjEmkQyDtugMwGWqESIpb0JO
giQ9hK0GIHSyUHVloatpR5qYBQC/G1MuvoY6bfRBDJpRx1GghV1kToN2lAuJibaef+XGMy+sUL6i
yWPv8bNnetvEmhxtyTvSRt8g3QidzmE1tN89GS6sUWePPkqDimoxTv+QpOj5cLXeKrT/Jqm9MEId
P3kfC8bAz3s8E+yxfB5TjuH5rKWhTp1WVpoyNWDByD7Sfp3zLMTF/WvbxRioAwVdSIHSt7DASS9R
K9te5I5R66SxDSxJ2K+EoLNySD7oqBg+3tWsDUcdNHmiRnw9O0T6Ha7SRWELa+5ZRuXHfWznP+y2
H4zjDK+lY2IVDtVg+C3QqGIM/t+sVVTRDNu4Dc1iSDPB0vl8VHChi8eeQPy5P0SCDkHhctImSM3k
UrFsRSELF16WquiGbUIch0YmsajU5gHf7pB/vpPaIUGHV15UKRCBPEcekI9XBbF9cT/0jBm5mxqD
x2RWLEG7EP3kpAqTqEpzP1EVeyY6bCDu7Xh9aXXcH8bU3930F5aoQMd3oaT7ow+0dp2YkYq2GQPC
8ufh2KCT8VmGQIWKiAaxLUk4PTZ9d4wQ2VZkXNVBlkr5tVIbCZdJKSQbxZSEkSSQTjds1ZNWWGdW
vn535S6MUa4sTXzetQO6VoJw+hh7X3K1bJif1wLeLDu0So3QN3P0sWIVhO/uIejlQtsWz9jowL8+
tKB+WilBCphw4/0yUB0N+6dR3Pi9U/lPEdBEAKU8nta7I70wOH/QRX6RKALnBR0MjnW/ANsx8Eq7
AWw4gYBXJEWxgmn12OAcQ282hY42C4B90GdFr+NUQvkD0B5s3u9IylajUL+oAvqBHlu5e1xAV1WS
wXE8k/JdDysPIaynD3W0cTRo6g0LaF5FMvFZPIZ3X2IB1pgXDJ32EPm+ttMDLzhqOUaTgdFgQuei
+JWHi5FLiFDt0ZhK8hJQWhYm9YfljZ5ESM/AP9D4iic4anhhG+QdBFPmDr5hMy7VVbDot/5Hf9R6
0h7Sg+riFP4lcmRaF8vsMDo5yr/tqWxJ9YzS+4J1m7obki8/iJqHpo/02J8/aDQ1x7BjWzPzRbWO
nPhZduIn6T06TMyjbo6fj2aBOkyDZJR6z4NRHuOP9r88q7K5xWQKm690z7rY3POoyxFS8UcD041W
cT9Tnjl/0FxGMvuxz/4IBD4aD7X5p1pWwrCHCTw27QyoNO+M2tyg0roW99WxXBZmu0QQcoSV9+67
1ap1+dfHn3Dfny8ciw4HKZRj1RafkLiKJS/iVUMq4uHWy7oC3AvnF9NJX+S8SvTS2IAh0PhUzaEo
VuDBhmDYy+MB3Ys2l2ao8wrAwglqZwhvKJTzRDJZcFOJ4RZ0LtL5U6WrGcYhPZXL1h7wCOOZxbu8
Itou38mub0+rYSGdFLN3RitcJBmR7exX5Ey70Rp2waZ/xZ8rkcS/gmVmKozM4F6PF0CG/44UdJtL
NEUBapj4vjF7qQD828pmEZAwgeSSGe4yi9d+ecZaxTXl8cTfzUMvDVMhaqh9NQWPFkKU2Zs8iUxt
LRPdSl2R6IyNc+8MuzRFBZ8p68o0LWZfshW32qMsYM8VT8aAWK5ERRtfbiRoLcHKdvi9j92B1KSz
O/jUH8hsuMZTyqh1sEZFBZxOaMYyDGCvsVTbcFprHhdLFYK1DamQI/OFHhodjEwC4XbTKoaNx/P2
A2h9ENVosJIC3h8MA93IaN9EVboAXbqZr0RbtZSX4ol3287sttlueMkRvtvfn5CAefwFd8eIps75
WRawJYlyD2MK+UibcEYb1QE9scbwUUvPWssoN9wNBKBPQXsh2mLBpHKdCYxodPK9tAHwXCFl1pqQ
Z4sMa/JNpqL0/cMWDQJooUfGAUjltakcTJJZKqFLQDppYL/XnR6dL3r4MgiC0+miiSdY0qL3Qmtl
8AyheW6rpJ8pGEgez+vdR1Y07KF7Ew10kGqdLwsXuWPEp+oQeRiy0Jh98dtXnbKwO6hKvIX8RwUq
JXUaiBGldqpsJmnFwkXeo1GQQe09SzSg1w1Vnmv7CO6JrgwzOr2QzTb+kseByOCKzPpl/51GTg8p
0t4VhtVg/GYM/e5qg3tsbhwE1pRmfOb1QJGLAChyUe8I4uqQv4egTEAvEicv85Z3mnSBR+i5uR9p
o9nIB74pyTQWZFZHYWlpzafyzRYD4gC6YGCIBsXG9URkUFBTimTuRYsznSQVd2pz4xQ20NMz0FJp
R0kUkB7ob1Bsxe+MqZiP0EfGqSM2boqq4gp0XECIzAoq4SxL752/QfeJO0Xyrm7BmJb6dv4d/Bcq
AjKwvnjBBd5cAcnm9bBR5fDzpkVfDqRfGn0b6pu+eBpYbI33JnduYNFnLlzsOMrLszys1EY1cLpU
3doPs5VYtBhZeS4DEbel5nOqhDcQxH09ntd7HnZplioeePWE/qIJZsVFg8YEv0htzsuIp5XbZmwZ
W/ne2QbQPjzZAF0t0PTXMzmqElc0E2YyLr4hJpij35apHHXvPAPvEahW5z0r0lfbWk6CgEPBC57h
m7n0jqxPzjMrjuyxBTtQLjDC/t2KPQjZ8daO+i86BagwyYtl/q/WnELBy2j96Zcg/y9rklUHY9km
nFMEeGVC1zRv4AUhXJYiCrfNZOuF/lkEPOPx7O4Uo5MGxCtQPQBS5HqKW45PZC7AekpyRTjhOZbQ
kaux+u/upl1g81FQCAIxIu7X12b6MSrEWOewJ8DrIrltExM+1tAX2VldZIN0RS7MMDPx9vPYXe8O
D3wrM5sucOo/b9UXZ4E3TUoaNBFU8Dp91ltQBtXqPYab3h0dGCcUSArBj4C4vx6dKDRiIhUt0Olh
mK/1jJfMWKoD2/D4yG0msXFQ/5TWY4H/lOvvUl+q6xbVdkYt6h7JB9BXQNrO0D3g5KlcsKm6yOBQ
cdx0496PrSrsCVQTiaQsNc3OJ1vhpC2EosqptvwseBflpSdvORQh8lnLuvGXfz/5l59DeTq0sZUK
DTeAmmrRsgXpyzQ8ZxzLt+4FQvBgooUdbA3omacCPaSEs74vccqktWZrxsc4VOtcQ3OwChLH2t9p
YknKnMWiTDkWUOYocswtTNjJBiiqqDiIfu86ENMoPAq+ugdWx/bjT04bGAf6vPsuDrHZCqpF+P2Z
fnVmTrx2LHCVlkbsG9ERMu2vnNfs0CHFqklReei/bOjo/QJxP5gA6D51TxI6Xx646IhLhNkF67Rf
6aCDqbrzY2+4awfcPwZqy5AloeU7OclrMsAQ42MTJdbgB44ermWvdLWQgWa6O2kXhqjdOAx+JniQ
Rj/yzS8ve56q58cDYfw+rd4JMKWqTmMeHw0t/mWA29VQWQ+edA77r0X5ZwwytfAg7MuBsEzjI5AG
2wo8CPhHWEPdDZdWd4CymFnKuJc/HhhdZrmxSuUUXqkknMRhZOrH4Ix/vL3sAjm48V6n98eW7uwe
+MC/fYEmafZVrlNx8sbHQa8dPtHRVhm2zmDwrM4/Kjj874gApJvZeNEXQM0jqqNAXHZVfIwSEy0U
EaiVSJUSeZMt2IW/+6P6xxg1fV2gZChswFihP6Wf/Y7zSV1CDMfKCLTmzWGbocJptX8XZW+GSEUi
P5RHsefK+NjKxWacUI8DRhGMWiwKDypR+rEjqAaSMbBmzEDi61jklYUaFJ6mHxJP3E+4x3mFgrNc
XY3NoUnfQ2Y/+L19JoLCAm2UyJVwrF0bDCMQ3UFZ0zhI/UnQVyOUNR974V0D8/1ENkBMckN+IvJd
rYIN0jjUxkbWnyafdcW/N2VIPvCmgOAK1gEqErVgMUwqzfMOeSOanvA0k9CHdeoArATsnVzyjMs+
nQD8rBGu3iKgsf/qW7ieMqGAmrhYBtwBwtjpSNREttrwpepfim50U0A1SqttT0aON6IXPiS5nBLP
cJSyMKOcESVvNwNg/XgYAjMBzjCwU15/Sp53cV4WA3dAH7cpVYOdQnfPiBgcCHQhESOGRClaN/Ha
gUZt3IWuzSRcqZVeFvnH9a/xGL0p6mpaKEA5uuGX7Jl1wXxTuI0oKpTbMCDcaDEqunIJfEEmB0oS
HtUGJXDEknJaZPvkOwgFx8+ckFUKuxOUwb6N1GZGcEOxks4BNI4fBtxhw2MuKWYdpAvZeDW+lMBS
BLMVktWkBdsJDXaP98Y9syA1A2QcdQy0kNJtA5Em5SBe6cJjjeugpep4RUqNTrM9qeqPUVpmrmb0
qKMUfeDGYSk8G7jkO48/4taHcCfTZXTb4f43i0dcLy7XpZAeq6fwWISjbkL7G9unyTm3UDwWazJ1
r4UfQXJjTrNEYHKMG6Z7rRv7TuCj7Kid/Jo4wyo61pvHo7n1nGsT1GikVvGSrJtNCETn7KYlGopy
mX6YpmSd+Es059t/bxGhE1yTKL7MhFzX89f5YaqHfJIdK3CL+WQySCZtfMPKW7OTZaKyHgDvjfDS
HhXvJCUTpFiBPRkVdX4iQWGLij3FqxkwmZzF4+Ph0RXHn0W7sEeTFnhJMYVxCHucYOrNp1oRpV0H
aOtvimWamx1QB6HblDnij2wGhwb4Y5agH11Hnr8BiuQizigk6Oh4mX344oaZ1gnfxZqXHdWyIcqm
Gncd9+n5W6E9p/m6Lb7q4peREv17EA5NrttZLph1mBBpCNdxnpPET1dTxTN2zp2TYP4sLD3iI5rx
6DaJFqQbIfra8FmpxfkbVd+k78KnZAYa4X/5pzol1ULZ9m7tiFARZgSPO34A4+hfAGsQSje0GljU
JIAkqlF+FFoDpQurRfBfDAVSBrSaJluNsbFubxYYK64u890bWJOf6/nFEmQtHgcricuOgZyd46Oo
Iw1Kn/0iXjD87U6QmLv4QfCDqx+GNicUF4bqumrGSEzyY998ynJPDG/dW9hXqf3+DcDOdwjMmX6u
FVQ5csBN1iXjZvPDFnB1H0R7NdiQobOIVUWhgfqAsZX4UK15+VjaxSbfJa58UA/iKnL9le5OB+Mj
OPZnZQFcj1WZhstSHKELHTpOgiv7lLMrOuTHUxQ+jxk4Ubr6FJYhyAotUJvjjz0U9IBuejJGtCl2
LMHgn3voo7HPXnAx+VXhZwMiuHwUzcwFOBNYrmadLZsl2h7WwzJc+K7qoM8PLOXiQdrHTu6IS3GR
LFgi0rdH4zwLqEeCdwvsbjzdxdWXPCiwfcyCKmzl4lMWV7g0EYl3FW4h5cdGcXpQvDF8T8Tw6OGj
dR9N7jOHFTplrodfqkUxlGGpHBUifoPfFBqlW38DQaC9R/InFv7mdqWRaCCPRIKDLEeGhuS1OX7U
1boVOfX4ljz5H3JmthFRn4otrmpTZPGMNO5mYwEjhjwRpK0ArMxNT9fWYrwVx34SG0fRsNvOTcD+
Lpsj4SSFNY13LYGeYFYsxejoHVR3ZV21eWIcu2W37l6zU7kV3z30yejL+Cla1Hawyf7INcMsyyq1
b+IxwXOVB6tj8O0duP4bClykWWhBxYr78y9duck8kxfjo3ZJ2lZ+PdSYyaJCB8Grz4GnvFRJe6x4
oMBNY3wRgw+8EsFdly26mDJWffvmzoOrNoRFfp720bpG37i9Aq+aQMV6x1YB7F1ax6bvL3bq8+Pt
cGeYV1bm3XIRDITEK9J+6r1jSpzXvy6DUEOgLp56m3M8Dxjxsd0Br6k9nfu915KCoAy/eDyM2+vL
bEpDKFfA1IXjmhpHmYDglusl78gfeNTfvwwnO3nvvAvHj0LTezX2LFU0+v0BpKy4R4DYF7xL4N0D
l8r11Hkj78utIvgnbumvw84a1gaIv1epc2qX/K9qq+/yV8VSLMZI5y1MOaYKf4BgFjhpeNSnr80q
KNFOgRwEp1R2cFupTUhKSODPl6A6UTosmd07XgjCadT9ETBnrV1qw5WVbpR9FgYnqOkstJT06MZ4
8lLCMzoTblIPrBzSLNw7ARpE4KIyXjWPs3ACkxUuDWin+513J/TOk7FhYXZvHQU8yDpMaPMrxsxi
dT19VQ4lMb8OkhMe3fSF+qfiSfAavHI4DTahE/xRfg9/B/QABvjaIrVgg+j5QDn7yUn4ygrSvUKx
pMZjKulYbzQ3wZEyRDmk3A+lz/sYWuiTgShHDQLv0vKx+93EC8oGnTiJnZYIOGJO3d6wkYg+/nXm
6lDuBgJLvYwk/Hxwzne1GVnaLlaX7ZuVWgqHTJAAisAwOX/x1X6iRkQF+g7sBX49wWRv/+qfE9EE
cOVg683KM38fIPf72NxNRk9Zm9fwIt4afDdp1TzAEu6XEG8P7D6yvWlr7GVWu8M9WwYiBTi5RDyu
0OBVQWyNUqhFrFVOAL7jUGL5GltTX86dYSyMwu00Aq4CI2CJAPbXoIV5gkGKp96P+5POBdFTG/U1
HmM1FtHOrYsjNOBpBc+QsAVgyvX0BXzDlX2Qyac4tTrFVnApXDf5fpIPj5fp1s1hB9c9nCbI2m4E
V2VlTJKIa+UT+F2EBk+tnBnq749t3KaGgLpfGqGcPU0nuSz7QT69xZ9wh/AYOMlr9qJ+dZ/x62Nb
txeeH1vgi0brCFaIjuMZID7g2pvkU+MM8Yf8kXUEF2tD+kq9fRy7SjGQJF73kKFBzVs4zNSn1Utd
uQb6LFpSbxIWsebdlQTj7v99ELXtemUSojER5FP5ko52DnmiSAZ9C9jPJJcx9tkprnc45hkIIrwq
zyVHurQpFVNb89ATPK17881AU9+HbE+Qogms0BzM9/r8+fk9klNLWD1UN4fnPOkXhucNerHZ/VLN
4iaQoBf1HKsAR0afvsvi16dRUjheLo2A6/naCC9nk6ZNIoxsi1Ph/vLceGEAjGUswMbtPJ7K20IR
ZYw6PfECgPIsst5TVy15FIaetKPkkwVpVujpJf6+26mexbHm8f5O+fdE3mz7JJ+MiY8wkfGLdBZN
GY3wwkHbclsUVO3HQ7xJRKgRUoeoUZSJECEqnKzy4HYvHKPEcps1Ur9PHaCaMLRx48HvxUNampFo
BfsxtVpwFRHNrrErUwstL1/TaMvMq++8OtRGwGFggIIS7SeoZVH+WEhcjzfdQDlVG1BhrL1NY3tP
8JNFvWZRON9bsktb9LNFZORpqSqefOIXwyayyNdeMSs73wz7x+tFkxPN/n9liHLJGi08MhdqCNWn
6uxIDWnW/Lu8z9a11Vo68LvVM9AiBeH2tf/36cq1beo46spBgiCLIZ+qwPbX3n5PpgX3oSymb8n0
A8I0eCegXI2Vck6wYvtxXGFSFTI5vN0tjUWFjm/GjN4e5dejolw0LfIxLQdOPvVm5Gb7cuuXBL0X
mFDJ7J6DVftaM7LKO4fB1biokxDQ3ioD57dy0hc52Qw2Y0/fDAhsD7gSQpZKRnVEoBETctwMgNPK
IIkCq4FQvII1ijFlN0fMbEETgFiakar49zoIh0aSzjdE7VS88d+aE0XYzFxNRidBKm7HVsDKlG88
AdL2EDvBvQx1Cmhvzn9/cbRUYa6koST4Z7AgCWf0rkN3CpsbqjZa5OgVkA4KeMCPnRGwgvFNgJwt
I9cDMhiFYo1uvQqk0O+mdPDPWu7quOmWSF379jdjQm9uuT9WUBoG7RiuuXQ66Xl+AD0SjE8pA0cK
7Qp9x00N4MFCridX1WIrWQiNv3hs9t6sotULL5KoJYBrkVpGCcCaBkro/hmAIXNSt3g1MwuI1+XB
Qoi+pGQij+3d+P3MN48WL9Q/EY4hTXS9io0kBZU0isF5XPG2v/Jdwe4Zpe7bIutsA94/c8OBwpx+
+0u5ITTCTg7OgSuvhs2wVt16IzuAZTI28e3RRlmiZs+TylGLZSU4Vw4HUi5QcK/KbbWMzcJGi9Eh
dIUVhO9Y2IDbBIgyS01iDPXdtp9gtl8F+3Apm9leOLxHu9LVHSYm/Y5fXs0mFRuzoJ04LleDc7w7
+1CbO0HH24m25TJnzeY8W1eHNTUsKiaWIu97sYdhcUt9oTmg2fuNC89KsPllsOUYid1dR7xwknnT
X4STPtWlIMkwrHD3JLxmn7nDGs+cW9wOB1yI2FnA4dHA1UwyEiXmpeDMm72trvzlsAT11xPqII+3
1G0+gHnDSxngNfPN98bfUfTP1VitwnNuT45oTlZigTZvrVqxO5mSic1shQ7aKJcvDMO3rjEr/+AB
Dc0hePCnr9uA5KuaB6D8j/uDwhkvKcm3tpDXLLryO1v62hK1WvIgVH7SwVJjde5EPKewXyW7XueM
c/MWPYd+msshzW5z4RZBn4feNA9JwrVp99HtvxzdUrajExz9dzyMsY5R1hRSp1oxRhOA6rA3IlJx
pma36ItCRZVJMXDXEDimAKFW0dFDg9XDJJVLkPhHZ5Q18bxuCTv9SbDRknmSj4/dgqY70wFXAij0
H1NU0p2Hk5YAchOdS7vaJE5pJtZH56QkXUKmcNkXZNyLT/pT6So/vF3jcfj6jQ4SltYs6zvUeUou
1jJKcaqXDb6jXyWugJ3RbPQD3r94c7Qzx7f9Rej2TvsWu8lLtDMWktmgF1VzmU41e+d1JLiaEJrJ
ONBLHRkmPqSwGqsmU21yx+b16x2U+9tqETqe7dnRXwO65s4wqKjNKGARKhTUlolTMe8UaOGdOwfo
BmkTmNN68kzd4p/KTfO5MqNDsS1fBRZpxm1gvbZL7aA0yeZiFuz6n/JKWIsC3pN5hovdhtZrG9Su
GYogBM7qZ9egI5z8Ui3vlDqsI2I+b+hlQxsOuPAVgLKRzV77DyeGzVhDYOicKZs62o/Kb29kBW+a
8u5ns1waoY7XwhOKqh1hhF/IK2/Br/qfN/naCQGwaBfeol5US2E12dpCdXIrd/olq1x0e1mAzthM
tzzTYiqiTHnKaDS+BBr55KyCT3eQOhLH5uOQMK8HPZOXFiifSNooKiOxSs4dGvnGYpfqmdmNNhdD
s/UoNfnfn4gQgAZT/ez5oHanX4wiUYug2STH51o6DK3ZcIDa2X5/5CRwhgm2AgiCl/Ju3oqLCuSH
YNuCfLCVo5uy2KgBqLBy5/EE3HMl3CAgEozvwmMd5UqVmLbYiiKm2CtaC/XVyUohmWLHXfX52NJt
GQL7fiYUwcUM4rDYJ9de20+6nqt9kZ7b73onrFNz47vll/AcbYU9w9Q9xwH6Fb0TeBoE+bh4baqI
o6ZowjI9T8k0iuaY+8UfuW9DzmzRGPVHa5pcgxxyM23QQVW/jeIwqmbie/1WFZocbdOcEeGiU3PJ
V62obblgfN88VNrtLr+PmopQjUbfL5v0HOfrIRs3Bpgzggkt7HxoicnvHGeCrGSQri0t6TkYAMTo
D48/4e4MqSBtBkQYxLO0SKLCh1yfTkl6LnRlZYDilqtBqPnXNsCXPAv2QdEIl0fqmCvStPVRB07P
Ol8AtBqJvmnkncHw4HuZEfh4tBlChKClKFSUQF8GGlqmNDtXVmdNloB0VndVSwZE3VjhwXupMpAd
t09jCL2QP4RUEx6dIapB3QcyIZU5sBplZxC+zkSg6IHf25/FYqntWQnmnXWCKQ19ZgBI4cCc//4i
VVC0riwaLwcGzNyz6qv3Z+7ix6lxGN6gZWNVZGevbvsng6vEN2WMqgNXtK0ZzCtLBL5TdVAsawV8
sqgFCDkDGCuZg4qawKLRUyEx6yKZseCBUQeMtb19K1FwJQdCWMK7GUIUjURsPG30C13rznxh6sCX
BOj/ArnUofT/NOg6BhzKOPadG4nhCR1/pGwhKV6f/TYwR6hMeZbE2YYEnEO5qVg0aT/ue72J8W2o
YuG1HFhEtONdLw0/8WWiclV/5spl6QtO4f1qeYTo6OgHaAWflmNW27FSklRzQi50vQ64LSg1piXh
oFXyNhhvDbcBbCVPHFWxg3SZBN8tNIH1Jx1sYvi/22oLKp2wA8h8KggY9dSxIXlhc6ho8XjUK944
GSSF27KoLd77yvjcDnbhn7RbVPEvNXozelIDDv94V98emQpIon/w4pACFenYiiDaRJ2g9OcUaASS
qZ1q823CO3IUftdyCZJsUf/dtRyLa/nntKfmG8VQCY0HKAehrked1UIIwrOG1wEGHF49ZXAH3sl9
N8+OY37kw72kgSH7xRheQg75ckAKQ7CLJ+mX6orcKt3wp0izIl03ox3opQrfVISnoAaS05XXsu4o
qiVsxxAE28NBG+3CDvei4UANiBQVGba5uuhCs5SejT+iYT2e0Fu4LdIBYMKxx8GYgPITlTRmSt1r
XsX1Zz4OAPAFc5D8BCr3WjU1eRFM27YsoAhtaQfFVNeKf1K1bVkNRIsW+i4NSBCzsK7SHDLpqb78
Isq1h0oe4jHw+nMXZkRw+tKJy31smLXfmIWRLkYVsucWXkXyjeqqwWf34gWk4vYKb6bNG9dZ0B/0
9CWccTsG9qRZYrrNwEnCWQKAy94yTkp4jjk2a99qAtbpf/O2Ang9NJoh1wGlbeC2qHMn7uNimMQh
PivE8kZ7HHBztU8jUfYsouSb7ImyRD14xKIWykXWx+fI4xR3gOa4WU2DbvUCeL0ee8nNzWI2BVwV
2k9QuMEeuI42pad3STlNUCkjljY6nQmYDNguWXfkm/NmNqMgnkk4TlWQ0V+bqfU2SoDAhhkDiHpk
SK0p6g3rVPupGV85GMwgdGCZZkUq0L9dmxEMsUg1sc7PdTVwy8yXc7DK8qEXL4RSzRUzHzX08iSN
XC2mpG0rM5GTUDf7eIwr0pU8sE/cFOqFmUEfajQzb4RMnAepJmC/irCOFlHbdv4u5LggIANadgQi
SZ54KgvJgGtCdqgzU3WsE1K0UI8x+SDuEWUrz0BBKlD7z8TgIs9ppyyQzCnjuo8wB2m9yVejxiKq
vD2GMRkSUKmoUwG/hq7u68ng5SrrU0NIzoPTuOVOsupF4IR4oot2n/IyGUjL8KXbBIaySK2y2rXd
1PnI+hun2GxDaZX2ZugiwE1QreAs78jEF99kvPNRiW7fmYoObBw0WqQdq7iQAIjCPWPXOH3tAF0M
IbfWqTu7yV7kdf07QCsD8uDH2+a2QAfDaGVGN4OMYwMEddeTKxS6Nwphmp5rWyPyahuYqtvY45kR
xOfDh3LoKzPUjCZaMKYN1MjOrZk+v5++WYAy5jio0682QKHgFzDgLbR1QzY7yY6I+feQRmq6qLOI
17qpKOp5HHZJIoQZnewCADJMxrLc84fLZaFOGCWcvNpIsSwAwTgYkuP4RHZ14pvaKiJ/S5EFUXR4
Ae46ePgD7gTC8Nde0FW8XoXSbM7q7cYV/9QW6V4qor7+fjywm+yIMkS5WzBM0dgXYXp+AwfN2ieR
nToMV7t9ZZlt4NKGII3COrz6ejDIkfC4M+aw4Txh2txNvDkdmHXZuyt0YUW8thLpZYmeMlhB2UEg
jrBEfyegJc/PhfnNuIzemzRgB2bqaND84E3i2tQg6HEihH525gLylg9ggI98slw+Xpk7Byiqe2hx
4fFgaiBtvzaSV4ZUylKLmxTxPqSnzO0I3yzMmkG6eXejXtqZ5/XixtYi9eW4DHbeJo8YW+Kfm4Ss
TjqrDfzepF3aoVw6T6RBMkLY8Q6iWZvqEx5UbIar3eSB8LRLG5Q3Q9+zbQu1yc5rTyHo6/o9sLge
b6tClAkqrnG1hpJAW2O6Eldc8CZncx+SeWI9vc6zQcfny5HMs3mxKvzUSEooYCSRq66cajM3Kbpa
dZQzcgqeWcXTe6fBpTXKoQWhE4yxxqDQjfAZh8T8ZizMPPEPhkPrPyUoFqqVipt748pWtGL8+r38
4HLd6W6gIoMkJbQBs7O6goC4YqtkV5nL36MpkfL18bZkOQBdEtUq1e+qoMzOo4mEk8yqJqWVbgT0
yjDrgnPm/2jaqL0JxvGuy7tqXhckAo4YkdgJHc5ieBtja9JFm6hXB66a4GyNNZwg+L6ozNBiadLc
AgCvdw5dG8mTYezHGBNXfkeO7P4x1i6aMhU7Po1LcS3iavXyeKlYw6JynD7iFL8YYdAKj3/SzWrJ
GhJj29CExbmX8J7Ew8CbbApL+SsxWS8KLAtUGOiLkmsnHhtT364nZyC4bLP2PuOcoQ+zQPanJFaw
+D3YOcpFZa9wRSeME/NuDvBPhEEH3XU8G0GqJWp1N3vyaHYb0GT/7p3VUjc59/fjVWcEgxvCnsqf
5LSSsGmswIyMw8Z+5nnSE/m1DkhmsrpcGOfn7U1Bqn2B5+bQ5lgKZDjM4jO1klVhsqbwXoJzOYVU
MPBFX/D84icYzDofulk5k6UsqzW41RvTTEzGPM5p2X8OPujiuV4yv9blvJLm7ROTD2kdWaq1eY6f
WJvo8ZmNtt5rM41XRn0zYv5QNpTdGprmS8ZAHkdRmdbzgZL0IIYVfA8X1eak74O1aZs6q/Ge6Qjz
Xr44srOibnoO9B9n/puQ2plME6yPhHXUPY4ImkxFhC6ThGxUkUb1Jp45dRMI4KfADE2ZdJ8Z7qfa
d7vhFpnNutDdtztjFVGpQhMAFUxjvxp8VCcQve3K2tYEmumMcH0/EP1jgZq/VAl7ns+T7Cyc8iNn
NisJD7UsFn3WMKjpE0qlr3hwQCCr/kAp3llK+8fexjJApVK8OoSomsBAOpGEZET/ip4fW/gPjvbv
iaLhGEaLdplxhIltr1uqOe1sKbNX5sjCKM9zcRsA/rEzB4gLhwb5P/KqLM5QI+BfIkt/ek5sxt5k
rLlKXXJmVSUZAo6zNxuEQ4fbYK+KLcPIf0jZ/hkIFTmjolPGSosQYhx9kQL/zJF4UVvRLlmytuf8
wY/mjAqaSV+lUtrgahht1uCcdnSJdOb7tM3MJasqdj9w/jMqKnAKZdP1kRLiVW/1FhL1xBjKLern
J1/75/epHZ8ZdShULdZGqFcaEURLUIiw43Z4uyGpUxE7AfrpeIz/hKY2EBHZFSMg3Hd0CcXjmYMP
SF4qIohKpxT/Q9p3LTeOLNv+0EEEPIjXKgAErRyllvoFIbUkeE/Yr78Luie2wBI2K073S09M9AwT
WZWu0qwMmqmYiCVe/UYihotmI6CHUZ6vmyTgx7XNKDFmAdOeTVJoqMnKH6VPK6R0AmJau/5QUJcT
bC+lT6dy7H+4YiyEkWZJGrbgasDYC0Cg96/UTtzt55OCKEXmyP7iw+ubGAtZgNxYh3QwiAWb4IGW
znVTtGjsZr/OWIhVaeYeDER2evo9BuQ+/fNw/fcXzQNSoRPkwpR8Z66lRFcwECAQ/lq9ZaXu8Bil
BJHVdSLTj/y4+xkR5j6KoqwKqUecs1rDka4fMfPxbxQUJvitBIwgBT5C7OB5JFigghl20eWEh4sX
/c0Fu2UY0Kf/G/Xer+84Ert4y7OfZoy0PITo46xxQPJTt9awkEB1OffMo6BcepriXJgxhlthytBb
d7YfvPt/ZIExyx663NAjAwLJbUs7y+Y+oZdt1eyQGGsMhLRuCAyIKoB27t9yettZ4r6iHD44ssqW
uxKzAtSUCirD3fOb+YoI8/2flIE1uYEpnKVGBoHgNLrxep871fo6hUW3NTsoRqeH4ZzmGkpIp2Tj
P4rYCMfxW8vefkaA0edVXghlMr2T1PVTZSm7VTDZDOyd5Wg1hxHWtBpqN0ZxCbUoj9ise8oo72W+
cNloN9KwoghNTyI6Ci+1Ii09PCjOSo6wBS9z7OlxSObzJGrpuC6oTGzOorwCI+Um/kBp01acN4ls
sMACpZqBF94v6PgFnenvZ3SkvMx6ceIG7//NdGADT3YXLkRDcxNa6AGco0tsF32sKti1qGs5XuKO
nKCdtS85V76Uw7ogwRwWUPqBtiKAhPe7sbunm8KpHwtbtKQnGr8HhKPtC+7vghpzZGaRS+O50PPT
s3dwxJKqQNDATgFafVxXSR4dRiUredWdk3qigx5z7Mw+Uu/Ie3jxaDBaCR8iaHqLkxuovvbukGm0
0DtfkfJ0nZcFPzg/MzbTHJ+NzognOkBPJnnLTSYsZEU0CV2+U2Mo2unYnbnmuZMkYcRZhU+dXZMV
tmcTBfEiX/2XElkXpJgj84QO+G0ySGmYgjXwaHECbDWHBAT2QMRfvITP4g19c/bl4WYKWkdKE0cT
ZxoxHYG2FPvJPznuZdnazIgwEaOs+n3T9CASk2izG+zxiDzJIycW4lJhIpZBO5tGIIJKaavrQ7wr
qf8ofT4OvziEeEfGxC19McZok/g6suZVcvUHO/v9eV2ef3ZbAQQGndciBjWBdo6FBZd2M++kruoM
dXoie4f4WGyGbXr01ifPCg/hAa0Q+5f+adjnFvog7Ou0v36bCY0vaDMeyEe7soiVf0hmBDR5r6zQ
qrHGxaqCdWr7qtsA5b3EJH/VbVsLreDYI9MqVLQHCsyQ/iVPJ6yQcIcxDfUz3Rp2uVWcJCeriqSH
1UHexti791HGpIpI+lYp2NBCoudun/mW77mNn1LlkKRYHOmKr95qjc156q9VTIP+FV2HYXU6j+s2
wwaTzVknrc+piy44X6BaaJitxNgCen6YmL3NMgCAVxJev5JV7EaNPIYWJ1LhkWB0oTXwtFXMbsqJ
y9TR968PvMGLpaj0ggtGERRB1gf5LGanvCLPpS1TxSeZhnO84832LlmrC1KMLjTY3LjSK3BT29Gm
SOgz0BArWiZ0qrsYm5TjGxfs/AU5Ri3MQAZmfgpyO/EDrVDSy3XRXzIhF7/PiL66UpPziI7R03iD
Kr+Bjq6AZsR9yl35/jqphcDoghITU5ToXFB8CZSGtUwP9Xr1x/03AkwYocZaFSn6OBWRRPqm31Yc
Bhas4AUDTPjQS3WeZRFUBanhjWpXCXl1PznXzdOV6RtmzqnsQrlrYghyiJk7Z2jsQXF5+abrF4Gu
wUsa2JBb6bkBGs3nIV+rVvHkcTrxr58UwLkvKcTKeF55Im7Ce8xJe+pMQnOLcnwsjw1G571Sx3bh
EmzsWiTqH7v/KybZhJrxH8P4YwInkepeKUVUU3JyCElk3WOnJ28Sg8cCo9xA0c/8vh6Q9xFRlEws
7CvmTPUtvBUuuGDU2xMyvZOSyXyEW/QJOzKv7ZxjQHS26tTHYS17HigIO3F7mKomgNLqnUff4s2+
XtcNXWT0W0SOfqwN3EhZkhWhPjoRSpdr3yfpZ2KBixNjtLzIDU2Jz7iTZ7ytZHh5g5Z742nLCamu
23WdBZrBCFquZCqYOW3OhPcI4ZwUG+JCqlUzSvDjYms5I0k/wsO55CaTOSf1JRkzW5WnqVp3Aexh
RxXn9zRXqZPwNuI9dznG5KvkPiPjqUageTkETCOOIz7Q99zmGN1FClj8BbgPFSsafrx19BXwEVoF
SmKgmyofiXZHundOFLTUW425jG8qjGmvM2UMfVOGorgGserELZF9cLBE1wJgdk48FLfbtYim4hyB
RXzU1+4Zo/jNr0/7VbzZ8vKoi6bn+2tYEUEsHiqCCJ5jkv8urRf0V3NOdVEIZxQYJ5DLee6XHiic
z8Skwu2ug7pe9/iL1m1GgnEBGIYsMjkDiSdcmw4quUeuU+AxwUR7EYpDgnqGjCeV5YRktQ90UlCO
aHDk76uSMpPwpAlKuetARCNBS2q8PMwbB2Mx+ek6Mzw6jDNQm1Udlmcc10B/V6NjYiiC2trjdSK8
E2PCvKpfhbWOWzntqr2D3kSreqo46Sme7DKOIGy7Ps47kDBunHYXuTzLxhOricXZfdS6kZtljfvA
oDHWGQNc+OH6GfEIMKbAzEbUtWH/T+PDs3bfONy+6kXT/K0YX4/tGQdq1AdxOkHUA3t/Y5Ln+NgT
lDWTre9c54RzFV+DgjNCTa9goFcAoexPTm6g6eE7R8e/tuP+cMgzXhglr4Wm0RsJt13aZ0tyRKqh
roT9fSg0h5gpbStq3NkVeXjnNcNzJJld6KepQTPNQE6HKFl1RH5tO6K9Xz8/jkqyGOHYoVQMRQka
0aazV09/pLWxHj/+zb58VcBnl9SvGrPIDBDpqJYDdsuS6Et1/EcijN4rXjkkgF2B3pdPMGDHdIOh
K8prz1mqKs+9KDttCAd7HtpJ4KzeXGMctqWb86l8jh31bae6PHI/0RamV8BM+BhTENVe27U1hO+5
3Uu6He4PJ0wh3sY9pov7rfJEad9b4FOK7U9Mj/5lZmP2AYypiBo/0QAEMAnhwXf9rfqwIg+Gtfqb
F9s3GbZ0q7Z9lwWTs34W17vhq0kFk4T523VpX87TzMgwMcEYGFlReri9Hq4BfXDvrx7N1hydWqpe
zC/tKxKbybsIYzEYAc4MvaSdjfVFHhZyAskUoDzyISIFrAcPO4bLGRMohF5oYDgOB2idM5JH5BV5
tNBxsfzkH49QvXROQReVgxriCPEqTR/D9a/XjBq3vIwax/axNblEFDwjlbSvlt+e+JvWFu//kRHG
YGCcsk+1HiQOqes40XtWOzR5vk5kkQ0MMk6dNdgKzY7wYrN72Vf5CpECQJ1fcoDH6W74N4ZvRoPR
0CIOdUFKQAObj7A8nkpb9XnY8ZKoi47im8oPj15qGgrW+hS7RS/KHfrwp2Zfg8PL8mt+RoZRUH0F
9AkD8dvJGmhwaxIs7ibS9nx0r9/LV0fLD6c+o8M4dWxuWPnnHHTiYo1Vqr89MqGOEWoDQ3OzPdan
XbQRnNW2JgZeRAWAejFRzXmCL6dyZx/B6GwOrFC9CCdm5Xzn32GBkP4AH/IrIMI6tXi+ZNlEzMgx
mjsGHgZeBwjK7iBjWtaS2qlJRl7z2FoM/mZ0mDA/TPMuzWtjetqhMkGeW8vfjp+f12+Qo1nsKtcq
bZPQF0EEY2jl007uCF5GGEa5TmWyAdfEhI30ezPwAN6MlhwADZEOq2j+KtafHdbE58xXDFkaDGU7
CaJOVAvDze//xgFjHUL5jPGmDr/fYxbkmHHbGiZFuXJCrOPGEPgwxBpO6KtM67z5drihr5HNQ0NY
mmwAzMN/TCnbeBV0MrJiAhiZ+hpkejMSdP1i3Ru3/58jWaz3bnvdyz0fHKUEwM+0IcHdU4MhYeEm
uC02lbhuURXG2I5xun5THAvLzr4Lqy6bytDTK9x8EG7aE/ACHD2wOCK9yB7AxqZePzSZs+eI+bMK
9tWE0Wmezrt48xhbXCu+aAFmNBjrOnRhLHQdaOz0dbYXt5LVk0Ghr3/3zlxhfhd4lYCOYtEPAJsV
hz4WkeOunpITAJeffBICMwWu6frlLL4zZ4QYm6a3aVOXYjQRMrDPBdOBvDbjZQGfkWDiEWxyHqVk
jKc2JAnR6WDX9KOn8OVWQHhZ5kVZm9Fi7Fp/7gfs2MK5tTE9AtUPL4jQMnkxw7LHmZFhjJs5rsbC
iEDmebTG/a1+0+zvck6ab/ncsLUTU/yQZqwruLSgdTsOWASRTa0OrZO/dq+IS2ltDTlRHdniitwU
gfwweN/kjEn2Zwa7jrAuTBCLHI/Z0RmegFJIbkfqPUs2x8Mtn96MEhMLlWZmtpEGSiI2Yt8Eloq9
TCkY4gnDomzP6DDaipWrjaBgdeTJwuoFAX5O4NT4Fzkx0KGBhSDTiDpb5G86tY27tIK4AU1Sp1Pc
MaWb+Z3sS/56Tog5sszzej31zpOaxscQG7Payjrv33pSWvIfSES9L09n+jcXNafKHKAonD11HHCA
ChmfU7wrzwCZb5ET4hGafoiVvTkhJmDspVboh7TJTwbygsmLSmtyn5HRro7FlpMiXFSrOS0mWkwi
0c/OJe7s7CCCG2xp0iqntgpYC97SiiVzNKfFWFdtaCCEOq6tndByXUxy5Bbg+q3rNlziScf09zPV
NWrFxGJvkClQ75xQh4FreoNNFRD5lp5tbCHzYQa5sHA8soyxRY+sZJzNejJQo1NtAHJoqa+qjd7l
s50c+9/Sk87fb7+k1PMjZUxvnKB9OQaeITRhzEnzNNiGYzjmc/caUB+FMmNFRc1Ob7mjRlzBYexx
2Cr9SqvAboVTxgAbLXaAkAF2bLHmglFMQvjfFeLHZhUlTXQ5USfBceQJOX3vSHudpppNhgee9CwF
Nd8nCrClS+nBMzsSzhiTgZAm77Ltkz+d1Wy83R1HSqffucYTY026rujOegI6QCF6S+3A+Tjb2VHG
EgluTM1jibEn5hgXfpeD1OioKP9jwRAK2xm6HrnBzfRL15hirIkmqLIYlLgoYxURrWsdRfkY1DsT
xcdMtCrE1ZWlt253XpvNa1m0/2fYauRRsTBV/cJRA7gxI5SJEYZVUA9T06WBmpACZ2oXePFn9Prt
Lavdf+h8ecKZiUHErQl+80Wn/t05kp2t/6J/FLCZQMgCgPoKA04MK8JKFc6J0U9yiNnH6c6Eg/bK
32K4JIfY+WqgVi/KGAtjLIjfmULtA+sWaAUidTJIx622foyd9+sntmgv5nQYfjSpHoLWAB3g6P/B
ql0SbgbHXEsoPvsWr9f/6wJYQZxRYy+oD1U19WRQw1Jh8tbv/oxPWx5a0lfV5BoRxlSMXleVwWSW
OqyoS4nyB885Sx8IsIysm/vRcvB6vfU3qmr3n5G7NTe8bS2LZYo5m4wRSUJRTlsRXzC2Wy3fPe7u
/GNDRHLsNgi7VhypX/Jwc2qMHfHGJjaEEdQ0oA4gkdE8n1+vS8mSXs0pMPajV4ceQgqn4r+it64N
qLG5TuDnzmVYiDkFJgYx5EE8azV4qCx5ArUZrQx94AbRNil5Pvh3IU1I59yqvtU/2tbrNqOfPCu5
9DSffwITnzSCYY6+NoVcwBuIkciVyScP251HgwlGjDDFLpcp1GqeNoV9tl99i8fGYl5zzgdjOco6
Ow8r7UscDGw/PaGL2PasFt0mj+LOvL1+cTyGGPMRJKKUp5P5UG6ciUxPBxQ+rtOYfuOKPrPJ77Of
e/Vwhp9EIkh+VUmK1W3YrcCJMDgyztay5WGUwz4ElQ5iB3DnMaDHz39jhDELmdrXK0HAYVkhgl0S
05HG6Jji9RUu2gPgRa50QBeqGvskN6NCyvNWzE+/FWfcxLeqe50NafGovgmwj/BCwDLnsBzBRxbY
jr7VaQ8QiIjIOang1Y9ZRbnr0iYT80MIZjQZox4piR8ZJfwuEOFpTnQMa0/RrW61VHRoefOvPDJ3
JZd5UcUpDhHxu0oFLEWUHxMnpvqppa+BLWzEacC1XXOkcNlDAlxflqHDisIKe9sVCsA2JaQd1q0V
vdQ0EEl+2kY9t/6xFH4C2vY/lJgTFVQYo0EBJU2GxJ8djRz63BrXjcwdJ+KRYg6zM/S8lwJ58lBO
ZMWH/RYQ+vwq7PQzP2XkmyPGEQLON1ylCu6sjl2ki7H7WSXqH8mm3ejw5INHi3GJCGizIkrA0ui0
QByPAkDKKbS+uQsxosLLES3WtOd3xbjHutOyFEiaGPUBApNip3uzQiLgvJ5eJWgZ3OUuymU0WF9X
9EXDO5MQxiMClbXPxRZUldW6rp+K5nZ1XmuPYvIoNk4qkuvUFquPSFdi3xcwl5EcZ440LgxREGMF
r5SbjYN2u+6w79E99jcV2zkZ5iyxAq8AtKE6vc1N0qhE2hW/9TeeHk/a81MWv5lhzi4+Azpe8sEM
evpKEjxPw6B7jxhPQDe8fm7Lt/RNiYkpGqz8HWsTjx7RTu2PhOynJyQvxuRezhQIzJ5WlVk0fjld
jpXsD5kFhH14esXmqdWy7/pmho0nPEMV9ABkslvL6a3Grh/LjfjQv3YkopXVcNLX01dfuSW2fiYk
WDmRe9Di5zEjxbFAd2fGxZj6stk/qKjYYQ6002nN9GQeZ2cnCQAfDUpI3ASlJznPoUWfmpDGruIG
jnxCZ/6mvU9sjyeEi5Ixo8tYeLQ/qHqRgG6Fisbv8vG2vL27LnuL5zejwBj2Al2MkVaDws47YPiQ
wq5zbojHA2PTByy9R7kMFLB1JXX9Y+8BHu6mq12/+5vpXaTIv++JMUBaVvlDKYIWBvgs6V4k2fqO
N204WZdLWQCIt4oZcQk7r4wfE3eq6p+T3FSbk7Xhudnp86799OV1X7/YnyHe5WcyF6uNzRD4o9IA
UaV20kPnUF7BlXcQzMV2gIDufBUH8XZ/y+tL5f02c5F6f071xsBvp5S7J2zhfXV5NKz/8E2hAZh2
c1Ks+9oCXI+99+F8H94fnq7fwcLMwCUlxocUsIRCOx1RTDZALe7IDgbjQbeIQx/us/XutwV9sy0b
o4c2pyPwqxB9TZgYr+JhojKuWgjAwfndPYaPKzulHwCfPljtzX1gYd37hrrhg00b68E9ppZHfcfc
vF8/Ad49Mk4HW2Mjsa3wEc49cqMcv/nT1VyeLuNqmnY1iMMKP96TD56WL6TV5j/+Y8pu1Wha7fta
c3qKbeGYrou3hADDPXq0BN4Gtetqz47b/cuBY9/lpaeSJW+sNHk68FvOVfK+klH3Uqg9Lywhy//8
yxPlmXdtx0YxvclUATua19h5XQB1FrZxEMQ07AZ8tUYI4WTFF/KUlzLCqHcWp+fQnGQE6Pf3tWnL
+eNdcn92kFK29u/7Brihw26vPJ01ahyCt6An0T7iQfHL05X+d0X/MVfXSd5grCYdwzJrqpAYWxed
/ZTXrknmls7z40DWrv35j+LAaPZgGFkriDjYnlDOTys8UWMUuy/Q+Bnr+G08yuKSxHf5emvf7Ady
T627huzdV/r+0Ozo2pqw3bZKZJW8OJbzCUye+7pO/ly3tLqQk6/QfCbgYSBhnGMEP7vfDUGFO7Kc
g7epiEzsD2wBuE4Ne/auC8SXaZuR62RzNLoEYlmSjWWSTW8JbzF5j1EyrV2BbCoHY4UpyUuiqlZ8
PKBBRtsI9iZwdpsB6W3ZJ8rbjXZ8Pme0kXenHqD+2Jab2geNiD4pbb+w3dFt1s/1+mYl2sof/U7C
dre1ihW+a3OvYJ8eCVYkxPLJflsC2YKsDtI9UEGIH6AtNdk0CTnf6p8Suig3gF/AfzBa4a7Hpk6s
/lon+1+fSoQS/epYWdJDnVnRbethhcd9ti/Odv5kODk943OFP6tXLfrqiIgy0q0VB7tFa5rvPSSX
0rWEfR+H23zCS/s4iJuzsy6cD5NomHDdoGJGxW1pHzoQDWO3t6IGNW2kNLQ30R53/U1J2oeblR1Q
JLKxiUyngVU40Yo8b0qCBdPwZjntb9DD6whnsnG0NSTVTCmeoxSwwQp53a9dYEHcG+vQtg0bGemD
eefvigxljLvVNrUB7dk5BUrnyZuGDXojGaxeouaHsZM36ploKSq+x9vAynuy0cOpb0rfIUF3d8Z6
zc6z3jVMZ6xI2dH9q/iWrre/yt2xtLSnG7m1W/KA9WmZlQLvSdkI1p23LR6Nk1YQIK4C0hhLg2wB
ofEagMMS6hr6se2swRXtTbN9zN/SmmrrwKKrBrgxoWMc4fvsMzUKIHlhrg0tGpARLBOIR2TvvI1d
uA8dUYCJm32+d5Z8474/dr80hZBga+nbYbO6x8DFFt2yLqk+9I6stzqEfxTI+UBJhsiDqjBdf7Ci
6WQoxKmwuiL6MKi5iY5odbkh9kNFEru0YgtIXy12HP9qaYs9TtvY+mwkwEC5FdlslQMd746hIxLp
vnoMYAFPCHxxH+3xuMH/7HSk6HFoyFy1+BbLpzh9V38/augMoiv8KE5CoM+Blb2Nawfo7Bn+VbJ3
KXGwa+mXgGL/u2fnbx0grhM056qks8LCNhP76P6iyYe6vsl3x4aCUwBKGCgJr0PsRzkVa/NWknYJ
aaz48QNeboDk7709wGOLwzsGRYlakHfRlUntjoazXSfbnNyb735Ggs/QGp4959G4xcrq4rFBzXWb
Y+TYgqKJpLeRr3eJst5uhMzyfEhlYDc0O6Dgvaba+2tMgR6r3E+wP9vGqmtK3ITgaP8gEypsjsmZ
DDf1LrGrmBB3Y5cAiTctzEz7tnwrIN6JbwriDtTD2XzCVgGPlJx3j+/P6c1T6vR3wSF6tbLeGV0R
ytAkh60O/q8btCU3qwHISDVURcWQL2s+9SAyBCH0WvTgKg5Uvye/w+PUkJFY55SsbnRngoE3N7iq
bYi+b4474tJnYipprJUqUc0W8JFSSqVdeDo5IfD0Gwe9Q7f5pkDkrNyaMKPZgfOC+OKNce4XvDNR
l54GkZitQLscyO+TCRSDkHoEWUr3+iEvNPdgAmF2yJNDnDkNUfQNjIML7enZCu0DUG+UY/kMZdGw
ztfg17h+ZtcuyTFvMH91Tka9wp0WBfn1Ij1FZCc5UAAeWwvxH9hSsFJFkRUdEHWXbMlFG8it53cn
k6Dan4kOLCRG6fNb9LpHwMMqb7kIcgsVgIm3b5rMUcZl1KT+CjSB7J4FcIPY7RI6nx2HN16Icsna
9evn/Rbzyb2Sy1FbIEKx7jlf+TP9cxn7MBcd+LVUYZ3bFICbJLa1owbg/o7kHDIyjw4TiwOCLBfq
BHSeHQCqEXK4Eejvw8m34eqIi2VLTztbJA9PLg9fcUHCZvkg/avWNlMcP65LKZ1eLyhm8V4vvEiY
HYAyVn3RCdPz5WnXOk5gnSL0kWTk1wkBiHNPXHujrbdPAaGAin8f6Na3eO0yXz3gjAW64I8Jxj1V
TspzD/6eLetw/35z45bkBaGls8tJaqOJ0nEg5zndtTvPwqop4L/5xBpRHKWf67ue2g/2Vt09wDWQ
29C6/4Sz3mw/3I+jCA/1SyGHQ4AQzF3Z1yX6a5L0ynezdTjBbGsANiAKlpwbzzpsDlaHT/3taG6N
ZwOG1VJHIXtsMMxveBV8jjZ9vQdmIhGNEpZRT2mflNo8cVN/luIuFOrrOTj7cb0Lsr6cHhPWySeH
zXTSa2q/ndASExCEaZnVWNZ7iLfggJzOFK1pFkVopRM8nTi53S8Y/2uHfGmD/kcp9ESIZXwM9i5Y
m+f7X/6dunleH6xNSVe3Z2K7a0oe8E9MzqCtQLdtfCBduw9YsgmYDJcnrRxlZCtQQmCs9Ha6dCAq
8lzxxAvLq4n0v4JlqRiZ+OFKgsFPzymW5uLBUkkIg7rnlYsxUcGqd7xbXrJmc1qMPdYC9JUB0q6F
1Qzt1v3jkYfpLq+ryFJwgVXV3xwxtnnwwjTudQ0IT/QQ37+lNHnFNAMXAX4BAgDecEaHsc1msqpz
UwMdAw++zv6tvFVYCQK02wzA5QJa8rHllNiPn5VznUHeKTIp0KaOUOFNvk5RtP3fBnzPg9ERXlMc
j8zqMsYIInMYwwLsWYlHlJR4f1IIRQINvM7OYqYHgzrYISqbX1v+LglpgRHnXr9CjHaQMLwFf1C5
Al6cAZqDKrwiUst3OtfYJB8TwkLJUfalisKcOqPrUqEUQ1hO1Jv7+3qT2e/X2VtMuc4JMEI/JHUl
1QoISKmTDlZu2LJHX/yNWNvm0+BZuDre4qL/QhP4kIZsSNh1ztydOHqxMJhQ6oMJeCJ9GyExfrZH
m2aPf8XdNyXGjwrY1tooEbizvKdotGoLj9fYalwRFyZwMpOLKaBp1u9/2WKdHyDEs6oNwVZhaaTD
zkmJeBsRk0qA8DeASkQ4zC05pTm9y8rV/8RqP/qpBOaSl9HVjmsqoxAbbP2H63SWnmKwJN98sU8x
L6g9NcRzCImU3FUtpXUEu9ihlULepVjQlRw8xBV4128j1ND1Y2kQnlFZCu8vvoHRgwDbX+pgusgB
CaPYPrurvWQ/lG//fKiMPniRIGA6HZc4YIcO5kewSsd5XB3/YpJ/Ms/fh8q4gUiWS7MdvhiaUOxS
AC10DrZrrbkcTdr004V+U2IcQaiv1CHpwdG0L9QEdFaL8XRMzx2n6TkPsVKEPEWIgUouZZ6AMq4g
E4XKNKVJzx1AV97qlrD2QVG6vS6gy67gm0HGnERqkAmBj6dfipmReJ0Ac/k15HYTyZOIXTtHxpY0
ysrEyiXcmHrXIaOKnb8UAMIoMBYIbE3qOSGgRtctrOc2OQgb/6Z2ef18nKtkGy8SoU5lT4VvHWj9
2DTAjNH9wtIDu/U+/89nCnxbXZVlBF4AuWWuLu2GosoFMNs6zzVAwipMHjzwfOty/mNGhbk5vTHH
0cc28NOTSQIa96QHYqtPaktGk0xih47/MLxxqS5c5AVvzEWqaaKoqQqxbJ2vmBJvVclGLtLZcjdv
LFzYjNSPWZ/ak0O/nHQvJSJmYzVbth54LbgKjwjjByRdL30fII8YrjB32UuGPNnZVe3yzrwf75LV
NMKMfjdaIFDJ3c/qTnb3sN4Z2T4iR2pZGEG1gF5jia7JbbJfikIvDoD1HXk6ZNl0wzhrcUVLaqKX
583b334Uu18FOgCJ7g5E2AweqmjXRXjJZ2gSmkFNFcMzWP/O0M400Y+jCHZhoJgF9Pb714IbHn5N
uDNW4YII45jSLurQDwoipZ0ezaN60zz6W31TrjU7vIsx0zv5xGNmu7seqfDPBg1Zn9mdgBQ6GTBo
wUteLD0vLr6H8V9mrPVlbeB7Kucg26JK1r3dHs9o0OKNl3PPl3FhqWAUjV6DlOVNdZgYGMiPD+YL
78W0YN4vOGL8l4h+20QLQObw5m9vVxCZjuj2dVlZVKGZqDDmTm5KsVQH0ChuvX1lq84d3vCcUJ7H
B2PsYl2KfPGM7Oshug3tP8K6whPsb3zuxWkxxg1jPHJUieCktGs7txsbTdhw7yl/ofJSGD8nxTa0
J77Ua3C83QkzysTYKTsfJbdj7pwfiwOPr6WkxwUxxsiZI3qhVQGnJ91IzyIMyWFjoPopWQ6GDX+r
2+HgbxNLhz2xXpoNzV41N6cC3duKSmDaPELLzTY4KKhDoQhme85x67Yv16VoKf118ZGsxQlauUim
E1n1GFb4FSoofmHW2eicvHUDfd0oJFessFoDMz6SbsKBjBoNRlqJNEltL0LxCI3zQ2FHgRWN26q4
q8u1WDxwPnP6jCs2y2BsVoST1M9nlB1E6m21X/6u/6p8rm1xB4BgNyIUB/T2XgIQJXSeOMSXVU03
FAxZqNhew1xkr+uDlge4yIF2r8+oVXbkjIJ5ZoXb7pCsUN8baTESOzypN/BcDf42Jt3OtAqL8yUT
pR/HgB2wOsKclfxjXaYoC4ovYLMkAuOoRaJcQhkc1duPcnPbuyFGmV5Qe3uIiLrDFJzFG2pattTf
xR+RsdSZUnlm0OJZpTQ0/sDi0XQDJX3gcLlodWZUGCPtx4UuZT6OW6TVu0DjF2Tlebi4y55gRoQx
0QkgoeRVBCKIJJ50DOmEeA12J5HcXb+yhWzIvF7Golk3YilWagE6wBy+lx8UvADd6xSWjdqMFcZK
j1W6Ss+TeMKptTcfL4mbW5zYmntcjI1WNIz2VhloDNicIbnFrt3W7zRa8/YgLKraNy9f3zHLWvtB
i5rZl4RBuvuNcK87LXJU109s2ehphqLqSJCpyNFCzWZUQlUMs6aIO6RNgS3iPZkxVXboFUFYvXIS
l75M7zEZ3VkqsgTaU7V+54j4cpA5+wJGxtUg8c+jEnSn5z4jgBL0t+3OROfCNFYXEXGXHVZH4FBi
83K25r4mFo3pjDgj+4OpqEIfg3jfYEh7kxFvb5PWtjlGe6mtFf3Phq6pWHxqmirDZBgFjRJoVQcd
U9Gp0Ia4U4Bp0D7DLrZD6Krbkmijdf7VRKQ+YYvgrihhtsQIYJH6r/gBf7oFr2ts0brMPophHqUe
Y9STFnETdjYlMVVPjwD8r39dF7FlhVlJCgZcJFWRvnbRzEQMu2ayMMECkdOwHVFJeqGP3ELDdHw/
nMEKbkAUdUwbsKvOPSxF6AOvnzjJnvXfO/UuudE3/X2fkgy7en/f8Rppl/IJGkbiFVwn8kCqwVxo
jvl1TfCS7hR+xk/T3tkpsxzSvfPrzxFVHJ8YB+luRN/NQ7AuIsI50snHs/wCVBR1iJWsa4rCRLxD
LuZ9JKYdTOmA+YrqFNvArNyLWN7arx94k8rSZASukWPMaphLRbiKyw5wM9gNUR6dHhD+HrqvqLDW
eHBoX7W+H9Rk7FXQDAPqwmL3+FnVldkK8lJZvROdzin1DaqDWuLadP/yMiIYzF9ETES/c451SYzk
GWUmujl7o5eHbd39f1h8dFTtp8wGVuC+y45MSmT4OC5xSQPnBJmQ0x8ULxcasBp45KDsE6IlRHTO
PCO/ZOUgqqZiGJPU6Iy4tPE4JhUAxNHNtiIK1gGWGa3Vu7TADmPxtV85umBSjNpRE1hP+dFLXlLB
HYzXKJBJW2xzCe2NWdsSPXelAMP8IucDF2b9NLRYf38gI2C1nIdKMWkTVMlw4q1P/MOHB8iMF5+K
blLyYT+XgpE5RcaL61HWKisfJ68A+a7cJjWscq1MXYiC96zrm+N4MFEQCmiLGB94FFxU26X4VYZN
FE1dNzXdYD4gCAXFGCJ8gAa8yv29iaGCnh4Fbh532VJ9E1pNed6Z+V111TCeJxl7ArI7hqKeY6La
ppM9SMAu36qQBOv4Ku8K2mQk2pq35wMvx/X/SPuu5rh1pdtfxCqAma8MEzlKlmRZLyzZlpjAnPnr
76L2d45nIN5BeZ/t2k+qmiaARqPD6tVrVTgc73/XykcNSi/3KanwCceFz7zfD+/VqfyeH+dttn9D
FynG2++8xNsl2+BGlEhac6NkVdfRXUkN+Qsh7swCmbFyQkhdLVkzYP2EeJaV5nCo75kM7ixVkwGD
V0DGqb3LU2fJpRzguGyfkJe0AaGRXFHKY/3G/BHJl6sCWpXDNMwDCtHaMUMUtoBlvTsQtkcnyaX7
6qew8Lf66JyJ5KxjEKTlFCR4ZN1lrFlzj4nd4BxDqzG0RkwGsypNUzAkVdNVSzW5PSUz6zGlRMWT
vt/ExMld0B/pt4PfviaHSZDcWY3mkCv/jzD+yQm6DPwpDYQ9G8i1oDZMMb5JBjERE3mCq1nzc1Hc
LuoxS8FVKw+Pwbb9DQKp6EY29k2xwb/Ki1COG5+07Yy049AJKi1rJU5Mz/2zSu61sTo26UMG0e3G
sG8T2WtbGzgJdt8CkwFUuMhJWvX8zgUuZ3xmerK8ylLMK1lyTAlFihEGDjRrtgTo4r95uTV9Gein
mIasc65siphsyixtcQBBZQI41RJDjM4v2d1FnhhXsBpowlFQZcRg+F/jtFNJdUkCAw2syqgACGx2
Uj/bpE7nWz3DDGS77wqrdcvMAAlpH1RxZbespjUGIZqd7gWd3H4okkF/Xd8GZRH7xXVCy625TEm2
5E/I39mGkzmVCjqk4yNDyKY6tHuZ5ANT7LEbbCsqNiY4ZdgrAQErRWeN+ZDMv7rUrpR7hhIRe9He
LAZMu1b9ZPRezm15+o7UndfUp0L5yOTKYYBlyj/T0k4JgOF2mjt6vZ2aPagaDF1QkV813CDIgZcN
TiiLX0uhJcQYlGR8xMjBRH/vv+UFaEnf0m/K0/VdWz/MP5L4wlxl0LCWZUhK9hbov9GJEf6cxkOK
WVg4vdc42ibIag17gdiVAquG6tx/FvjZjnh2WIu3FoKcbESrIwXGDnU6xTm0wkz/mqezjE0GVMPC
fFaD862SUZmJhBryY4xBpvNNcyfKhX1GG7zWnUvgLoOpSEWK9pnx0SiAV5UCW5+8yatztIPEh9kf
Lbvf57el6mgvcrRn0TYo0deC4Syx3Y070LM1jqy4RMFo0eFEkE9LoK2zM5V7M9xKBwyB7PUbZrpd
ubOEodSabwybqBBFpUBUabxRVAaSZiUe0trNPk695Oj7EvNWPKd8709it29Nq8/FcSZxztWhltRh
scFL5HZ6zEEJZnjfl7qI6X18Q9JUmORY04BzmVyOZwq0sQFSfcDcdOQRb8EGVmC+i77PQN7hp27h
wvfbaSJKnlXH81wsFyLnZZfF8wyxBbiswQdxCwoFmCJbHeDdq+7iGZHdAEBjdSyOtZucCg9VTkF6
ac0iLkkXYMB0A+PDOd0stC7IzIYs8IKfzDW82XljW1G/xWoO60wKn6vLEwRxYaUMuMqV/fNWslFC
cTCqr7Xbb6mfHI1K1GKx6gCei+T8iKKVGSiisLDJU9/nR3fz6va+6oZ3/Vbdpb8iT2Ct1vyxc3nc
PRmlnADJCXmnEvOV4tJ5n29SDPpGQWaJz36L0p9rsbgGJidKcTEJBnNf+g6tlJbZ1MMlU/uAuZGB
CHWMW+ZIM+gbr69tXUf+iOLC42EKiEw7EynvrfLSaHZluAaatCSQ+cqbWRVIW31uNFAcqgbIo01A
aC5XFrZ6HEQqVubCtW0eikPg4nl50I+JEB+4vol/RHG2v+sniQ4J3KIJ0zbH/VTZgQt0AUpouec2
36Q9QAMiRVkLbM+Xx904Us1jDIDzEtgSp7sJvV+dOwM6kQvL9+qiA/zDcyaKD4LqamgUSYEolkEv
Woeqkct0hwKHNR/Szi1z5rHfY3YqitjpOrf1hvklMWd7AAdZflDUkzW4Q4AM4SFu9loYQpWdutsE
nWO9dtYjK46B7vXsVxu9NOXJin7PIDDJd1O6icAxFnoFIq860PxBvSXNTTLuAiYYZ7oaWwJpaVDD
0lQFLEGX2oLEsWkysDA/vhxfie4UQHR6zr3lfpRon3OFIKVPr4Pf03N53PEFRCmaXglGcHNPQEFa
4B55RmnP3T/sHwznzvv+w5hsR3PY7tBuwU+C0cnhLXoRfl+/k59O15fvAPYDMDtZ0QyV+44ixbjb
3Bymx5cX5CxmEKiC12/eAaowom3E9m3vLQGaoN9+K51y+4HJ4qhFHu+vfwX3WoPhXVZBRAryEqLr
mmxwRg9IaDalg5b4pQH/t3dwEs78bIyKnWWzI8+Wc10ep9D/Jw90LBTDEhRIvTzsqRnNNsSMAd9K
n0Asu0mSg4kcVGcK1sXZhX/kKNhdE5NfTU3lTVDcBKE5WYkvqR+RBM8KCNdWlgSmYFUK6Nct3URh
iWjq5WpCNR3avs1Tv2jYSevewWa3Cef361vGOTf/LOVMyPIRZ170VGVV1c1l6qto952qD4KWbfVu
ztx8qAWWe/neM5X8Iop7kiQpq8ZmxHpALYwRph0pBAK4h+iLAO5Y8iaNO4x8SH19UL5TsOCB0sUb
a3VvIPCKiLo3g9GLE6O2r+/hqtqd7SFnY4KxsMYwx8LCJvjdGqmtxePvWZeOM1EqgYrzCZB/FqlB
6YhhIFTndbwGQ5ARYrKx37eeGt2T0SH6XZ5tzP42D99MijzEfDKMyC71U0hewgzNadLgjEw0M3hV
Pc8+hPOgtNKSB3XAh5Rx4lD5SdZTu5y317d2VWdQkzJ0AzE5rPilelppWQxhD/WkIQa4YKRTxHSB
1qye3pkI7vSmuZ90qYfWhE10U+uaa9TNJjLU31mjCw5vdcvORHFGOagKdeiX1cTNBylBHRa9l4Z3
fcfWZWgq+KYBLqV8NK6VKh3I0KZ+TXLHlN5rE93zorq3SAh39sxqs7LDffPN+V4KUpv0p34yBLu1
appQ8v3PSrjXY8gmzK2zIETOMKi33JbSI1hKnbkvnCL88W92DZVIEzVQGTWlSz2TST+FbQ0lWLJM
Vf1UGqpdpwJNW901U9ZQ20SojHE7l0L6OBv6qOxS32iCwc7Bqr4zxyLYtGUqqhmIRC1/PzPrQ8Eo
DQrsXZA/5x1mk1X3mPoksHurl9ME5Y+J1CEA/ZyQqQb2IVCG1G9q42mYzXcw9gh0gI/T/jF3yF4R
olGDWPyQpcyIdDVrptTPjLCz06i/oWp2zDPmhm23ibP2rsU1lfvkhNYFp+o9PQ9jr4kjN1VCf9AD
gUO5urFn38OdoUzTPoj0cVnzZBfDfaO9l+nzdWVcsUgaQfs4MQERA+sbZ/TqvMc6O+hJ3nW7kZjJ
VpdLZH4ZXMeBiCJFPq+9bPGFOM4AlrJV9OGIY8zKYZPXMBfDTzqTJ5MM3/MaZMNsn6JjCOU9Jcu8
vARajQqOecVR1DBuhpgECwaSRrlUV2kEsD+ferg6SW2TJrM1qQMwcPYiGaEGWB/Gv39XLgRyx5jq
EZmsek79VlbA3VwZSAMEuSmQsmLBLqRwF6TBuAs1xygdfyo+zARsLlTbDnpol6l3XWP4oPifMzzb
QM5+wc/okrbAGU7dQ6TflzFGXSgn+PvaXYq7omJcfH1qMROg6wVG4P8jWgE+RwFpmWVyZ6cSZpK0
UfCo6d9SvM5huTFim6TblMaeqU0YIRycTPDk6PINPECB+JX7iC1GCVhWFAV4Ds7lz4HjmPJUTv25
z9y0RdiKcUjs4fr2rjiWGlEMDVVQQ4d2cu+2WTJToWaX+PFHhqGF94F6BCrbZrMvw9vL9Pfr4vim
s39O84+8z47sM+tdNUVYk75P/CjbDPk+8tNddN8xtxtuUSSxGThxxtdGfpyAzqGFF6rvdfObarcB
c3LNDRfWGY/eSltQwPyPX8Y9/LKl0TbVsBM6s2fZVn4EWzxl8S7yrW/lY4iM9Na8pyC7tmyy1Dts
LfIIucuDzNkBm/bD2l//oJUnCBg/KL4KKhGE+Nz3jEbSWj2AAH6pfoz6a2EKjmL1Bqv4DzOAgfHj
gWdS0kH5IpL4mFR9jIbnuLdl8PhoH5j1cXt9KZ+dn1x8tOAVTUPHLVLxol4awVIOaSvHiJYpin3S
9yFzqfost6BpqhuY3kcMU3OZavhmEYKLaJOPt5G2qerOleD+6/rrKCp4rlplRLfoIFF1qmrcB8X4
0Gi08EEdOVj9Vi/B3QWO800ov3b5A2PHykBtwnTzchurT7Jbdq+zuotYAloqJrjnqwetmdTESViW
pS0HdXYlDBKlM5hdE3/UC0fTflix4NFdveNnArhXcK4VmlsjNClonjtz2g7VuFfMg1b9qlXzx6g8
MxBoXz/xVdt1JpIzKzSBHpQ9RObsSY0PIYDYMVPc60L4KvI/xgTFK9mwwBEjf3pYZzsHm1nQJDMh
pUwKj7Wz7qWYzrjBfB+8tVbbboI4n+2QjKkbo8tg29O4FzyEq5u71BAUpEyAOeeuaaYP1RBFEgxo
+aZ8hxZ5iFtzkgIzNDumcX99yat6i3tkoWC3FNbkS13piRKEWYAVT6p2C2vljtNkN8NO6/NDejeS
VtiggR/8cnPPBHIXJSBFVCsj8kF9ewpnBBBUpP6rG4hap6KZim4ij3m5pDQuqZaaceorUmon7C3r
HNo4+U899YIclAaayLdfFwhg1ZJMA8iVe1fBY4BAScHdN7QIdlz1k3H21IR5YSY5ieaqxIvU0Ll+
cDyQ5B9dRXiETC0WCu7ry2VWLfK1SRilftQOzK0yGjvGWOpuh2rNNutQCgXWeXYlZmxrzUp2sjHV
D5MVxgJ9XbuZqJxQzQI5Kp4Xzj1UcquN0w7fAUo8PFuO/P36QvnhNZ8LPRewfMDZpQwVaaBjgfPU
t4qbvYXesKUv2c7YRL9a0NQ8Fk4CEIsPTrwHzVEUUCCmN8keyIHmlv3lsMcv38L5jgZhDUsifAtc
Gn1LC+JR5aPXhk1W39fdKw38iAmM7arTeL5+7qDHuZfyACSV/mlidvlymmt3QlUFZGqI52AWgKMW
FVTXXhCKOj5Cb+SSgBy43PIhsFp1JAw5i9Swo+pD1n9cP1Qe5/t/G/lHAndJi1pS9HTZyM6JgPFF
wQQzgXwlRk9qvLM8ZdcEdjzFgldEIFYh3FVtJ9LVZpMiEdfbiZq/yYOHVuKu/5EX/X5sb2Vmh+Nz
mD+FrLFngl5cXWBw149T1i0k3S2YDL4bTq0aPDFIY/h6W76nfV7axkQ3LEEXWjveMoNt0aqtRbEj
hbsmlA9yLu8Em788IbwNpvDTTEXBCcg8SHdK2FiiERg5eRo950lm6wls4yw5mS7vZDSZEXm0wdfu
dIm0GdV/Yy/PxXPaxXqCDTDxBGgWsMBB6VRaBeAzjdQFBUNqVzESwcu+aqTOVsypG00SrRrL5VHt
3vIYPZtIxIVEND937SEANznI5WTTUCnvPsR5W5CJBokfzuBQJUAsRl49vCjhKyn8TKs2iloLciyr
LotCcE+Rv1wmXnPmN03RyRs1BBbJaOAivLSj5abJS5yh1Jtjdm99Cob5PusHwfuzZiIUOPqqDjXC
wEhOroEWxgo8w0gFp7ptjvBqReHqYkt5LVUN8PgTUDagRsXd1X6gU5NKMEKldVIA5Mvi525ETS78
uH4dFvt5TQ7vcEVyG0khkvOYIOWyNogdhSlwnOUOzwpeWMQTqagnes3tOl8b53a1c1kTs0QOdU43
ZvU8/jaL186V68FmffMvTgrugWKgedFE2ojbx7DG0J4hqWFqiw8pAD+u9np9A9cuF+Ie/DMRcIDV
5vK1sMaxlowZafT5W9KcpDF047YRWO7PAvuXU7JQlDZhNAlWcikERJthaDEkL9q4lXdxYE7uFBet
iznSktNICt1NQyh5Yx4D3NazDoRELXVqrdJs2azLV9an96llukUYBE5kDIu3NNXeWNSmEzRS5lgs
VAQ7v7YxcIrgE+KrAfniNiZFI1YSEwmuUTs6abM3TVvvdcHOrAoB2hyFH9wR7RMwdOYeSajl93Fa
MX+O7TJDqPuqtnfXD3jtruPBwh2UCXwCHj4YdwGK51HMfIaMP+0/8kLE0rV2HxDFw5IAfAAV5X2c
pinViGARyBU5EmKPrAmdRj/BXHcyamWDwGyubtqZPE6b1Bzxq4mUkB/K93WmbvpicIS56bVFwfOH
r4OyjIrk/6XKRlqv5bLRMD+R0VOUwqTQ2dPI6Fmk3nRFslMbEdPm2kmdi+RsmdZLTZH0NfPL8A15
apeYhUCnV/2XcxGcUluEaW0dDMzvqt7YotlOdmISofG6qsJtjsjOqYt23pbEKA5SXCL5okBdsgg4
36q10Gb497p5/jnK5SazmUmdoWHFEaK91EQLuAjBsPaqY7wuXVj9lod90aWzC6aZg1oZRcv8trjH
8xO4NDnpfuFLmhMI5oKsqSVcQgyRt9CrgwaIS1GtbgYs60vma/1Rlu9pF9my9HR9w9aeVQMwZ9QO
0FZPLe7hTtEbWgd0Ob/Ccvock5+UfUfRNi+6Y6v7hkcHcBYDxQre+nU1KOn6XGU+rogzj/NWJa+J
9hrl2iGICreeDC9KRcH/qnrimSBLnWaZ8cctDyAfEHNRg/kyRkyTQbsv8sGJGVphlcehnz1l+p4Z
qWMkqJNGgxtYlSh4WvMnMIYKeBeETxZ6cC8PEc9QH9A5WNYdzfZSLrL1OU+cdjQPk5F7Ejjzrx/p
iqHRMUiOLuBFWZdNzprN6lAU8pihIiuhY5EdjdLt1dtpxjxF9hqLnvuV9elYGK4EZmDq+mef99l9
CPKuigaGc41kX06/5+Ov+q0sbmZRaW9NjrEAosAygVbeT6aPMzlpnhooA+vMH/KjGviprt1OTfOk
gYxfl+nb9S1cS6fAsVDBHqqidIqO0MtTS63YNPpFWmNkIP7oaemWDRg20jqxUN4GQs/K+sPAjNbB
gCndIZE6bFNWS9vrH7JyPYEeVnUFjESLm8OdZVXSmtAuy3yprpy+/DV3rglvtBN1Ba7cTnBroBKg
YNg2ClKclra0SPNxLDO/VpHkHFq7MffVXrEcOtuq+p6DZOv6wlaP849APu4diiavIroIrNy48FBh
n7+T9kCZd13OWm1Ah9Ys072NpUTKvYG460FfB9jBJtnlGIbwAa4e1W0jxwR++CFEquH7vB0/MLVB
c3YMnM0Cb2n1BM/kcw9kmcTZGGuQn+iIHcg3qYxdavV2m8yCLV2795i1iFuvYsUoq13qrBLSAYNe
NOYXgSeRZJMm6KTR9GgzFNYuTyqQiVmy6KIsDyrniOt4BE3k+gC3A/v0pVB54dAzgzbzDeB9b8aG
/KCBDvCEFUSWPbCidMwyzTYBM7WbLpzLrWyO+dOY5pFrJcPsYQIrgu/rZ77ybuqoIoHtgABoqHxe
7jNToQ5BLptBmvl52GebOWOdE0cwSEYvi+A8a2oMJ/XT+AHKwaOs6rSsE5DKMt+Y3/V6OvTkMLgI
5ra9JAKmrOHX8IaoGJqH/nTMN+Q0uaRKTPs4z3xa18NNHxmBFxBCgT2MQg+cAfGuyAvTi4EIcCY6
APOBV8Ibh6702FA3Hh3yHlAIMhzHGXMgSFMVgo1f3Q0dFtrC8AcFdZNLZWiVPCPTVGeovhbFNi1K
ZavlkbVJC515s6bGd2oQ5Pvrp712wQD0XPB0Buw1n3po2liZW6Ax/dkA6NtQ7qbppdZJYZNAtL5F
mXllx1sONg1FlVWUbC/XR1kch0MOZS/rg6bfs0J0hVfWYhCUKpaBhSia8r0HuYJhC3OIIy61hz5+
QEfTQDGjRjRUeuWcwEsMl5Ig82hACy7X0cYhEil0wjlFeE9NtDjNtjZK9iS3+2r8df18VjbNAJiO
wMVUgacmnNrSPLNCPaK4jflt0p6yXDTLdk0AKL4RWMO6w9Ium3p23ccmTxlNsJqmKE0vVShm1TSt
sb2+jLWjAVkNOlGWmBdVlkspKRr3tT6AlFcg6Sy0kSU2E3VorJ3LuQxuJXpeLryPy0qAFkKKK/Uy
dMkDByAC969YyIV557+L4S7qBDWeWAdBHUoGyjg7dHxCAvPvzcGFFO5BIk0/ZUEBKVK3HctDHdqq
uZ8LJy4EhRjRvnHeSyDrlTSoEDRM25k4ykf5OkyuLrqdq4oGKIuGvIqOtMTy9zNF66dKUbTcxEBo
FZX6GkGihyqaLNi1NUXTYAEUHdV6BWWBSylNNnYFyvWFT5rgzQrugsjYDKm5C1kpUOkVLQAsB9lU
hAmKgZHXl5JapY4VjCfA+ZSVcazVBnx8kZrtYjVUvL++PUAgQMSC+kdeiovLq9ocQbdrZb4podG3
eiqzD6VBE0UtSD6uBXwo9i4E4RaGyABYdbkmLctLIy3lzF/yjg+S+tzpYLD3weppD9LRdGbFGdo7
qXWvr28t8Y52EQXGG/OUsUbOykVjsHgXSuaTot1NUeqp/YOVD8cBFCb6GJ4KrUYG62jokkDyiroA
GIvISIP5Q1+4fLngsLMClLCglEuE26qKHRY/Roxnk5+ur3BVDmhx0KmKRL/Mx1+lVOtjRXGCYYWW
0dEumkNXn3IRHm9NJ2VsIeb/oO3ly9MUNoBml12c+0z+qIaTNb7SSGAt1kUA42Cp4DBCI8DljnUz
/FViZLk/Sq+58RoBFzaw++u7tWIqTNlCAIlugwVlxalhlI1mlOjF5zI0lBGb7N8cx5kAzoIXJRlr
Palyv7ZOQHjPMxpA65OwGrJ26ksFC3cKIBSMUb/cqzKkZZ4oZe5X9ATMrmK4iNACkSFak4Icgoqi
FXADAKNdSsnJ1NfgOc192h8xUNJW0599+BIXL9cPZVUM0rzIwSOrDKzYpRhpkklddV3uAz28zbwG
DKeV3DpWJbDgfOvcUs42tT+CPo3F2UMxGWlaS0UPDessWzFbDwI3LI3v4TQ2/XGJe+Khspn2mDBw
Zc6h7puNdZhBqNm/E+vxr5cNOM+newwcExyxy2VrMy2nNkLlLM9f1f5HoD9I+l2s/f1jciGFe+zD
shsKmqOQzazhYHlaCpbSUtQwu2ZmLYSb6JgHZhW9udw7gs4yOTZUVK+AuCgmA4MksZcVASMpO2ig
L4kxrFDJBYQQKwYDQk1zsXxARfGEEElW0ioBk5Afk20EerxEuqOt4OFa0c2FPg5ZCqphLiw/DQfl
Wkxp7Sa0eKmT2w8gVC2KTYqGqwC9ztf1YVFzLoq5EMXdNqsGPL0yIWoiJz3pjzEmC9Zkj5yXI+Xv
UZPvQupdF7mo2DWRy+rPLkSg5KQZW2D/zfGpcvPiaBi63YB3kE6iCc2i1XHaHtUzGFoNiCo1L3ie
quIu0Y9591rrd1X6I7BKwW6upQotJJhR6YRmgBmPe4BxKYJ6ogDEz819QmS7liJw8VberCruFEW2
GttD4cgGAoasMv++RHAhnLsPiFEzKpc4Szn/GGRqU+Ve735fP7w1n+pCiHp5ekYbaZFpLitE/ixx
9TeJOgaY2YhtRrZF7EkC2eG20gyBHV1+l9ea853lFBVBcjgNORZH+8Lty84N9Uqwf4tVuiaCU8yp
nYOQBMBLNJEzbAFA1MFK1uxFBX7RSjilNKgOnFhIU384bEaBO7P+28u8RAxORIqTe9XQQdkUgYVd
Qo5W9kWPx9pbhsP/78/zDFVFo/c0WCrtbD89qdvsPTtYDvsGBMtt7R0KyZk8a78QxV9XOsGqLM7x
SLKuKQcVmUSprZubJgwaL6CSkGByyXR8Pf8/q+Mub2Y1rGYZVgecOCijl1mxhaNigK1o2tmaWVrw
uxpFLQppCk4DQGLR0jDVkBk9oeAjHSOQKjcuyv/Ivgi2TiSKe4lRplHyuoOoASOIFWtwwsh0aY20
s/zStPu0e8gnUWZMJJNTQolMdd1UkFmgll0PG4Da7DrZNFO3y61jR94taf8vFOTPhvI5rFCOJBhl
Fauk27TdolH3+u+vpVsBg4ajgUBkIZDltjEqiybIA3TnGIpj+Q/lMT1InvGz2Db2LwW0Wg9kp2Ka
7XWpa67GuVBuH818kLregNDaDb0HER/n2jOMqbxIXapAG6IP+tKQyzEiZ0m1ADaUf9DiRAjZ6dkT
gh+W/H3VA/HVH0nc5gVGRGmUAOtiVG4Rj/bPCrZVzTbXd2tV686kcLuFAKvH0xAsDxOGRQ+lM2rH
uTmG6ZOcY4pWveAsREmtr4YJuczFv0d8h1hU41aWy2Fsgv4dlUEAHjaUDvdDTURqsOJULFKQmyXy
J86GM3/6xMDvxhhDeWzUbSZtkt6pFG0r99Ruwl8TaNXyMT72z4EmuFdfHVFIRhr9M5kKCDu3p/Cv
9c7Mgb3pKcasyaiYKIkbCQA3AiE8f4relDH8aSAbVPk0MLaEro3yFKgCMSs9sBeL4Yt/bIwJm2UA
e1hFdkX4knQlgsvUSwErrdvvcvVEkTWxRn96TLJtnxvAP9ByN0mloP1rVWuQ0UNNnqDX6ksfnFQr
ep1hwXp2o6D4qM1P16+CQADf+KZkVl1WrACOA5RPQf6aiPo+V0Iv7OVCDrJAPJey+KXxSE2ly2oD
eylH4HlqtE3Z3OXk1Od3yYRp8PmBjcQOJxFP2nKfLl9oiF1w50i74+XkzfCkWYsHMkIs8xCC1b9l
6S6LM68lpivELq7uoo6EByAjy/Xjrt2Y0Dztx0VYZNiGdIdgWuDTfjXwWM5SfEGjGkLKT+6ys0go
CTQ5miNISCMdHjQmVaAPsihEKQiRmGWhZ2KQQAPMcxGTAWK1ECY0+WnSun+1mAW5aoLoDCnISylJ
jf7oLphRQ8qapaUb7ZRSKHBvV5qsQZEHldOW7CagH1yIkzCUPVWSYik3amaj6cFqEDbeJN1WlV+1
RnHCoHWiKQU/CTibRWnPVRNyLp7byRTA4zjIcLFMTE8zjJtM/ybHsWOSk8Qw6K93pRJ0Kd2rmWhe
K1c7A2SRGTjEbF1I6fH1+cZOUGTskcHSF4Kiy+3GZFYzyFTcQHVb1b/CuEY7+XuCznLxpn/1iy9F
ca/cGDJNSiqsOqnzbQAC8vBmitNNMUxOFruFmdl0cPJff2/DztfHWZgy0Nt+mjK2JGYN9anoRW/3
8gO8LQEuAl0O8H7whnOrqmpSEDIDHUgITtDwqvghDJ9CdadvxydJEtyONculyDLsPRg1wcPCLYfN
pMzVCdLisI82tAT7RjBJEwQ36V7vDAayVjToGwZzr++jQDCPrTFqJddAMY4bs9Q7duHgMvpr1LZa
+i0CCvS6sEX/v+zpn1XyJtOs5TLRUwgb4t9mdgomwe+vuQpnu8jDyRMGIGmTLf5IYdqa+hRqoY3h
cDbNBc7kuqGRAdRbUn06gFCX18sAe41Bxp75E7KIQ/uRhe1NGZ2aX4V0kJVfkrKVlcAjYCDslQMY
6a/v4+qhKYu3h9SxiqzRpfQFtZd1HSy2gl7WcI9kCn1o3NaphvfrglatyJkgbpl9IqllqgHxWY/v
verofpJ7DYaQoAX9fxO0rPjsDUqyaezmFitKfkSbaMIchRhNKIIwbe2hAxgDaVMUMkHZtqjnmRC5
MpJSKbGaMXtFG3vcnPLo4/o6VjUQRcsFUo8HiKdpMItoLK1MhsePqWiZQx2Ri7N6ImcCuDX0AMuk
owwB5Z6CAjx0YocI/M/P9pgv1/RMBvdUS8RgY6FARnHQ7SfVTg8Aah/uLK/cvdc2cwKMzGq82vmd
I7p1HNN5UTaV96HuJMGXrB7Y2Ydwek7mhCXKhA9RtH3S3pBhQ6pv1w+MZ0WFMuD1OpPBqTior+qk
KSCj9mX0Lx+rY/oW/VI+GowK9UA4vekdrbbLB+mbuavcTkBHwA93/CKeU/wuNaOMzhDfecYGeu/M
dnYAKUFWOvNRtSXbcIoNEHOhnTyXXo0purFbuxjstqHb/G1+ln9mP6lH9zL+cn1nVo0MIDgLDQAg
DDwXQJelStJJCoz1m+JqgDz6dKfvjXj3v4nhNkBPSCiDlRZOLjtkmJ43fNSgisl3SvUbqNp/YwHO
1sQ9s/NYm3OwAMu1MbTbACOOkMpVBOWZVa3FMFBw2Ksa+JQ4rVUDi0lmByFG9IS2PVuXnpu631zf
tpVEO/T2TAqntzRD23YiA61u4Gzizu2CnaL6g/ajN15Req1a0wEtXgrYaiQqCq0aOYuYaFgEwBpU
A5d2VCmCPJYCHFlMu3EbzopqT2ZNXZrVVW5XpiICAK8032KxKMEjGv58bzmrp5phO8S5idhcnd0O
Y897DMICd6qmnIYSA0+rwqnh7Gv3aYjiTQoUhSrQnNXbcPYFnE2kIEkLpQ5fQJxB+16nuI/5lh0A
3jASkTO4vr9/VsspkKVHAyKJACZpBkdJ9D6m36QAHCDJ83UdWnNxQfSBAVHo5kXExN8GQwO2r00y
X3uJMK3IcBvjex5Pd1p4K7etJ1fS5rrAlYZ8zGTEqwjoOHA96Gy71JxR1sCTxCIAUKxaPTSDktmt
0iZe3PcD6MTSDPxQ+rxBiB/vu6mIPDTvSTurbbrbIS0VhxaY9DO0gfRYWMFbbmQdyuXIWGvVBJ4G
9JXaOYgdvD7r0F+Ud+YhjWoVGKXROpk0to6AsYb762taO6yFuhslZvD/f2GKZGEhNYCQMl8ymw2y
sXbZxk5LUq82/57JBLunasg3ICZBlCtf7l6PQZKpDrZXX8PjJNdemFe2RARntJq7WZCRS5ePAkZI
TiuWpsCgiWBYxl/dK3rriy0KlCM8THDKNgJTubp5f2TxvFJFm6igYcatQmI+rw5acdDonmii1N5a
hAqILHwyxHNoWueWRNRZN8IFVz+HcuDMwxS6pdn/UPM5dqxieEvSjm1ozRxVzUBI2U/edR1ZTdGe
fcCXdZZ9i74QoMxLF2kc9L88yo71vf8Z9rY0uP2/yeiA2sjE0FHUmb/MfZPNSi1CgvVmmC1ZONNG
s0QrWt1SYKjBx4K2WhT9LnUxVvWyqQYJNqp2weg2H9tsw9RTpNyb31MMVfhxfQfX3N4Fsv0fcdxr
l4wsBp4bJhFF+t81e6JBvw3l0tOzxG1bgVO2qAPv/6LLDT09YGTRv5AcjO3/I+3KduTGee4TGfC+
3Epeau+tOunuGyNJp73vu5/+P+5vSZXafwmTb2aADBCgaEkkRZGHh21ZWwZOSxHonLvCr7QZT7G5
1cz4DijV72OhcYxudXlok0W9DdgmRKPXuzn5RtU3YZ8dkqy1g2qvd2gvQwsIqn9hwrnJ1sITFYAj
tBqBnkP8TGJdvILqLpEnKQEGvqhqtxJKRyysXYFBKX9xYhdiGAXB0EbVzOJuEYMOoSL0evCcAFlk
y/68i2az5chbtbEFsbQ0DYKJm53gKIY+uD4NdAnJxbex3cQgsKzzeqMGwKtjokReeChehdVL26gc
0WuxwaVkJjaQ0xAlVL3IDn1gN1qKOWy2Foxe2wg7qB21hofbW7t2guAwk1EdRkAkfyYnLk5QSoVY
rlS0TkjNQ65HNI+OUcGjQF5TyUshTMiljyJmVfhQk9TYhIVE4riwB1DOJ16X8TB9qwvC9amiVw+d
Bmy3iqTXhdqFGhC/eqbSXppyOgugvzQ0kbesVVG6/skNgRWw9G/G3EhG1w9QS6XHMANpnuxCNLcy
APscm14UnPUiaGNYOhDxEkCh9tqmC2XS56n0gfI1SyJ0o92F30RQkCWl88/VAUqPtUAX4LWUa0GY
HwD6fQVNE1OyK0CoK26jv1nKhQRGF9oub81JAVA6bI5F4vQ1zfxtzsver5nR5TqWo7tQ6zgRMUxN
wjoizRXmxB76R1El1bPp547Z9efbu7Z6PBdrWv7+QloIRvjOWADteAqOzhwpaJTsDDqWRuiqBh5U
t8WtLA56IMl4T6ONBiD6a3F6PGh5rOJOacKRTPNu0H+C5FJud3l1yhKOg1hZG5L+wG8Cu4fUNUvC
ZBVdUQ7d4pCqzdQc0A8e6j7teVM0VmwJlRzc/sBXfnqj6zUlaH8IcqDKDiK6oTWTVt1OE3gGu+KH
roQwG4fiwqgpSzdAkjtdTaf+CKrtvALlCseLrwlCnQ1DGBf6PnCSXK9GmbR5shLYKyqHYaA6wvim
Cynp9DegjTnasHZAANkC8I3iHgDTjKrL8pQJMWa3LHGvnzhxsQPB49xz4l6eFGbrjFJLpGaGlEza
aRhbLRK5eoh5weYK+GWpk6CpE0PCsHlspaQTKnCl1El+yGQUdZWzaSJj1am49Y3iYDXqQWk+BADO
RNSyA9X8SETVw3gtlDRCaa/kvCLAWmYEXDLAW4BcaCFdkK8Pss2nNlfRwIh6lBOOITFNwEiF+igV
AYam3aspVSy7618CC5O0U+n3bUP/pJNh/D7EA5cLHDD6sTXGWapCO41BA0B3nkRe6e+GYVsJ+zoU
UPLrH3DruEEzIT/T0HrsRKrlz4NYYXrAcdRBqrDXhN++4XaJN3SnHJjeQdr1yu8cSQ1B3keyl7Vb
k8fzs0KRAzqHBWyAzkgRmGJmy+pMFLpwbgDdN+w0Qu1EDzYpxsyhwSekGJukkTKYHEGaqSH0BF/V
i6SITslwlEZMRpsND8/Vu6HhvXiXvfqyl5iAC84AVQNV1OJVL5y0OOo93rwAaQtyETgjgmSvVKuW
UzZesXxTRL4erezK0uix/P2FlGBU69AqIwDS0p0IYmPlB95LlnHPK4Gv9JejoQCJs+Uds/BvM4I6
yW9UrQbbgvUUDrs+/GXkrzmIcQolpqlo18O8H5vgzvoR17/b7HcY9U+dXBPcfYaYbNCaznkKrDiI
pRCClmSAh9DWxXzPAFUwACVf+PgT2qbdRzfL3hwbj0PJc+NrosDwiH5YlMww4Yzxrr0fzX61zDLI
osQ2w62MUZ4YD06tnIeaWJeEhw0adnCkX0ir1Dky1RKw/5fW8obqVOovEw/4tFY1AGPnHyFMcIcS
rpAPXQWYv2zaqW9RIf0pmDnVAu1kjO+NF2vIJky9ayrtU+g3duhvWqV3A+SDcZxAggmH9p8D6TBp
felqRWlraVthjjMWTL0uZwAC5/pF8t1o2Onl68hrX1uxySspjE3mYqm16BFES4BXbjgKuXwhY+8m
2sERwy7zpkETcG2JmtQ3c+sDYts2OzSCZjvN2tfm/uO2i16JW+Dm0P2NRyK6c9n89QR6JdT2QUCH
OqA5lwRYLuI//oUMXIcWaksmkNZMUK7XQPpjXg1y5PJZmw9ZgC5gXjvBmqYv3aX/kcHcNJOYZn5V
QwaSuwBMqjROXNg62C8t+/Zq1s58mSwFsj5cDhjfcX0ucBR9qYcAg0bFSY3APx7w2HdW4mPMg/0j
gdEq3wJ+P8sgYZo34ghAleWCBQptA2iM0DTOclY3Dm3ZoGtBUyv6aK6Xo4w1Nq4HTCh61CJnUpFM
xczt21u2pspgGcDvL9luEPxeywCqp5YnHzKkF8P8WT0a3XMVoOOTE7Wu7tuFGCa1aeR4ehrdgrR7
E4D2JLoPNnjxLBqPDS9KWEmLIUbA4KMFdwPMJ6NuhZwH5pwDt52nzZ2hNk9WIJ5SHfUXM9bPkiB6
6N1HA0s2cux15biuBDPRsgBmkDQq4XHkYLQbVUZ+vyHgoCWqWHMc0Noal1m3ywwCQLnZTHGgzkYg
9OA3nREzztLWGt7LOwyVkJ4VsaGpLru3tWQtJEDV4L8C2VcHcildkrYICfyiku41ow3cWMmTUzC2
mZPVXezWqdySLpHQPeFjBpQC1Am1xnqiEYjAyNBHvTshYX/OhjTS0aCo5YUrgyTSxdCxkVOQX0uy
XX0uazkgX1XMAASsZqYcQus5rKL72Afrrr+PLNKgdhNngd2NEzG1f/6otRbXA4UGKOvLeIgEnYmJ
HGKnNLwEW2kivfTTFFFe1QWO75YX58xcQ8v0IIREJthY0f17bbt+nldGKSNYURpQDFeOGbdk1Ewb
ZKkbpdkr2T7ALDrUBGlj5l4cEslw8+pXHm1a37LF0rMwA3FE+hgk5VNLYqt8UTqe5a+9cy6+8gs7
Zzs1QeoXHfpRMqdvXpExI9N01yudK4AkF0Dw7yEmSeb1tulPSpfc39bcFccDTDsmDwJ+BA5vFjgm
z6VQhQnCrHRhDnvQ/ZwKJZX6iQQ+5iQb0v8oj9G8tBwSYR5wJm10QI8RUQZ1G1jbssUAVBT/hL8S
BzQeGNJRw/989F68CSIhNMfEwOaCopQI5rOgNEQ3BiJg6Icgn7ug4dxJn/jyL0r3SXyytOfjXr9W
uhLOLNcmDJfRBlR9+wQtiXFEQqXd1YKOKaGYqYmhnvlzHdebdBDdyDeoWc3P2eRvfekxmw+looAU
Ob5rC7ew3EAxv90+8jU/jDm3yzWNIgVma11/oalXgVFHaKOR+x74DAGN/bLRuqU8OfqsTJx2uzVX
jK1fth+hNjAo19LC0ujkAuMSDklROCrmw+fA4ejoKVOC+woDcJtG/j3n+ub2Gldiw+XMAVBG4myp
JVxLbdscbExACIM46SwYOZnHjTG/3Jaxuo9o2136u4CNZxMmhVihH79C/GnEP9pWXzoaFqrSiDeh
YU0OHgKghFtwIgALXq/Fz4L6XySycrwrrYlgeDnNO1cPeOms5YdY1b0UxPhLQW6UPNARiDZh52ZV
cB7NB0ww6dXWG2vfUZrAu72DK8EVOK0AnkKv+gLAZ3QD4Jaibz/Rv/7zGKjHXD2KPS1NY5fJPLq7
VVlgYUVFHERLIC+73sVCHPqgldCOYUYqON6HzilAV1papzaJNpjcxeMrXr1jkYT4r0BGBWu/TadM
B546yt5nwU1D9VkSf2Jig110dAwe5li1fZg52Ij/Yld1lCAXOgoMMWHeLHlq9c3YoUVKze2UqAqd
QjvjPSXWoLMWXl9I5qDnDnylzNmBillrYhVQz9qwgk0vLLD4ppptY+5UlJdMwct1P93nSRXsdb0a
ndjsH0IpsJ6iStaOErgROK53zeYxO3dJxwJShcaR6xNujD60qnQAVr5Bj4X1YdYPY8CLLFePFeW6
JZmFP9Dwdi2lag297xQJCCJ1OA0YSFiMhq312U4KdPzZenJk2Y2g7rTuIWln9/bZrm872HSW/gt4
U7apNJ+V3BgHAw+FIMXkN1/u7WqKUkcsQzweh6qncH0tVZPct+NuNNHzNOa01fFw7btSOIgzRgvf
/qbVfQeGDTkmHTlw9lUpZmORRtqCI+tSksQGmae3pOOxXK/ZL07WlEA4uAz7Y+zXtPKmK4aFdLSp
7BngD0eMS4v4URd7VZedmuzh9rLWBCLJBT1aaFxxk18ftKWDrLjv0Y/XxPoxG14lEa3PR3Wud3qU
bG/LWj6e9byXshilmi3dH+el0aoJl8Gwsi84waQanEtxVXcxFxJYRrz/8WpebpqLaKhQzXQILNhs
bFWlC8Ka2AlD03fBCYdJrtMwbjSxmxxllHJHT2dLInnu14fJzHTv9oLXrpqlJQrzA1B1wnlef4lS
1JPeow/7oM4leHh7AA4DEGO7fZCMNFXCFiMMrPMQtT3HSaxdpggDQYCFXlgDr5BrwXlQhWrsY6d7
5aNGwt5Sj00X2+ZfYJ6R/7IgBrkJ/cskiFJOmlH1sUBAhhDkmGqyQZ2gstsp4D3oV5eETJsOqKEI
lkjG3089LoGmxM2mKYD31u0xUTD6N/nA85/jfdYsHclSQJGW8VTw+tebp5aqPzRLw0JWP6JJn0SY
8iVn01/4EwxuUsD8C81ArvlaClrKQRTbo8ZaIEo/4rnw3CqhsZmtwCe3tXBt5xAjIpctf0LyGBOX
i9AKNBMF1nhx5xUxitOY/tJCznN7ddsuxDDWPc15H6UmKB5RwZWjj2DQiMWruq8uZakCoPiDQQNs
5xGA/kn7iV+06ofQL23Q7hmYKxdmP25v2epa/shh34so1uW1meP6i5p6GWQdYvhHmXC8w5o7xJMd
ZdwFIqmxLHVwTGWCiwTuUFJAlZTZPpTt9jrW9+uPiOXvL1zhMAm50OYAYZa+l/umrcr3aCQU/wJE
jofBHzGMLpuI/2q5xkpSIC2k587a1v7v2yvhbRbjSse67ooAHWUHKTSJUFU0EA2O01w/9D+rYOze
BzJFUKuFGlsywOVYh7aJZjPwxv+Ng7EQ3ODK1dHyyM74APrcCgwfgjo1cRX5h5KgP8b8uL1ha0eP
8iD4zcDoiLTHsqEXR1/oYR4kAyBRMEfLeGs0gaDdxx7jlqPGy7awt/rCOobHrwWkNOsuI72c/NkC
QaCOyDB9iPof6K8vMGkkFL7XY+BI4z8OWYADB+s9gHP47wseoUqA8jAGGGcyosVjup/NhogBsPxy
sh3q13+6jWhcQ8/NJ2UlkkeM3iVjBcKRHHiBJsegy4+pOJTDWwCurNtivkYKoHRGqmLhF5ZwWozz
FFJ5nuUaCSrZixwot1M6Ek05NvT1pCAE4TzaIDDDRmWZRcTCyCyrBmJkAL+HLtqmmLl1X+KCm0B7
pFPcIJiyPG1uL20lHlvoqsHkCFpWA9ljxq40ZZiGLEQqHtS1ceRpyocy+DEBuI0KoMBJ1ISMUUGT
eTqI/j+2achG4hFWja1F1/a1FUSpiCxQikoNLtdtqYAmehjROsqzga/Gdi2G8bNqEbWqWS6P0aoh
cea2yPnr0qNuurf3cnGk17Z2LYdxtLpWSfmMJuyDOWROUgF+OxwHpaXjdB5E3pjQr/5wEbZMO4TC
IHZgIi6pmuNYGEJEXPldmt5JTQsWBA4DHfvSMxfyOW1hP1DQtYzpTUxwojWdWVixP5z3Iq0C0p1C
F/N03YBipNjD6H3c3r/PsRgXG/hFHGNnrTiLuV5B3EALNN6QI4YWZzWtHbRrfBMPjvx6qpGerQk9
GNR5jtyPgWRuYu946Qu2lvLlS5jdLYoCCOBJGM5H07DfzN/Jg+WOPnk0yj19/mh/TAcaonXx9vq5
UplbwUq7ts9KSLWDRzcjzUZDF5/shADBfxAAO+Se5F54NDjHzBYpvqyWscM+1epKNLHv0zPC9lbY
6hiagzk2dOyJLr4U92NFo9f2W/tRTQHFzILItc6z+j0+6RhgTev45+2NYFzhl+9hDDaMjTBpGuxD
hkQ18UTX3JS0pJyQ+PO5fkvdGHttULVp+hpiejuZab4Vd0ZHgtO3mPzoHfLUEe1uQA3iUabjdkb3
pPEWedlRfjmJrvdq/ahJ7fmE0v5DdAf79Cq6Cn3g1ZfZHpp/7wVGuCwlEmTzGU3EKJ4kycVgPCcE
/pEC9+aAk2cb0H9KSvZFEqN9kT9kRTlB0uza4zlG3i65b2nicradvXG+yGG0zVBHM0I9Yjx3NXnr
tyV6U5uI7BJ7w5vIwN08RpGUqelKLcWS9GNy6k7dcT5ZXtmQ1OPZLot7+7IqRplqXc+suMaqSltA
vcUQMXSnJ6O8lQySfzyN4QYtVuUuyyiqQJVJKn0bR7TGEGmgEzgXEVsA+vfHoPqggY16ASZcX6xW
jmyAbECzy8PRnCnK+Y9SSJLjvTGRwv0wN3R2mm28r4/DhnOn/z93xh/ZTEymzx0e1RU2Yqxt88fY
7ev7WqVVTVtHPxcPmtsCFY2U4W2XsS4Wc4AQRqBOgeTr9ZLHRFd6EFIP5yTBxNIHo32K37NA8RRw
2veYQQLq1l8KgFRaueU1UTDh4b92+0I0s2KzzKNanZZryzoJHTVjMk62pe2nElO6OOtcl6UvVOPI
HiGyv16mFoD8bOxxsq3b7WZMiiTVNrPfb28mTwhz7auW32IsIRYk73zP2qfkVfqWcRaybptoDfzP
SpjLPumKQp8X7ysPZ9xtI2CDd+rktdlumg5G8WwGnOt1MfYv7v5CIONJZ6sOlaLDqiqnfFd2EuWx
zXOXpF4fTjtbco3ZncNZI3b1iFgTPnR0Ri/h2DfLDvRvjfuzd4wL9UulQRkTgkxPQ7u+gy6XLqev
MtnFaN/+PhDTMeltnWAbp/8tE0AQjE9Cf43JnFeGXhsk9CFzoEZH/Q/0ioeviXOf/sjLfWanztNt
gYvBfj2uP/KY45pCMfH7EPJa7R3l8ufyDZNk+2errTiC/h/X8UcSc2whmleTvA/H88vPAIVoeq/a
r+lm2DQb3lQm3pqYc7PyKA7N2EKAp32PCiAFfdpwEMj/jxL+WQ1754lqobZLwCB+JM9hS3Ii2t0+
sAWOk1i/x5Ek+Y9CMB43i2u5nSdsW/TxAifrbjHYZ7Jlsv8rTwHoDEYfLorHsiBMogiaAL9Yrlag
mTZ3Bv2enWOyua1v65fmhRhmPb0SqG1sQkyngWGYaqkrkMLTz9+T99bJXhqB6AfQDZHeE3YfaKms
9rzJi6tx78UXMBdJP9dyUGv4ghjPHzqSBswcJvkR8DZ08d9fTOtCDvPmj+OgbM2qXDY0pLHr3yP3
uH1NH4YND2rDWRF7XUlmEit+A0mFE5xC+uhvki3IxTm+iSeFua/mIo3jroYU5Sk86zS2K1t054+P
2wqy7gH/bBvrAdEWGpdzAjH+b+WuIAAV/7Yc0/Zd4SF1yuOOR9+87pguBDIusMjKJtAzCOxdg9wV
x3YTeMruNBFru5e2t1fH20PGCYqJOEhdAFnWBqw1UD7NOagvvKFJPCmMA9QiUGAZiynLR6EjFgmI
+GQcTVJwVHz5HVbD0baG4S9gN1gyJNc38SC1jaJOyXRuxV4B76Zf230UFV5fDhYnrFh9taPij/Yc
1MPBGbas+SKXm2tzn4oYvXE2SLDv78s7kL3HtkoMT3IKn/hEd0OyNzHw+e2vHjgXstlubwxVVFU1
hWw3vQvv/PC+d7rvomWbjl84txVkVf0vZTFWpulT1FglZHXFXp3fUp+kkT1129QxfTsR73WgWpNt
Y8uwPtX7H4Uz0UfrozIN1mw4kg//uLd10KYHeJIv8RWQQY71wJG3FixeLpYxvUmM017NIK+2kSV/
iRyBilvtId+nPvJRrwH9KHzKI2NbjeuWVhP0m4CvE2+oa1WqzAVKkC5X0OPRjTADkz7qJOqpbD89
ffBG+KxGCpfSmEghwkh5pA0hDbORTmVCGy9AQmM3T7yQZNmsL9Z4sSzmZq2LIE50PR/PtjLbtSMT
mWw2H76jn3jPcBbJ+hmlXq6JMfxSBDto1GBNL/nBIMlJ/aFktkl6h6cgvDUxVp/oUQgvA0F7N6T9
d2Mfbdu3je1TYNjpbWVcc5oXa2JJdjFzHvMqJogKvgUVaQ6CbXP3jSeDMe6pCdMoHSDj20Bf9snp
TbHd0I6eNScrCX1CMuzb7UV95o5vKIXKWPQcmHra9XAn+7uGJs7PnxXZHt03JXTOqh1PTncAHd1T
YG/oeKSbHKm17TtvbjfP4FTGzH2AwBVfWk7xWLpJQIMt8OZ0swnc903PIw1cjZgvD5K5Y+uqVupu
xpIn+mKQ9E63dbLw+hk2DxrHO07GkWh+2opVBUkJsaOTagdbk7wrnJuP7U/9l7EZOjgQl6qVyjK3
mEOZplUtwa7VH+1dKjvda/8TregHPEAfFaI7G/upuXuiwx7JJ1DSDQT7yksnrl71Fx/BOJd2rKUC
vO/QXPtYH8J7yXW7HxXpt4/fkWwLeAi/1aBMv5DHeJik6OvGiCGvtL+9APlGq18nSh9461p+5ot5
oL0RhWgL3G/s3mbT1ChlpmFvEVg4wzYklFdSX9f+CxnM1pVJHE0FuuLPdvYjM5x+Yzm6fZCedx3Z
HwvkZDhI+NWMO2C2/10Us3dWa9WjGEGg+PZmEHmXBG5AHh8fZ4Kq6i7z7rbn0K5AqbSrnj42D8XP
h03o0GfqjB+9E9DnDX16gO/jKfKyzlt7zfjyNDEBLKhUXBpg5N1P29uebv1O+rPqz3v4IkBMw0Iz
shI/jwbcwFOfdrvNw8MDJ+JdtfgLIYwDz3pDwrhDCLGziqo2OOwotPL2Shb/xO6TIYKmH0TQoGxh
I12xltB7os9Q/fBRSSS7TGTOVbcWdmFiNhDg6HRD7M6EJEGRlGo8ZtM5H2IXs72oVmGQiA5wNO/G
Y6lJP52XgYHuC4UGBsSy9XYwvHWNjiLf+fhT0b2IGC3Jfj8CGOFajnrvedR5Er9/1G/JL1p7sfOB
oYqYyO68c87tsyX8y6ZefAdzcF0b9l3Vo0b8Yh8LUpG7ZIcCm0rwKYJIiUdr8oTRTvj3Iz0OZOyd
PedYpa+7rqN5FaP20BuP2JO9BQfMCO9Vvx3OmCEFVO+uP4A9LyblPjq0joXwGojiDfqwOIf9VWWv
xTLXoa/X/TxoEKsRHwdgbg9oNXJ4V+HnDLPrDYYYWAacNpL0GtsjIYFLQPG7aTjrHsZx+rsgdyyS
P802ygEWsX7GmNBlq7Q85Jatg8vzR/ArD0jdELU69t9i3uCkFXdw/T2MtxHaucV4iBhPmcTSersw
KmsrddrwUYqlCsp8yRgLUktVdbam3gRVrWJERBw6OSK+WqCRZFCznOcC2YFLMIflq3TA6WHayyg4
2P6Fk8qMWPbBbIBcPCmIYIGpt0bH7Em+a+zTR06f++NTfCy+33YoXy+5a6FM+CUq4LDwDQk1AK96
blz/7gmh0Oa2jDUt+xybjZE6i9EzFRNLNgcBLTKLlk1O4oS25mHMHeGp2Upwp/9rPPe/5TB2nGZt
1FQl5HS0daNvs1t/l07ZtiQt5SWG1K8xz7Us5rCkZDJiq4CsYZcfzhgLfVcBMWHY4BBVti9wH7t9
QDTwK3eYPdva+k7O7MkpHrdeENrxj9lR3Zk60cFyYt82HobDRAC+tjEZ92hzcxRfb43rj2UOuRsT
NZ2g39CsdFs5x7NpG4681cmu9HzKcadrGnV52oxPqcVZS4EbXk77BRZ+/JFT7oKW3WUdyqUMJrj2
4262BBW7v5wzyEZRkm83BhWOwq6k/zy3eb17zI1YGVMVDsPn7hXkrt37rgNqOE4QvXYBXK6ICQT9
Si8AVYSQ6ih5QBbwUAzrNggAEVqBgKNjgV5pMLQDeIoWQMdd8Nv58dHsv/2Nlf+RwGxT14zClIyQ
YMDKY7vcmCSzA5vrJhdl/Xr2f+QwOzV1ulELC1RGc+9eUvpSENd87b9lLjc4X/zFLUlMrBz4oVaP
6eeK7iIvtjOaEzyDhw33EbxuoH/WxFxIjSjGioVR5ufGic8VQTA+EPVJJ4DcxF5gV3se28RK5mlR
6v9KZNOWU5WVWmxhF781DxX9PdNTdhfYnPBi9aK9lMJ45DhUk97SUQnTyOz+DG3x1T9IFLAxw044
Fxl3RYxHjvQ8FP3ltDLSOS4qsu8nwe42f7dzyzAkhGsLbyPjTHVRCBpN/oSZvAUPuJ9LAsQ10q+E
hwpbeR3ikC5EMa50yEejSqRPUchWuAUNv6OfyxVOwZbmXtbQinNTr1+hFxIZx9ro4G8vc1QU4+1o
/0yO424GzC5wH3jB/6o/uhDEeAvDb/JGTZDdrZwXMISQxAaT1/a2R1o8wRf7vZDBegqhr6PYSkbU
y19SWFO642wXbxGMg9AKgPr9ElnVfbqdNz1JtqgM8Yj5Pjt7by2DcQ6SMmud0GGr8pfanehb+HRs
KABziDaAqtmJVNpi5qJdkBIYOfldfTWoTlTXdJ1XvcP/NPZ0n2x32nbg4TmW9d34MvZZ3Ul6WFQV
tOWo7mY8rJdBH7yhlp9P2ltCGB9ijW3XZiqEfOtzcnzzaYqYRcPchKN576v2SEUSOqfdI7GcyBPP
dv479bhGzznpT0d3EZvXRuSnifXpyCwiHo+om6FDb/OabU/PtABHp/7Ii8xXRC4TB9BWuzDPfeV9
TMcG4xS64fwyu0hwt5vGLp44Uceah1lqZvgHI64XBiyc8MW6DJAaRf4CY8FcJxfpBLff4y6ggpc6
Ifnw6ftti2SptpY3DrjfIAxAe8yS+9LrneSqMOXQ5X2j0wxPzqNbAFWJgDQA4YUr0czOPfMxa4n4
eFv0J+8so0dXopmlCnIeabkKZ1p9oEkZ6a7xAC6Y5QtewmNpvwFgS4RTRfA/oW3QwZXv1aeR/kie
xpO6p7Q47KztonmBm3rGPSd6WqlhXu8Mc63IWl+D1Bw7A5w3lfB0AEfgSXOGmHTuk3lyTv5J2/JK
ziuIi0UqSFjQNoiGyM+K48X551qDKQ8RPJgCiZhagnqNm2ICKeBgBkUBdfeEeZM7wQZnIF5sPG1Y
CXuupDO3jZbhoV37yJGLnuwdZUfaIIp3xl1JjLfcK74XPHVfzpjVAR3tcRiYDJQesPvX6p74Zd/5
KparkRojdzoP7wai7YTdcsfx3g3ycod9kQY6lYWbGxe5xjjuOu3GPjFQ2sCTy9i7ruLKO4PEd/U+
ovFJ8ErH2TwATk4c+joRzBcht1V+1boXPpd/fwC7XASVRdgutZUWb08JkUPmYZrtsRjICVS1YF0h
qP/9RcyHjj3ApZHMwixFtmN6nPUsLBUTaVB5hy5i10Vi73SPqmbw6/byVoof+pUkxqIbtNTEkeKj
xLIZgQVJcQXOboVJTUpAIhqcc8CnZ3ofOY7wFtPAlgOSkZhujLN0z63NL6rDHvblshn71SZxytW+
ns6WP467HAxXb2pSqaSs+nBfx0ZEfTND84aY1Z5alurGHwB55+wI7yOYgBEd7FEfVNh75Sm2tila
/nuCUV+922l2qrn+q4EpdKRLaQk0qQV4uQsiJBFOrd/e/pJVR3+5HYxpd7JipF1noHJS2cJBHWmh
eEaxUROq2+K4O8YhnaaTEWyjdp9S2RPp9NNQbM5XrESAVxrCRJl1K4OCQLIQoEATbd1GU8HBx6St
nup7RBAPvPLK2p19uWom4syzWo1NUDPA4ApERN9fe28ivEWtRF1Xi2Kizhz5WrwKsChFJmDSkaUS
xGFOtG0MiiGZWZYQdb6XrO+d9R73rh49Ru1ZFO2qfci0jjNdYSV3fm2DjI9L0Iqupfli7XNBjhmZ
O/oWneLtMd/G2/o9cAynNOxoa3idnZNXDDK2HTOjNi+/sYL+x4dgxglIOUD+qn3pEPRb0deiYDp/
G1/ezOMbaufWj9Q72QTR8BIRRzYvCbiWsb2Sydh86cdGL8aQKT5ocCzS0zHaqA7m4NyHdrsZcDzo
lvIpL12wFhJfyWXMXBimf6u1AeJVo9kI1sZ4MvI3cKSqoKavXSAne4Ak3SyhVbo3c1cxSS0/K9JO
iImSfUcDUdi41kDEeW+UDanaY5tsy5oGT7ctcNUAF5oStLBZC03u9YXbiDoqK1U0nRVXpQK1dide
loYngbGGuWx6YRzC6ZxtYtui6Yla77fXsHaNozj13zUwKi6BDMMS62UNRPlJR4+nRqtO47+/D9TR
9R75sVjI7YQV2DM2qbxrySv1f95ew2cgx1xPoIVYSoeg/QDnI+OP0wq1GTwEpnOzkz3V0SDpEdTF
9LcOeFz/wA09Vo7lSh7jeWe11VRZgDzracnGIzveABWqbwNvcC0PFNOuCDjE+fYqVzwjaLgwuQkQ
Dzw12KabRALvez2hkNfJD7mAJiPrpNYS6dpNHiC/XnIGHq0c3JU4RvWqJiisNoY4BWYomAZR84fO
NGksFcTKvvtWR8vo2+0lrqXUroQy2hhIlR4C8jEB/FB867zumOFp+Ks5KM8RMIe3hS1+hFWai/38
9LkXr4NJaDMrTVCgDYP6nBShXU/h5n8Twbzu1W6SMRMSIrIOs0/qn3G6/QsBmAuJ1j3oPnTj2ros
o2iCbtEJM0EgahQYX2PflrCYzpddupDA3AKmEBlR5E/TOQBYPbQHjunyfn45pItDSBWzU0YFC4jA
CisntoWLNjJ4Brtmr9LFIhj/0AhdGRjLOWgpeHC6nMg+2oFyi1qgQmk4UcNKmzGYlC6kMd4hlVIj
mjNpOu/3x8+SO3Le5/TXuaBkS34deueQHMgrWjpp7uye6mNO8+M7csbkfzs55nbyBXks4gifIc49
aZRfAwZPtxXvHbhqRReLZdxEk2poqU7F6Qy0NCqCweCOusxRks9xcbeUkHELsRVhxB7eIIDRHd3h
McJIxYBYp5HET4+PSoP30CEnO/IU5SS7e/owHz/21vl9P3m3d3QtC39xsl94TA2hTfoxg7aKD+H9
uM0e+ztpk70HSJLzOFNX9xWjDhbsGxglP7fkwjDUKOtEWcbp+XVOTOU97LiB1uqFciGCMW0tNiM9
myACIRWK8se7eXvO3fO4R+7P85zDYJdA0rZ4wj9Z2493jq9ftfwL6Yzlh6An0WIDZ2rVL1r1Pc+d
rOGc1+oCsXtIAALxg3GK185lnGJtjPpoPmOKyS85juzOGmkwNu9dJbaOlGAehI/R77eVZHVdmHWt
IzehLwRc10LVCkCvOUrmc10d/eRUt/cSyHX/NxnMwrqilaKiSedzbP4faV/a26qSdf2LLDEa+FoM
xsZDbGdw8gWdnCSYGcxk+PXvKj/dN6QOx/Xqdl+1dFsteWcXex7Wfs+blhjSahbw7jfzGGGUTjES
PxGMCKbr0pqyvGwL0S4R/t9nZTJ2wzkLgLkA6w/IXtLP9xq0YmjEIR9uXTRPX8yISGam72Rktsgt
oBxyCE4Vruip2xs+HDIpFjcVhYle06/FgIh306KMg3Ol68uj9Py+y/cOKa21diGvl0P6cCH98piZ
7v4+x1OVnR9/AOMfFPVal2lSDY/e6RqSAJHcQ29v3gvHSc1DaJaW3VhFaWa/7JVkXdChCndoyvJq
Orem+B9GdfQOjKBWyhDMZcBZPj4/b4r1W0Xe+9wMyGJmLrDUFzxsJayixdYZY7UR0gKO+k/q5og6
I8L6MJvhpsxleGyLvRIcO9xJEoonXy1sqUVQ64s259Xpq95jlxHnq2D4vVCDXQ+jG739tjOc92pz
JcvP0FzYEWrQFzM/Hvcza8/zxPKkKn0zyyKKqU3cpJJBaXsnffEWfbwpTwPiqSVZ2K3dWa+rX8dV
536tBGK+trb9FBFeM2TSn9wAonG0EYCPjLmtlS44p32G95Y+89nhojzef1/e79MnGPmrIOyUWdFC
jaP0Ldaf5jywwanflwTgTdMjMIBMY0LpSyRV4rWeD4/aPD/J58vJyK//wnIDw4oiy2GYD6iNP1no
4nYYyrMwPPplSIx+2ajPeW/df6apqgre/5sI5XP0ToNiVFGkDtA61ZmbQoJFzMvx8SWVrOChtjsH
05hNSrRHDllqRVnpp4DYaOsrBnCYGGUXtCiV8ga+vouus8jsDMx/m0Fg1DkQVZXSJ0Nahb6ZyjDG
3rw3jE0YiVpC6ismN0kTFolTJjmOPN//u6SJvwtAlbiWTY9yYcWb+bvCeXfJMEIhwvrPJPOMES6n
3KSbxwGdhNkTWq4RWRkrQKGsXLdxn9375KfyTQwB49gdsHTxLyx8mayHaRpEg/honTaKGa5wSsFe
fe05tm5q8GBMhj0pVOrxRVcHcFnaKcFMT/qGk8iv/EkbasOYr/yDDqMkvpqc+7QDnZmLeG6ze78C
UsgcFjaMGznuXZ4PmXLeGBXBGAd1aLh0wKiMHARl35aq+Iix0Zycd8sFjOlacOwVRzf/dBcapAM7
kJgLx600gVEbHfcsyrDBwqXlVKR/XZsDL9yZCO5/kmAsmK/32bW7JAjuV4NH7PVqe+w54j4hCD9p
MK4/KMNhBjh17I2iM1yaS7LuLZvzVBNC/ZMIo1NSiPDiDGTuR29GlNctRghMCyMuPK/GfTDGhc8E
DCkiCkVReiNjTyU78DbzeR+dcdl+X+dFc6Efvdr3p+P8wDHGnN+/MTiyxQZutg1Djt+vkEpmxKwX
R459ofL/UyF/fIqbPIwohHKLiYAWFFRCN+FD8+y67gfvS/D4oEZ2RCUohrRsVXyI+JfxC6hlvN2P
iVbrTzYomyMC5whnOgZMBSP/Vt18gadaQap6sueh+0wM0/+kxOi5GuWoRyugNOw2p8Y8nd7OprvL
zffdximwzHPFtuUOURonJufpDFtBForgUqlU+cXT20NLyNq2I/LE0cw/zTNlDlsQAHylR/UYhcmi
eR36lxwrIRjGgGFGgkGG1/siNwG29pMIozSDUUqzSsxulvLpsAPQ1tU9HIJNU1uH9T4eLKMgAUZX
UdXlUOawpzCl/nNL9+AlUD6vmwNmXtZVSc5OuKhdHU8qHtbkxc6XWM99wpyp9voVDNi10k2Zqw8T
7bIfb3CblhnJazEDjtNFwEM/60/PG3gMZ0keNHN9sV/srckT2r8Ywn++K7tqWumVEZwzkCtLdDfQ
ivP21r8yVd8kGA28KnNsttHCuFWSODdfAIsX8c7KTrS1fz4bo3xGjWPAHY6SPm4sx3E+pYfFw9qm
a16R+ZxyplW434hxt1ftrGl9gUdDTW9wdo6Ij7S4uJm7Rs+mwAQoH2PozzTsJ3+M922F5NIV6KE8
Dl7jmMbjffn/i5X8/kaM31XbDCdi0wocneLtBlvHj2jNkrNbbC3uHMqf2exPVhhTEmO2LpJyvJ61
uQINInKw9GAS+xhiwsyweA5gohH+kxxjVPJIqXxBgWR4XkqsDT7XcvnQmovP2j0gulxhwdjAggfP
sf0lXvrnSdnlml6osIs0A5tpYKpvK4iijkGxyuUI47QD/SbDxM05bq6qWNNGJTQnwnK+s9yON9gg
0d/4MxT4psE46T7tw4txpvJunZzKxDQrai1zi9i2eSwW2NjkJR08phiTofbnLu7Lsn+cP6nIMp1l
an4q1gJLcK9YeeU9IfdTMcZDnou1lqsQkSwHMFmwqU4rbNfv95xPNTFK+EMU2esG4lkugoDSgRjC
ZqAPgMnYhW3arrHEsWRenYrnT1XGaERaORhCUsCXpBjQvfmSx0/yG/Vx5FSmG1jWB8eO/Dnn9JND
xo4YZ0UJ5wEoxmRjdZvKgU/ZWRwiHGfNXsiKfJRimwLScbIww/ZIlqj5Y6UXu8OebvP0eKLm+pMl
xn5UcSV1og6WPJB7A72zcyCfvrOwM8wHQq+/9h8fAucs16S5lyQdB8oE3My5Ja+jKABLVBXie0iK
1pD8BCjV+084rdGj32c8WNH1mY/7rHR04hkbDG9vuyUKegrBMJCOp3RdnkZTjf3DhIwIMqJ4BWqA
iMI/VAztL6CU0cTedHS7fb3PGVXVe3QYAUxUnOVpGzyc6ipW93L/xycqYJCFEReM6yrml1TDoUz6
bADwxCr0WlzJ5so1HjrCDQUnjeCIGCN4jdZXcxxuQvs6QdkATUJeYWLaHn1TYMcIgiaY5VoEdgrU
kHYw65/UHKF4AEgRnu2btAwjWoyfauUeQ5A+PozhRLvCRbfzTPYfvOCCoze3mt1Ib+rkv59fPgKw
fXH/8090P358/pu9Hf16UAltk9Bg+dn7v4nWt9h1HsvFcoFC/HowO8veblMrdVxkeTzWJuqNP6kz
XkrT+7qWDLygh6HlYZmI2EK/YPndqU2zegdcovvhHp8Ej7sSRHXmjk6xK4ppcsHVcpocRY2Z+K81
ueAApuScZY7R4wj8zRKPntfIZlkcAGf5UdvpSxVVU44MTsftIxlkjMNFHGZxndMXtNDLQJS7Q25V
o5HRWeaqd3l9C565uMnTiKFLC3RqQFTTkpmGdQbn/4ysZavmyvpXVYARb4y1UI1M0TKdwkNgS0Az
xcWrudrva455nc4Xv8mw64kXXEooYvqE4ZUIEIUOiIXYgZc0TkY+gSXzQ9pZfP3OKP8jdJ4l2Krr
r3bl6al9wxoT18NPhrcjnpjw9hqKuZiWVCxS8lySeu2oa0QVGsrBAHiy49OKm3bTn7yjUmzxuQcU
LuBD8bVQlSJWRa7e5WjguiI9Ln3faE1nxiPuGLNRlVKTqhG0CtkPTX4+gWaG4MU23S9vz0MUmC6C
jagxgYWgR4Ok+mDMQq9g46Q2RoeWh8pavK7sVU+OLtIT7+M+i9NxLqpSACtRdNy0Z3yL1F7ndSEi
e5WBm7grjo9L5CfSktj4fC7Wgr++ulvFj0N22tl8k2XkpjjLs0KXbmRPpx2OEeMKgY2g3lS3NKg3
vzDHW2DOXHDRluE1FSf6F1RBvqkzOVKIIf5EutRoi5n1Onp82yzJ1QT9x+2Wh871l3DxmxYjQxGu
VwXqAFres1dbdDIsJM5hUaPVANtpI/C+/7R/EdpvgowYlYFSCheaPNOME2YTMKxza4H6136+5dDi
Sg8TmsqpUeGADPXqwuKEnb4NDYZ952Vhb3/ZiIZty+VwR3/xT+3/5o7xQ63eRtGVRt/w5CSFyGB0
Y/HrsuCi/P8lZvimxASsZSrg9NwMpu25/q0RGdqxXGTugEj/BXdCBlNxABvFYe8vbvabKOOKtHP1
n2JqZdeWd8aEir4mC+y6Nqb5oS73gfXxzJsI46gD+ux485Gvreuz0ho0lr1Y1kkwN5q7wxx1ZV0X
DYe/v7j1//KnsbdVpbOWpinNZd6MnW8tiYKau3nLqHmDZjJ9qr9LiiYwJqYOO0AdnGnyaTnWjobo
h3ThhN4bipyowIC/9dp2RdM8uhZw1tzQ2idPvBLadHXwH1OjsZv1MOlaetGog4TuO48hQT2GDCvU
D7hvO+2Lv9+WsTTtTJvJ2oUKLJAJsGiZuUiw9S3HY8x5ZBj7osuB3F06kNFjYpyxfXbqTfl3Smor
CfG/6OorFtYqssx0/BnL34vF+nW1Ql50tG2yPDu+9fv3CxZYTpiHNfb52vzwkTSvVjbSZ9yg56Tr
0wWq0QdgTNRs7leRT6vbFmD1iiW2nGcIG/YcszSdon2/PWOWQmxhXn1adMixcmvO3gTH3Ls8UC9q
ce5JNGORNDHL9YCm0MOytHxCsU7vszFdsBk9FmN+2kCqpeoKNmKC4uH+hFkVip13wJYZqaGqW9sM
HwAtedx7XJTa6TLHP0/ItmWjQvUNgWaIG1CtTMMWfpuroObEdByzjgvdP41drFdxhCuM0BJUEhFj
IVpdtGSNguzFPAIUgtfC4Zh0nIb9STDvr8h8I5TcvLeSrmIjwDo8zIHgJJGvFW4rHKPF/a/IE/lb
fjCy501xxTjTrRc4X/kdEfewA2qHfMP6HwkxFqc+C0Vf07Q6X/ivcPe4buAeuYJxP1bU2CZtJFxj
Xb5CMJ69AhgoxlZ4DY+Jub/Fhvc5uuXjd1Tshmk3erp2JgWhOqPS8bzZiHD5OKxDFrGZuegNH01X
ftV4AsLxUzeXOSIZq3onGhke0TtjpNesrOBxzzNP96MmHHn5KYMBkOzrOAVbGyt0UfrYpaev8gXH
NZBScOFvb0dx7j0iY0XOtdxlYgaJvzrWm4e9yc3ucXkIN5+Pye6A2aReJp+fhJgVRsyBJGasvWN8
7F2X97KcUFhji3RRhew0o6p3sbzT2855fMDNHjj9415bJiYnGOap3S0TGH3IXg6HpKRsz1ynOBPf
lW2TYtNyPibHC7B1OjWMcE+adrkBhdtaykYvyJBYAk+3eWSYHClq/P80XBxHddFIN8wDMX+t0MOH
7vFCUI4O3FLj0dMNwX8NibdBp9t/AGDcfcXmBZ5sIa6tUeWp5tCyfmGhoLRbRk7t/YbVp4sOvFlv
jsViq3HXpFAH/QpJCFefWBX/4PDC+zRMsKEWqRyUtIduYXybuhOMjy9s+mXQeXvmEKM/dkeZ2ULc
+Zp08JbgBUgEb4+om/rr9a3N4aXvvHLSXypX/8QALBRsXxihXFDZblJLUEk2dyPVTa7rxDjKJWS9
VBZZfeix8MY7Nc55U7Y4l7WxKLQi2PS6L+n1sv3iaO3EfvO45vDH0cumCZMoo2Fz+muD6fPYXCyd
jbJwIIqHYIH2M9naWGTqyBcGrDjSzyXOxCDFDLPPlwrc5fYJ7YrHN8fylI1YWp05FLbf7PWd2b9Y
e/frmGyiHGbL+x+tI1u2q5toPuiYlKD9H4AyI0rGuEeCfzi8/qXM+o8M3fb0RrbkksnitVLolwx/
YYxMM6UTptY4VHjiwiRByOqiHAdsMfuTm4U7J/ljz5sZ59hEmUlc+rOmh0KMsRVk5eFKW7g8K8XL
+9njdmJmRGpQgcJpk24F840UqEkBEHwxW3KMCMcgsiNwjazUzZwCiXQmLl+sAxIvDouH7eWAzj2H
FI3f79irW1lg9PmDuIm7Du7k0bK6ORkwQ05+oZJ55gTZHAFQmJpJMiubOhzAEZLJHLC2SFYUTk+H
U10DiPLPqE2eCYWe9CiSdiaAbawdLrYG5BP5NMEW6Ta6jSFUOMvGA4mfTllkXGQzVCzR6TfBGb2h
FIi+FlAzbLjPTmw/zq1PFGpsdO1ptYQ/UzwZno7oMdrkX2fnKsrwzVTiXV3jKX6/LxTTSd+IAKNL
NVYjEmyYQ9KxBeS8vSPpQ9cxIeR1i17Z3vt3UjgiyLjoTNZivfHpC5LlcuE7mJoivt0f7vM1qVYj
KlRIR99JL9Lsmoc0rB8s4MTxTPZkUWP082wcHyTJ2SipKs334SIht5YAx5DyZI2N0XFR4j/JwskD
Shcdjv9EOr42L6Z7RGWIx9NkleGbJzZI7wZZP3e0On5ev+PTaLgD7c2B5WJY4mvF68RNmvARMcbt
qoKRSdL/EbM2iSP8di0eP5PmbkSCCdOTeWwY4a3KqZji4QVVfiSovPD8lvb+YVRHVJSfgtYkbZWG
Ml4tsd5wzufzCvgrAngejPAEhX1fqLnEGGtQBl3fyzqIWafTZZ0SrzMVTIY6yqug78qlWzUOhyL9
8++xx5qHMpMAoweKMZDy8wVBdZigYeKqS5608z4XYxdw7wuhNB3oRRMdizoYiVqoaDmv0SxBWmos
Oyy+Pt/njieEjJGYYXgky2uqxcqFzGLsnnBbTrz3YwyFHBpFa1AhzJbh5uoZ5hXzw180uIvwX47I
T9dovoWRDdWb4TovDQPUnjeo6+MJgSFrHQCAhX/QeaIICzgr0BABLen7Tzndoh2RZjxyLMWzqDcg
KBfAlFKgUg110s40jsUuIP3D785pV8NK3gQxQmjXvU99elthRJ01J3GZtymdV/Xe0s/KUSGhe91+
5sFmTBcyRnQYm6IMfSDlAx5YJj4g7bdph+M7K/cY8oqx0wWaESXGroRSbXSRQmVzQ8cDgSQfQxdW
6Ku5PNyX6YmtES3GrCipnKrCGTHAxTo1NtpccMw1wSkKrMmhBcT5Vhyt+yN6zwMcgKWm38Lo43uA
wG15QCMEowO4OM+1zxxPzUby6lz1Z3UPao25KUlgiwscuOHo3XQra/SAjCHRwFBT0sp5s0rWOHvw
JXtqSgIc7Nvihs4XN4biMcVYlWvjC0Kogd5tezqxjLfZw/2vxIsL2Sh+iGXKFEg4u9RGkaslvzHi
q5MtSr17V368T44jE2w8DxzZTJd9ytAmscRtRuYHbgWFExKySylN2PVSTR8NU3bk8ElXEWxMK9v7
C8dp8ggxRiKfG5WmFSC0wQXbZchB0+H9OmMYikiWZJ0WrL058Eyr5f0PwbOkt0sYo8A5kYwiqyT8
fGN2K+tKD57/Hlbl0vR4ITpVij9DizkyKcWgB64Zmx2qmJAqI+Rw+mdjmbmFWw68i4uTFTr5mwTz
JfzZXMr1DCQc0ZMeEiJxzQuPCeZrVAP2fVMfUQtGnjeb5i2yZAA2vPQkW+ASG6ahUC/ifKHpQOmb
KcZa63rcXeQeJKW3BGeE1w/268rkONTp3EPBUSigyQI4l90zEQf9LLZFQ+O+lPTmBvEY5mVqgv0n
7AHCDXHih0kDMKLHhA9iJ6c1XXV8HH4nWNyRV7CbnHfjkWDkTb60YdkaLf1UwBPAGNkOuxJLVBtR
b4NjjXndiOloDPd9ZEM2ALbMYpGpVa/kA4UHbcyUhBUZXAonQqOyt7Olh57/e3XEjkboZBs58va8
AbZJ0RyRZ4S/n/tZ25xBfhfsEaJ8BRxHPl2EGRFgZH92nuut6FNkUnJeb87mzoms5mlJDsIHJgGv
iyOWr5InXglmuoo5IsvIPx5bC/phfn28WgNJn8IF5myrGlEth79JeRnRmf/M7DLjOhNSHbfznp81
fDXd6nflC0cmJx35iAaT9NARw1orwYtn+UAswvgL2t7q6weHDP0Sf5jaERkqKiOjjvusl7NC7w6W
hxDHWg63GUa0rI49jyGqRPco0UcdUUK7qku0FAxFLTDJ6sokTvwZLAJ1yUutbq2iv5OS2NksSdXP
5XyA+HkYCp1/xhLwrpVwcQlQPc/PBJdbKMr32RG2H9Zei7Cb7akcEZkO/P55WIkd2srCuqp6EQ9r
WUlBCAb8MpIdjkfuuR2O1EvszFYBLJbY8HFu0CtaD52zFLbD1ZZ7jqRMRhcjhhij0UVJN4uBCvYY
JU6QBaRqExIBxrddKgIRxVVoyXPPr09Ps+Ghlp1OX3L+gPui+ieuhVyfhyyiX3UjmMVrFW4T4I/0
GmqEvq0VvLx1uvs5YpixJgMahhfRwLsq4VIXMiLGZrOQfl+eG9kUFBKW5LpYSR9Xb7DV82nOy/Mm
I5QRecbIGJ3mzzsFgMrpVxiT8GEV8Fz5dCY5IsHYmAB3orUqgoxirxgwT7EHV05wxEZb/ZLto8Vd
yuKxxBibWM0CQUvoF7S6X7gxTMvjnXW1L8Q1OYZN4tFizE0b4GiOHoLWs0XvPOQ2br9Y+Xbz1gym
fiT5cr0u7MaZ79QLwAtii1d44NBnJ7PCyxwg2xWkJ7Pq960NN3RfHXgMsjNZTVoWnRFTJ3Q6+atl
aMN+O9ISjTta4rBy13NXc8c1LW6pg0reHfPKDmddAXYd5lQxrE3xsbySx+YzIE7h+ooJaG1XfbzP
6XTi8S2m7GiWHkeYMLre6OWks8+4ixGv506GMhmH0n3HLrE9nCJUcbeV2jgal/UmTtCuC/d3QujE
7fZXjgPYFie6na4bjZhjrEyez/NCCaHmuf2sfNWrIiEr7i7X/YBPulWPR743McKqUQYEfNiAn/1W
zOsqbXEX+v7rcRzEzZ6OiFxbfSgiqt3O4ev+L0+POIweiTEcRdMlZUHPGVysRrP60IwPmrK4+HZb
kuLZ2GAoqnFzHg4eV/AYG6KXszxrazzb+YwgjyxgrjD7hcIeb2mGo1FsP6eRL9drTL9P/Cs6Dr/c
+8/HMUVs+0bO5qEs9PgwG3/haE7KMbUc4WJnq3QtLkOFvhLm/mI09l8BynafAY5k3dKNkWSp/UwM
ihwM+Etsf1Sr+7/OycYAgPozMhXbpu21jmrHadOt6DR2vc5Cp0pMAEpi1HR/NE37dXtYFCrP4Exm
7N+CzU5Y4QyRZKg1NTirk75HplR01gdvF3Y6ZR9RoeI3ej+laLH+lYJBoCyLzhsFOFgAVBntE9y7
MbkThPS97viHm+cakQN0SNiFMX3PxLrUxJQI3hHVYjQmuWE27wEZyyDOAuxhzWAZmgs5nfL0WLjR
8+Afz7ycj2eo2TGreDavLw01bxen2vgodlwWfCCK+1kfrnv//FKSmPuBTK+l9Di09FJuypaYez4Z
jsqyy47ZtZL0RkIu1q02c1N/iM0W/Tvsc/UWXs6TH7jzrbx8iMWuFWJZSFIFJDUXFWObYJvBNQPn
gze2xfMV7MyUoQqRWFGV6lQrxxnd7fFD/UBDjfYJ/8eciB2bUjtZGMoa0hejoRU+t7jK11otTon1
wHi7EL1e2YJz31rdYpA72nUDUB1pVxzGeeAnoCk3AA85JOR3DagmQA9xvAbH6LLNmLyRJWUW4aiS
UZPQJxXPqP8lv8IUCS616IbCbvmUYdtmkoGjKUALsTJndog3rybuvq2OoWNx8Ren2xYA9fwvOcbK
N1quN7jwThsJdKNwH3uP+lL5HeJUoWG5q4i4R3fPcY1/+VjfRJnorikE0UjpUZJh5zlLZ2YOBxyz
/+JaeJp8/ykU33QYC1/1aSu3M/qWHsA5d0vfwsg4RaS64FobcPS4BKerOd8EacwxksIaUJbF2QfB
C8Yh6f4bFjQpgCaNlOFX4FawTm9xRH86kPkmyhh7ATtJjaxDJJ89kHQ2XYdbmw/+UbIEwOmb+9Lj
XQ79i9X/JsmEgKVQ1udOwAcEwExF9Ic1hboDyBeHs2mX+Q8ZNls8A1FvuNDE4zlZb3pzcFAvyjd9
SM8Mc9dBOcJy43n07YxqJqtSNKPHwRznLXtUfsUx8Z1feWNz+OIpHZsqBrFQZwo9UYW9ocBTHQer
5+6SrDBrcHzaNksZkQFvvGc6mP5+S8r+iL1ZIfqKnkNKUs3ycX76HHK44lkuNk3UfJye1lpqSnBr
VSInZYHO7nOnL+YOyukWx8vwZIOxIbkRBx2abzDEHlb9wpf7onfz9XdMB5sbtr4cZLF6M1HWSVrh
ijaOjL5TyK0rNk5Cs8Z6+TpdYrYnAfyWlSyw93n/T+C+J2NMilopwvgKDot1un3PLNiQar1+WcMd
uLyx2skUX9N0XLnUceiUDfZLnFmViiLCfGgF/DJcUnAAaYIK8H2WJgOsERXmmyXXTkk7CRiZs9pM
VLvMbRVHwKJlVHhpzRHHyUF1dS5r9NoRrqyxKP1AIijP855uy1uwUe17bgK+DPbf2H7OrQeMJwdO
4wXOfPsRAPBUtzmfb0rfxuQZ35OppY4+F8jjhmqOyazz5/23nOwmjQkw4iH6YQ+wcXQAvY3z7nzO
l7VLB3rR2swgjB/PM+c+wcmK+pgg42dELc3mXYp+IHCKPMUu3PDB9Z7vE5mSkDENxrFcr7ViCCFo
nE6OdQU+VVRysubJ8sWIBAulH9eXLpLph/E2xTF6KX9jPiOozA/uUeQpvzwmRJO0kcVtG7HVQwrX
gDUFf+VbDxgQSsiaxqTu3OY8HBUn1l6NidHIZERMvzZXObyCWGVjXdvmeY/JREWTVRXA/yL622y1
RAwaEbDTAh1z0LCRLdZEB/DaBbzsZwXB6gWHnylBGNNj+GkljHF3IejJIYleEnLeZ8BFvS9skyo0
JsL4xEC8dNdWApGLc/IQrTX2W/Ya2tJrZZBwWaso+nfg7cv1BTNalFxgiJsXYb/a+A+gTm701bqg
DufqbICRiFFf2byXC4I0UFyQwXZdkTOixP2GjPmtupmKxgbYBTF7YwHbff5Ii3c9uORYv8kQX1Mk
9JbFuSZLOpOyy5I4G8qOfj8wdhL/YwSjLelfeDbjlv7/8YojWoyi9VgwSP0KtJ49jThvxYPmRrsr
enHWBXBt1tG3MQR4NOcOcALh1Lh15OmHHf0BjLDGMTboOhF/gHV684GDiAzDRTSs8WKeKSUfPyoj
r/MgzeW0AB0P2C/FS3C8rw+TOjdig5HGPJ5d/esFP58gTxKWjWW7Fy7G81QtZ8wDI4TNOc8BpiHi
rTDt9bYk4aI1FWv9kmGb1myIuOw4geJk6WNMkb7qSMmGIM9LPwdFWo44Oc7MrhxyPHJ3oHicMQ75
GiqdhAsxFOIJ+94GqJgr5XD/E016rzEzjBNWtP4qJqhb06gGK5s4SK8Q6YVjGCdDzzEVxg13hTgE
GCAAlQLTyQPEITUzb2E/rdzA4ZkKqh1/qC9iNAxN6TrWhBhi8zzDnpUqg1hNj2jYIhqfLgwi5+Wo
YN0hwxYRDd+IFEFUQIbOM52ulrZVCKbL0Zv7V8/3zRFbSKyuierrg0Y5cjaZhV74xXwwyRkh9cf1
/2Muf9rajggyBig4S7GkBhJd78IK2eldthQrweTpF4+1ybF1bUSJMUFpIkRGHOMVoUqoNpwfKqAa
DBgh8R4EdK5hX8Oj4IHux9zmKTJHUNi6Yq4Xle6Xc0DsW/7DsFgfV+6XutRN3uej/uKepDAmCgj0
Rjy0oON1K8PBSsDLsBfNvYqRxfsyOR2AjF6TMU1hKMVVaeA1n2PU6TFg51yxz2iYi8ViC1372ru6
eZ8kV1QYK1XM6/xaxhAV62Kpt8G+qyNb0jJ7lqwV7yUnTeKIP8ZayWcp0M81FMFqKY6BvM1PMxVW
njvgzVNuxoYow7zMIh02XkDRoV3OtolX/d5+dahdltwrObzPpjDBTTsTiyi94g3LN/kFe1+KTGqb
PNmLAgF+DSgMV1cWexTaYWpKboV40k1/Pyo7+11cIyUUL6D+XNk4KR5snU2zkFOCm1PD/lV42T/z
Jo+nvc6IJGNffECCZgLOB9PRMRjNwyus5hfOQDxzPyRHxxXGviQpdkXLSsXT2hTetajJzFZe3I/7
WjCVmo2smKL8DAkwEjnL/Q56V8qLsF7MsE+5FF6MenOfzGS8hnltHBzDJUdVYNQbgbGuD5KOyePF
sHX5q6HTj/X9+4wux7Ugzds5fr+0LeBH02MZjdNb2EO9z8d0gDtihNHjECAUrW+AEIbcTSs+BKtg
MwjmvCGXzR6d/636eOWM7f/FUH0zx6i01l6SSJRBUwX4NhFsHHJGE/q3Tlbnknx8cFEFJmViLkOM
BRHvpjOPqeCQc+tTybsgMn3PdumTir2KGqXY+qkwA8BY81cuKQ9/eJq5oeuY6Eft7QaQNgpNJawl
1IaP+6IAUwD+94yo7lk0peX1ggM5PYkdd5+YkvCvfMCILKPO58vQGqEUDYhUoWNiZL48mW7juTLX
MKtUX+9xyOizXOMWjxSBlDV/y4nsZBaOjzgHLEm8fKLB+mC/vPaOaPrkabVaYeL0RFMbhDDofn18
AMvN3L4il9rD0HB877R8jR6BsQEBCv6xnuMv28iuCou2xQFFwGWIS47u0N+59wJMNNEIgFkT6DcG
a5t8I8kkWJqF+SU/5N7c5hCb9IMjphiL0yntvJQSMIXI84SrRygmbEU8YGLyytOToIg42faP7DL6
4g/nVp/3lBRQcPTFScZNiiC2/bVLkX1c1wS4bU3mHRb9sepP40IclsJ6R+MhH+fWpyZN7eivYS2U
dg7URMDR3JP1Nnhy4xjmzf2fn5SAcDeWbqHmvY/KGKd6ptWiJIMc7dIO1tlZHpbnnZ6ZqIqFkeXC
KPqmLrkFUCkgxscVvTi1f+ZFxJOhwDfXbC1T6OSzGIeQLXyCzn6rcCHMX8sLbNejv0nveH38uzRq
RJIGzyOTNVSR3ic9OPdj4pQrISIzxCALO8S1Dld9bbjTBJwvqzHGKvDPWLeZgaCnLBB8iCl6LivB
C3GBCngVH7xq0nS5YMQgY7GUCJdCh5bSw5h8dOx3rgswT4714Rh+jTE+cRFec1UDETRQU0CIok3L
rT9zTK/GGB6U6qWoqQN6pthzDEcVTBuODLivPEwMninVGKvTzOA7ZxW4eUY8ipsqVxIAh58uvXOe
7VZmvqN37G3stNNaTPf6dHKgM6O1hr0kWB1UbMWtAOjuavm1RyvHN+c2NzLl2HGNsTCq31TC7ILn
jHGswwr38oHuXWL9xMxm5H8z4xpjXiJlHkCxKa0L8U4bKTOFjwItdpwwJar173LCb5Fni7VFltVa
FlMn/VYt4qdgAwDGI+CbOjJb86o902HWP25DZ+xHmJ3TosthsjawWc57how384BxGh5d719GyCPO
GOOBndw+ngFdhw4xnncDUmq8IG9xjCf/OmMyrldD0vOAmmEr3l819EUwIGmhXsC7PsGlxNiNppN0
qblA/rFidSszAv9ojWaBx7Xz9GXuaJrOWA8tDmI5Us4DGkqYnQE0FQXhRtzCm5nh2VudMR5SViSz
SIase6dq05LMLQjwiCTuPvPk1MUoYGEDfF/Jsyxt8Xb94pwTBGOhPbM1w/TXWU2K3iouZE6qNaKl
D+8cbo3WvK/Vt2G+e0/KWJCZZuR+1ENMUOzBiujclD1cUk6s0AaM2tIvTR9gx06HwVAptANTd+FR
A8QSNN/hIyVxZYkxMo0opfG8hNb3K8cpTaPHqXhgK8+W6JDgquJ95qdLyt+ayF4wjgdxyGUB8oQC
5QYHo5ZAeN4cXnSC22XG8oNDjQoN+9S6gjMYc1nHHe5bQjuKUspGUttBSxAOyla+kbEouHDDXWZ+
RJsPpDkcalO6MqbGiPCAIl7eGqCGrRqSWaH50iM64WaoU3XJMRkm4h6SvMVUSnoLGmYkBh6k27/z
ekyTYjGmwkhpds7CrFNv8Q8G/ENguAGcHt0sboN8cgB7TIkRwL6MxLj1wc8F7cF6wMk37LWbdNAR
+cMXchYD50Z532oqQxoRvf1RI8lI1Mzvzyr9VierFcDf+kxxEpEgffCEkEeKcXWqPmSAWAEpWtw9
WQbKFx2pTkoKas8fyel/k0J240ATUb240A/nL85HeSDzFH1d2m2IePgdk9NR40dkHN4FKOiBXoGz
flFihcxzsFms4/IFZh0DohpWiSl6U/AoeW2pYcTYvxV9ufgyk/Hg+A9h/GF8ltpzTTXP2lh1TUAd
Z8rxny/UDFCA/XjmBKCTQzC6ohvI7tQ5pukY7TinMzWcFRWCamxQQ1r/i7TE+Zb07/7Tfn2TYVQj
MOpmprcZ7Bd2u7BwD7i8J9rO4UVjHDqsNijiINY6VUHkIcE+wLmiEGCHBA93n6FJ5zt6t9uHHKmd
dsZAQCCDIfhdhyItXd0rcOBRzaM+B2UBj1fjndzjHJOkVntEslBxx0pPQBKDzYCyedvITrpSN81S
QCcuhF+17vM4ORU7Jshohdy2M73rKI/JrgSMsrvvFxwSvO9F//8RT12vDEnz/1j7jubIkZ3bX8QI
erOlLStTVbIbhtRq0XvPX/+d1NyZprJ5K9/teSstFFEgkEgk7EFXgqfn+ZBUpnEfw1sifaP2B2uL
kLD+iP6jhPQYTiqrCc/30PXHZ5gsW0VHAOCNNkBeYHBFtPmKtn9Nri+4UnQ+UMWoIvGjzVu3oVVU
Zr2RL9ru86y9kL2w/w+bYVncUa8pp4gqcJxAdL59xD4HkmKO7XKfHJILcFVYrY+rmFFL5aAMR9AW
UZ4KRBuf3f4c+zbcPKzsQk346ePzkwncv+6S/Do7yoDwTYAKtAxyBI/k2YavudGs4cI0IKs+iS6J
QEQ34G/xlEJOTTaqtawjlQz0suFecZSdFYtu6jHj71WOFpSogKQTEznQwRQEqDzFGKDC8BS3BU4B
w1StFbsUdMAKMha9CDpWVX6/Y2KY5a3fyrjGsncp343T8FJXaBvaB+/X9X6tjviNEuUgjLXKcbmu
gNL++dZ9v7RPJ8P5+cNEpA8Q+9QaTIXpGa/cNcy8CbygGyoprlAH5vNhURWBMV9U5GoeObOwqsHS
AabrVPbDuTyW3n9mOT9YxmvN30MNDOAAoibJPBoJvws2mqZMSOSCh0F2/d2FrLc2Xyb75g1bQJjY
fl8TTZRR+UaNMv9BmdfpNHb8V4q2wEoy3PA3w23M98CM3RNwbNKvnYMvb/WN7mLkr7SAv7LZI9S6
fsxroY8qgnERKBSCpn6pwcK8Rb1SdvkQ8qie7Y+iU8kohMOr5kFx82lsySImBkViTCjev1GkDrnl
p2gcsbrjkt6hMKxpwFtFOhg9T9PTPfzqR3aiZcXX/UaRup1Tz8XB7Mc8KUUeJdu/EOQzpFuYy43X
PIlvlIhdX0gzT7MZIL8JtKhHfvZ2nm3x42ljdRvj8oF3UCQAgxa6RVmvlLzyYKiiIBqoDgPiCSr8
nXBdiBLCvBQKpZij20OJ5wPgdBysutdMvJCxRaqjyMpgUqDy9BcdXQHv6ZPhWfFoDfsNlt0AEtsK
H8uTld2e7Z6VNlxref/2hdQh9GE21FiJhS/sdihMYFXFEfo2117rACsQorFMSz9ksqmQXZv6OxAZ
e1bf+5r5/PYR1PlUiZxkIQ8xAc5aMTG8i5qEq5sx090i8v5NyRfnQT3gcRwYRW3k4BZRd38WX7KL
8/BZvbPC+7VK1zeOqKd7mGe4diE46na2vTFaAI+jWuvfH/eKKZkhBhtLNzkamCqAR+thhfMRe0qg
ENyjlmwsZtV4Lej59j3U2y4meInVnhyzbb/LL/O7agOHBWiXrdlj5JHkjPa+wUjgrMV8S6p00wvX
+GKTCoTq/jjdRPdiBVjA0L6Tt15wGJEmwGau0JlMLI5A+16z/wjsad+9s0zbqqH5dep090usBeFo
6PiMCUVEZEG8euO7I7asGli9xjCjxGG/omE04t4QFKmhphWP9xnX3Y/t/rRBYoI56LZu0xZMUZGD
2IVyzXVfhFykxVPJFAKkxUeLwzgHBjosMBfkzF1jX8K6xiBl0hKAMfFFX4LBwpycZFdY8yYw32/d
sDQVtN7cpKlZ2HBSS++8Gz3rBphNVhcBDotYWBLUo2SvW8nTnxSvvmkbZcrKppiNUMWdgz19RvUK
M17Yrcd+txhG5MvoL14TLU4CoExA8v79JJRm5gem7n9mdhC7YfE2+GYw21xsYp2GsZvkV4aCrfi0
37ikTFhRGnLP+5A/klG8xUWu/CFH6BKdC5d1bxivl0wZMQwcprmgkaO2yeJQJ8C0/oGEc90m9Fgm
k3z3b3olSSpv6IKoaHTjE9dxXTNokGo6uYaZDjeq/8bvNc35E/kt6FDy00bBh/RA59G1/dhEloRH
7zDRSwahVUuwIERJb5DGwQibmkiPPPDJrnNfQrwG18msddfCPfwlN8qyI2PYKr4PMp3V2u50I+19
gDsezB9bvCy5uWmPX5mL9MhMlqxq4i/K9KhtLOtB33egPGIt2tNP3w0+YnMerRQGiLmGbfXSLYhR
gUCnAgtDMIi5E53GivBu+TAzWJ50ZlbzV+LTpUS/vJXF/U7LPsR6FfAlmce9gEZ2xXmpPVYCgyU9
yn4rmq8ocgkq3C28qxdMQ6PfBe0X1nX9WEtpfeOGttdGDQRYou+qZtniT98GnrZcYkq523L25oO0
ukS39/cMqqtP7uK4KFusi3mVDhGRYW+lt/qhc8Xn9sYuHz45+yP0mOur10oQ39ikXMhMz4S61EAQ
oASC3Ry7zjx/du+wVcy148KqXVwwR5mQpsl5PVMILSyleq1MdxuYKbDezsz84BoA4ze2KCPCzzGG
EDKQKu3WJVtOo8rCYLFhqlbicKcs2s9Wff85P2zOufepkdYhxitAKFyxy1/6tbgN2DIUGgbRHxKH
Fpb645HVgbYW5C+Z/Pr/goQOFI6sakGis742ACPa5maMtn9ugJ9pfbCgbtZdJ+SddETWvCDo1JXI
EoVrBsyqXNRdXZrDsfiZHLOHH+Fm1yb2ubtFzLsnBU2GJNdaYlVxQZe6FKPWxULZgm542D/XFySk
pB0SGdYZTYSMC7iSsvlGiroOfDDWUcOBVGKmF+EG5f7zB+OKr1rkBTfULUj8oC51HSRK+3jbP2kO
RuXOm9Rj5QvXQ9QFIeoO6BWfKp08wTOoN0hMZmbyiaoQ5vZID6Ho1LopnGqns5OL45SYQXe5+wFh
vvnA6mleuwqSoPJYn4YCElIzuCoLPY20kPcVdSbJqDKxpMq0WU7Qat5HEkVEYwL+yDSUfpMkQcO3
Orlt7snvHR9NvbVnfd4PaELBCDDjDNecriU5SrSSUsTTVIBcYtqvr7N56wF9OjVvHjbMjqHVEHRJ
i3JUuInDI94Q1hADH59vLy7grj1/IwPhBMlzpv+1elq/REkHnykSv7qS/iVK1RozOEOItC+BNzqA
WP24D1m5lK/YjjaVCw7pODOV/BmxgYb7HZnSezLvOMGJsKt9p+93jofxvp/mwTdvdiZBGVLV3b2N
VN6HegIs2lsAdBKbcbprRmD5PcQFWeirqNdcJRCJ85lTN3vPO4XA7/3xYk1ohfy0WtH9oyFedUmT
cmu4SYqVtIEM9s/PIZLE5tPNTtz4Nwz3icUaZcJ1icvqKgUZ3P5OwGqraLxvxbeAs/jaM7TDdUmy
dJdG7NckNQjQYYebfwlMsgjNMWJr63kmWsAR6uVW/BM2vGLi9Kx5GpKIhhRBIMlglZJmj1ok9ob4
CFY4ICubzwCdw7RjMZpjZaE0w1KYNZ90SY6SatbjdWoakIMT1R/G2Io31r2PMbbtdXmuX81fbFEP
oa8VRd8QxdROZzQoYmL0+u+vvrRLRqjnT/TTCIBbHBixR9EKz4KnPu/kd+y93wS3zOGuVR97SY56
CoNWVGOdmBosxU1tu5Q3kxtYzuS+VNtd+7phjo+vIS3imv2SIGW4s3jQMSIBBlGozm2s/8EOIgIZ
6d2R3QEWqY4Ppu50puqwZLsWHi1JU3Z8EpNA1NNQuDxOHp5jLG9MBlNlqT5DReg29brQG6koIdL2
PNgAp0CDAcOErEbOC0Y0wujCPFbNUE4z1rzAgSFQlQA4t8gw5Uk/ADwCu/nezljV/ME8u7Wa//Ls
6O50qY+msdADCNDuHA4nh6ydx3Lb14rH36hQpiOfRaXuc2jIo/2axib2NAd3vPnAm+idCGyyHYvl
3pJf/P35+0cn6TLhqI+lVBuQZ1ebgulv54z0aqCCgJrrJ+PwVksGEvZmoK4io7OGhuqJ51qtRiUT
Lt1k2fyDQOpVN8Wdpbss+L61blN1SYoyJn3bir1qpAJ50mw+2EYYmnS6290kOMxWs1ULvGCLsiS6
mLbYn5FDN57txKk3kmUDt4wRHKx6fQsilPFQh3EQmw5EbL0y+R/q5pw9MQwweSl+04UFCcpI9HI5
p0mN4xmgC5vAuTRmZelb7VWwdq3KhH5Z1/Zf9GhzUZW8WA86zgj1NGkvbMq7MrPKqnQ4ww6z/Tg7
/WDWrpHYANYXS0xuSrFTdHfX2f5yz6+wTZuUPMfODAlJ08u+cTDqXvawKmRiugvMR9/DjIOZv59O
KCbbsasAXkq9RM+YIdvunGqrFma3hZfP7MlZNdgL2VBuoJrlZadMsXApdTMZNvNsIdU0mZ9qxnjW
WTdFo2yOUSm4KhxOIRft0MBY6Sa83+wedlVpMrH3iAZdEzXlqyhpp2XRBFGTvMjxuI0Bdtab3uHw
stsxURrXeviWNoAejIm4OUMqF9SOY2Ri12Vsyc/+EwtCbjUzISmahNwEsC1Uet252gWt1MUFro0V
3Eh25flb6ZRvxpNMlu7WCGpRL0P9RPpITPXhuvKuv4cL4tSdjeJe9eW8EuDFAN74eKtat/B2Ty1y
W7UzWqQ6v7Hl0x89G7/I0iAbZSpULbZhCRel3OSbG2sMLHmPtgqyXOSPCsALAX9VLBdv/ugLreQL
EDAaWY69W5hYv2X0NvL/eyb42aqGqjKSTMDHQ9MOJU9FAviEP9Xk3XBFR7UQ8J5+mFgntjt/Aij1
+umtP4i/qNFijES/7LKpEZBcIkW5YDe+kxHVpLTRR8CgtfqALGhRnpORGeWsSODseIwDWx0cWUQT
beU+tK/nBGthPNaLtZ4XWVCkbFhc+7ky1+BOMns3F63DDvC2zuiIBoo39sd8vs4h4+gkypDFdekX
szQIF3fw8o3snnnGdm3mcVHmK8qSmUsHUKg5e7prgS+bYIPOds+aGly3yQvJUbFWHsay1OWQnI00
XeSgSIwxSHTLs8HRV132BSXKT2obYBcozSggmfRsk0j1IpiX6qGwtvrBe7Os5HZzTp0zvE9Wn826
3VyQpt2mThkScWjB5P71+OpepsrEJkXTSjehyZNe/fsNy2yx7gDlRM1JVvpyC24hV0Ww+MqMHvI9
mf4/T615jnfde/F+XStXCw9AhfjbotDb5UNBC6XSAE3eQ4SO9rTBiY5GbXGe1ZS71GIn0Vb90V8U
6SRaJw25FipQ00eA94QW+uVnr9o27zorrPy6Ur+95wtKlE2J67/lqRRApUCFwyXW+bF/QVfSMXeN
k3L6ebpgq2T3MG64EA1CxVYdUL1ixbdETa99CGVqxKKV61EgugRUh/o2dXNA+j1/HSqBOEUvB+NU
GfeGxi/Rgrou0hg3tEXnvvvabg2zQdp+P8DTcHfqO6p0DIqrkdpC1pTxSesuMqSxIzdVuMWC6+mr
BU2+zDUzypZY4qTsj9iEBq/PoFU5tUuWQjznh8nSgc1cmBiiEzyAuL2MjvPkyYAUwmwNFuKi9GPY
9p4laJYyUwZKEWVVDQNcn/xAdOy9sdTbGheWGTESnq6pEGWOBLTAZ74BngFkL3uATQTqWvxU4o3M
Hevf6itliFpfEHJJA7E4tY57971SrLL09BsbXamxFf0Jwra6MEIy5dYUBLtR5aGue3iHiOsi07Dw
Qm58ZJuu6+mXu3tFjvSGzLKZZKWIyIvyaBe78LaJMfW13d7mdmVxitl6FpzEfWqFRyBupscPZlfs
14aNa19AWaUg82NV7SY80+5xj60vx9vGeo/MZLcloPBOutmVpui+PJyZU2cMF0ShzFCQjXreBzBD
Rxv9uM0T6wFbg1lZnuPX/xeusN8LWN0q9DjH3j2iV01yS7d4GAzHcNA5hajtPLznltV7O7SAej96
6+50l3kdOlIfQmD4AKHDmz3+9qZ3sPE8tTaP4+CNjIB6NbOKNawqiYbQyE93BUVNq3HVxBNLxW0w
wJxuR7tJbCVyudQctsbjrsa69f09K7+0WpNeEqau8NiHRisEX4T5e8XMIxMDH89HfgL4wq574asj
RutZKclVr3BJlbrLVZAaQgWwoQsyg8+3x+yUBJaQoZtOZlytVbdwSYm6xVnUqkBKIpQM9LnLVt5a
PWS5kxzhqL1cv8erfaALYnSnEHC1O7lIQGyPEaSgcpPX8Fa9ZKHdba1Cw5tTORusBMvsG+dGsna5
s8HFVjWT9e6RAi19m5ffQd1mPkTgXdSE6Tq0uVM6mVa5IyhG1/ldjaSXdKi7KwR5NWbGDH4xRnZ7
W1knbL3yNMsxd3jbyHx2bLFKx2v2YkmTClm6tujDagZvY2e9uzGKAWjY3jEx0lkq+tWIszAblZz8
R0X37VnyXgA5eK9brJeaOCDXDopyGrJ4DlQcFgRo3B6PCWax0bEbGqSt9YNdsyTHcY0a5RfEfVGp
oQ9qfm1iun636723cnfP0L41N295QJRFMaK+zdtAEC5isuVOqEfPoeVzrInvtQEhdUmGMiFKZ4h9
rhPde0Rr0i1ak7Yn8+7JAbQSEIX2bEBq1llRlmQehbiJU3JW+9a2FQA/PKC/+rZyQwX9t8ysyprv
uuCPbsIYhzTFBDjIAUXJcPM9RiSwbwbNEdfv8GoJUVUx9aQqsigotO8hzEooSEAwvBTzRiNp3Nia
34fQftihhB/D92BmcNY85SVFyjq1QsGFhSDBa9zXaCLm0LCAYBKZsPt7jlHQXtXFBXO0gSrDuesG
oiSQopxbCoT4eF2Aq/ZoQYKyR7Xac9g2IAoXrjOro/IExJ3OirDw9o9esgUhop8Lg5TPfBpHPXgZ
LDu9K6y6Nskc7Z6Jyrbm1S/PhzJKbRBqvR/hfPa9b8LL3t1gu3Nye38m6EHMStCqni/YoowSJ3Ft
PHIy3irtR/kiYCFEJtgJbyN5wsRNZGkeZZrCsG9l7Usd9u7r7WxWUAdUkAFvwIweWGxR5qniCwMA
BxBiaQOlaLYLT3vgdjATrAIhuS2/GfWF/CizxAMgutBbhWQMj/1FOO1E+4G8vNe1fDXztFAKleoJ
K8qo1qMcZJBQlr3n4+vr7RZjGFh1enBQkXyw9qF3nSTLMtEIkH3C5T2fQDOAAHmsEcqKTli78c2+
jE0EQ/9SkCplKwa97iSDB7nHZ86Ut+guQMfGdZYY5ohucwm1amyFGCTC2Bx+8uiasHqRpRHrLyMq
xhqZqdYUg7JIwYRFMgkQfxFR+R7exq27/XkXWR4eRoAvWVhIys6frXqcC5qUccIGR7kNAxW3GONf
r/1huuEA8c/y/b6crt+V/RdrlGka21EMq4aQwegmYP1ms3SxXBu5Kt9iNdcQY3CNFmWYsnro9QzR
wwVg/MLJN3fMoG9dHX5xQ5mjSKwVIaw0YvoQmzwfK+c4hgD1lY7yc3Zbep8bthezbtx/0aTsEnYc
1cCvB1dINz7XotmGpuakb0FpnpGvZryN6/b2FzHKNs1iq4ZtCgYJsWO0vX6bVtPE6j9Kp/KUTRq7
IY4TCbxo7jtaqU+nbb4h2XD0/RXY72YxyK26zwtylN9S6vLgzwrIcfAmngenPKf7+hFYLjaD0JpJ
11AcJeDIMpo3Kb3ghzBPJ3RjYIzX9l/uMhuJfcwtMqisvVBLKpQmjJgiSLIOVFBKMJDUl01HcrAP
j8HNak/hkg6lBHFaDdJUgc7XHhmAjVy26IfFvO/bGxaps5pBV5tTF+TohyoRZ8DwZyAH7B3bDeBP
XNxbzezQw3Kc7tGsoJm3ZJTBPDUv012pmHfOdKixNBUjwZv8eF89Ae/ouqhXkyzLb6I0J8NK6Cps
yIGO9vGCCXsT62DRNASLDDDSD+PAuHfymu1aEqTeMmXUEgk1dhHeh+glkym/wjvIPlFhGJzjrRkd
T4WVupft6QQ4/dGKH5HjUywgtGcGGlkdwXFy88ZC7YyF0rdmEZYfRr1NpTJyYl3gwx5rtIEYbLzB
Nfu2JEA9RFPeFd1YElG7x8ZKeVPy/kI2FF5Yr9Fq+mNJi3qNemPMG57cUzStYnAQGZDc3l4AeMu/
/IifVLPYlhi3f6x8VgsaS4rk/4tQQG6HUemJjkvYOW/cpM51fV3NRi4ZowyQmKVhM32d0v75NcTy
55PmHKCtMTbNM9MSa6+gphmGaGAbHdADKClqrcBPI1yWS93tgOckui05ND056BrDiV31KJekKLn1
fNdOOUZiLntgDL6+5jZQbRzDy2xMLjPMK4srSoSAHg5HJQcp3ns8vsuXxGXY1dVWnSUzlP2elRZj
5ykolOfewWQBAZRg6MH6E/HraCjTbRCAfi0ACZvYDSxs3aJBh90DuxpcLFihu9rGuZSl2OiJPrvu
dLyEtz/NH6TDCTOrn9NmE3us4/kvJvkf1ugOthkYQCM/d3iVno8uMBdhC707uMhkcI+V8Vit7yz5
o8yxL+q9OgrgD8AYl+I+MINdGqK53kQt0MO6RetcVuYngM+5O9LN/MHQxdVc5pI+ZXXJlE88i6A/
eehYgFFEsyqiANbbS9SB9piXZCjbqymt5s8t1AVzL40ZHFtSL2Ho5H8xur8OjjIXqQ60ibgCL0iD
YGu2mXQAlYzNzLVLr7V2nxiju/+MsB2AcRfWvL8lc5TtKOGr110BulAX2Hj9pd/w7807iwxLhpTd
mMa/Te/e1u+fDfPYvbUbuUVXWoxTA/KwR7pnGLytRW9L3ihTkgljmIoReMPSgyOW/RVm+MZijCU/
ypaoqp+UJXksCzO9k1EB+RpcY2nHuuPzj3bQcM1KXSedLkEFoeeKu31PdpgamA9w9wwL1zs83eys
bi/vxT1mJBhSZHBIwzerucLB4sOk7F1hH+wMq3Ijdw+oRQad9df/F4+UNUGpWOyEGZLco5I5tubA
kSYKG7ksQGi+Zy2q4ex9jKuTGAsdoYGcZ2PkeaMDdwQ1Db1HX0CF2H2GcYwfd97hxQmdr2GMhhmo
MK4EPcbKl8qE0jSR6zjb7hathUDdOHN3pL8fiNXMajzrHCkLkwzzpBUS5IvWDOyPlTbYw95Y6PJ/
IbsaAhedXdhBff1QWe8RDfWcilqJ7AaYxGwwYCDx1l5+eoDMOTgYyWeJdJWaLvC6IskCIlpVphxI
I844PyEsHmcXKSJ0G5iV/aR4O3CItluTwd2aSJf0fhNpq8spCYCAhLdD8rAxL2gNtyfJVKwb3t1Z
GFQ00AjDyuGseWGYftZERSLOpSJ851NMy7CfsNMZSut2rxoa1EvWtV/TziUJ6jYqcRUJUiNAO237
9n1wzwzjvOocLQnQj/dsBKKSggByXiTIQFsG4mfMPzmYOcE+Iwa9NQu6JEepBlf0VctFEJlem32A
XvOfDAKrPa5LCpQydEo4YvwDFFA1RuXu3cyIBwQQwetKx6RDvdiAI+v9rgcdRPbPQM4MrYun3cP1
AX4BgxT5ZNrzWbJEvdphNKVIc32xZMMwpq7gATUPV4mVUVsNzZaUqKe6q6sQe2VnYpzQLSg0gGiX
W2L5Q3MHZF+bjXa/5hwsKVIPt671RY2kCo6rMuULHDr2i8a4pnTOpmjLMFEGkOhIgx58R3jjyFg/
oUfi/vPx+lkx9JuuKuRlJcVaNEKAkxNGri6wF0KvW7t/rA5dSSi4rCkyH2ektA5fPyaxp41myFl1
ZFUC0CS11BbtcrxcZ4xhiOjiQlFPRj4QIQKtIwYs1W5jsbY5rObyFrpAvxtpjmlk3CuS8Xh+Vi0Z
MJUwRQcnutxgKzNT21dLGUt6lKmQuyTRe2KM7Gfhmf8szHp7i07VzJMHa8Z40WZXCOZDFZr35w/m
VWMdI2U/lGaW52EixO0Bu5sIYiPLbqy5ckv+aLsxVlMq8tAUjE40p8Yia9Wyu5sNVsmiy5mh+SyD
qFK2o5/8SUxDoiHPxxHQjO5Ft0+eOXoPHwx3ZjU5sWSMMhpNmWNrrYRbBnR3adP8UF4+rmv7qj+6
oEDnDOYeKxOwWxrMHPHuSpvIxHDw+UQmT9C2gM497zxg2eqeVdllmHo6cZAr4zwLMYQYeffMZkiW
eadnZgWpTyq+w68/2sqPfbhFvhrVyP4iK1aaAu4OaR5mVe2/eIP/2Ct6nC1MfV3hgq83BXkxrDQB
EOx74LwAs+XNsZot62VmmGB6gFYC9PioxcSjqe+iuzMLT5plpeghtkTQ6hSNOkTPC/gXiZNtGvNo
RoEpBabcAy++S+AEsG4zU46UwSiTZJQACUFUEluu501ok8Xdb1g2vLlH586/vM70wie+HzN1LnED
4N8cXcG+VNg3rGBT+Bam6oNlqhhvNL3jyVcGpYrFr/umuMfX8CO4T+6SS7GFrfr/cBEoA1KqYpBV
IyFnw0l8Pj7y3rPhxoIVFKZ/QkEswtbJ6yaFdfno5IFW+zMgYr+sMTIv7u3Jky+es9t9Degxkd4Y
zwudLqj0SJpyDRwOaKp5Ph59lJkLZ2PEzj1r/wXDNdCpGKXK2naWpa+z8++KA9IDrLrOamV+YY7p
9ECvF2g5IGEQ0OIRLANR/QW1rTPKBay3ZTWbuiRFRShJVpWTnOOaoacLwGSIzZG+DbAE9U4/mObh
BXtSsK0Hu3rIYiAWlBDLuNDLn9BNHAaiAEYBCOGmdr3xPMtBhxQiGNJZwQhivpCTr0QWdF6gV+Je
SSaQ6ywkqpEax4bo0cSI5Z1nPh3yN/hd5+npnN6XBJmfOXG2CuKwFDbloaSZpo6aBvqJmaMDR7b9
yPxEEMDgk+Uw6JRvAtSZiOMkYjtRW8+cEL32rPQ0U0cpmzKpnIYtS0RHEWLMG8l7QOeIzXzEWa4J
vc9JQKozEirQqd1nNI8g7rykqET79mnbmrJtorhqOdYm4SxWMoKlLgaV8OiBOTonEkg/kz4c932L
JWh4FcYN2Szrjfe+66nmiJ0pB+sGgw9ms+cOH+lgsjI+lMXRBAFAZgbgvXhZFrEdmTrOzE9HPg7C
9CAXN+JsYb8P9xZzTpFZ00XWzOuGm3LJfiNGnytfz6UuBOmhjPmTVBmm3lZHcWgYTi2DJzpKzWq9
0OUCPPmKWczmzJsTtvekVhCbdWFhRO9fcUUHqlXP+RnPgyu1S820OZbCvaoxvGgq/viSHCa2dR1D
cqrM0496h3mUIZyz9MDHG/6teTU6NExMP68zwiJCHU/bYPVuKoFIJvVYensSssRS5cSajD84IFXW
BAPAdRpQRalMWQV2yj4t0sOQNaaabEfdVPqfg6DsNE5xy0y00ixj0FxjTlU0BTsb0B2IHOP3DKNQ
q9o492V60GK0HPnbUg/cqI/tRmUsTF9T8iUhyhBL6iAOYtakByyXshJ+V0QfvCoxuFklogKOD31g
WOFEOwqGMvOaQoiIYQhh/WxFzwh219VhhYYAaEERq2s0CU1OlIlqJL2L+YbPDpocu3m1mwxUFGaF
cXtWzkUQBVkABR6QYl+GctEiUQ9ROimGnB3ygbtXx8LWG93SlJd49K6zI39P/ZErBEIaxrYMTZZl
utvS7/Uux/rC7NB2I2Gn0koGBXKyCxfgLwoihillQ9axY4G6P7rf1vFQCtlBaO6TobT0oLbS6FgZ
gdsoDNjttcMR/6ZFRPddncdJTfqYx+HkqeEMsdPKsl0O/7sqY+EHhMUboCVI5CMWZxMAVKv3Syk7
NKrWHnKpSF2u7vmD3PSBe/10VvnBK4SFZMj+yzSgXZzzOSf2aX6IeK9tM7szthEa5/93Igp8E/LS
SYpBCy3SFV1q8zg/BNF9WwEIiKxbEyTrD6jImgzJqaKm01gNcpCpIR62/GBzzeZdSLZ/8PMYATFk
WeCBokOdfG8MdVcWRX6oQ0dQjlruycUf3HyY5X9IUDe/1WJ5SmJwMMyOPD/n6U7vPv+AC1UQ0Kqu
6ILEU1YyAVQcX0ogEZWzxfGwLLJq8QpDgdeMi6ICBxGA5IKh0s5qnAtwcHpQaQTVHiLJ5MR7RXnR
4uhPztzA/ihkK0QV+4G+3xSAgZdaEwj5YSocQyaH0udv1yW2Zl2UXyS+khqLy6j1TSWniZgfjOCk
yA+NpHhzpJo8JkA5rnSuE1sTHJGaocMvFAzaKqeaXiM5Y+SHMcq3sRxbuI9Ckdvh3DMu/ppZXlKi
bEwncOUcdGp+EMyXgXHfWVyQ/y9EFqnZLIellh8UrMmVj03oNNlxrBmyWjkY7NiCCmMtEgbNvwAH
FlRiIdeNsOTSw5y+YlnTVsg3Mx9tslQxY4ERfq1w9I0WdW34SdW5kAOtYSdPkd3yVnNIBZY2r1HB
26Jg0gyov4ZCya0WG67g+jw78NiRaVZcgNWm1Q/MTom2xmc+Q350Oo68m+Qp+4ccxdQ8xWGiqQXI
vTZhYzZIsGe1Kwe+2daeXF2U8UOpTWkys9jVg4PsqZzdDAdDCiyYEZufNhxLAkTrqKf82yfRYVFQ
xFlsQAJhv+/ywzzchurm+hVbUXyQ0ODDofMdLRnid+Wc01oyZr3MDuIEBOngJNQP1wms8/CLAOVl
F2mvDCEhoGmNGUvbvL4bDPff0SBMLnS/0mpparg6O3T6uQ8eBt03ccWu06DTAf/Rj1+MEEYXRIRO
7rGYC26IqKidJQpRe9YbQ7dVBdBcY1G1t1IZFG6iCqEDlD9kPzhecCO5TbbtaKQosomK1eV9crr+
YawTpK5JkAW6lhAB6/o5nz64/v3f/T51LyK+nWSAmmcHNZ0dQ2n2XZgw5i5XdUQnmw914GQqdMvO
zDWJ2vHwiMbW68+csLv/AxZ0VSBgCRiSUKij68dEC7gEvy+EaGYMd2PDuqmrh7CgQB1CL0W55k8R
EFS62soijA2wAodVGcGb5/8Kg2gvWMLzFKjA2ztw8Vs07vj8tckZtoB85G/mZkGCYgIFODWfapDo
MDKXlVYnuvx50hvGe7gmK4mXsCkC62wMgYZrkvmmj6sOAUrUvfHtayONDAJroloQoNGZJr8bBD5C
MGfIpccN3TFTeSCyJZ/XtYpFhvJPGzUJ4kEFGbnXzFY7CqjZa/Z1GgxZ0XuzpkGWuHEWwUrQmYJ+
EfWP6wTWzlwSAFyDKEFHSoK63XnfKXxPZIXm841giD9V7qbUghlbxFndVau8iIjgkZdQcdOpkEHI
ZS1EORlxXPk49ph3UFjTweQ9pBUYaCj/UKBOhCsVY9RCMOPP1WeuJQkWqW6Lqrlo8vOYHGctZFFk
8SR+fxTqrJ87TSQ8pYnJpw9px3p2yDf/zpNkKKIiGzpWjX6n0GUxoE8GLTv0QdrbtRD+NMTanpNG
MiVsO0EultfteFaeC37a8r7uXtcPcv6/kwdEHda3Shpi4u/k86mcp1HWM7iVJdKXYbirenmn5Y/z
IHs1P+aMEGZdoL/oUaY6mEvEType2V55iMuffc94Clb1HVtT/+aHEmcjdnOhcvh9V/yUn18Yv75q
EiBwZCswSqt/DVotfASla2UJGavsMHKuomP/GL9PC5bOrR4JyU7wZPcrFOP7kUgBAq5CC/JDNsXv
VYrUcjA6arNJUW5hZXxpBOEvr0dSgLuKmXHk5mm0TiHpgqGNkBEZ0j70fHkKzH4K5s2sT70lKJxv
8YminjFSji4KqYjduKnuyzh+6XUO6x3LWbb6IAhswYiNTeK3qW5VZRRZRjeyYrhV4avwZXURCE0Y
h/wul0wt665qE8RZvWI2P2O+g2T+97SHiN5QjEBgaz2eSsojH9NC1uoshycR+JYwG1YBWmP8eP3S
rSrpggoVx2NlvZSJMqiUgd1iyEm+mesH/cd1Iuvi+osVDMPSaahYMIQJWyjzg9buWsONhnMbM0hc
44OQoOwxr8ZDEhBpJbkz/h9pV9Ykqc1sfxER7BKvQK1N9fQ+nn4hZgUECBA7v/4e2vHZVSpuETMO
208zrkRSKjOVefJkeeTmqSy91ZTE2kLk+4A8qBLFkFK138bytRP3rdj9t72SHjEWUwyCefRYiP6I
Wo6jHadp8wciqAPtQlkA/W3SXpm8KBiNBQ9CGt4bo5W4RFFjF/kv/7agxUNx8NjDECLVRMx9eU2i
0KgmheM52Ztiq4G3mceai34LzM9YCetnNZV9x/x0p4SiUQ/5+0tJKmt0VWtgO0jDPSXa0t6n4Q9l
/N5Tto/zryMJV9a25D3OJUrXM6NjP5V1zgOqYqCp8xZWxUpsubYm6WrSrsRgYAUSlH7Yi+4BFOtu
Yx8rqru1ALZ2k7Ivt89rydx/WBuLOBqeMNIuZhFTeergng4q3i/uiFZc6vN3M3y5LWdJL5BkR4Yd
lN7alQIafTGRsoICTnRfsk/ZXTtt03RFyNIBWVA6kFuaaOGU3cmY5yxvJxOWjfw0GCDj7A+uERJg
lOpw8rYjU4XXrWYzUsI5DjHPv5CsEmBMy+OAde20ogoyCOHDN9oYAU9QMjINh0i6QAwMt1cmWAUL
E1bd4hED8LYRSzaqHpSq9jhljSusnzlde2wuGTwsDt2vyL1j8tb852dRRsUKUtZxj3tVjZuSxZ6T
/GTT72ffDRTkUXnDyDdqy9E6iVkP9owhDYiV2c+ijIatMRjDsWy6cC3GXYjbEeDaqjnnrU2UeC4X
BLKYto/omAZFEm6rOPlkxBgLrjf+VO0GcgyLAaGG2ruN8aoPtkec7tHuWpefqFO5Tarlru4ArleE
7affvhMXHzar89lO233XqKnTpYGmOV9ip3MTdF7aCdszsmIrZebBWZkuREmHik5jMAq3bRqk7bjl
qlvFx2R6banjGsYnzdiHZWAPmW8nmyFlcD+J/ydLdUw8zRxcoA/Kz7OlFlanZiEyJfDVtTtGv/RU
xQvtoK+ByxaUF+v8V45kolEvHJ3attIg78fwU9Pn+cFKxpe6A+vt7RUtSrJ1jEFRcUOJKkmi1qRY
fTmlgRFx37Le41i4xWBvb0uRaUX+PrgzMZIV6Co7zEpdTwN78gziJB6yDe7Ew+2kdd/SzoQNqDZp
I05dZN6rRb8lTrMz9QEjktVpQ6PWU3tyuP1Ri0vH1YUZd+AyZDJaYdtTRXpcKLDrufohDFOXrZR+
F9wSTB449UBDahmIWy6vxpQpBXBmGu6sSpO94MLPrOHVFtVjrrZvmHqjrijookBqzMHRXKlzpLs4
hH0V4+WWBpHyOS4sX53c4gvorPx0+HV79xbN0Zkk6SoaFmJju4KkcXzRwd/CwAeNcWY2RbIfYxT7
l9viljLLBhJ7+A9JEQKre7mVLHVYXDElDXqmTqBMz9nGKsGplxlq5DVDFmKuWdr4WhwO6F/OugMY
cKu9WXKghuP0W1g2gx9j6uSf3B/HwEZQw7QcOStLe33oLBWfVfMj6sxuNQlXb59vL35RU8+EyHs9
tm2sTSGEuIgGzaDXvNsCFsIaE4EuQWEMMcEVYSGnWVcyjaQBG4Xjm+NjO2fSovIxRs1yc1vWfFBS
wAtZJiw5AB4IsKVQjWN2sTqUsG0WN96FaPZxWz/cFiF3ZczmBjIIgkFEUXCa0juBFV2nEo4Na6bq
wGnuhh0e3bbr1KnHdWB9qrcifZtyUHnb2Re9Z140DD5BAaLXCo+PKFs1a9+0cIgX36RfKnClWyjU
UXBwOKnx15RM+wygCTNH/5Lh9sNzroMpWOv8rrkXooYyq1+ZXrybsJWpmawEEwtm4uJbJLvUhECd
qxFwcIATmge7y4irpmN5JG0Zutmk5Nshn/rd7VNZPHjdBHsakgIgCJYOhSdx2Tc9DqWyWO2VcY3X
h6ZOv2/VTcBG/pEibTOm15a0jRyEZPHOYZ/s+sDDt9sLWYppL2RI29cntZPREtuX968JYiodsZcq
ftHoV6hST4y1FxNjr4Ck5rbgxWuqU82x5pk3utyfk7a64C1QWIGp7uz8GHdfm1e1XhGyZGmxun+l
SOdUFuACRptWFiiJpQOGMTSbLEvSvSgbLfOTTpvuiO2Iz6xn4lC2g3KP7BYmSisVCKeVkHmU1a1b
sDBcCf+WFejfD5OONquLmPcFy4J60z0oK/5s8XqerVo6U7utxxBGELBNlbu1Vfnj8DNZY8tZO0DJ
ifVmatSCQnHaKNpEESi0xl81uG4dGq/4pTVJkstQeePEXAGwdhq2kX6a9t20F8bvP38uNGX+iLNw
uKnTvmUR9HFoj1VU+nZ4oFm6oo+LtgoPOEOzTJQmqRQ6pm2FXPeM2W1Y6FntFuaS1d+c7MiLr7ev
16J+/StJhmvpeTPh8OHLNdIfp/aJJfafGKczCdLVsiPk7Ucdxsnn6r3WPRRrg7jmzbhyrmcCpCsS
5R1jDcNmab0F63rM0ceZkwemvsyBSWQKFwNmbu/a8vlYqk0scOxrcqbdLrSQxSPwrVOX17upDqPH
Og93kRO6OYwVoviWvd4WuXhXMUTbRInCQcAibWMBMwiFwGuiMr+kzl1tM9dS1hCIcqPs30HEmRRp
LyebgkNrsOFJ+jgwB69gfs8zdzBVt9QH7k5mjVnz9XOLABRMp7Hbp7WbcrxZOuRxnbzeGBa4GSzM
JBODbwCS1Vg+b0PkWtpnoqH14/auLETkKHXM5XsDwxksOTnaDd2MBsL3JmXs2vXo9/F3wzhm6l/N
ySZrT+HFM7ARK1oGchEgv7+8+0nDsJR2jsepOKlwS7um1b3K7J0VHNWaoPnPz4xMRwa1yQvETYAO
eBZ5JA1eGtG4snmLd/9sOZIpi3UEZ5mN5aTqHlD6diX2kXt+/lYmHAoe2hSl14/+lrNVKDWQZ0xg
FRU/ahX3NH5Iees1OUowLzyx/ajZPBO+9h5cXpZjAjYCEC3qbZebV2R5WSPuTANdfzRJdCKds+KU
F7UOSbb/SZASCBkhA3oR4ANap3AHg7h6or4n0Z1SVplL42Aw1wLp+XZf2bgziZJDGHmYlOPcmpLF
yr6049ztug1pOSL7yMXIoL3dH5im+lOcfa6rtQzw7R21ripCpp6pKcF6hc0PepPvi2rFqy667n/W
Z8kFIcFqhH4D1geST7edogeamJ8a03ZNttabsLYYycS1cTs46byVCeo1p7Vn69qvSyFVqzTqlA3Y
quo47Pa3jd3yhUI7BQYVo3iCGsmlZneJUvRTik8vqtYTrNt1he3H43Tgk/ZXUhjoAA2bZ+G0z7GI
g7hdQ/UvLg4ThJFTNTFjRs5r014hijY3xtRjVrs62lWeeCWGb7eXuQS4RP4a6AgdFCRYpWT9HD3O
jYzxLEDm05tQLR9A5T5ZeDVGuleUd4DQNSNzzaPZvyTNtEk7dRtm8b5JDReAru2oVQfBtO1QJUEf
219vf97SJpx/nWQ1y4bnLBnwdWqduVFN3TJ9uy1hKaDBa16dJzVTBHqSATNaYqRlhV6gPDtEot6w
pNp2/eiqe0QHeM93e24y/7bMpYjmXKZk0lKb8kIh855HX1lnelEKDpXyJcR2pvWv27IW9VhDrwsA
EY4ONyFdks7MBCMawidivOUAEOaVcyii4UvaWd7E7ZPZbTQRbYbYek/SYi14k/uzP/zSufj5hM/8
Ei1YnNNozAL0kZmEpjuU7tGuVu26Sj01zVOkxP5gA7gr7ipUiHgfd65A8sBvYz9uxRYgzq2D2GsK
J8/ka7Mmlny/NjdmUDoDj+UijhY3fZxb2Bxt3BbJff6S1ivRxeJbHoMxdILVUSBFpEpvmtqGKBy8
dosKg83D2OvqJ80qvDxSn2oKapkw3FBQAindSsSxVMxAGfZfyZIF0zJwjXa6CuPbT25Sj27c3/Pm
51D+rIafhjG5KgfCrLpTEFZqobmp14zL/7N2dPepBH0QqHVfHr6qR7ToQOwQtGrpkeqxoHwG5Hrd
OHmTDsy6kx+j5k4k3Yr1XrxhyACZGPgGnJucF29yq++6qMemh3qQW+iLqQ2vLYRLaL2rkrUmxkU1
OhMnKTkAHJkAdywihugp7audEj86q30la2uSLPWUCFsrzBZpEwPzbCvnJLSvWn7EvNuDluab22Zj
URh6sNBSiLyzKRMT0aKv0CUH3dGF4yX9RmDEDFPfSyTypmTFB63JknYP5GWUizkflPANq/Geq7+N
itvi9WObVblyK5aCH+1sYdIulukAnzILi/Nuq5Ajmq+3gPt6Ge7C7S1ctrxnoiTnZSSdGqmKjsSC
/S0XxV2q34WWsolY4Y3kG0LXjgErXwVl2a1EeIv6aIIh1gTKU79qcJ0UW9gOh9HVKOai9r9EUnl9
uSJk0XPidaajLG06qFdeXm6aOYXWtNhJLaY7Gh1rlvtpB2MebpvuBalEt9HUlVzN4umdyZxV6cyb
EKDLbHA9ZoEjDrn+zk10WRv5DnT8T7cPb1EQtg6YAoJa+IdlOxOEpjdMOGwquOhsGHfF2HUIg8rJ
r9XIcZu2WHlzLB4YRXbw7/KzzMQRN5Gomh5+KItyV9Nfu0S49lpy8COWkx82GsCriGlNxLRXnWkq
pok1Jaxi72R+Q+v2EBKUY61S8/KWurWdvQqmFu70ndXZrgScotO2cZ7up8gvRrpW2lrcYwcOSkfr
N/ZYOkzRqFnbOtBS0d5XdT65tGhd05w2BkMQcPs8lzZY19BfQzVbxfNYUtbICos21E1EQUCcQlTX
vXarN342VPL+nguRFmTqalMng4Xu/7j0BT/mwHTdXsaSqTyXIEWOWs96vYltnGCReXr7Q+t2mEXn
Nqjz6mj+uy1s6Xx0k6oYSoO6I6C0l5dtdPDSjhC+AXxSeBVnx3IYD3V8b7S4DbdFLR6PpVmGQQkQ
zh98mmfXrQSEBEEAzYLUZp7QfV4DXbXWArgmRIqEc9KMeWxj8yznlXcYDptssjz7jyuRnJkZaj1J
DAJei+5IFc2z+UkRazdnUdHOtks6GZ6iGagU2C619+i+ylfWMGvRlR4D6G7j2BG3WdIappYxy5nQ
WdjZ1QvSq56Y0te2NY+Dru7qovwexc6KyEXFBlZbtfDUVoGwu9S1Tu+U1MBbNEiSKrBsQGuMQ1Ki
cgikM5Kct7VtcftswIc1gqI33MmlsNIww6puUjTnqw18sUr6HWVGueKrFtUNDLYEzaDod5J1ussN
HitDjr7B1OEe0yvTM+1Wgz/u+e72ghZvqk3Rnw5nhW5tKWM1KMyxhIoWRac3t6X5JuJoO7SpS9j9
bUHLa/pHkDx4sAFilYQF2txKzAER3bBx+te0tVfOZ2U5MttE1dR4M01VHlgkdPucfhP0Ic6qTW5H
m9vrWdIEQ505b5BftK4a6NOxyGrTjvIgaiYgrmyQV35HZ8Kawi1ptwnXjpAMqRZV3rasM8y2teF9
+rG7GxW42DIqf8at9mQKVMbz8Pn2spY2EBbbcOZWd6CMJQWnfR5FmGaXB5UQHqc/mY7siVJvef94
W9BiLfdckmQqcoI2hF6t84CBaMfTxxiIaae2HmuT2ttIpRj1OormYEZphz4M52drh5HXGqoC7h0n
YEple3VuRH9wH86/SrImSoKhi8OA+1Aab4T+0NSvKOfF+RqB2tJtoBaCCUTYaM0wpcXrPc9jgBNh
R9JyYzfH2Zv0zRqn0JI1BkUFcLrAec0Y7ktrZWeUgpQTDYF6UUcubf2oLd5JUx1rXdmwFjnpRFu5
Fkv6gzuBbgGLAgr1MTP5zB0LK2o46og5Giknw427B92gntZiCMXQrpnJNVn65fIAKGuoNbeLAW3z
F082bcb8CAmBMJz828q6dAuR5kNXPgA7uiaDdhA5FaoyWnlg6EPALC0IwW6l1c0uy+xtmaUrGJil
9xGwZJgMDhA0EN2SUTY1YZZ5AxD0mINKy27t+3r4y2idu9i6MwABwv91dAZ7xULLc0M+Em7Asek2
+p8IaEeku2/GmT0oMdpsrRhZpbh5DJP6E0eSIKfGzrCQsZ24lxfspFb9nT2FbtLXf2B+HAeIbKTU
NNWRzZ0+smTUCfpwnbE69hX5nDPDK9NuT6q16tCi9iBzDdAyjhaQr0vtgU6mhWahu4FPYzA4/T0B
OLAbrRNdjb0XRKEaA74gCnA+nvXSefKGg5V/BNCc8jcM5PNEO/gVJ8ALvN7W00VBeAkiEALFF7rY
Lteka6XFK4ITrLSTRa0Hnv/i41Gxye8/Oi0VnQYgEtE05Dmk7JxV0xRpMXRRmIp6iABrzNUarNcr
tnjBSF5IkbKQlTnENe3QOVEibcXIY2KBA7r4g5D1QopkRYypiTE3GIfTdcqnDphMW3nWlWYuEPIm
8UPSeLcPaemeQeJM6+N8+ADplMqx762knDt4iN26mZ15TvpoW2+jDY9ebgrMSiuizq3UzxFo5tCg
c7j9AUv7CuVASh95a9x3SfMLhytdX6i45+bglvkvPDT+hPzHOpchPTdrG5URvYWM3CxdlMYNarpW
vlLjWVwIavwmsgDwOTK+I8ky1CJLkNkw/RfhSEWIR+asgS2W7pSugsCEojSOErm0W+1UqV1VZEUw
JWaxa0e7dMPc+Fmq1ScwaokVT7MoTVM1sByggghxlze4ZeZgOSlFb0g0HYTeuFFVPbdG7HO+Nvlk
/nDprWaBOgSmFugYdIhKiq9aIG1MzKgIYucVk7mn/MDsO9LvDbYSlC8dkw4/hmwNUkiO3IpSqXpZ
2qHCA7sqNjxsjsgPn9LOePp9tT4XI5mLgdkOCrJpEdQTXko7jP9w+pV+kvlmXm3Z2UqkLdNpPYDp
nBVB32Wu1v1qq+qP9grsZRRIGbwAZ/04i5/aOlYL0mIRdvUGAbbzqna/bu/TQnQx94L/I0JSaDI0
dErQCRtoaEB2k7ETrtNMgCds0mS4I4PpK1V5p+T22225SxE/cr7oEdJQWrGQGrpcG0jio6YhFkg2
CmHsnDIvd2VitG4SNuDBVylMLwKt3TDo1ltvELQgl8RLOTM2lBHzgNIn89RyBGnl7Q9bunNoxSZA
faPTEWBz6btEH/cOsraBXo07yyF4jEzb0TgV01pebAn9jdk04MCbwzq46PmqnB3voHU1HgS4Chqz
DiOttlN6MCq6Ib3j0cZTUUrtE2cPph8venAaaxuS3h+L5KGng6eLZ9tcA0stqTSICQg6QEAPgGzq
5ReJEewRUVIUAa+syqXCjLzYDLsVn7dkAs6lSBdH9L1edAZ0bhhqAfspLE+PwQRJw7Hc3j7NRfcK
/4omQgMTsZGpuVyRURR6ok28QDLoF8EEjh4wszKZi5S9Cgaju1LbD/odJkN6pUMOdjX8gQkHNo/O
lGdoNPloyT874zLKmZ1zUaB0eRz1Y/5el6W7coeX9hPvOoKniIF5TnKeY+w5WL7bCqdWK36S7SYR
+vGw8gxZEyIdmjXkoI4gWEgBeBviL4r5e/oaud6iECQb4IpA24k3yOVpOWpYGxkZICR+RE7Aq8SJ
d/0fHAnwMACBotqE/ZIsj9PnU4GQp0RDfl24JDuVHfupW+hIzP4kXABCyjbRw2pQFAwu11Mz0NA1
TVUGTNQ7xpVvo/5dy5M7XN7ber7gvuEhTAPXClU0zG+9FDQyNQHvUlOAJacJXadUtkoTHSnB04L1
vpV/vi1u4ZwuxM125EyrSRPmyIPVRUDb0Q2Lr1qKOlNR/b6dQEfuR6GJIrCT4bPhkFdqHKrQa2CC
eVPvon1ipStefAneYFP0MM7nY6Jjcl7r2VpCNYZGD2UZ1Ard9Y75EEevZZucbLSvTnXpF8VXQGk9
zoRbh5g+wxUvzZqV27VgeFFOA4vsB4soAB6XH4FGCp4lbV0GtCgPhRBHvka9u6AhaPBDThzQztka
SVcLVYs2a1lWBqK23Cq8j81dFHHXyGM3HNZc28JykKxGWIE6mUGo3ABC7IhTko0lUiOaMfnQ/urd
imM82W7r4dKiUFW3cHYQcoXp7s02nKZRh71wGowGqnR+sHvOth03NTcs0edHp9hcUcuFxSEWR4UJ
qwNxtkzLn6Pu13cgaQusrNykU4uZKUz/g9Z3bJ2Jo5rbIw35WdZoGMviDE6JDgyH7ppSSY9J7ChH
sxjqlRuwsInzKdn63ExDLJknlwu1RVIX9ZIEf2GL6dLG0azaxLUn29hynjguKRpjJWmwtIkQiCwa
QXEIfKqXCj80TqvkIa+CLBRflXiGqDvh7rZ2LFgpgO7R8I5MHTofZTrEJLRUMcRmFcT1iYJ6QzgY
lID2j9+XghwZ/QBYAiUlXd3UChkvCBOBAfZcMr2iJCyUzX+TIV1eFg16bbBUBFlheLsK/X9augLD
WDoQIAfwqkW05NhyBqzpRr2mfSLgFdmeTuJnzv6kiRtUTegJA0wOZyI/Mo1Gs0RrlAKdzPYuIoqv
VdGmbcP97d2adefyYYZFqHOW28TTAoTGl7rFC1FPYPLEI92OAmG+25pwBWajdska4eaapPlqnfmO
hpUZvHtcoPXimbAveYgeO/tTqny5vaDrs8GCYAdwNHisXZ1NzYjdjEYH7/5NG91m7Um+9vNSmqEE
r1PUIiIKlJT4FvF5aq/ckTUJUshlVnYSxS0W0G9qzCi6vTvX1xxPFfDdI7yC0wFb7uUhALAwNqWN
zxfhjjjcbZo3Gq/YyEUZyNUia2BAsWQUt1pxJIYjghMQjzR5A3Wxqr/eXsbSHsGG/CNCDrB1UUfV
YENr6ejy7g0EdLcFXCsrWKhgcOdrAYcpXwuMzYnHzNSKIK0H4ca22gZCK1GVL0vmDUo/rfjJj5Di
8h5eCpRuRzn0aEsCFU0gOo+Ou7L069eu2ohoqxwTftK6FUVYW6CkxxHn5qCiXhnYRWh41KzCw5Ar
X7gKYKohcrFiMWelvV4eWCDQw00Q4s8Henb581CJeWtMWJ5i9D5v0GplIg7QerHRux+V0fiDVihu
OPYr9u3aYc/7CoCLivDKQvv4peAunBJihHglAbaTl9ucRz5mAoR17CXp422dWVrjXD+YOdXRQCWz
naN1jLVcR4DlEBHkYL8jxTHE7Aaab/WQuQUlrr0W1F1fBHQXglIIXgJO25ZHxBVpYSDIUevAMH42
M8X2CpR6Yfsufl/aPq4z0qcGfr8fEiQe7kOXRZ+KxE3pyuYt6CMcHbYNEQiwYjIVxEzR6RiTXiOo
/9Fn99AFCz15+WoiaXFBsxiQayPOkWef5HltkWkI6yC2rX1JwIvy0iqFN1XdMbNW6oLz5khKDxcO
QQgU8FaSYejFiNezriYNfGviFqC1MWO8Jr7c1rpFIZhDMuc9Z64XKaQShTJF1ISQCPtVsLeu3Wb1
220ZC5pN6ZkMKaRSMPeet1HWgFBG9WjGjhXArQPGRIyJuonLn0afukOjJysvlkXlpgQhL2It3CxJ
+URnhvY45g3YR544f+z7tZzxotLhNWvg55HJk6cvZbRAM11RN4FaPWRDiBzN4MMiDbq+ub2BCytB
fZigLDtnCo2rlfBKNcZ+aIMEFA4bo6+6Q90kzpoTmb23pHDA1eDNiso3EFCy12qUJg6d1myDkU9e
5mRvRUxPnaZt+7Rx7bx/Gtv8yZz40Up2dnrU6Jvdvd9e6bWqAHYFeM/MRot3n2zo4R9R2bSNDtwp
Id/EQBZsmaIjK6z3oSv0NNvEEUrzGG1ysIYxP9yWfn2gkI7EoYWhFsglybe7KREWNhXtAjTceZ0z
uZm6g3t3S3vlSXZtRi4FSf5M6ygPo5B0Qcr2PNv25bZHa090Uuy1M53v7+WZotIOx4VqI7iKEaRf
OrA6CQWt7a4Pmp5VKUi8s+qoGpxuOIhzvWQCg6Xj5KEH9LlwyyHStopaF7vb+3ptZPAR6KbBgxev
EdQNLz8i0XKbNdDgIJ9Cf4jAIMEGVxHmyoVfOD7kZYHuwUVB0VBOQA9hyEerBx0j7TfsoY7mVskg
LvmKmGsdnd/uIADF1Ag8fqz5M86CkRq1k4ykAqyCVqXelUY7nWIFvU5Gl31tCFi57VGt92Y2PgOI
bqwEJPJgRCRqQdOK7hxQzAEUTuRFllM30aEgWmCBuGg0MQxreimzU/ajZ35650xPo85ctfPCdmul
x+YJP7Qbw5fuFzef0/Cg2om3xsF2ve90bmMGyyL6EpH5nzfsbENynVvoKI71IBnqcjMKVZBHh7Ou
8qzYKtCYV6Kis2ISFxqVQK4HIp+5YQJHLZeHu1bPuiabMM6IdK6B1rPcwSBKQl2Qmrpm5fhFRjbj
xDbC/n1zjKItZoag9RCJMHTpXa430lhW1JmmBUauYApealtBnTTVy+1Ls7CrAAMByYXnA7hN5VxR
lYkO+PcIu8oT7aB2tlDcAu14bmvgod2DimDFKF3fUvgwxIMAkc3co3IerGLTQAkG3QbortRB2WeD
S+tbJiyRn9hQJHRFkxfeLKh+OR98YajwX5X/CoG6BitqLVBtP688k2Cam1saPujzMeDNuc/RhjP8
toW/lCmFIioLLdHTQvsgwyj7h9YvrMoDB/nts1swEWCJhVYCiweWEqpfakha4VGBTJ8WkNzshDdZ
jZZ7WSE43i1ZWhUe8LqYG0LLZvKjeEILWq6AuvH2R1w7GcTefzePgAPiitcZg8uoMigdPkLR9B1y
TNQfwHm21ZggB2tKtn1rJivXcknmHIODlA35E1TjLhcOovxpAL2eFgwjDUY7Po2oALqF4QiM+lCD
yGEri1zaaaA1UPAjgM+B4u5SYKYYtdmAyzDgvP8ex2hWBNukngNiCdrJPWeppxS1W6ViRXsXLgu8
AK4/vCtgMDJeVxOxLpIBNg8oQWVDh775Wui54zWs7sYVJ75gCUDgASeO/h9gZGV2dCfPEWhimgE4
nqKnpkMbe1ptWhtcRIhNbuvMdaQJr4b6KdIu6CO4Is1Ne6UUHQjhMAnAjL9Wtui2uiLUlc1bloJE
MUCduPcyLi+yMP5ZgwUKgKtO3Hws231a9mtI8aUjwusdPwS1QGFw3tYzt9T3TdFnhBkBzfIpUI32
lxlHjVcBSbliVZYlza3CgN6iNDLfijNJJW5aytLMCMLM+jb01vNoNfdKF/68fTiLYuD1EXwgRAdn
2qUYlKNRPs1yA0AbHQQ+Q+Ts5mzJvqzUaSUJN7uwy7ARcxbBAwwuF4wRu1LvKVYtpY5sHZzw2RHA
KM+oPldC9fLuwVCUHf797aWhIgeroaFriZjy0ipC9LgFED9ohy98ylwHzW36Gm3MtdqhCg2NAwIT
uUsiz5RWzSyxQBBug0TZRIt6OX5h9pCuGKRFIUBcodAyjzKgkkEqEgF9HiIIMetW9auqQNmvpyVN
/kQQyMFxyS1Uk+SWGKdNy4JblT2Ta1aeznPEPdHEmx+/ezI4ftRLMeoEZh19f5dKp07CZBjyaWMg
ap2rm9ohXbXvRoRAbssrjT39vjjonYpaHCojeFhfimubUIDTLSZBRkTrdqR7NmO6t3+fqgO4m7+D
j7lb1JDETG3Vg4Q6IUGsVMEsBSRsv52+cYD1RGYN03oASpDpfZwst4tMiUjQNckrHi0hqnzkR5XR
tU68a/cwCwJr7UeSEkb7cstMhvJvSFOCouJ7nSovBUYc5eY20dYSBEuCLNSz4RlMTJuSJ6SKvlXD
MgaFs104XtSDoTdCW7sKZue147kt6WrUZw+IptqqOB7QZm305t2gpd+3YMOka771OmBBoPLPmjAA
8nLz4qZy8CCFJCM8aYW4BxdTqdT3WlThkbqSDV1eFYwCRu2Brlt+i/cVrvFUYf90lsQej/R4K8rk
ocgLfsdpvXJxFwwRwGXAWQBlCpiPvLIWxO1trvaIGmJU5l1Fi94IkM7fb9/XRSlzpQzYEURgctd1
kupWyPVKBzMRKyuXG7rYaQj+ftv1gSb+A7aN7UNsKel4VWpNVOYgiG9IlvnMQdtOpqiGV9nasPmD
FaEFBNQr6AMB1v5SI4pE13hfN4jszKTzwBHcgf+D0JWKxuK+fQx/hnmAAZ///CxkAO3uRGncgeqC
5c4TOizZ1uYx9W+v5Uq7wdwLo40GNqIigSgjLJUeRHwRSI+CNo9cEZpPGBjn1wbcOTGfjaJe2TqZ
Hw9VhFkH4KwBtkSHlQwDQOU+FVmn6S+p659O3aFyvx1eDm7lu6X75d7yvL3iP66sUc4EXAmd05pn
W6kYWunoBYTGh8b3k6P4ddzf/bi9kdLVvZIhHdcAdApDMkZ/8d8/rwTDMm7y6relsE5rSJKGGX57
exoOn6IDc4/ePtysiJETR1dipCvUKXpYOwDav7ydLLdwPw3uYff9IXC9+/3z3l/Zrw8/fRZAXkmT
QuImnIQg86Hc+X9p2/dT//Tp8PR9t1F2940H6i9vTQ0+/OktiXNIe6YGI/IwaTVvo3/StuIw+e+x
dzgc3HK/cbnbbQzvlbnPv5zDylLlPMbVUiWDMZnqmKpiFgyq5s8TlLzfr65u9kP//+qubnJo/291
d+C9cv3tizvsD8x/evj+edx6nvLlh39b45dPECjeeUg9suG2FCIBct9Owlb0l78a/7St3U9Psf+0
++5uSlfzQvf46L8p2xWZi6s8kyld5Rb42jBkof7CD+q0ux+DL9S93xR+/eno9e7zs+o+799uy5Sh
4X8f35lM6WonWT8YDjJtL358AD7Vm1zzh3YsfkBZ9pH/+LjW/rFsr84ESvc97Fts+uToL70Xma7u
+/vQ+8FWcgbzj1zpy5kQ6bazyOjnqpX+YnrqQ/j0XzdNut6ksDnDo0F/KX1oYzptupfh28iCfbbb
v3ri9THz1kRKT9Krc5Lut9HnStIgNHgZvSJDZv+v757HT+TwuD8CV7F9XNVGyXleCZTudeq0SPIk
kfHi2z/2v960laSBzO0i/76MZiPTKEw1geLdnRS39gr8s/ui+8fY3ftr6vDRv3RDH67aDdJItboJ
txmzHb1T/n+kvWlzq0izLfyLiEDMfK0ChGbLxrbsL4S9vQ1iRsz8+nfh98TdUplHdc9ze0d3dEdH
KMmqzKwcV5Ld4XDwVo/a6u/DA6H2xwfIrjtiffFSofPvzj9JZDvRQiGsZGEByptTb+1C6qxWD2Rr
kLeAUvrFkRIWHPHXoTIWZFE1Va+KuLRwu7He3ysakJ48aN6yHgh1j1/BJ/doOUaLbaK4XDD50Ioa
GNw4eFfbp8SqlqGFMszieyDdxo2fBhJY0ZL7KHCUnO1OuRi5nKDtXvJq52W3Cx92ses4AVk9KtZy
qy+3dEEl60Ldr+N9m8nRDHZYKgBCXh6nUMVP70wCwuvQ5l4iY13QjnBJsunp2Vm95TgjeVw+ENu2
10/fXE9l3v26kk/GruhGeg6yDhKzea+OWEz4YAWWy/ER/oMSwEtE/snE5DNj88dztIjkRSyDo3cn
sUYI5eoBb+k6IgU9usejTO5fETv09T+K8I8i8wBgSL5fDBPFTbJ6b1dKRuF4tbuBuEceqMJ/cBX+
0WLu63Jugn4BeFEvJS/W+8LynEdYlj9LQhP7+el4/OIc50+H7G9r9o8gc2e+ssiCUotgmq3P5vEw
Albcwqp7WvZkJCts7iFb0tsf59PafQpC8h2S5DiFHu74EBO8UZzAfv5p+vc5zEthdoWyiCvwb8Xu
0JF0lT5ZvP1P/0FO/w8Rdva7LjM/bWvwnMdu8apeHOI+r92Xhvy/MfMjyld+tCE1ej3mYEb9jD3q
04aoHNeSnQNhZfNHnq5IFMoF29fTUPZerIMW2Z21XlsdcduOcARl3jcHcMn/6B2LKpkmWTgWmGT0
ZKLiz6mzEWMtOsvivDvc21Fuo482y+ooLEBoIzyFT35j+8QNno5nkWw4pP7DU/6PJ8aWFD1g7s/R
JPy7Examk4GCrZy8i/Z7+pxsAu9YwFmmNNm/0aeIMz3zk5i4o3psJqZrjNQXq/Okeifn3Vl5P7Zs
SYiNsPUZ7x3+8ORl/p37xzFjX1o9qEZ9otnQF21dKdZ+DXdFeNh8uVx3hWmY+SWbjGnJh6aM4gKy
udkMdOcIxHFWy5YsbQSQawTK9800x3Kwex27siuHyAQ1K/TJ4li/uN88jniiKU8cX2kbGlmAOCNO
HGH1wHo39YV7xQYDeJnCsx1cWpOvdE0rR/23X0yavXM0YHBT2F9H8HgxFO89ZfP3Q+1rhfZzS6eB
asvd+yfxyMPr21tnfSAA59wSly3GqwSGCGDo4knoF3DxDMSG9Gwl1OL4VT+FwjvKJTNWpDHDJBN/
HpLTrli9fwoEMT4cOqLbS2KQj4g8h3AYBgKXgWP2Z306JPVVICBME14Miyqm02RZyWUECJU9Hq0N
5/enN/AXa1e/z7CmYQlmClx0OOYmIhCk8msifg0r3k3Nqu8VGcY4KrDBvjqx8QJnWN/t7Sm4vq+z
84HbFQ3GtWqNs1/FJlhJSe3ASOycM2k3xtmKvWgXLgur53TmcCkyBrCPAz/I0my6HGlZWyeTYIa7
p4hoXN7zMu84XnHHGMBzU+vYrJfK3sW5WNNN9dtLYj0/ucdvXlb1Zyj3nlAwjpMxBmmnKDjJBnQs
J7S0rQ31PfKY4ggfW6WQFFEZFQ08RRiM8J6+OxJ8coSCI3g/nsi15SsyvStSkHjZKbR8bkmCmWrD
4VrzSU/uHNmPqbqiI8UltkAHoDMsNydt+Z6uhZ5ke9cteYc27zz9kwS2x8U0Lmnuq7id3S5CE6wN
r6IjJZ5cbt6Pd3iMcUh8oQScLSiV9sk6OE5PHrPNn4TY8HDp5iV371/W/PNxxRljJbCRCEtGCxyi
TFJyQnpz9fio04eaPGzf3IQalHttU7b03rUxNiMux7720bvhnV80YdlT23WPppe+op2PE/lxmWOM
RZ4EQYTZ/slYwOPVCbhbLR+VqQpj0zUsBufV+gFWuMcbYzHK3D8PggaCWEH3vtkdnFVNxn31h7rf
x+N/cZJodkDBDP0pUxmVjYNa30QPn1LDnZlgjh2dKMewtFppjYEC4/W+oPwU+25ZuyXG+DMdhgja
RVxCqzcnpK+Q2Fktl+YRNRP8xXkhZzLRt8QmGbpSbVNoS4COT8SQ4iTjFvujQmtF7H3VTCUhHrlJ
5O7xxrz4ZaVc2rEDOSxgr62BSuuSADXY0ndbDOt4ao8YhnLeZx5NRtEDJRvi6HyRPXTspZmdY3a8
E5/Qrcu5t9/ezO1RMgoeZuc06RfgzTohMgLIy9muBmed2U+uOwpct/e3/bolx2j3IhLMRdeArc1p
J2ok+xC3ULT7PP1+w25pMGqdXdpz0GEKzis7yzmFVHkQsSyK0vtUZp7/WzKMMg+XPjcAPiKjOrER
gQJk5wFJ6XBQGtos4HDwpHCSsntSyLgAuhHVmlCBniUfdhcvFsi4Qz6Ma6U4ksdGQcOIFtmL9HNF
6d/LM0/gpmO5wwbbJlXAxRi1ErcTD+QEIYACw3P6c2otxU7DR51DjyPfbPwjmKY0FtOp7V7OH6HT
PWQ8o865F5mxDm0QV5hYBUPD8bSJPKWzNMFJXgokFjYcyZ5xb29kjg17BPWsp6MBWi87SyA74q9a
ihDrqSO8lPlM8e2WFGMY9FCqNcPHwaFzP6pJ8xCCDi8bNJOfvKXC2IMwzZU6N0DlZXdqXt4H2yRj
sW6sizYFjk821chbQsheeNvsNsJht7FoeUDdGJWf/9f3kkUb0M454M37SfDPGmmWfwF8BcfK5fdh
8CSGsRyxmBjNOOBh7ihqgl200ikwvTKNWNTiiD/HFsqM0WgWUVDVQYscJdlYRUvQa/4nfuKZJo6S
KZPVv3qPxwoAiF03iaVKdpaxNMn7+8EjyyXWRofkhWN4J8m7Y0EUxtXILn4YA9dQ9k59YKvksrVM
EgBFw1aPbbjj1z0UDj3G26ik/CKFAAdDSeIQlustqqk6tRYPptXwEngzBYIbfWAH68RSqsRkOkk8
Kv47XO6cOIcVyjrB6rzaojeI+1ry3jEWklVv/DooO7BnwRwfdiTddSvKdX15IsKYk6AqDb8eQaWh
3TodCJJedUqI8KwuYSlRaOCZZY6nwTa1V8NgApscUjIeXoxjiVJVw00FzQR+t9fFuBqXMK/9rqsm
h/5kjch49Za/3MWhfV/keYfHGIwRyxnrzpysZErGTcb5dZ6p/zWWVoQXsW3BRfqSa8RYnwtaGSsF
s9SO+Wby3jDOxbAIyllVDUD0/zmz1hJfTEf6aiQiuZXLKzjzRJsFoYuMBDBGMkhZOzi3C8sRd5VT
vuEl4yUFZ7L9N5LAIr02w+WMbnqQ0tAzcNKAWIk/B1S5KrIK1uLTJbP7ZQn1/eaGQzyjwTa4l5lW
yUOB90RGmWPnSDb6uc6IiNKdbpvLpiVUIs+0oYWV7TjGmPO+sOs0pCxu4nR6ypLaVkbqCTQxLHXk
RUPcm2TMx8KHS9pcQGeYFC20EH4lDnKWcLE4HM2k2m5vknFJFtU4pHJfyOjYedlhhLp5VPfjO5Jt
AUpv3ITbTInvlhxjQqQWk2flFIChKWJXfBpkcuY23Cr39NV3Hk12BB/T/2kqqiDT0ZeTfnAsye4a
G8Wo0bbdWqX3DdZMpuOWK8bvuEj5EGtTyPyiLuDfb8aCiMuOAn3ExoQZJRFxXd0yeGSnp/8OlyyQ
b5AoKTCjpsPElqXCp1QksfUdODzveN4gAxcP85+oA7DtwnHeR5cuHuAcNxSbA4SjUlGeUzXPyz8a
jJvTmotmwA7HyXht+lcbKQ7yzauj/Ie0zT8ijG9TGumlH30QOU1doBVdpRRNR3t0HK2zpftfxi//
yDGxkh53wDgZ4AVsdqdduqOVRZ+QRuQc3WQMfkvBPyqTQ3fljmpaJmsjFgB7L4VIAH/FsxDTodz7
fcYYtbVkxIsLfj8mLzvZWuz3iMFcbofWvMr+Y4MxRGXe9n7f/whA9WE642bn4C80mdZfJs325Zl0
Wzq4eM0Mh35HzxwVnn+n/5FnDNOgp75yaUDeOTjogLYxAcxxBWY6kScr8Y8E49ecs1ILFXXi8IQH
Go3IB89D01uwtNEEj7bS9bdpfXOEY97gAulkws34WfB3Kx1CrHQAeR4REoUk2sb75E38qxyaVWZj
H7D/FLnc/sWZk8QQC5aoTBB2ALtk2OzV1Az8dhS9wa9G7OWSg7cgrrFoPipE1PjGs7TNDXNwz6aE
ZXQYBd3DR/pfTlmhXI+dUBiQV6ehSGy6ZzQdfWILVRAk0SuqY5QERM5sI3+9LzMzkdLUQgJIFAxR
TPtJb49WP/uDmFel5PWxpy00cgYO5X0KP6M/jO6BxDQY9P8PizFsGComDKTyIsGtj8kpWSFr/x5c
6CFBjTHYH1aLzaNAl5m7fdVIZxUEnEpOs622e/u5XT5xhGmWYWAcY5PcBHvFguHHAHJWs6ZA83CI
lIFcWmrFw+qY80dUEXA1gLLAFicAg9weapJi3jmoA3h3NT0BtzQkpk66gsQdQaJ2jR76PrK0vc85
6RkjCuC3CbtXlnXAoTMveGBIgdJcJJBVZJK3btsDJY/roU8SwVwnYAQBFA3sJizRZduOMDOUBGVu
wgIcyvf21d8K6/U38P3VB+u+4Myp/Q0l5lGI1S4YixCULs5GJ5Fn2vHCii130xCDXpz71ObCAUyI
qCYWJUxrSNgN53lSKnAQYNliEpNdmdmtRMYAiREZXTKPLVUwaVGNe2HXa6RdPqPEZXFEc65Igo4V
cYKpmPC32Ascgr6/KL4Al3kt7T97tz6TswsHXReX6YqenYxa44EHAzfTAGKAKha8LCYsTYC/3Epr
pIr1OIip4smXVWS6TadREeB+NHoslqa2bQba6IAdIPfPey4Qx1lj+guyitlEdhZN7IALofsL00Ni
3G430qpchUR6PfJs+U+fESOw05jvBC8FRBvMsd/ylwqRlvWlDELWMFCr/BCn/oLLS0IO2ipAU6VA
0o8W/ybvFiF9xabk0pLXIkE7KXDpFg+8N3TO0775IMY8RAszqxNBMr3KDva7xDmvK/oeuALR90lC
2n1k5yE58joTp1+9dwyMdfC70FcDTKl7yZmYj/EWivTk3r/TGR/7ijGgRN+e9KIBcGICbGpvaK0s
BIb8pt8oq7PK8+Zm3KwbOozEGo1ZVYsAdDbRqrEHk7adY+4VUnnUTjILA/1kjbXG95mbiZtviDLP
WFQradBgxN8DzdEGIE8rWrn/UffoI1W9+7Q4IvILjDQLYlUpC22SWWndfchWV5HISamqkf1aprZ2
yi1umva+hGgiY2/DLhGiMcWxWpeVYPd0n9GAY9NnlBHLgTBwD8wsFUjz7BSlUFVCkne+6cmWTLIl
dvn01rgcafAsHOpV+6ouq+cIkadKdHUXxFhY6sQxDVCgW42PxXtCLjWJEy9QlzwEit/cA9RUxNIa
IB+JYJ4RKrHugxTT+b43lpZWYRg3XeWKiY0saBNOEkfngdn+lifQwzYJoHdM0FIaEyv0mYjFJGXs
eyfR9ryQonJx4j3W2nRlt0p/S4SxfRpaPs3iAiIvp8Nfx9kYdINcl7OwFi1J3Xy5c6zNDmMIhxVm
WgM3PDy8rdd2uP/Y7/fyOn1ANH4E+jlZr88OXa+f6AcvefNTzrv3idO9XIV+wXkMNF/FJ1rosP/8
NJE9b60c7cy7knjL/RpNU+N6vaCj7aJVAJtEeA/RpLi/PgBoFiZwDNAiyL664zlQpcvF91ENHB3s
Elbd0e3eioEkbn4Q3ng9LLNX8o8cm/BIATIWjxfT9xSjoJF2UksOOMOM+4lLv6LASHJQykCHaUHh
4mSrc0XeSyLa5bqkJg33wVtB+pcLlTi2/6c5mj1G4JtgqTVgy0Qc5u09nsvC6LM8U6ap2JyURKGH
M3EeyRJ9R1uI0zM6ZnjCMzNNAx8CvugESALsk5/q67XwVIkfVedO8RBULCw0lKI9p7T8w/6jI7nd
2Dp8uaeP+8b5p2TLcHpDlNFczLL7C6UG0YsFrakIxpLOf31r5exOmy/T+vrKXatr3TKH2qwzSo8a
1kYV5Pi/fwZvmWeUG/ucW6Eu8R0KEkFOvk6s8zE4+g8rMpwyW3tVPgXvPuszNvKGc0ZXJdFQh6hs
FC87k/dCJtoKKMw8L3hGH2+IMI5KEElVkqsgYpmHd+3vIyBz+iWKaMf7vPx2Vm5Oj+21CqtM7y9S
q3jGMjw8Pshr4es+AZ5wstMmw7nQfdEEhfEgvtdIBMkWJgpWS6JY237dnRJCnzuONZuZoABbGjY9
ADgM0AjsxF48pIC9TQacHkbFMcMQ2F6184gwDQtuHpc6XVKVPombgZwz8n2UVxymZ4/1ij6TaROU
Hnuz1X5SjhQNiFMVxympB+dlt4rpw+s0Y71/fgrXoY2sOedOZ5Kjt9wzqgkPLTtH2Efutafzh7aG
ZvYuGi5h1O2H122+2gOoIeS1IcyZvpszZxQRsT7+93Tm0wCq5RxU11tpAubgHnXbRlPJ+nv4nE48
sCxuFWtWW67Om1FJeag0pDNAG+0YAUqBL8nTioxH204fPpRthBQ0Nf+bfojbc2Z0FJtPW33EWjeE
ME5meTB+SwUtmG86T55nYmJQQgoOi06RUQFM1u2zopnnKAuMBW4U6vO52KyWCdkCiMBGPeJsDYTX
fTSD83FLcMp/XD0p+TnQ68UIghtr945SIGTo0bAeNWuJFlNp8lkpEhDcas+sab3ic3IbrsmiXQHN
/SCL/pJd4SyUVbKXtl+6tzkm79PQE68gMud43Zwso6n6mOa62YNiQzeWE7vlsnX715yaj3/RPbSs
UWn6eH6+7GKcsrk6qgd9ZdiJrew5Bn9efa5YZ5RWqkN1Eab4kBgdLzunXQFvGoMhy/N2u5XXBVnn
FjqLxP+LOuycq3RzBozmltiqtlBjkC7tF/SzYa4iX14GOLyie+TOX814/DfEGFVVfLnt20qc+Iwe
2sxrcqrq5CLasXbQYk64OpM9u5VjRkUlQRbyopiojbTNYAfFp7d1hTbH41QVte6bfd5BsljrAMMV
AuzIhtbsEF4YpEWFDRM90zwPEEM4Zn6mDfyGNxaIzrhg47F8gdEzduUaKC+ELDFNhGE2jB3TzD5b
OudZm2m4uKXImKE8jONzXIOiigLSu7OMVy7nBGcfzn9aYDB2pxrr1Eg6UCgsR3Wxo3dv2/s1wh14
Prxk5/w7eUWMsTZnWb3Iaobrai1jXRGJWt6Pf/BgWEthmbipI1iCxdtxNO+cXJFlTE5oppG0iEE2
JZvdDsMk8IeclWER8odsOwuh3toNnC+XN4zDMzEGY2ISrI9KhhyEX04buCSOs4CFyZ8Fmyz/bG1E
lesnwcpoQiPKk9Xp3n5FC1c8MyYmqpOqUzqQzkn4oNEFwcQCHpMt2iTtD5s+IdV3NP6LEPDa1LAL
N9LBiJDLBlFxGqnC3XopfVwtfWe5l9BVxRFdHouMqYnCODGVBqZms9E6ekGBeKpE/zfjETdKyG6N
qNWLEYcA1vfCt/BJ+tJQQxXeOrI58gT1p/3xzqWx0Lu9uRA0MZYhL+FWPcR7zFbvmpfLdmF9rqb9
DuTxEe/jdi9hFH+vEbjzW1tfvgHH/zwhf8Sf/28nzKbNoqBbjM2kr5K9ILhOEtPlFlO7oa083ic1
05p0e8iMHaozdaH1DQ4ZGioQ8cNZ9YSQM4W4PvdLzGgev3kq8rvaekuSsUYt+r0SMVMRsxROcgC+
rLhCP4NLBcu0us0TcHcCy3wTthWvCPHTKXnvnhmDFEWBeklqMIvNkxY2pdNasB4dJCebZekT9Pei
b3mqB6FLFnq0sTZP7hN9e3uFazLStz1ajO6f/ky7+O1RMIYKa+YuYSHiFdB2pf0pIHJZLZatTZE9
acjXfWI8D5CtjBhiUYVDhXOPv4F4aiPh5gALa3VeLlIi/XmbxhX1LZIZlks/kA+Gobz/AdPp3jt9
xiHSwrjJhkjBo/r5J+atMpgpMN0eJWOVKjmXu6DD3UZQWwJ8Nnv/Yd9ngBMsYGPCrdfej/W5F0dY
PjXYOCWJsVbjIaQYKxFQNhRI1ywRhNWPEbFL0xVJ9sxRnemEfp0g0A81EQV2IFQubumLfhOcIyw+
8TbZVv1U/gA1ikNh1i25osA4PpdBrtETAApxeJTSbdtYg0BVgbzcP8l5B/KKDmN2gCith/IIWRQp
6o/28uH1dUGn5kv4qryAfV40rogxBietsc95Cre82iSX4mB8t+kz1juTPrMrb9g0aKjloY9Pinvv
phhLYxpDm1ULnOP5+1Rh/YywbniLouZj5Su2GONxCaPKX6QGKrnkNMFgTfgVj8/PE0gS57p4csc4
NWJfB1o14AA358waN4o1GpbF9VJ5ssfYh0yKI2zD0Sd38YRZo14kyWdvAx7jbH13rgkwoxduP+I8
TR0ZFawCVAwWtUKMTDxFSqhiZstKDjCEeIi+uw2CGPeLW/CflOe3UPwfYuzg1kVthbyLIxVRhbWz
Eiz4sAxCgV3BpTT7xGKPwP+wxc5wlcawkILgrCK6wCCSSfITF8dxPuK8osGYiuGCFdaq5P+kMN7b
kKB5YimRNcCJkiVH/maaFmDcr2gx5iIfsdp28EHLdHeWjL4sR1r1dvq2b3ij4vK85v47OsZYoCUE
O6okARYQlzSVpt4Pu8YuVlZFHe/x8XFp0sLeLrdvzXYPFIv19zcQArlzJvMR6BXHjAHpTT8M/AsE
03SyaYrcXznNStrwmghnOvxuT5YxIvFZaZrID6AAm9YCUjQCtAmlI9sgH4Ta0Zo+ZfR4tHhAW/Oe
zxV/jElZdG3iywP4ezntTrrT7Mbj/nkSH8qNjuas19Tmg13ZogI8e+ZG26YtZb9LVK9aoxyaY6kR
0iPCy3mlnOBowdn82lj3n7fpF1lFxwYPrFCQkBtVWGSDQCyLyyWVVU/RcuxSO5Oe18YzeTMsBaw5
RJcg6m8AmGfEQ80CP9fFiSdSLMiF0I/FX94bNuvuXBNhZKNtwkQw2lzFfDqx3quPeC/S0yb93p2w
3llGqscatv8X8LdzZvKaLCMaipJrfjFOZHe1FZ6nwf8KU8++V5PKWgIMyq7pGkL5df/SZrMk13SZ
90fJm1HohnQymjr4/QFLAqbk1n4Grh3PKZkTymtijLsq5kZdX9JC9caGGuU+9dfjR5gsTYuHSDGr
af8o/XJa60ptfSzjxHGe0Astv8bbdfsM9EEeR7NpumtCjHfaprEaNhOhGJUgIAg7yKcD3Xf5gCkG
yVH5WEbTD/5nJUAfH/7/VRI9UoxaaaYLiwmQCNHlTb+/+CgU3ANkHh8sAG+TCgEryFysk7HUUe7W
0cZVbMLHICKWxTvJn6HPe4wxFmuMgkaVsYvMQ67+tFORqj4JrliS0bS0P9RyXyas2mGNv5dHTNo+
P6/tkb5mCZqyKeBteN8z+9Rf3yxjbWS57NtBxveg6uSkdr7sH1vblTtuWDB3o9iJC9wmVICw4oS5
0Qvw4Jo+7UBIyMjOPEmAk3UC1AeeeMo+5/hdU2IuVWkFw4waUBqf4D4LCdWJ6bSwNGgDhTmdEtkE
wsQxMXNaf02VuVhTGlK9L3vVi0wyxFa6FGukzsYH1HsmNCwJ2d8vXr1l+k1WmLDnwkBjsgpcd7bT
qcWq9PoyqKp3Oi0At5Sj4ZEsSOioplW45cXyia0iE3ukjZv6wAsdlhymeR/AXCqWl8JNlBTVQz+m
/4Hdw5LXumJIg/RDESn6a3NMEgzlUj5zKM8+YNesM5ccXXpB6BOwnlVW+YIKrfhm0u22QeoZrgbR
l69URF9keBx529FnA9xr0sxNIyEbaEkI0sUfye4vniKtNLS6Nz764DpLejPeTJOK/iZGt3iyzjFT
xjn1OQHXp65iXPoCyxUZ3kUzA+NjqCMRDVCvw+4lfwyOYUKen7vXEHXNr/v0ZgDfTMRm/+gxDKcp
5jkaHfQ2UQH/PFxQzWqJj0HA4hXtzMh/D84WuMzmVgVyaW6HywGjX678X0y2mWg5lBRFwirHyQu7
fRWCToxVgPfpXoK5JVEhoX7sHHVdT7WVwe0+j0dlJGjc4enZjG7f0GXch/Sihz6m23SE48ClBmjG
qcRIq/c5QtcelZXi/cmA/Lse39f1zhVW3zp3Voz3BYxPUWJ73JBJ+ILAVV8xhvyJmdbjy0lZnzbV
+itwBpdz6XNSPk0G6NjJh/1NmNm5PeuhAK5GijYxr4sfzp5koaAzbFJnSuMcq024VN/uS9kPVgdj
zG4IMiwOSXYOklaAlKG3G5sIQ3rorbMrtrbwnK4+1k/+/mltk/Dlp76EpgG0DNQArI4xQ8D5lOnR
Yz5FwbpOzAxhNhNrQphPqbDBsje7SvCMwIn7lCi6Z3xehOXl/KBiTmlRrDv5LR91onbfae7EzTHq
rLPZk7NYkEL6KIudGl1IBBOYAAnUjaNthxVy2aE1aNuvhKShkuFdhH042iVgf/+mvH7RubD6moWf
usiVAzUU+VAX2MbpLZ6qb7leSWYIyN/G3PkLuzgKq9KnbePdP7c5N/GGKOMmDqO26Iy0FDxBtC7w
nZzoS1jY6maEO+NQYhzoYid6zyJ6WY68bsy5sPqGOPMWJWGqh4kJjrMGzcZPcSJawYMmPw6FlZdY
Gyw8Shkn7T3T3Q0V+ScoLGREKRul0huF4KkSLSvHN+hCwlq4v+3mE5DB8t/ysmr++OSPrpJRgU0s
owXvMeDIqsIY5zERMPkm4cxliUYS/ft4mEqThd0LNsZIsY/C5VzydI43ygGtwFySgYWh2GL/C9rM
aAxREC+97wUGdXb5vnhS7MjRdZKgXri3aWujo4emB45S/kjsPbqMcF0KI1JDCXSrxap+vWywSA4g
8hWVXSRSLG8noqCWOGRZOUsvs5xlsIzgPkfh6imxTQ3Nm9kyofLD/dP4nYD+OQ1M2+AgAM7EmklV
zHtN8yXfK1/MMzGqmLSfKD59lql1MZ8EsSFawfF9fks6Q5MxT0Zb+1moyGi01v/IG/Oo0vUzD/Lq
d0nplsivjGYO7FBM3vkekmSpi0dPJ6dNYbWhrT3ESwzbGA+6b6tYnAxYIAcvMIp834CRkMb/tYRP
X4LWemyUVuUF/uP2JTLLoU2kTAO7so+C/+HzMAFKR5WV+ZiwWYc9R9J+Z98Zgsz5iqV6CdNW9b3+
4tY1mq3br2an70b7st+nHky2c0Z2UHI5dH/7Wbd02V0bWVtkPk7c9zbx9+YU73OS2lgWG7/7zmt8
nprl0GUwRS/mw/EpOT4dObI8q9n/DlpnNMxI8mQhV4bv5SoRK1KLpLaFY/oArwYG+z6x3/MjE7OY
V8UeV1PDEmImA9UEjVmLSih4G2XpH6OHbOvbA4ls9DRRZQ2YcPSZYilGsBwxD/SWtlN9HrNcT9/3
v+O3n8N8B+NTYneukecLwQecwDIusbzalrY0ts7W2fmO7Lok3xvNvk/z9yAtQ5ORaCMUFlgXHAie
hQWVltNvneSP55xj4q12pHtXZPKhOa60WQ+vR9dNbP3jY7A+nuHl8jzbSZRZo4qN92gvxvY9xBPM
62EGZVD5AzwdzI68BEgCjl57CE/pXqHx2lh2u25B1oldIZRUXHNdv0frC12XC2Lxptpmrdr1pzCZ
iEHuL4Lf4FOqxFXr116kqrzpnoIFiXpM2wur+5ewmFhjWDcBzYnYZeIdgw63ZqUwuhrrh6Dl8FOa
Peyo3WPRBWpSIQpEX/eJ/YrYTKwZwmup6xrWHWKp5y2tVNTT3NQgZGpNB+DTZRvBwCzU3vTu0/md
6PwhhAlJrLaTcasMofocNZdSj+CQECt9bN7bGOlV7aB+f0hWYrfPLlL+OhdM4HcW6ZYs2zTYxnqO
lCfWehZImeEslYhsS0dz4LTzVizNGY5pbTcCMvxDggNye5Zx35l5lINWO/V2HFvXkd3uOX73JntB
0MyD1V/2k/KaH1CvQlvNJ9Sm2zSU11889/TffIh8+yG5UepNnuFDSo0o+8hca74t0d44NvqfmqYN
KTrOXoPf2cPpnK94Z9Q1LgaxH2OQfNnseqv4cpz3991ms3ELoNlVhwxarNHD8NerStI826m3mLIC
5Rue54yfpJ3VIJTTFFXGTmRMKt0ewGKRxyjAqIKXBHZTAL9qIwaHosZSc6cxl0ZCtX5/fjN72rXL
ynQ4oj4ZyV/6iycE6VI0TWD+mKFemErYNB2MqE78XYYZpTMNIqtzJGD6fuXTThAexPksw7gCDVPI
0kL+MSlXQVUWCXGcNzq21y4OLY5WzDOeD/CrvIufV00kORB6YjWzxp5p4Qf90DThs2Ts0WRA02gl
x8dCOGkKwG8zR6CprQEOwA9eMvnN2MgjxQEPxVqVNmpkj6bP8TZn9Q3z5LqMyXJAEvyYnCumsbb+
kp/R0/E8CsewXvXlUeme+/61QnavoEZOpfJFGmoiV6dWsqJRt9uRjC9R96HrtMWMsh7kljySIvkr
dPRsnumYO52202ULW+Iv55rnL06eAysY01JwrIhXsFSUbaUJ9MLHEu02eJYd3ccuhOSk6HAY64yM
DVFyash2dlmWAR0QoqUPScBxKX4cUvYDAKigYte5BIAItudQr7u0Sko1fE4z1PAeDCDwW/DjslX3
UStW9zECedqqXsZityjf6gJAGRqQ5fXPPKdoXYnKyFKdFCgFjlHTRp5ym4qdCx/jY/mcmnQREFF7
VExyttvBFlU71R0smV0s/a1pUNPp45X2Wox03J9XjU8wgb4wrXwdao6PCfUvH4kIr975FCuHopTI
AmnOVvjRYfeX/3VfRWfNlSmbioGWpkmqGd8qrBpfFX0tfBYiGh5KEp0kaqxDmlgOEOEpFMiy0Y+Y
kYeDYiVubNnF4zp2PvQPV1+pVu2Ybhdw0zszj6SOWhlQTKaYDVgmjOFOpVDRg0GBjo27RUHOIy0e
Gl0k6iVwy3LX7s4pFRKSPxm5lQmu6j9detI+1hptFJ52/TYp+BYJWwjhBiOLz7rBA6pc2ThE5+ca
k8nFalhYyQduuPyrRs4Q96SIvUtApYUlqOvJD+pIFbVkQEkhONtS4gj/H2ffteS6kUT5RYiAN68o
GIK2m022e0F039uER8G7r9+Dno0ZEsQSK2mkGYUUw0RVZWWlOXnS0SSSRibXvLXMknd4b4yQYMYf
uEvwW1CNvjWxSRbmEW2T4Ow7zLtvUfepDFfspUTovXdzPUNTNdUj5s/wk0SfIbvTQjQLsCv+H4Og
NXyHCBVCezXGkgkTf5l2nVxUbRGc4/5Je8H1kbbJGWWGun9m6gAsPlbxIyMDPxisaucvSrPw7s5E
ZiCaQYWFG585TEabbETAJEPB+Ux4zgEwaEg5EKoQ+lO6b9Rk+k2bg1Fk2+hFvYe7yhTHjlq5Z7aq
Tr+9QyTtXAZun1WGh/BYFURaSEKMTt2tvbn9ulHHrix00fnlIIxfV6Fd1ydhgIcJJnjYafTosnpT
GY/v9UyArOBFQEVAwCTlkdnlVmBeDHVfDX5yDvlthnkYX6xr1qGRsxu6c10LJiY4scWKE3T/TEMy
5Lq3hGC4T3Bi0jZGhoOYh0UFjJu6gW5ahGwjROm5tlNMu3lyPwDxgnU12rfaic+st/CszFzUG3kT
FUhkDNl2Q8hL2YuG5w7Iyce7eu/PjAsS4bvDk5IxQPx2U7sk5RRPS9Mz2Cs9DAS+tN//H91po1c0
0ZUbKRNd4Vx0VcpekZ4b1amfu41gVRttjWS1V6yoIW6YeuHujLowFShoqoIhCEC08NOkAvAeFSMI
Pj27xaXyra56bej28c7NhI7gEr2SMS766gLQYJyNm0NG5rxXvM6GG/nE2Oym6FGVeixr7pREBFcw
14ooKdpk/1wt8fiqqegZvkTdm8h2peAdL03ulVnsJJw7q2tZk2uWNXkYS0NJz8qftoDd0dmN72+j
8JWpDvJ7WZOysWJqPl7gTJ4Vjif8Wxmd/3iVfpkorjYzrHMh1QIlO/uYKT/AgVDeo9RpGAtjh31h
25RGEpnsk3DJ40FHPruKTl69Yp49bctInwEX6jyn595KBRyr1aXQ4BMSpytFea+Y17p0htJUS6cJ
kG1Z9/BM0KLXw08MCa1f3KVc6b32IUeJx2u8VnCnp/FwlgqNH7RtfvYDQ5I+aboT64VA5N76QgRy
CMggyDwi7tEdvdqvOC1dxtWG/Ay2b73rXgrADIIj20qr3kmf5ePj47kvOWgqCN4EGexS8BuQubgV
BzSc0LNsmZ+RDG1qXeFI4/iF7dd72SmN4sgdJTRma1EEf/OvnNvM0mUb7dDthcYH4DZryN7BX5nS
XoRh0iZc0GG9HcB2oETzkP4HcrjVm51bEu2pXmXiwotzz+k1rvpK6CQ1qXQtC/QmhO66E3/+tr7D
l3gw4g0Hxpl1hcYOyySKDZKTF8khYbN6vOlzR6yN0QTuPeaOTS99VjauwLVVfpYGI3P1tlPtqAOq
WNOM9CuoiFSy5LHEXybmu12WeSwaBCAceANvjznWhMrN6x4zmgyhsyjqimnK6Rxvqpf8tQZVUa5r
ZsoQlzXi1OQCq6Z6K5LhCJyNHmx6maSovH3lIXK4fG/AM4vRalRgaJBPipgMHimfup80Ix0gI7WT
gf02IPWw6/xVkazkb74kDbPKMzNDbLLInHU/ewCB5Eg6h4UpIGmbKhHX8YE6NFJx9gWdrWISF29h
QrzcKqKeCO1nQG3WfdV8K/ropWMnGmL7IvygyCRJIO0nqQYGN0tQTS1ZhSjvlABcF04DGBVvsAhF
UQpTVlpn+Mqm5gyqWfiHEvLZjw/pt/luckg3q5hoJZfHmcxKcnFGS3ugGQoAR8pOACvXsC0vwzfQ
EigBuXb6g1ng3segOmFocYrt9kRRV2VIomHNs3Zv9LIRVqs2tbXhKWa3ImPSzCpc4h8l4UCflM/g
KGRmILx5LSZKorDcm95B/FO5pkK3mJHovnXMprAFeS1rzwqCup88tIvEYILXSLPL6BBx1sCs3Mji
JVLsKWLubN+HmRk1ORF9fbDRKOHjV/w1I+mhTASI35a5yRYW15C+ffK/a9/INR6pHPz51AL76ksL
23nf2zlRivE9vLKkQVUKcqGKxZlfh86OeT/UdpLrMXJpNmuAvNPXZbi2+vCTYWQvolcztQs7sJbK
/9J4bNNjldE0AO8SRCjcbzRw9R15w/ggJlOLs3BoL8ofus/3leNbHEggvFOytVLMmjn0ZLCivacr
O8kO95igivT8OdbfCNguMZKIxQwy9Bqy5BWzfM8ryeat4BAuRI8zKUiVu/7SSWDUF1SISkYpzqxS
krS8jO3a8kt6lGycamT5S/LuvZ9beZP0cp51glB42BnuUFgl6jXjxNoBtCCq4Vuu41rcXjzEmF1c
L1jgmTLNjeRpOVJIWTmBzYBuPEev3qaRjsOHuGtVUpa6XH8MvQO/gxphtKYSVIN/eXzV+ZlX73qn
hclVbyPZhfpjp7UVTwKPdEg6Aw307uEm6IGFmpwhOHSTEunDJeWamnQjOCM45fF3/D90UwaZLJrB
QMw3OQEJldA2Scbv2ORf8nNJuk1qFIPFy4g+N7gu7DjvMXayVK8v7Fv21OVGjkTLvvrLhkT7o6yS
JNGldW7Txgwj3dWZUtdywoDZqLZGrYkO7Ynh7HbYuqQyEqPZe7xef4fPDYzIOjJcZWFNM+47zlYR
gCkAmoJXfkvRV/eNa/tYS5SgPPet4XdwHi8y1Yiaxqua37JsTsKc2RfKP46aIRU+FHIKqobky+RE
VbZJpEByocui6cZ6/dp1vq58+huveZGXGF1nqk2jNAVpahVBs/Jr+67WmIs8IDlMWJ59ZHfKH7/i
LbnaFfQNwCAxWw3hH6kJ9EqwA0wsqEka8wsexezVvfqASS4u9Gu/ZWlUnsXIiQEShdvtVJGjlptu
wUrMpP1u1zqxSvKQFr6gYq3sesccwtNgsV8HUAfJJFlVYysbMn7V2LZP3mpQ+SQOYjU9JimpzK9M
z61L7KwwOQFPFfGspahqJiK4OYjJBULHoNAn4vhxkcNlqyQUdbk7Pr6l94RReMkUpBcREKA35e6W
yqmMtGfl/Wp0WH7k0imWVtIhicC/qpzlfpPXNpNZCpiEGCAmdnmFPK1ZdR8deBF7mw0Ojz9oJmMz
fpCCmA6fg4rNmOm7Vj/Vi/tGxukreMJrf99ZLfw+eE0VZoAy2wEjfCSWqBpAPDrjPsVE+huv0yUA
55wOIrQEK6OMewdm5duvAFpZznKpgg6Cs7/OLdd/HegftwTAwO0W4pQ5WeijVRRlHBcsTnOXeRZF
bSv71Rl47OoPHBkGGW4kC1F/QOZ7YXv5GY9BHZGpAKkocGonMaCvlE1Hh7w6C+1G5d7VCwPOYUUB
+Y8eebYglUT1zLyM1ny0kF6Ziwe5a9GTe83JWZIFaVadiz/cdyQIROgNUSK0UkEeFZBSr0WDvsiS
3e1LMSApUAa02KhLgfZMCRiIsKstmFx6mrYUQ43L6ozJws4pfJFg5j4U+0VFsvigGPzCFZs1qNfy
Jve4ETMvYznIc9k1hg1G/C7HjNksRMXluWodtSZcpLMcUZqVctKaBWs663lpnDDi7n8fkMmJa8Lg
Uqaqq3OdoKCSbTLRFHPidrusksxCC0nJoQ0g1135tKBr4y9PvdNryZMD79Na5kq0GJ3DstXrFE6x
kpBkMD0WlcCfqDSG6ivN/yT9S1lveM3x+rekIt3H48+4Z4AZS4HwkAXYFJYVfh2mK4sScX4nxQo2
oIcT/AQWdNHgU5Lv+lDXztnnRd0/S6jhBBZHzpKTbFQzNGu9XEkOv3QFxhXf7QjKbCIywSNr5Xg7
rz7Fj4JayClMehN99rsmN5FmVMfMSN9imObwxdBNJDqKT4J37qC2Bs1Wjzfj1/u7+wKwjiJBoOJ1
VyZnwo9j1/kyKc/cOzWlpxYJwYqPdZE12WCDOAUQp9IGXrjsrH4DbhHbjVGSD38qRFvrokAdLHjH
wN2d7xGpI0pgAz7YtM+Pv3LOIiKn99+PnNzQzM15LZSwTQXV+5wEeF2TTZ6hTOsReI2Phd23Vo36
ofGYfAAqexzLxL2SuATzTcsCTyABQZasOwP6BRBoGv17dOod30Tqb6FeNXszrkRO9KBW0gjsVWV5
riJkExG4+u4+DY1QWQgGZgqIt2sbg4UrhSvqkGL2+O/aNFCNZNsabXGCgay9ib4IB8ylWwFEZ7GZ
glL68b7OHuKI6P1taQcx5K3oOI0bJaub8qyuuUPrxaQYICWsD7Gy8ICOj/GdTl9JmhwgN7SZFvuQ
VKUgkm9TRrK8Mn97vJyZMs64lf9bz+TMPCHkGhFkamek1M7Mt3wJ81UKDIewlVOdpY6/K92FZOKM
BwiuepHjZE6TeMzluN3Cug08UWkk0FNXvhnCNkbZhyQs6MhvQDrZvhspE5NQu50agCSrPLfrnohm
/ZOPXNiZUa9yszLiJ28jfHdIynGEtRoS4L8F0jqNyTod+mC7ffSyhJCfUR1oDQh9x2qZih6823Vr
hYTMbciU57h9CxSM2m6eG7SlBpaAGLptun+zzVfiJvrTBn6cD4xbnvP0p6YYrqJ+Z1GwcB1mz1JE
Q9B4nDLmrNyuCR54OFQYzXuuNRK5l0RAN0W0BAieE8KpKl4WlkOCX5ocZcZ1NdOHYX32XNMTMTG3
Atn5UlvZrMIA9oN2LpRfeHX6hjCFLDLwFOtzYcROZ3CG+OODg3RAW2qBNklTdQKSOOohchAy+kew
jIPekAgHQCtMccUbhX55fDdnkD+A+CPPzyLVgCrvNA+mta6q5ZTWZy7Vczs/c99sbXimRkqrQo5L
IUhKo+FYZEHjYUjbDRqvFEskmwaNYZ2eb+Klh35Og68/aHLaSjRodSqm9VnhjoFMaLxh2nUQBYYa
6p7o6YCjIZ1hJarOC+16eOdtGcM2XuV+wTTOPQAYYKShLQ4FEPkukOm4rlCbpqjPmwSFdnCHOc1h
WCnH/tCjGxrJ9dhM9GZrZGtuVyw84zN2+Ub2qK1Xj48r5GoTsTiVDkX1gdtVHV14u0d9npoujEwa
gW6YXqIoE5vcD2KZJUNdn4UEQLNuV2Ubt17F5ZPoWgsqNhqBa1HaiMNBDyNqHEDx4W9uFxM0nKrU
oteevdao3gFnAiTLBrAiBfnjDo2c/dYDG41KWmOFwuJj4Xd5J9QfRPRtAJkEFKmqTFGrQ0fFIYvz
5kRD533AFau+3QPIvtstXXgNpor7K0lGlRBDWZADmk75bOLapXHI16c61vk2WWctu/NDTBLzq+ew
d4CcXdjYqZL8RyDICkfYDJr3JiZLDlg+rAq1PjE88sHoG2zEcsG+z4oYceMovQOTMwXlYJR4nEZa
0JziBJVe3kfzyz807r+LQPMh4EeShkL4JMSTNZ9Jk6BoTtwgW4z2lAuR7nn5wjruyg6jGEBIcDRj
nyOrCbc6WMs11wyjmMKQ7WKr2upaXbev6tpbcUZqMKZiBphpkzsc0WzqZPva8Ve83sLeLSjk9KEZ
vwRoOZEVURYD6/dkwdyglgOcpeaEQkuwQkSlgo5ATxiMS9r47Ird8tSpv+mmRPXjn4tWNeRlMMQC
iRl8x2QT2DhUCy3qTjIqCYHZ7yimw4f7+hiJL1J5Emun4Xcy/ySlZrgH096C/KnJwcpVYKuQHhXw
iGN20US8lvl5SPPuFAQ+yRngHtUzqlGl6JTKQuQqjOd5a3NGWQIaO4DjAD50ct5qKzKt59WQpbA6
nlYtfBabnYhiHYOeZthzVL+UJjFCRHCyYieiT5rqr1uaslDoffHml+soe23LTYxed2ETcTZNTTfU
s4rI3Bow3BeuWsvU5CKgHXNx6e25N5m3nz85KalwW6ZQsFWV4vDogeV0VPy8Y6Rd4kjXBD3WSPz5
b7SDA6hWBJgCCjpRzMAX3cj3m+4UqUZVrkpTqDfZplnzopm9Ue6lB0+S5jTRXvqogQ78N9IxZQbB
NTwRbeq4ote/Utih6k51cRS7mhToP+5dHddZdwF7FDidz1apWiAP4zChyVFC21dO7Ra+Y9zYW73R
0AuNJxFWAt6mONFRGYgZBJYde2KziCEZLybwNft0wQiM0ceNFCA4ALQG4z+LPhFUIW9vQk55pu/Q
kn2K1UgX4l3fWy37xIXm402969XFbYMc1OB/5cCK38qBGrlRgH996g7aCy30ct05JUE5+ORuVUYv
PL1ZJ9vtR+v0G38dcAu2/e5F/BWv4OEFkGpMmd6Kb5QGk/UoxEtbr9sFrZkFHw2HciI3AnKHhdXe
lQ9/VyvCi4V9lUQgOG/F9bXcIRqBOC475dxKyVdlaiYC5jCFelAqpBqylY8hymWS7cK6/gry8gvz
r0jY2/mSmZ89YeAmZRmKhEB+svPCEKWUG7+lK0Be3MX2EO4K5ikSFlc9buJUlwCPFGQefXYw75NN
HqRcROE04E5SaYr9c3oSU6Iyx+TIj/V9HzFM0RtefegYTgeIyYiiZMFlnztmNCIBO8MjVwE6gdt9
l1U3U9os5k5xexk0u4qf+RoiWbDPxycpZxfcnrus5HjO2FcVTSGYMyDfPWO0T6POVVgQDYIPRX/d
YILN5+HgnJwG1NTbt9oA2Ft/8dFEuXp+fXyl5s71WvZktxOh5DXPH29ut6/L12KTA/RfDfZjKXf4
vN8lqhJgbXDuxhrT7ZbWYRK0lZJypx3WBnZI0Uacg/F2ukWJDbJ/247AEO2cOD0yBx1sdmfBxJ9f
Y9d9r18WKYTuAtf/fBB8KLD64Kin6KhGccM4l132ZDSgVKbk9Ln7fH/fRWQgtdXauRHvC3uzennZ
75/BtvX2eD/uCg+jeNgwTCXVVIw+vOuabQFG7qKSOymlWZ4T0DXEckEE5N/DNMe4Q0Hn4UE+N8NH
oqRr7WlB/NwdU4DIw6MIsrY7Dq6kbzy4lgV3EpDSjAHvLlaFHwOv9Kw1n12boFH53PGSWUkYVhgZ
QnvKk3ES2uPPGG3G9KaP3LE8rJsgAhhwqxQK2pIiX+y4Ey9bNDbzFlXtr+yVj6ymPQdwZh6L+y3J
T+UBig8jhhZKVPMmNqyoJbXMIo47yXQfcZiCag+dhtd4j/nwVYsOgEFaCbHRuZbmGmV2Dl9FTLyT
I7uTT0Kiy95WlkiH4UPhYLINwXy4pPgGtit2aLcbylTvEzNbGvx3VzMaVQXOJQ4LFgnxO3+7S31X
gdmjwNWBr+C/D5sARTFxxYFh6+UCJsTHezSjGAoqgcAlj9N/7whUgHuLYgYzaU/CO5Dp4KD+efz7
M0d+8/uTIxhkL0+FoAKH+l+kPyT06jrNRpXs1WMxd575WEP93zKm/oiG0krY9FjGJ2IQozfqhfu7
sE1TYE2i9F6eM/h9znANbcd9PP78u0Idzvzm+ydnXkl9w8oNfn/kh1TwV7sX142j+wGhC7JmHoAb
UZPAQhPaTMk0iHJ334Ep7cLnx2tZ2qrRQb3K/GSBKwn9+Pv8xbdQq1/ss1kSMP77KwFBH9W1NKpU
pKMfTR+2KtqNjHqLvvvLyDuwzAq3oMS/lK1XEgfXT1tg10SMHyox5U3TD5yOCAzgkD/A0pm91e1X
lyUQ1YxTcnNOo8pfCUWLolAkCZaJ4RUyYb5W6vHv45Oae5RgY5BeQnoQEdM0xowYuYy6cXjWjt2l
Lxyh60avn0IMkdu0C1WvmQt6I2qiFWEQdIqY9hjl9hFtFFMMdH6zRLS6JGOiGFqDbIUvQAabk5Lo
/r5e2rDxgZo8KCqiKwQE6HxBTD65O36ssBUTc6PqAVFHABqwQVHb60ty7qLnsYXsSs5ktzAJghcZ
PKMnD2Vr8cvxHMGOngCh3S+xPIy/9GhFkz1joswt0gArAhu/uxCKzp7H1SomPiACJIlGIX47KXVg
Y9vtYj5oaZ8md0SkUpGV4zylE+a6HgEdFy0BfQXpcekyzliAmwMZL+vVZZQBay8GH4I23tH6johg
tsaCczRz329EjJ9wJcKT0K0QMuD2l9c7b+Majdk67MIzOWP7r2VMAVYh2FHlEFSIp+BY2/GrZiyN
5ZwVABcbVEPwsZWpm6uEHu8CWAV3QucMD8DnxxZr6ecnATJmFmVUTPDz5SV8ovbQYzT6Ywlz3hew
Z/9bweQlVl2Or1wYgLFhn+rQqmOn/6w1+2UVLxz40mImxkTpadp0yHSeDAnZk5rQ08JSZm8HBsyi
8oh+kLskTRwlflNz4LMHhyvVA/2nNPjFuW4zr/GY/P6vkMmRVGmfN3ELIb6Rmdo/TiOOhvDq1yen
wSq5lPc1fp0iUuaJBbodCUOqlrzguwI//K8bOZOz8MKgicoU/O4GpgI/v6aOZHErrl0kQ561I1fr
mRj2dhBaGC2sZ/RdEkyEP2W2sXDss2b3SsbEpOM8WBqEWMvrK9LyQH7AX8Es78rT+e3z8/MSVPUO
2zfdu1HPrwyXJgeV2+F1PwUrZ6ccyfkFM5I273tje748Xtqsibxa2cTc0yEr2iDS4Fo+x5bobAdw
uC0tZ2n3JpZe9CMaqhVWEzqlHmzXl+fHa5hz9W9UbWLne7QlY4wujme38fapczodK/A96Ati5hVN
A/kZqCF54PBvD2WI1LSoJGmcTJqiO/IHjTFnusSyNyeEk1BWwyMPVrkpuq4By0ioUh/EukS1e5ND
ZAQWAL1Y8CPmDOW1mOmlydBh1teYiKDawQqxuu0tAI/n9OpawOTGuKWnMNUAAUDBXPIz//4nXPdL
13LOGl8LmVwTl7ZV37EQwsaYx1jqwjN15AO39oxyRf/FO38ta3JRwhxcR3IHWbzNbd0VdZbc+fkj
QQ1QQS0MyIuJ1QfvEVidO8z3GDT0keqiEw7wiRZuypx6gfhCQgYRGRzttz3vyrBUchNGhSsIiIDe
BaN4SzfIxpCMICcKK7bBWNTXfyMRORcV2HOk36f5/oH1+opirMIp0OlO99a0s7t1sycrIA+fJeMv
Y9WkOyyd1t0MjNGCgqnnv2InqtFTN3SZUBUwi8KQWD18SdH6BnY74/IMfrfLBZ2H+E+5UoFNlcBp
tuTd/mZjp1HA9QdM9IXFTNRGofgA7PRg4Ql8fa2MaKeY+tPT8cjtXy6+6ZuX1d/H+82Pz/ed3BGi
gq7ZsetkcrPTxm0TNgvH5xCS0VuZnGVw5magZl7vicnhuN1TiHodMMT64qrnorlfkMr/lT659lLD
B2HFQ/rrK6RvLC4iriM7nv2xRpvcCzhvAyO1lwBus77GtdjJaWOqBVfJJcS6oAVT/6ZrDCwdJ7g8
3tvZy3O1tZMj7YJMZL0CUljZOIwspJ2OMJLzF5zY2RzC9Wom76VSVjUTN5BTrsGJSPVde6x3UmwA
W/X8d8GGinOP87WwyasWVVHFSDGEibsxUdbGurByn7TjNxjGPlszfHMNuOtjx3eHFTebRH6i3MjB
nJEgwxCnSmee0h9QgHrGy2V9/jqj1LDw8Eqjq3in06i/ogyMAo8kT0xj5bayFKntf1y89/fYUZCk
UnTVHvlAu9V4FCfHEZ96DhB0lkSJqf/5E4GsHGOAi1VmVoBblkZoqlD/9ervZUxoeVZKLpl9ufxd
tHnzxgfJf0AaJCA6piAcgfdi2idIApUm/5xtOwzDOVHbt/y3wrFKu9Q9x/2T2gJZBwfwKxrUQMu2
81hZ73DYvxbw6iMmWhR2CY2GGB8hHOKtgGbW+CXZRWdtl0OaZ/mb/GmJWnG0LXfnBJACao7odkOI
dOsh5a1SCFk+IKWbNRkZiaEIHKls4RrOunsCJ7DwwTCOCnSAt2KyVqVo4ssxOeodza/O4LQi4BkG
wFXmgubNOuLXoiaGhW8ZQU4UKp4AURsc6S11fMLltvZ5UUKAMHkdNDsX1fIMeYH6aM5/uhY8sTWN
CkJWYcjEU7ENTNw+IqNhYMmg3QPhMIELjxQPcJrGAgs1idGKMgyAPVKGU1bmutS/hdVLH9q5KNlv
XQxoMlfoYrpUsppZGtqFUP8GAA//O4Xupp3Yh03VsKeNJpml7f4BbRA9LDF0z7xEN1Imdi0Wq6zh
EbedQunifTE1aTDlZbDi7m//twJdheIvVpnun17c9rEXBazFksQrkxsXJU2sCAhHTxnGjbixYGnD
a+mj1o52Oy8lWVO8AGxdisSVzj5vLdz3+wXfSp8sOKvyussbrj2xjTGg+yGvBMulgZ6JTlaJRFZW
RcRvQMm0IPf+AYFcVQKVmQA2RlacOBxt3Ndqr1LAknorbtaMUuoDHYDazEwx2vv9pdCs0AN9WLeR
JMzs0JQjoLx2RYnb/K3qhfdsxhXA54AEcOwoBo719y258nBFz+OVSCu6k/KnFJ+H4jkfVpT5bC5y
A9qFF7yh9WqJHnLGTNwKnexBIMLv5URAsxi2MlWuNItab7ptrmA4Zbjq+3emAk2Qo9L2mxp9eGg5
0BIygT6kX724q9LzwpmMD+KtIb79nomFZPOmDaD93WnIjT7dKBEeRmrKKZo9nz3uqdf5kBqLOKlf
3/JeLEhqQJ+AFNO09XKIW5pzTdud2DXvEUU8KmVne7xkl9lnqH4IipXLyT6Mwcn/oqEfsaO7rHSi
wRGanRCTJH/quFav/JPQ27J4UIN8wbUa1/3oAyfn1PhoaStZIADDVnjPNMa3g9rfMCk/LNzGu0Zg
IGOhhv/biskJKFHvM6Dz7E5e8Rq5Lwr4npEFRR9+lFmMfFLQPNgbAmBP2IJkXeSEd3dMeQy55yJ+
4XiL9T4WdGLOOimA8aFhAsVwNKzdvppSMGSq4HHdSYsDtTPTJIuIJ0bil9arg5VK+U8FbPihkHLX
ZLluw4RASaKM/dXGarKQhBxt0dU5oM0BvPljRwWI5DDq7hdlcH1J/dIvC1pU2zi2pHz12Ue2uyrR
ByOawT/MCf/KQr8icDMAIgFSPF03Bk12vVvV24hl9JjTiJZqJLFEr19QrlF5JouC/QMkBASkYwZn
8pi6XYmmFI6vt1XdvHpqn1iaxggLQrSZrQPnrYwdxM6Nbce3x1iPdAJeXQ7bQqJMQ2Shj9F1kDbi
d+zGWWVIIZMK+w5D/uJNiN6Voyb4qmZHjRwrO+pStLGohaAOuqhhtBteo07+K1SZlJmupASfqhRy
J+qyHGiGOq1Cz35Zi3uhbaPayBkuPyZFiu7WKqPaK+184UJ7mv+RKn44AEgcndKIL57jqmfM2HMx
3URUhOyl4btG0GuBxtTIhro9hn2dHNCTBEbHUNGY2myENv/DpzT6Tno3OIWuH6e6lGb02Y0GMSbZ
IMk7IWNz3+wbkAyQvAj8dz/iWdTYGlSS0Ubf9hY/lI1mAxEXg0i1oVFwEmnqU8AptX5XiAUjWn7A
M2vgcoRv2Q1ZcBbTSmDBxxrEz03CDOk+DRgMoRnY3qtMH0lFMBQkIBv22CB6H5SGfrZKqTghm/fv
sIMRKDbCOqVESAv1Kw3jODfLhDbg7QTyPzBjzOp68XK+YdGaip43I5G4PCRVleJpjv2qTPS85uUz
iBy72izTkALfisa5Lz+gUrSqux7dAm4NCt6GDfMEnK15RQ2tRMBrRnmouTrYlNqPIPXo4NTYO1mX
mhZzX/rOS5awm9NgcbxL6HId525iWDXIF0cbc3VvAz70S77t2i2IktOOcH1DS2Ra5da32EFrY8OF
0TjWBQU7WBJrwUtFKyXAhgiYiNvUFEfB5VqD2R09l3y5WQzskBKBTJLHgBRgMjmQO2JXJFE2+ExW
GzMG225EMjlIAHSLlGqnRgoSR0EPmgHiCspIY4THaAdWu8QssiH/U7tDkRsaN1Q/TOalkZE2agAu
2RZMgiMy29+gvREGOUgSZsXVcVJbaOIvOrvSCiAUhTjuUh34TeXYlS3LGkwveSBQ74YeM8Gl0hsy
HUR5Chrqi0LtF7z+8fJOTAgai5BdHntjQCs3MSFh32R+KvfttpUzUrW2LPhWk/8w8RLYeJpjGE8S
FChIyHGgTxSFaYiqMiiU1azXbdXQ444DI3e6ppWyBXIoFm9DDjBu3VWhnqcqgmzwIhm1qzAWVfoc
7YwaOE7FPFxqBpixoOASkJD3BmMfnLeJC9sJXSRXYtJtBWSniaBghF8sy5fHD+HEX8XKEZlie9EC
ivYjsHTd6nBX1yWtA3HYyopkYRQq8ZVqXZcysh/9D0b0LhjsOXFjXwW8UVlT+CmGfRjkRqSDx24p
kMGH2hUxMieD8iZF3zzRZFCIgAH05uM13usRnqCxTIFIBM1H00ciVkulLTtm2AZZqJlSXScrvLf1
Gs85NSgaYhaCgPENvdXbUR6ODDEkBnsoE71tyo7iUH1264eBQjxPzHZawzSowjbMQmA3iR5/jw8d
HCwLE41OGXbiwiktEnQFH7JbVnJ7R5LTL75SW7sLQL0gusOwT2WuIjHH5NbjPZ25MiMNOrpB8cKP
2fMxALsyfiyDOWWUF4Zt1+VEy3mTVZtVW2vP6AonvQi+y+7UVEC/Ck5AS8wEGzB6K3OXwGDTzPK4
AyP1LipNqPojzzv5DvicpdZUKbcFPT9LGgr3SldaucG4jBQUCJgcCFL+QiYwlSCIHwJkYsIGzZFB
HeH/0nl60jY/eaCIpOaqdJPULLNj2WE4V22JBmw/KQwUI2InLTptleZ+9oKCdKX3ae9aaRLme/X/
kHalzZHiyvYXEcEq4CtQi6vw2m67u78Q7V4AiX0T8Ovfke+LO0ZFFOG5M9MzEeMIJ5JSqVxOnozL
7sv1zb28+ViToIAyXDg1aD+U9rZK9arVezU0xumu0uvXrjLMzyspgZq62DaEJyi0LGVUU9pg9Mw8
hnPcdbc6JkoF0Of0zdZ793h9OZf3Acgv5AI04D+RVZF7LHJjSMvEqPSwZLXpuVY3Hdt8zn1z7MaN
+7AmCnkwJNPAn4UXQ965gpR0hPcQIplCuN9GB0CPr6/m0uXElolqCjqCBdpaMssYl5eIWMcIGzWt
z3rXol1zsMhTAeT7GR4B8L09ARnmSGLfnSfMjb8uX47pofHiA9AaJ/4Bk5GUDGvcrLEMVK1Cbdxb
jE9e5GLeA3tTTDNwp10LUhtzBv+LyvdDXPrFdPNvPgA07UhqIrmJEedL1XFyx3BzInbAzIN+jHcY
aetnan2yzflFU7/WWn1T2EZIFede5a03pO2GRV85ZrheCN8g3xYDwpdfUPeQPw0azF6ZD18bzSxP
1M4cE1QXEbJ019e7cuDCO0CrnLguxnu644Ol44ZNO2p2apirRlPCRZ8x9Wswzb3NWv7ClTTatfrA
9oWN+pIxI7VwXf7l84W2XMOAHyFG5gBlvlysk4xKBG1SwTmsuWdrSocdtLyFT0uyH0WhfLJLV+iX
/k7oo6FE6YC9YSkv0hR1rl1LDdOCkqOtFcUpjpxs78T68JCxKL9TIo58RGnXWwlmsZTly4n9xT7r
JhKxgjN0KVrPIoc7A5aa6Ykfle7jRKeXUlB99hw9Su5jUibPLUVvubmVubt8SYVox0E4KR40+SUF
GUYyOmD/Cmu1EE4B8nHfSxqahHmAM/tpe7h+qnK2WWzzQqDQ8Q9qZaSYWW72EOjW3FPq78xh+9bI
7zFH0QMx2ylN0lNRg1Kf29qG7JXrAyYagvOFL4aAQF+KnllmJESp9ZDkTh7oLNZQJRpyaLXFNkRd
PmWmaZsE3deizI6sw1LUhEZWQOcLPdxj9MmGMymnlcQWfvzl8huWVuhnQ8Svh2NZIgj3irE/OQW5
naPst5q2dx3aEhVW31R1+sTnZKe/cT68UrcFS5Syixh6gVTArOlfvQaVLCcP14945eKacN3hlQmn
E0/gcu3OROyKjp0eWgZ6Z0npp/UPWnCfgerouiRh8qV7s5Ak6VI/x3lUcEiyk12lgOoHZcgkO3+9
LmVrPdLtBOiLYCgg10PGhkAdbjvS7SPrpnK3ZkqtCkLOEBYeJRmQzC83Dux4bjtGjR4WrXvHmx+0
q/YOt9AVuQEaXxOEBxSTPcBqgv5AyV2w6DiiPdrRw4xmQUF+lhU5GgbfKcze0NW1e4DQErEcKrfA
dUtG1Y1scO2YsRFatCuOsZ1/hR+xRdC94hpg1A7WAzoCMJJhLthy4zQA7rU4Y1potFHsc6fnN22m
xbPXEL3HYHRr3hGMTTo2jhiygtHGuwluKPhj3e6ra9rDxvZeLholLWHJUavGuyn7sV2imEPSMDVs
W332hnZuDyhCseC6Wl5aM4wmxmAFRHegggex4nLRjNl4PXGQYT7Qm5lEt13X38Rkw7O8fB/gwMJU
GhjegKyEzH7TTbnC1GTWQqaD1QzjjuvKQhZvPmMW2U9wij0aWwSil8qJshnG5YHiHgMWYD+X68pN
l7sD8tehWRTzowb69YAVETk5pJ9DhZMtfp+V00J13oBjhxooVindOgUJH6ecG7h1nV6ck5JglgtJ
0BN9/bguxRCUxRCLi5E6QOZI7gxtUEBO1dEMy9zEcCOTtQdexp+/bwCOwU0H1BWVVejFcvMypWFD
0kJKYubAM43I6JR97mzc6kvVgxTBqwkbJWhNpPs223kRjZ1hhs4Y1SFCR3ADwWl9rNt2C6x2aeKh
xpAmBmqhnUb2ytpcm1OaUStUqo4erCrHi6UW6jHPdOOAEvL0kij91uu9tj7RuYd3Fll2EGYtdxEt
xFFelJ0Vpo2J7smkpxSTbpFhNj2zLWPr06qBFngwOsPmw0giuFmKK4upr2ZeW+Gc15bvDHO/79tu
ixRmbVFiUApCUeQLLhhb3IoNc43+gtCOC6+c710GhhOqb1iltfNC9A5yDVwlXZdb7XMTDJh6l5Mw
dVIMERjM7IZkBj86UZkc3Q7FABAYxbvrd2tlaWgsEGScqChZ6ASWNtAk4+D2phUyUg2BkySoMjNe
eZPmdhuiVvxXoCQE3SRWJyhEpMMyJos1ZuRaYe3Y2aHMJ+UMJhxyJFrTh73dxDdFlvTHSSGGb3Kd
nvNx0jYxG+KGLT0fTBJVQRVmIpEJdjLpBqbjEKtDVJDQVQtEBeOpM+OdWXwnGZjzNK/UwLBMULnw
jPyLvRk0rO033nOQJoHCAHkH8fMPPnzVuGoczaoVJsxGE2+bjIGZYCoZfO9qY79XRSHWRq0QBLOI
UZai4lGxlb53SOgQNNefLaMd+QOd0gyT1pVhNDZqkpdWGuNckBA3QZtETFvGwuRZltQmBhGESolJ
zE1mt3+qMVI3ooPLRQkp8A4s1Arhs0geZTsTBdZVJaHeOM1PfXCNfWag3OWlrN3CQqyuCH6eDu4U
mFCZ6Ly0AezLFPBDul3CwTVqtBwDGDGP1tx4FFYFgdQCxVwweYGFYXlSWu1YRTvgpPBYFy9ZZOdH
jIqvNiglZOYSBD/idRPkZO/oDkeCAbYUBZ+SpFFoxW75za1y1wPZuHLf8GY49dxSz/E4a6diVKYd
Be/8nlE1P7R53j/VWnZjUpr5KoswVpnW0cFRBvOHCvjjK62m6t5OOAmGpmO/bZQWN8z8yqljiiba
QnEUID6T5yHavEHon7ZRaOdx5Jcx0qkkt75Y2SYk/jKfgMv5Pk8QcEnkFSSvu7dHVGAtPQo7PF+Y
G6MmyTeCtxqUpIWS/qpLUj9jfGqN6TJkSDBpkvHyZWCWtrVkGX8oTgsOKtxhaARK4nIxp8x08OfR
xAkjh9Kgour43CiJ2wVOzPY1taPjgOnbAcvh1jVgNtp1U3SX5m5zzxPObjPmvJgNNc4ZDP9GmLpy
HHBf4I+hRxcKK09cU7V+cLs+dkKnJ9MziVGWLPO4epyRbNm4GpePIqI5THnE9F4QGaGJb3k1ul5k
uYqK3XI390n+y0DPUNOj1xUzFD879Apb7qLzGBRFoO4DOlJmkpyMuO2t0s5vS+eOuI2nzeCx+vHZ
B1eUHJAdRBYddkpOBmMpqK4x0JnPBSqz+aj9NsGi5pMYOavrki6iAbQDoz6JVgjcG/AoSKbSYG5h
JHGZ3UZ4TO8zlorUa2L7WWTRE67OsL8uTzzfi4dVAFFAsIQDQ3UQtmx5VImY1d2jun5b5Kr5ZUKa
JRjMHt3wCf8zR50FdEo3B1piuE+6OhYb0i+iLUiH445EN+wDqhPSavs66oymG8rbgcXmLS1AhVTp
43hok+4PU5L0vkzUxk9cpn25vuwLDRWC4egKZBDeCrl2Z/S5Ec+5W94CPejOnmHEmOKlRFEMHnOw
joz7fO6aP7Qap8/eQgiGgUKmGbEe6j6SqUoxFGMotKS67ecCOBN4lDuoU+o5Ge82Xt1L103IAosr
YIqwwIAdLc+WWgVI3QxwPFk1j4KiqdywG+GmaaWmPcyJmvx1ALg/Rd0IdJodp/qD5o7F8fpOyzBB
+BT4CjGNAUVEMWlPHMUH54k7cQIoQ1XdzlpDvpgKYCuqNQr0go1pvzqmcFE+FXsVJJ9fcqu3uJeC
aOxxKrvMm11GToDq2/suct/0eC72swuaBNJgFhjrqp/Xv/XCRL5/KioOKLwg0SZb7yodLLdKm+qW
RdTcZRhKXcDLPlSFY7xdl3ThPEAS7DCqmcANouYuRcco+zCNKMDBza6WBjUZwG+rjvmGHRbXZ3m5
xe0SvXuAqooy4HLrU6eN6pTUBiqgUceCeih0ZH8bkj92rUq5T4rOGm+ur+xyD8EAAT4q4cCKtIZk
+xGLTxluNQlrc47nL0XNMGimAL6ovq/GErO8PivORFlYhWbhPl+Sflm9weeuz5yQ8R5AKxtVW+cW
rNCq5aVqErefRmsI+BlulJjQh1dMznVVZtPWyuTYYawzzD6LVIcO+wLknfGGZ365jyDtESxLYHQR
mF7p8kJl5oYVqROOgPj5aLdIUg9QMfaFR4m1RSx9qY5LYdIrgAxeYhWgdgp74Hs8RFTgOB2p82lr
j9ANID6khIC+ATh4qY5OWyZzPih2mNaDfjDmBqOdoUWDl5oAjHOOyQ7E6tDD2hiEbYCMLg0+3FBk
vFD5gbMAl3opu43o1HArccPZGYNqiM7pmAId0D7Pg3aolefrWrmyn+AGAz0aCNfRpCvnKuNuKjmF
hxj2dTbZ3mSpmeJ3DmHuhrtwoSVgv0KMAxpVgDBFymi5LNOpNcQgVRmqhB1TG++13mvKztW36mZb
gqSXmtSOERVWiQF8ZMDoi78lf7SrdOOtuNg2rAYRomqBbxJlgfcemA9PRRRNbZJGYwnYUEf3tCyf
C7XPNzK8q0Le4VZInKOxWfz8g5AmUTIlcjBKsB9SABmtuE/v1Lgoig3juyoH/LX/GQiP2etLOZab
IWXkOmU4xml0w3OM4kFdeYs1WNZrvOrQabgxAHWhD0Gu8SVd7gh6MutMJr9C42HfUy+iu8aeDmP8
SdMOWYDpgXhNF5ztwPYvV8TJZFuVFVnnTH1wutGvA7vrgus358JdeBdCRMHPRQIEMJKlkCmbRKbC
JWeVEgUY1oS+zKZdvAwIiU715MbfOsSqpxkYvUNszKnvGK35qvYkfiRjg1l8ilN4jRm3p6LKGn/M
zV9l6RqYm0fNmGw4DLL/Kj4WXRcIzt/p+OUQF/FdRJ25IOf4xa52e+ug7Ybb4fv1LZE76wAAQW0K
mQZMZEVBAvnZ5ZZUxjw1Tp45Z4D7cj8yixL9l67io+bTHFARHINiajBnYaydgDopuyMtWhCUjhQx
UoJ9dCp1p95Fdpnc2W0b3dpKWj43atk9ZblTBXziymGek4gGTRurQddpbu+RqRc8mjbw3V6iAdG7
Yblk3wSLAoOhDWgZMJ/Im0oGBeDqfB5n4pzNbEJgeND09kbpfzDkN65v35Ygyf+s1Am4jtZ2zsN8
BrQB81YNL0/v2fDyL+TgGUWGEFltFDWXpzTrRdelJuTY1uQpM9m5RfqjMuvdONv766JWLj3Cw39E
SaZlIn2p5onjnDu3f4hy8mLX+2667SzV03W+YS+3hEkHpdigSdPBJHhmWFYc3CrN07HbYstYOyQX
DyLIBhApIE213Dw961NjAOobLNNz4XMjL27asnGOztTfmfakbZyVbJuF8gH+YaNfXnRUyiTo6mAk
kVZCHG/c0WOk6INGT4sNzZNbgxBBYBQQHDjNRl8cqC0klWDIeVHXrpOQ62mFGURWHGFmTtINr208
2BhkY3P9Z8tbYUunLBn9sUX7jK+Oejf5rHT7595RiyRoYlB4e8irG7HhTSUzDc+Ip/ltIHn2SAoM
yd4VzNQjuE+xof1SqwbzMtSpb7gToOiDcDbV43qrKnZh/IiGkhi6fWGSBDJUuli5YY6zRS3lDAh/
/XWwPXLEBDKFYvrTxkZeRLLYSHi4IEoX/R820hVL9ahaQgvH6eMQVJbdvr6rveJNNL/m99XW+3Oh
GgDzonCpI1WG4PsCjq1NfRrZ2hiHLgUmZ3Aegeg/mg3GrKqF4nXaj6HGdBeDojKWv874XxTX3eyH
3aRsYTcvbt7yU2xp1TnSNVqZ8jjslFOOeaZ6Xx8ysN9yjPtSisMnbcq7MHRIYWw8IGhyvZZ35WQl
3RSHafaaGspumP4OyXOGqSPD+O26KNmXxGnaqihc2ThN0dSzPE2lYwbg6HMcarQO9Og0os9hSja4
WC4sCjpSkfXA84L4V7iUSyGuVQ66Wtpp2OTObR+9RBo78AQEwv1GZHEBT8JyIAlrQestbJcjGcjB
daMowYic0NSUs2WXfGcgzuhqo/zCazT1sbEcd5lmxXsSa+xhTJx2PyXgO+eJMxzQj6M/qhyw9VKD
a13Dc3mI4Nbf94XxVA5oHAVAmW+yzK9sD4atw/9F05Y4ApEX/OAFmxF6R1Ke0jBB6415o8XhaN2g
3ps/uCeNBdbP9ncUBfvosfiDb75+/uJ3f0xLQCBkI4KG/cXhyNlUUkRJq6EwEfYY2o35wWU4P4Je
waWHkWOQznVhF2CZpbQLyuIpBYS9NiCtpr+TuL5JqynQZ/MAM7O3XXQiTecBRP/FK2xpZs8ba10V
j+IwOgHEBC7kY5YbXaP9p5lUi4ZaPnhmXQKUFqF8aQ0eWpW8Wh3xLFgPlvU9bl771gwSCoTe9S1Y
sSPux0+QrkKpMWYxi2C/p58xfbGnDvznwdCpvrGFtFp5EwRXFBAZqPOJMH+52mS0TXBrYbXRdOT1
3zECuenwI0eXox5/tVi/EWNdajFYg7CzogIAz+G9deuDFvPC6LJG75NQS8PBIX7jgGkFmHArf7u+
hSsvECTpCH8A7QJUXw5LnCiNdQoPOhz2Fgjk6tvMq/2EYMRZu6Gwl9YRWTMxCwGQFrytctaWK5Xq
lKaRIKOli44LTET5mm8Jkekk4JpACqywyMUgSSeXZKnWzqggxmnId2MYnYj/RMxdHChBE2zNbV87
pI+iJD+BZgV6QzOIqss/iuLHj4V77pqNSOyiUUUsCIBi0Ejp8LkMueZE6NSmZdGmoX6on4xv6g7d
eF5j7x/rt2wUdC1fr2vE2jF9lCd5rKyeLJ32kFdqrZ9VQZag9DRtpTcvTeVyVdJ9YtbUYoYdpKTz
Lt3tgXHSds2j+2dzzsql2wN8PcJMWGQbCVzZAVfs2LAjYqXoRXm1jfxBjctDaSdPTsP21ez6adH6
jfnNjcEl4HTN/Twpf2v0oSr98fq+rhhMRFAIDBFaA5aA5S9NSA03urLznIb2vXZPXpzfJPhVBuoR
Azzx93Vha6r5UZY45A/2Yx6nyhVwq7AtTpWOhib7ral7j49bHFFr2oL7DA8BAQeCXWE3PwjK0jqp
M4fTkCjULzDSrrfALEQ3fJ6L8rO4BGiVQMIfU1lF5LEUI+AAcdHONETB+ZE+kBMwoflT/oSRACHm
9QYlA9f8sd+wWGu7KKaaoJ0AaX+kPJdSE7NUktk0aRirvYdpQx7anT3kaAZzw9VatVoC7ycmH4AD
R3ZSbcTxGtQ0Db9ZezJ585ljeHe2a28QAG34w6t6+FGW9GpWMx21TIEsDuJL1/vReq/wEkBK2Pl8
44Feu3wfRUkOcduAOA3Z4TRsd9buX/1yAKdQUQYCB6/X8nRUbdCTOEKPQ0s7sFjl3BOOWfD5iwRM
7n+FSCtAdKiReWzgTmISNqm6+8ooPeY+xs0WOffqXiGLb7sI05B5k5RNB+GI67KehtTOwTKj0HtV
AR/X9eWsPvcAX8GpwNAspPElKWNdVk2T4b5O+jAemkTDM+nOVtAAIIzyhPNrUgwVNVMr23XF6O4i
7m4N7Lv02uAjA+IHqghcZcQwy3NDOD8S1A9hB1MrCRTXOTdoQ98lqvF3aisrGE3EFteXvWalXFgP
dAiDRw9ImqXIaDabMWLiIlP3gGTNfETwy3wKVtuNDV4xGfBuAHMAng+92HIZnFRqX/MiZqFm/S2x
f3AJDNb4opH200taCJIOMk76vjKpQkNLz3bAqJ8iboUgxNhdF7PyTotYE+0vYBkRLZDLnYvRpT/k
KWNhyt16V0VFzL1pdt8IxVBJFCMx/hqM0F5XODxGlz/fhECtHN3iA6Sjm5W0QXBTsrDV1G+6oh56
1brPJuUYqYR7o2PeUWK81nF9nMTMMpQ4gZ+kNfhnKChdxyzHWFMgk4Pr27L2VcixweygzI3eXemr
ihJYPLA7sDBpMGJhpLtsfrIrayNDuaZMKLeh6oy0HpJEUixbUyPpgWETa29v6/pnYtxrenp0kaj5
/HIwDw2pKCAzYbClK5kiD5WqboblGM1OM9EebL+19adLOiDk/yhFNti9YfOozVnY7wgwEEnxVWv/
lOix/np9NUInl2G4GGaDmYAusLXAT0mr4cbgUt7MWajobuE3Q1UiJOW760LWNOCjEGkxk9VVZlyq
WZhkIHbVC+9f3G8b6TqkwtADDvdnefHyuME8Z6vCc9B+07MXqh8b+vf6EtbUC5UoxJjgkAWNghS/
aHUegVCihoj4Lo+eRnbTRwHJb65LWTsNgGDx2ABUgKk90kbVfWQ1owWLaICe+g+a11rfstDnvGF4
1+IkAGP/kSO91E1blQrXEhZW3zJ4g0riRRh4HA2Rp8ad39TqIcqzU1bV3jyFmZ3cFZq5cV/XXtfF
N0iHVrZZX9kqvgFJsOI3qlbkj/O9OjdOkJS75PH6xq68o2KCgGhjBl4e+bmlhiAqTFuLUxaWSjil
+f2YYXJle+QMVLTVVmvWirojgYpUAaZz4xGVkfl9k5qxTTWGkdmz15G/MYY7Zba1calWNBItPEDP
ouaPDJomaeSg1AmPmgln6LypmE6qxHvw0OAQt/Csq8tBMhjdYUCsXQy+orHT1+2o45nuG08vY3+e
T1OxhXlcUX1RRBXdT6KP0pCWw+sibaltw6w6BNoY+2rb/Isdw9GjZg3sjgl0/VIJMt7SuGsJC+vm
Vzo/DgOYyMAKyJov15Vt7WTQmIe2aagaHDfpKcJQDAyOs1wsBX6wwRPwBMW+kR1A1bVxkdeOBoZC
YDcR8IEeY7kiFHowKLSPs9DCQOLefHXB1GPTz0d2wlQIHK8gOpEx7myohygfWgghqRc7Oze+15Lb
OttCl6y4TyglCSSXKCYBYSstBl0lY5tDTssiL03ZrmnSG0ZqjF8NhzI+Jb1zQiPE4fphrYV4kIfO
FqgFXvSL7rG8b6aZa3icQv0RHQO9px6KewfsKkH/e2CA5G0c2mV6VOAn/hEoqUelUjRYMSHwWd9l
gfJ13hU7Y+MlWRMi0GlAwyFIQlvhcjOZNat5PkxZOGsPbMTger0C3m//26xeN/ZPeAiSB2HhVUT+
EDh/5HulW0VB2g/oopGhWcXLdw7G5ewxldd+mf9gxN20VbNYu1sfpUkaX6hVrSBvCmUcYqDK38wY
fJNq628nR8VvurYuYbA+ZGvmMtYSSzGxg/15trPj+ANPY8F3HfFL5g/snNJ9WwV9fWL761sqTN01
yeLWf5BcEcPIR1dHV9NtlYTjrv3d9p7z9r8JkW7bEM9zGts4trE9/KA/2fcZtKRP12WsmSc0QiN0
hvMPyIosQ22S3p2yPGw7+rtE8007o5uJtMH/JkZ6OpRWHZNJyfOwaq1jUSQ3czb9sE265TatLQcu
4DtYHVGGbAgBdYuMYmZ5yNEF7fVor9kzHotCg7WVTVt7DfF+AOQkeBXhmi9VAKgRAKC0Ig9dgxJf
i9CoSzDz+vq+rdwlQO4RkQFHisSQ7EGMceO6fIaNQG7ZTywQCbS6j9IoMHEbkt5DX0ml0QkMo6eh
eI8ijXRtbad2st4Zs5D2p75NPKu707PXujz0FZAXv9ThNKVvefwTpedas/yp23IvVtcqSHyQzBE8
OpJnTaOmNEYOdS/Vo42grUr3PEr9eMtZetfpi5WipgL3D8A19EwuTy5pwe2IP3kI7sW96c/BW37C
0CfPQN662Fk+Q3nl+jGub+4HkZKyzCyemMnTHFWPYa+e+E7dpV7SeQ/aqb4ZD4VvbUhcuQhEtdE9
7iIYAuZDaO8HA6VppeUOKkxjlOWHEnxgqE4pycP1Za1YQfCzmII8TpyXzDzUkwp9H12UhRhgh9bd
w5xpfmM8dtGL0m6kzFceS7i1YO4w0X8CnifJ4HZgZq4thttWgPzGG/KYghKQ5od8Msebqkc8maMH
8zZFB+a/2EkxvVn0HIiEgvRMI1mj6zn+Cm0zHIY/fUiHzwNI0G4GvDpq/DAlIE5bHpYxRGWVxEkS
9t1bBRi+aqEVsj/laF11UYi+fmgrmoGMLIAjwL+J9jLpnoPDrCXKPKXhnFR+UZ/a2MTA7Y1gbuUu
wzuECw0AL8JxOS8Lks9cZ5aJepj5mM99oFp/iYuaxufRI6LP6x85klqkdgLH0EQ5zLaeSGQHvfKT
lk8AdW9YxxVNh41H3U2YRuig5BA6mjU2oK1NQ1Ce7hwEDEFqaSjNa3A+c/ZjHipt45hWd/C/EoEZ
XuqE2WpGhb6DNKzszDcR/uv0qQDHKsE4oX+hEB8kyeYwq2ihFRFKim0EKBVXsUDyc+ztjSBlVfE+
yJFsoNvXo6AMTMO8RgXPoIGVI4zcIgYRd0Uy7nBkkJ4xAR1Egk66S+hfi5jlFABRNNZ4cDV2HAy+
FaauCwEyEc06QCXKh8N4a6mcIpuFKuxM4r9g1P59/VBW7B2W8Y8E6VCGOGZ9pkECU9tdZv4Eg6/f
qPZR0W7BWxAgtPOvC1xbEiJhVOXfQ3yZIKF3KVqACQSi1HtfgBlBnZqX6yIuFcAQry2ATAKigc1b
qjQ4f6JRy2HDlcrxy4R5Xfc2btVGLjdOCAE1nGADBjZdEjK0Npt75MnDsor2mWvdUeNrSsxzMo73
Sd6BrsU+Xl/W5U0FtB8PBGq5MEawqctlNZFiusBw5yGatL0BD9H4EDvPA/20QViKka6P2btZp/Rl
HqKDAPzKdn83V3dkCyW3tRjpdUirqEuaosI7S3ZZZqVe2iLDmNeZ17h/ru/bpU3FgkRhCdU7G2Vi
aUG6q2QOVXkORNB9lFYvHbhtqrHFsoChTUhwXdqaXoBqAAl0Mb4MjQnLU4rUXkGhAJ50QlHZT5Ec
U8aX2uz8uun+ot9pOylzoe7i9qJkBm9WNCnK7HlKbHejOld9aGa0CVpANAMwdZVHox+3uIJWRMF3
AHMDcAtw4OUwwQa2qpwSbQhZGmFU0ph9GzGZdT/bVn+4vo0XZgJPOmARguJDtDKp0kPYRERX6noY
QpRUA8WugiTbSIuI37Aw4EsJMjYijzLSNhXWgtuqeH2v9jtIbPZzwbojwHvUV9RG35tW6wYjG7Wv
1xd4mWwS8vHEo24K4CumdSwVJXFKrYATOoTDL1N/NP0bzcZIpAIYTzBn+o3fbqz3QjHf5SFhgpgL
xR25z8nJS8JqB+sdW7/8kwANBR76PpiVjWf+4rpJcqR1DXWUoOVTh5xxH1u1Z+vPcdAYd/pmUX5V
G+1/ViRdNaM3qR65WBE0vn4BsexN+sfFnKtml/pf/6oB22+c2dbSxM8/BDtxnCYYpgOBt/OvhyTA
jMWNx/HCKoq9A/s3Mp+oGuMJWwqAxx63vMbezb/K1J/9Ug9219VuS4JkDMsKGcdcaEFLzhloTaPW
ArUpGJJ/XZdzGYlKS5EMPLq3e722DFyv9Im2Qdo8mKbXHcNo8KrMw2yI1xGzxy2MPvwfBQvL8uGQ
KquO5yyGYOtedyuMqeX7pPZf+d5Qj9bpe/Oz8jb2dFUPP5ya+PkHiXNXMy3RcGqd+sKMWzN+yYwN
2pctEZKql1GqTik1sZvGwzC+cee2NH5sbNxF9lY6MUm7gVuc81woH0vyALRfbuKb36rWY0H35BaH
SN8wFGsmHoyIaEiH/4yYVFoTWNKpAe7VIVTT0VMjPMbG1pS0tW37KEJaUpugnZrGKQ/10eM35Jxu
PPZbSxA298PJYxhDARlYQkd/6N09HZ42zmRLgPQMJoamtLWZ8DBC9qG6QeNAndwZP/nzcOvcqeev
6T31s8frQjc2TaZ4z7oY0Fk75mFW1EGp1X4JfGKxNdttVQr4NkB0KLItjvj5h62rUnAPZAWOJhp9
3QMQoNmwpWvvHUim/itAUi+Q6PCs7RgPi9/AbvjUem7zwzDsmvRgbpUiVq0dQjTMBXFQ7AM5zHI1
SZFFOpiEeDhpP1RBQ75HhspLPIxYdXzzBw5pY3Vr3st/BYoeaUngwMausYVAvzJ8NfXttw4sLRyj
ZZAh21Dz9a38/9VB2MWz1DPu0JIjkTn9dT1v/PtzA8m5og0gQkKMi34MuMeyj+70NkczG3Suah4L
+pwltxN9vq7WK4tYiJAepLKsKpuB7DTUte9l9hvXtS7vW/T/P2jlxrUVqiW5lgtR4lZ/0G29r9B1
jBEvYZ61SHT8NJzvIyaIaFsx6LocFHtRin2fcbGUI4wbHwzcIaiAyx2/cJDIw2QY093SgBXPByv6
R5Jk6AQDhjbZuExdSX2GeT1moeyY4SvR6JGN3VuxeSCNdpBSwRBNF1ie5apiddInp8o4MO69V5iz
x5H9uq4LqxuH2T3vYTT4DCXjY2nG3LEKCs3VU17He1AmeiY5mmN+vC5obd+QsEZFGV0wqMtLmuDU
o8XNrB/R9N976XiTVa9O8V3k17T+8/490uMoz4v5EQIHsty2rKQ8TY1yBE5+eG4Vr9B2Ve0Db8I+
DU0Ckd5HSdKiMDYv5qrZjiEmHoCJyqCJ3zfFViB9iQoSYgA1wB9UDuEYLxcEuqfYtlJMEOwMvwrV
XVQeVOU4Em/ODvVNudWdu2YfPoqT1I47GHGqjDiqxGBn8lvR4yCdXvV4p2kHoIw/SeeCeG+xOOm0
JuQl3ZFhcdZAg7xUvRxTmz/JfQiQGgp6eJWAFwaQBu0cyx2krjIWtJ3HZyC7ME/QKswbJyZbhQtp
4y6kSG9fwZIsNTLM1LO+UX4AlQrXQLP4hKF6Cv92/TrJDQ2yLLl7jtDGyJUWspgSKvl3Jwcp2Q/y
Qy/CFFW1bvASdqR35fhFn+4Q2W5Vu2S03H/koxgLEitE7hfFyyR1agOcb+Mz+sPBLBfkw84Dx5x1
Q2/R9evsX66v9x2H9OEluZAnXbWCFHaKQx6fzUPWfbHmYMAgzT0mNheo5RUHfpze8OeY7if8W7nJ
DgHZXf+E9zGE1z5BspWDyDm1Fsb6OOr3zLnv0ORTFsOupMcWLav0bKPxgmvpfc+6oCm/k+7nBNDe
XNygYOg75Zklf8p6RzBscDx3VQfv5GkuDqy17hwF8w4d7lfKQ9vVNx3RTtzk/rRRD1hXGiCWHGT9
gT+QrX3UEdL3iT0+Y7qE6kcH8Xdzg8Gw+G/ij81+1A/JKbi+b5Ll/8/JAZL3zlKLko5kvarJRY+l
rozPI2BuZlCVNQo68WSmHgeTcxDZ0wzONzStXxe7rjEf5EpmbKzjjpiMjM+tjuh+CNKC7y34B2b0
gAIPM9meK69adYiH29694TEIwFwv1T3CrSAh33IG1K/F/RSTOItzufF1csPOf3bFRiUXrJgEQZ/k
tmYOhm/NA46iMalH0t9ZdYf8Xuag6nQDjiKbK15zijaLDjJr6n/kCuYdkUoEZFcKBDPFRBNqjNOw
kmFPCdhfwDRCIgxwd4ogcicvjjOMvdsp0blBzkC7rapnZC00cEDMferls3G2MSydPEz/x9l39bit
Lc3+IgLM4XUxKo00EjnBL8QEmzln/vqvOPvefSSKR4TPi23AgJordq/u6qpsm4NZ+fGiLU0LXkEA
nSGtCqaQecjTil0qurnc2GX/lEC6KA/O2Ks9H6hRm0In0PZy0g37NXn0hT2KFi0OfIBoawFt0HxW
pCKFShrV2iP9UjGZOYpmlRVGnyY61/3dg2VaAdgCcRl4SlDamQMFFCVBqwMvtzbfH3PeJ233ElGG
yCIrv0OvDH9emdJZNuMfexN+FHAW8M7N6U1bnkqFkeFae4ia7NL3HqvnsIsWb16l0SakczGEbAIs
5oX1Omkbp9CvfPwNC44RJL0AAIFJEw+buSh0zscxWwZKa59ln0WGmSc0miip73gs1Xitq/an4Di7
pwEBBiYJdxwNKsmZq4hHpaHSROzsSBzSp5EXqHMs1RTUCyNPBIVKnW37Bjuey8tB82qwLaeo+6eD
0ujBMLJ7apQhsihygzq4INlCeJwbjRTKalMXza4JZAe6kZwmsYOojhIYv1s3T9VCwWUGkdta5yD9
WTJVblKNzxhUB91Pfqh50oC92+DpAangquFw3whcMa5c8UsbGXceqEBQAwGgd7aRe58uvCCJkBaJ
01fwrz/z1KfUPbfFU8U5jxd1nrf/2VgADANxgPoipMZmkVss1x24WbLO5l1d4TfQKt0oDPS2/Jzk
3Z8WpINAg70OVacmEgVU8VoZfQ4r+n8fgLAY8rooBs5RlnnbeKNEFZ1d8Ibby2ZT+MYkAZtnGsgP
d+W4SYNtgkq+yH/RzSVrQHBciKCLeUtD7/R4Npa2uAg+Z2hVQtUBz8DbCFNIR6HlhbyzKfdX0XwN
yjHKSSkSKXtaDdBnKY9/xo3CE2rhAG4DUX1rC2RjSeenTWezdfgJGCaJJBExWHAUv1oqV6EA3LAr
aKDlxb6yOfOmXtmzeca2nc251Bcnm6FrZjlcqLfN4soEvEUbGrDpMD1x01Fj61W03DSBd6cafSzK
VGqmwSJ9O+gxr8FmydSdnfA7PtwUzV6ID1FzhFpvrQe9mqFLp8x3TIgrdNTSw7jGxLS4wlcfMDta
ZZMU/DDtNs6ndCFOSC+khnviQR7egFpMSvmVGH9txNMHXSVP4MLFMBSxzOHAPPVMtSkSZS80a/nH
RZ+LA/zvzM6eLVQHCTUlxMwOVGUxUaHReJXn4iagegIZO2RrJr033wgFkgjm42PzX/bVv8bnOVa3
Z6Vu4DHIOjYOoqjmOrLt8ps+OpfKWgm6llcQyohw9ZNkw2wPU26JJHsFW1LyXtBWHV1S4DuHM+e+
KCumlid1Ih7kJmt4d94uXuB7PRvQZWd36e8uOIhgqnbxek81tK8hF5a5xp+s/vO/TCY6scBXPZHj
30VPWZ3SdYtD2sB3yaDbMQQ8l3JoLauUQlrBkpt609SW//ux4R+q4rvDeWV45gqgVyXHmdDhcI5g
4DuDqtIZacBNctyBuAf9Sb84CwkdQMzOg0zGpusOeS1bCoK7rg5VyJJuQt72i1NBX1i3Af2xiVxX
j6Raw7Yk4i25XXlRTvfFo0+eRQlV0dV9k2GuwC0Ub2Rk2LzOqqm1nsWlqUFaDSyXE6cmwr3ZveX3
XdaMEKuwQ+UgGL6eNipX5SR5cQVT9CBvrcXgBQDzcPxZOUppUykaH0aXZIp7YqkDXvBidgCR2bYE
9uTUj2bHWT3e949XcOFoAL9DowkIHOt4jcy+Ep3IPpNT02yYybjt3WeB20AEXRv4YyGsMRwuG4Mw
AeiG4S3nfRhuMPYRlQg4hykIkC2P66BMQMToi0YPftqGK9HnwkpjbP8xN7vfABlnQOXOd7ZCyr1r
GtLwP03evwbmAIqwFwRojdOdnceVWtCiPqQf3tYzhRE9bt0aMf20MWcb93o4PzfPlVsoqLzjqwHD
2QmkXZmqH9zKox+fXZF8ztVR2uLH2fDiAgjHShXyLfwm9Qqt5Gutqo9UTaR6I+OkuD0NoiYeSJ7y
WLrllg3qQzSspajn6c8p3MGA0WcHdB56kebtuOBfZj30r2Fv0tlJkdz8yR/iSUG+ZiVV7obovWWE
3wjupa0QVmVKhCb9S+D1P9+APkl8ANCv0IK6vc5bPm8Un8OWzYtnnz2jlg5pcNHzVJ7dPD6JSx5x
Inf519QszgiLPlNKTsTpKKRjkVr1W4F86BBUe5raBl+loIUHFzws7poK/OLGwsvhJzuA4tbsRuQi
1y1LhoLhJpMJpXTQKu7Dem2LLYQ107P3XzPT/1/t36pP83CQ3c6mB0sOBqOtdpna5yVp3r3GLJtj
s5NHAmqieAD5ZPrBrEzwT/Pa3R6/+oDZWtY5E5ax4CMZvOmN1ob8RkAivTErtT4dBYMzflFk1A4h
TQbtqY2tWu3NWsUrIrOeV9Z6Wsu7T+F5dJvLU+phTtviuUPSoJqEhFz81EOnHBgUGmSipRaXb2Fo
Iv4jFX8u3uqqJtyouuOT0pxrtXHfH3/InJDzn/199SGzJ0URZdmYBBnSQsc2I2+Yf+ZcJVYtQZzA
TKAsGmNFzlKotni3st1+jM5MadSjWkWNVhcGGECio48O1fQv6aT++TJk7/HAmxLNcyLvCiGwIgdB
b3Nt9hYoxfdQ7/zk4/H4F9cB/VgTpTwYo+ePC5mrB4EJsQ5pz1DI6oI82aUDTSxTPXNrMF6u4QcX
z9pUSARuGg53ftZSVDy6pAl7G2Qf4Zarxuhj8MN0pZ988ahdWZkdtV7h3FhiCsxd1PB7iBZ7u5zz
fSMTauXyeAZ/pITutjJKKwh2FEiczylS5IZOy6DGFCKeao3aGLasyZpomncowzfzN+wWo//Swg29
rfRhOGamt3+NNoOh/GoMb5PrjcGYnZH+8T8ESa2aDf5s9UtgxOpaQLAUnCt4qP/7rbMbAPysQBTk
uAFC1ifZQHoGWQH3AM2fiGWJXFiud64P/0sm7sbs7GZ3wccRiDW2MpUfAvpX5l5abiOnRwEwsOSU
M7hlHi/K4vpfjXP2gswimYl8Oe5tqQ2Gbdb3pZ41bbkR5WCt63opGYPBIYU1qTPinM4GV4LlOfGC
srczvdvWBmumJ0ajvsTLtLqgxd+LRmpW1uMBLp7bK6OzAbZUP7UlpLg/qc7dQREsUPMy4/dl5QvE
zziPAAAsrYR7yx76yuosoEzApienPobKdpneW0I9Atp8LC3oqZXpAcxHrIusrk4la7fG8nr+O8fz
RyXTINJ0Udm2aaE+sng3oMAkU93KZfhfjsd/zMydQQyluKbOUehSkOY/RYqstvQ2cAkrfXvvbeoT
iblQa7HnUmkCaX924pJE67QwB4wnLhsxDWj07IC2vERRJeRM6wCKuYGGy3gj9KNauwbgyWaZehoQ
SBrPnKr0Xak+CmlDfXjUH7bfgXNNFfm1J8tS6ezm42bbmympNo04HKXE1b3QrJrnOrRlXhu6TYLW
ABXi5ZkmRLuwkUkNiiPl7xO7N/ZnO50KFOhbU1j6PPXUQE+yfSTpdV6qUr5W/198L8HvcpCoAwPT
XDSO4tK25Ut4DZd/YwdLbN5FCmw75uOj+1+W+z9mZuGmK3rpOIEn7JAyeNA0oBTCy5c6OaLVRy/Q
rISQhwVURNZi7DUBG0IGXC1D/JFIFp0deyoncbBjolZlA2bljK/NwcxzBhRfyGxb9zY44lQ+8tXU
NQQqe25WCRCXL86r6Z45o97NpJahG3iFKDPCYB8pT0URvufKSQmt1Mt3I/3OjeeE3oa15TaNBt7L
LSXvC2UNsL40aNAVwGFMUpR3ar6B7Ne9kA24XqSi/+CDdrLD91qfi8y+TRJhbZanTTuPGa4NcrOn
QK3woV8AROA9VeKJo2sCItwmMIJsm7Br5YIlX4HSIg1S54klcc5AIg81x/aZixP84WWflb+hQRfe
FJLZfT7e2UuGUGNHsodV0BI877pyKaGTJyYzuy8KbcxxiVGNk5edNWbBUebXbuuF+h5QTkhqQn5v
0pea3QxDhPe526I0OmaSGTVO1ycQaWtVudlyyk7JmS0X/FHSv+xq/YnLr83OnKDH1Fwk+NJgB2AI
qbZB8RatcT4sbY8rE/Ma+Sj0Q5ZS0GRsq7euPZZlD709I4h5Ikd2Ga1516V1Q9aUAQoBiAxwANzu
RipwC47KqMGufaRxIjz7pGe2seSusXxUCv92k6DxHtRvuP9Q7IbS3q0xTy770PehgskDsFIaLfvB
/cpYIkUrfuP+TN/amR8xOQrjwIMdStnW0q9ResvRC3p+PJj718ytkdlVXrcxBBhDIGOAdChUlnfp
LZUNtPHYysLDHWYgnjZVf5BNnae3IXY40C2g8rbQM2ovfyL66Vlw0uojpXkVpEXaTfbGBt/U8JII
O2n4HpBByH1KE4AaKPjQ8usvP/jNA9owbFM5t1h+w2aaB0/TNR2UJlam5X7/3n7vbO6BFg8EqQPq
LMlOw/hcW5XWigStLKK3ghpeszRbgARAFbTLwFIpbXx5EwmFHnmv6MtT6ZAGWmMFs7eArcHI4CCQ
DkN/Kbq0b3cvBkX5Ua9gZFF84FrfqnK9bC8915Oiay4p2IJko6to0kUjAagk5GkVDbYkcM2a3jSt
yqQfYQo+wg4lpQ271qR+HyeLuOZR/wAHmIzy8OzzuhY0qX3FDqiDMK4ul8VAohz8wm0U/l7Zkwvn
a3IpEpBw4Ia+47XiMkauAPNhbb6Ei+5VBr1emS4NF0U4Q+omL46t6JOIupSegC5IImTPOfVcA2YU
/AmFXeiHX4n8LaHvDZrdzRtEKKnGM7J6ZYOsfOZcJ8RjclxhLs/aLR+xBihp9Voqgi0SrtHJH+q1
dpAfToNbzw7/B4DLRGU6FdtmTwhQsMVJBCyrvcsI0mkFOYrq5+cnr36e9q+vr+/v709PH1sHKTby
pyOx+v3XywL7yOOgv2/i2Zm3gua+KHagaRVsfw+cBRHN3hAMMCIdPDMw6x1nugZ3TszREjeMnh1F
nTalkMTb0Fml7b73z5MKmTTxr0N24651PVA8WYyheWYLACYQo4bglAdyK+q9stYgigupcpQ14U/A
QDJBhefKM4wfSkHZSKJNb/13xRgtkLo8pboIjvDHE8xM7n2+wBPdDugl0bNyl5YbaC7khkYR7Ywc
BxXM4Orb0SO/eVJop/371icdeXls8ge7cmcSbVLgkJnitzkpmYTWiBxc5KKt7Q7lyT4av4yDFquD
qgTk09gc0TpNbIPgWjlXJ8uyVGur6yYJMXjtebfiVxcehJjqq6+ZxT/+iLI5neWiLZFAz1qtcgDk
C+zQUtVi329jZJO2a9CmNaPcrKqMHQ0h2h5TgAfni/pr+CxinXvl9uMTFM3alxpK0hfvsjLvk5t6
MO9zACcdhHiC+wXmXTtovw5H43hMNePoqxT5VZDPadKNBGpzJNuUTxrm/RIS9YMl2dF6Fk4NsVY2
wlxXBqHnNPUghsErRZm48W69T5nGojf0lWi7h+Z8MMp9HBj7V9ZQdBN9Pyrz+xn4zj/DVlqDJy5u
+ivD0y17VbqAChDSwywMj4zGqtlBuZStWUR4/xs19/Z42heyTBglCKJ++qJ5tATdGutB35EFdI0T
lpBx3ypON4K849R7B/dVCtTw7EN4bGVq70NgQIMh8QRGKLQZQIfo1iaIiKku6D3ZzrGigu7kZmat
DOveN9+amEKZqzlMAygpd64r2bTJbwG41UMj0Cm1Ja+vqKZZvLUKxVizODupACI0XOxRkt1rrdap
nkU9lbvIYc6slhnYoFZ6cFeux5+qxOzMgMgVQE8FEsPgXJhtUZEpBtaLK4wSHPntzlcVvVA/fQ18
5WpMUP43MiMl58IstoVZHYCGMKY5SEyP0MY51gIr1HpyEsyShHr4DJZsEpHp6xv8KzcDLSaU+gr4
otrthE18oDa16hmu6m8K8ORfKENeGdHizrga0Gw3ikmZBJRUSraWG96zkx3X+vh+CgSzKQMiXQY9
IwhCJ0Xa240hoUxfJ60k2bXGq9zOPVHn3AgNzJg+WtEvXxstb1uZzGtllETeZYa/80lt1maERXTP
LOYB5N6W+9St+9WFKxC1GrxegK1coHsI5TZI5TiQbajM6Y3+q9xIxrhndeLZcaC6r4/PyEJqDNiI
K3OzMwJzSTymoWw3OvrTAc03JB15IKLoH5kWGKHp64ipiaQ9tjtv3pwu1hu7s5PiuZXPlxyGKZry
tt5kTwHpSQsagddi05rtk6s/Nrhwn/6grRWIVoCVZN67OZYQ4g7jXrZdM9Q4q95hYQ3aKlbunDUz
s2CUg2gYsqYwgzDQ6jfes2KGVq5K749HswCegDYLwOP/fzizZ0cMiWep6DrZfks3aMAxomcgYs/e
QdyPZgOFDAkuEknNd2bN8PTD86MD5jnopqOVCnytswGKCOWzWBhku94XW/FD3MZaqfOaZA6X6Es4
PR7mtPnmxiC9gOwFD8yvNGffoUO3YLrWV2yu0AOe4IZCEc1De8CaPsdSNIvs838szebTqzkfYnih
Yiu+3qmCD1zrvuK0qLmIeseo7EpIN11h9wMToW4BdiFc29M2uvJMFVpX6jFJFTvdhxfxwmprkmfL
M/evgXm1H0KCzOBOBsQDZQEZfvb2tMGvbPblWcNDA1pZAlgC5+l7gFIUqRULxeYP9EexZb/LPyAy
09kzu/KmXLSEKGEC56BJFUms2wlrEpdvpLpTbNBnFOfwS4J8moFiJtidxw9pZdstXk7X1mY5jjoS
20BwGwXpuQkuhiaZ7Nl7Zg7lTnqiI7X8BelJNiFrL/wFxzeFQv8OcubJQzQwuywDs8oRvAYX/pv5
3ayxHy9dUNc2Zs5VyXKJCaJWQUDrt6T7QEfYsfyTGfUKecZCrUGGD0fvD16jaDyaww6YwIUKU5K6
thZVJD51zoY9DZoqqNWe0bfBMXYe3xULiSIYBICLQS4GTcZzFsmYblNKrmGQ3kqkMH08SYVdA//p
oyoMnnnCGgkwAJwKwVK12XWfqywoi3N79QWzuYX2sAcxK3xBqaGh65lIum9wn5Upbl6fWA3kHu+x
E5pr4or3dwlwEFPxDJgSMDfxs4faIJcJAzIo15bo0XDZTVEy2/EPVXfG4wlesgO1dMwtmBIniYTb
I1iKRVU1eUXZtJJvEYd+FaMnWaB8a/Wc7emVAGH6tZsbkkdygUEWAy8EsFHNm8cGLoLMRx6xdkzh
Eo66MtUyqDPoLNdwK/Emf7duSMODsg7lKKhnTQja25GxPuAxw8gJNjU+McWWzndyuMkVIqETzaVe
Xfc7gJJJeKABM/EuY38SMiKwDqI0VeLM/pv2PhpLci95rI4Ogwo2/v5dfmSZpciXrlRp9Dx5u6GH
4phruJ7WVFqN5gUR0kng/0tI8xrFpG51sUBgnqAG5vTRjvNWEDp3LgGjhAtFXDkJG975HB7yLEk6
vShTX3b1ohogdCohjRiCOEGPg7CwfDb39KIZ3JWds2RZ5ifmf2jQgOx42llX3o4XerADUqVoiz2F
vu4e/PIex+abqsckB4KSmFIVpc+CMqwV+peWdupQQmIWoRKKLTO/0VFl4UFBQQT8BjgJhlAuNDai
rZA6HEPyQ+IbTbYFUboYHkZvG8rHVInUgjnQnUozlk+pI8iSP5VhN45GVRJPPDEN0Jj5L9azIlnn
QNVcGVT2Ev8JikNSu+jhNJv43UvUViBNpMo79i3dCvwzLY9GEBK3M0p5z+Ffjw/nfRz/s4PBaiYg
9YfmwtlARR6cpfWIdBykbE94P5XAHoNLsilyz8qretDKNma1qOTaTSFUz3UsgqtrKC6emDQay7iy
Kiiu1iXpn2QaIfRiMrXmEikgLJdwpAAfHmlTqd88/u57AMiEtVOATEM8iyHM40nOZztx9OTY4So5
3oDiL3liKXHjx9A3CABgb3so5nFubyg5zhpC4twQkvBvxa1xXUmCAJliPAanTPL8cmszAOXDcnTt
PISUQ81kzyGOLF92BBQmpMBKRmJ98qWXgFm5fe6TLzAt4+UOqnGIYtDzWJB3Ra6gS9pzksx0O5Wz
OsZoabOrtcDp6i3gmIL7m1/tspo2xO0FC7MYM2Rz8A4W5pIsYpRxdFSlnhM2iqzTFMpFnUu7+pC1
vlkFDER526qyRt/lt6xPtQb6SkgTjrkmQ7hdV7qiXgsn794WPBhVWEWAtiv0QRD1z+6Jtgbvelh5
ThnxyLSFlSrSkaBOYtlGyWWD0QBSqEV1IZuKR4/QRKtSow7CcCMP7BpC4T5JgK8B2TzK6hCuwdUx
83deSAc5KDY8h7nIvppEh+EPDWKuUUVDaYh3Fq91nZ4GOuceGV6vPAPQnIwvCJ0c4+yL3bPo/86t
BHpbMQlRHfseWlMIt5mgS8xO4DRFeZEcj1clam0ep/B0trRTshK9OfDTILae/N3VfZsIEGfIkg47
6sUVie/hvcvtk+dGeip4hVT1W9b9HnbhaCbiuHIP/WRo72zj9YkKFf4Ek8it7YHrWGgb5J7Dyk+4
PFzNOw8UoHHEz7eNrLKtFfGnWjBoV2O18iN+ps/dC68PvSaEO0aVdJ4l3EmwE1nrXK2ldAX8+2uX
zr3Dx9JefeTcITWFIPlF5jmgS1SOVGX2nM5JW+8goG5YHxmd30FX/o3zLOmZwq1faoxKCyvL9FMY
mk0VmBFwCicQ64TfuJ0qDp2hXSPInlN1kZ49D8VLWui9Z7qZKrq/a2rf5mbRvKdjSDh+7w9fJa2J
jCkBF9QLhElN5BhaHfqIUNYmdK7HrcZT5jigNeEpjvXQPUEogy91KrIahTCxLjxz36iQuhflXIeb
ElQSNZK71G9efPZBQdAwh2Y71u+SQnrIvAab4BINkGNJt7WwhuH8oT1/NPhZHoGnkpZPINTkiIdK
NNDsSKr+HHgHpVWjbRC+FgVJrSR6RUsTnDaa89/TU5hZkaCN/t6rDVF4ZXtt+Ba9jUedeSDDs600
aA1ubKU6im5MuPKM24akvYM29GHqHlGD7iSJBvjspV8uv5FaJ442RXoEytCfNMj3omTw4yHNdzFw
pQFpqY0nqzkKx9lLWmq5pBf9rjQD6Tl/Q5PKY0+44MFRaBIB0EeIhtyKMEuID1JVezQlek4dGWKh
AhtfeBsw4bcawFoxYQNTrtXhkNVoV9PR/lapKfq5tqKsisOBXxP1WHJLN58zBXVXl0icQsyoq1zP
GQ4Jj7Zfo4q0DkV0nyaZ/1IPKs/rPB1pMrtGp7FwOm8sz66vJmb7MeEpz6FSkiQxeI5yVakkIogG
mJXKNCHoOF+Z/fsnP2JjRP+47CcOYdBT3Q4X7d0cX5ae79T0EwXPE479wfdkUuXAU6QTTaIeVQMB
c9KWQdDcyjiO/rBR5FVau7t3Fr6E+6cRacqvzVuukzBnC77hfCeThQ4kfYHyJDRsbxatxKjdUKX7
SoplO2O6k1fT9S5VvF7LkgGkYD7DvmVio6gDHUcaWzDZd065a1Dv+6c9vhDCpFAZYEGCB/q927lC
P5IUJJUfOI3LWWUQaopUqoCyV5KZV4bftHpFbdKwhZLcOaRe4nKvlEYkAa78+fjM3BcpUewG8xbC
QiycLImzi1zMeW4QkyxyRDMCpIl5lYzhgMsq4lXW3bCCVRL2PTqCKsh5bPkeIDRZhpovBw8LCKMw
i1VaYDHYSvFjRyyeUsUoPXDyWFl0klyHE79C6ZBUxEW7Bf1Ui3olV1rq0m85a/dgDPDTSUojA9D0
raOBrI5dVc6DLUxBC7BWOeHbl8EV4688AO/SS7NPnsKGqxPN8DFPIe6KHFZMOKfHNWSEXVUBxRND
QqQMU5XvM3/F1y7sZhThEIlAXwNJ3Hl2gkqB8Q3oMnZKQCL21Rq5zbTVZm7k5udnbiRguxI4dfw8
MzxJw0v3LXHb/KmV1bXE/k9N6NYSshDo1wEYCblv5JhuZ08qEzfj/Ch2hnjceuGBH7ZMKR3cZl84
xcjrXfaeD1arIrbQKN61H++3+wQo0jtAuIDLBaKDDJTZb80nLMU3ru/6TslMNFhhR6IBHZ9GGx/S
MiRJadJrvSv3++XW5OxwxQO4ophW8Z1JTCRiGxJzDBqw3sdR+E0hyfR4hNMAZvOL5K6EmhfIgkCp
NztQfZL1YKqUAofzu1jzm7EidEarVCdF6mNL90V9zCVkIYHsUzjcGvPIPisqr2ekMHSydDeIz147
gvYHvWbsb2R0hA/wlcapXhhMSLq9KB+V2hgP4OchTUVSdhetVXDvAS74HvBGIoUO9ulJuPB2baU6
D0OWikOnpg7dRC/Bqgl1Fp5dgxpJnm6So4yS5ECqE+co4qnsLS9Hmg+ycunK1NzXlaZP4ZE+AFx0
Ikifnaec7pMyA1eWU/LfeW635XNFnbgEklC+7gVEdNHUHzpCr3GoFfNbF3J9CC/ZhoUypf54mZa2
33RhAH+J2g+cze2sRFnRdwyUOJyG4xAOKU1qllxYA5ebjVYoFbGGIGHt/bJkFORM4PTBWsCzzIwK
UeUziR9ETuzLssW3Fb3pmnembndAIY144oXKyotpIQPyw5+AlYfA+MQVcTvOoXAhzjFgVkf+ix82
g8RAkwHvDb4iyaVHMF4FOtPo8hoseOnACeDtQQs+PWXHZmEW2zV5iEd46EhiOx4YMJxECXpd6nJc
ubsmvzI/2RIIqBgkWEDiN2+24ZqOHiTZj5DggPwRF+DyWnEyS5cze21iWtYr1+bibkaXfxg5fsUQ
Ro5IMyJu/+YAXXih0/eBI9CUqqJ92JN+pTS1tGOuTc+CIdHjFIRDReTIuSCBmqWn1DBmAEnKJTx3
pUwG7VSSmH9/NiS88NG7JALxOI/ARt9nRlqpIqceQjTM2i5XaD7nqWGf4zwma1v03stO4kg8Ah4B
OCF48tn0Zm3kjxnGiHZVxsg6mYWKel9sR2Y8Q/R8UnKQIs1DrGoxTQ5kWIhWXd5vAq2mSlAhyGOq
R8DYG00lfkvhwIHaigp2yciutrRPF9TdZkO5CYlutHeBwef2U2sQY+TJyGA5kl0jIO2KVj0ic08V
9ODGLVpT6cqM1vh6Fvcfpgi86lAwQ+ZjdoPTmTBw/CBEjpJUGqi8oXt+oUY1SW3kurnSaPBC7+Vd
RWvo+aW9tShoOqrzQaOHbqqNKiDVmLPN1LTL5iObxw6dtcGBymS0UMtxfAp534lAY39MRyi4CbKb
qEPevf/1XkT+AnU3IDShLv8To1+dPYHzorzP69gBNRG6bXecoHWFzqegZPn12NJ96zi24LWp2VUJ
ZlUIQHFV7LAH9Fxu3qTYqF39tXkLVBAI6LGBJsxtHqkSpP6SYwj9Lss7iqvV6PuYFohfGZcZpCgn
QevZkYccLzdGQZw4SE9XWsYyYByLIDH99w7wxszsgi7kLE7CLkqcZAzRpbwF15TP7sAe06/lOhfe
UTcjmge3bOH5dCPDFHdhzTEj0qv8DvFkGSowaq0jBRYYfUdQ+7qsrCh7v3OBVQYIEJHYpKQ8izfA
4x+2ZZAnDuBmOhLuH4NTHULjd3isiBFqMsAlnVadxB3EX4cd/Mda8LXgnG4+YPrA6907iAFgimni
lHSqkEFUYt2LhtR4PM6FbAom+Gqcs7jC4zMg9/MscXJNdE9Np4E6joVaL7gwDYq1Kpstt2JqrVhd
8E03VmeXoShXJRRPMDjp+F1+JQS1qUjj33oVmeBNqXJbVR8+nx8bXfAVsAkqbFDT4cH3k2i5mlDa
Yz1wGNSJQ0V4UYIa9RNOA0oWTRupQRtQZtOxvcqn2RqgdCH1PD3HgakBsAw51bnuOyo4HgpFTezE
YOc7hnWfM3DFHt+oXk4xAGMJxShfptzbi0dHQ036OCuFfZ5ldaYGQ5S8+F7YfkeUUrXfeO9VA1LR
bUOBkkORSx/tIwWYZEuGz0uNDkVpPHjCCB6RoKxyEcWITvmiIB0sGH2U8RlSioqgM3Hvf3J94AVa
04dldICQd5+qWSrCI/BCnXba4+lfPMoTCRi8NBwgikq3G5rNWkEo8iJ2kEmoqVaTK8J4oEdwnyVF
7fYCCtayGgVgg+pU9Peis/XxB7ALzggqbf/5gNmR5nk6DSGKhYdyaDUCDQhpE0CaOtpWUGPn1AiM
s19gp+wNGfBSlEYMvyLCjmrAsFz/Kak3/wWzHNfn2sOMB0RJLoV4QLXlf/hMQJ1BjwrmeWRwZpd4
h8bXIQ/HGOxhv4MP2gr3lM+DlLc0gkZrO0MsSSsTPJLUwmvUUnij3KcESOxWVcpY7RGcRxvX1VGm
jFi1jDZtvykDeHxSSIRe01G4p/aC5+NRPgfGF2hNvMxuV7VBgpwaeyZ2ssEqxF1TRCTyDeQHOfQy
h9zvpgv0Grn9NmRIG70NYKB3twEUWCK0/6CAWWxk7kUZVLFDN9vrEJ4HwBsSrSwo0q0V3ZduALyh
8JDHe356ut1+K+WXQTeESuygqt9qXiPmWpEMLlEw5TrKqSKJ4ySzypJaY8daeNJMSEHwJk0NOVC4
ubUMbSW3iEQesyTSnlX1XAWgwTA+CUmRrzjnpRgAhUdIjyD6BmfZLCTOpcITyjHAhc4x/0fady1H
jizJfhHMoMVrJkQJFItavcDIJgmNhEjIr7+Onr07Vahaws6u9ei2YSBVZGREuLsKPut2dBKLPaPM
sxPTaq1ccvX+QFALFW/06OPX4lAJiC/jFjwuT2IOmJNkuUlLOGix+KM+uqgHxC/pZI/R2rU1O4tF
YKmcml3cjoEZxUFStflTpRO9ujW0QyvuTRcHVEj35eCN9crD5rKLCxsd5L3ILKPoigayxRIOWtVI
EST7nsYOOQh0FkEt61NGs3pDWvkFxRDzNkI0lDjCaHcNNVwRNyma+i1wWU8/0rgL1JVPuubP0C8D
mlsDrTOoUJ9vKrGShLgVBMRGkdXtwEOL1hGuPchCox0gQh3tJVaFVBTymLbo2F15Xl5LDyhwURYe
XiiNgyvr3HxqBBE4zdPiCaJERE9ejRHVPXUjGDtF8YqBe1l4V5uNE69JvV2NtmFUVmcdCOQeFx5S
lXJ0EXWw3GtkqO4asbAtCIMEiZN2Oa1FRhv9peM+sPwkzF1Nb+Aa8RYsHcDsJwmFvAgineAVuxni
ZzOzxYCChe93N37lGEKnFSE4UoPIWS2PoTByLZFyqXiCUjUVlG3YdODEOFhr/TVX6kPoYMKL25rT
kzqaRM6Xoapa3SxTpXjK/PpB2OakoRDPIvf30v2fmshrXI7XcoJn9ha7rp+KjtcR7DFyiFz1ZwZt
3H9PN7epr5OXEnrmTw3UEldv7ysn/szu4qIpCqkxp0Qunro/eAek6r6IPgrD01gJygyoONUmCbQD
OLrE4aER9gE+p7Sz1BkAHWr3rHRYttJJeuX8nX3RvAVOAkphUvUAz87iCUXyGSVQ2p2YY9cPRIq+
m2GVLOSqPbSqieCnBKhzyS40jllsNCXsjQPgkxskW8mWedHDgDVHZz0VCS0PM0rG6SpKNz2xv/J9
0JDn33f2306Jhe+dY5P//o7F8cs7QI4jCztgDxoSYhEFBWECOlfsu+/2zWtsv0BLa0l2Tw/9593d
Wvr1Wir4zP7iGm+KTqmkap53gnZWcBDWPl4tLPGGHQsw/AiPwti+Cz9/H/e1Ssep3SXzUDy2YJmI
Me6WjhoByB6PbJoFkLfwbGX7u7ErD6QzW8trVe3jzIwwRtPYd2CBTfhtMD4P4fdqY8y1FNGZqcVV
mpupykYFw1KOOeA1yMQAGdztmx5PW1KrN8l7jxbFQ7CW0b7uuf7dR8vCihaGCCoinOhR2rCKtIyK
B/FZnHbpNzpzptQWQLvCnOpB1lfyNVed84nlhQ/D9un7bMLsisqdLqGVLnEHCM+tBsdXfdacygbJ
Kxonlmwada8Lqh6ip1MT9nPPo+bmEsAOYMDfCtAdNubaTurWH/KLqLVUNF0ruUF+MkeR0KrX2Mvn
LXN5bP/9mIW7KlopiwYJ65yUhy5yBrxrBArVBcDgM/Tt7HNbWMuLXd/F/5qcf//EQ86PXpDLYJ4V
zZcSl4MXVX1FX7G0SiWyPJyoCIHt/0QfarGk9TD01qjwwZfrG7TU6BSPyu5GzA94xAmdI6zgZJZO
6MLe4jrqA0nvew0CUczpAKpPjuwJuQs7IJxIQB9G5Cu3o4O1+d0tLK6A/7KKnlDw9yCZsDwytYQG
uobXgz9W+zioQRSMXFj1VldECb7MzFXbaCWOWSzhbNEA+ghs83MHKELu8yWcqjrN2qKH7pZdHUry
sVvDPM4Lc7ItLwwsbpNG0TtBiIfB75UD0yJSB//5nJ2NYHFdKEg6i2qLEejp4PRpQtuSgH0g1RSS
yQbuizIs7d+XafHcW47p72Y92fcDaEjSVoBJqYIWn3bAwwBiHCsrs3TcF1YWd8QYZoFVqlANQxeg
q7wqLv/0td34yp0A2Uj28vuYltf+f5nDgwMinUjoL1UtOaiPc7XHju9pdAtpry1kLYlKNK9xNU+1
Y2RJGw/kiv7NNECiTQAWNQe4+Ov3z7h20LGc//8zrOWzIwHoyywhZu6nybYbQzIpOq0AV+hanaSJ
LYYtMSaqiPpK2DPvw8t9+q/d5WxnYp2GHYafbcvH3gneWr+8F1f26vJOXEyyJS4uYxCsJFNuQU3P
bECRb0stkft4VnB/r9pXJWaOiA5LZn2qqUZGpIFQ8OrTtRTC9e3771AXT4oATL0gPMdQH2/pGong
yjZC2ujcoQSsqMFyjR8eyioRoF0MMhZbjw4cQ00E2iCOnww7yO+ryAHN0VS4DbRUKpKhUxnK3q3X
VS7rgq2alnSaPKAXuHXTQHPj93123e8hi4YC0ixOtbgt0Z/ejdzCEW5Fr0EbG2DXFmqLTiA5/zdD
Cwdb64lZgygNp9iF3tV2127WhJ3+h03171gWLlYYoFmSRjgyHIwNCU6t5BpEsqOPDpSGdzY0v+nv
Y7p+SJErQfEN2njoHzlfZFMKWzVIxMGPJbQoQn2h5jXJuu8WDRsG4NTBTcLdNl5rWVjEdf+cnhOz
C1c/gRJDyyPM5SA+WCEj2UuoBkQI107p1QPy33YuUh+RpZtircKOYn2YmZfdCp03PgFOOO/g6K0L
3xu77BQycRl/j+kaKvhKGIAcpogAAMkoNH4tUi9yqYUJcDLwErEIzI7g9OUPNDjcCYT0cty5wvAk
BNuVNZ1P/YUDPDG6cIBZ23M0QMEotJrvTAFdghEwWmyHXgZN24cg25OfVSPbijivUYFXEVuJuZbt
Uf8sL9w7klcG8A/LEroETapeniS4fi0vPIU/tkrq8KB5lypXFTunNcZt1VdIrdoRqOsKSOGk0kMH
sJQcsW0aQg3p3bAObRbs8nDlelimwy4+bt4zJ3d+X0NRDjx38Gu65mpBbnPrNmg9ZbCD+tBjSu6l
cVtC8P73ZZlP0sWqzFxwcMqI1JaP0iJneTD1s9kgpFPocYVmeXioBetjGjTHNIX/MO/3z0BPLC72
gTJGcj21sKg9CJvH4FbaDTv5trKtbbwSclx3XCemlrdhHmdRNcBUkzuS+xjYuq15Nw5EX73sxl9j
YrjutU7MLe69ooqLBG3Pgy9I9jhRKHrqvvAj5HZ5V9C1dM6yWfliHhcXYWRaaQy4/eCXhbadpnYT
VuiwlYnm6yC3iA6NKuG3nhWkMwtkAEKIIaKYM+E6qpX/Tbw64x9BmmVBeXuxpDoUxFgZyviU1pO7
gyY/lsrKtrncpzqQdBDlMfEaBpBt4ZpZUw5KyKTRf0VrhAOPuBZYXPpEGEClHjlQ/APqrefnbxob
JR5LGDDC4lGoaQMSOuQzYtWpKgbl6De57FZi0atjmrXO4IMBDlviZAIwMfIJdRxfee3Rv5VQyBbc
tnN7x+9n/C++7PyQY0gnhhbrI4scknkjDOF0y5R/IsWobMZnxZZIvDOcwYm3jftdO5BAqwBEsK3b
/vNhTSPr+miBzEOhD5fJ30rQiYMDIEAftBoTLOs0pDVV94K91vRweYFjoFCGnLHA+HlL3gYrqJpC
z/TRz00aQPHDrBwpsZtVwuGrYzmxszh7KaTxplrVRj95FHVS1J6Qk/qlFu9ama3EQsvqP875+ZgW
F4MgZXHJRWP0BzclpsNdcPt4EMvdmXS8IRMopqz5F60dsKPQ1Cvh33YF2dV0ZrcJViPwy+Dl/HsW
kW2VWiyVchPfg6dSlriB3kChb2XU142AYhIBA0gWlr2j1dBlStjDiK66HGXeccIq8hW3dcVhz0P5
18oidrbQ+lfqAqyoyUth3PdeAWFhxECZ8t6HjmXkVBm0lZFdPgyAHoTYMyj/cBRwDs79jBqZI7R4
YNNI3cT60yeewW9Ki1oAI/9+7K9sUpTXZhLleRpR4Tm3NEq5qpRNNfhBSurHANSM++BY76zb381c
WSpQrOkzLTTe9dCKPzfDJXO00iad/DIRMWftsbT8Ka6c361ciY+QtELvx3zHwMjyAmhLzod+Sibf
YEd2X/slRpWXG6UlaAMcQBgPgvMM/7Zi9nK5ZmYBEFBgE0r6RTncQMBopAVGZx4Eciy23BUd5kx4
BAnOd+sqER1B+7GW1LpcunOr8++f+Eogf6a+1GC1UTUqs32BnpqBaspjmCSUx5uVQc6Byfn9cG5u
sVPUGRaicZibUjeIDmoN/pn6set3wX2aea0hOKriCDPLcgQ5w+7z/2Z+uYPCVId+Is8nn/8xn3p0
HDFUgV1oBtVe6IJQIkYAvlY9WFnXJbkqr4D9YEUx+UVcUlV8rfSX8VVELqjvf34f3nVLkHcF4hq9
I+bCX6pNm+G2ELBN2odEeBKD96j+UYJvtsaAcyWhh2WcNcnRX4DN+lfU92TXmFbXxuUYTX7SGnaV
xE5axQQXroBEYtO5FaNlkAF67I+ScFe+d7xZ4TSWLu/f+QsgSyVrc4/ysiN+ytCsO/Js8qMtc3hk
s2iDXrXaCR6ie2sX0AfwGt9F3+nL71N8GbvNZmfMC1r+wbewmGI5F7lohdi/I7o5dPRTeNIEPQTC
eUYrYyff/27uyr1xbm9e8pOJlvOW57UJXzSKB2F6aD4YRf4UIObYJOW0Rb5k5dK4PrGYULDTow/o
grcVFBE5M0oGDksXhAXOoT6i6XD+tVVJQL4SFG/Dldvxqg86MblwCmarDE3Yl5MvUmkPIrSdtjXI
WiZi2RaDvYKp/NfKko21NsK0iyZYaZ3iKNPHiUR02hzvPzvyFgKdjnc6zTww9tkKXQm/r27WE9OL
m9gAlpSnIlwAnyoaq6hBTzVIQY5Av67sl8sr8nyQ8mK/WDqXNAZLKgg75dDW88nWJjcVH1n2Clql
MtJA/e3JYkjLUtripUDHZsvbFUc7R6UXbv5kwPM1cLJt66Ywm8HCJrKCt9j6TIeVc3HV0538/Nn+
yc83J6CYoqia1zIv783gOVOOcmWn6trb90omB8gUtKjjT7AY4915bqmotaDJauyawQWly/O0GUi5
4ZvMNtxjQZSdROEIXPDTABzzsmr92nV5an0xj33YNp2QwLq+01xUD2hOIalwqDeGE9OB4gNoQGtb
PSTgFFX3SLGTlVTWsovm77FBK9kcR+LRqlsLDwT6MYmFDaaau40jHNFz6oSuZjdOuZVH5GbRDskN
gpSznLnQA2V0NdlxzT2Arw6wOojcoDS9mASUv8ami7rJZ8+8pel9/Vjcyh9GZxc3/Yu8B9oX0mPQ
Jt33xzWctn51AU5sLzaaoWVmoYrt5FdORUb0ANfb+nbYBj9g+rxD2kW10UfkhfTjraTPGl5BLf0C
2afz5N08PZkkpha9z8hHSN+8x4ZsQXVEBPQ9OR9+SAfHv6lvZFej3Ht46vf6/VpMec3vnM7c7C1O
jkk7ZYbMcswcWNV9vs99iHGsOJx5/y9POtpF0a8OPks8IBfxY9kU2Zg1E3x3mB00FuWgPGrMjSCK
GToPJ+GQ98B8KkXTUaaDYMNg1Tav2wTloVBxf/+Ya14H2Di8QNBdBnTJ4nLmYieNVSxPflz9MaJj
ka1410uvg0GCdRVNEuhaFZcxR4YGv0CNNNPnKkUTWesXIA7/fQhXqvVo/JdB0IjtjuzTMsCI5UbN
jD4JfPOpehbBfocWQZq5AxVdeTvaOgELX+b0L7+bveLmYBbcf+h3l6SZs/18p2gRqP8auQ58t4yc
6SWvyLb7VB8RUkEk1yvJuFVf0O4PyhlQqQi3w8rL7srlDPs6IisccLiZJX22kIdK34L8y99bGdV3
8rNwk74XXwORt9a7deht9ljdchDBNhuNKrfizRps99LJgIkAVPyqKaLrWlm2rKGDKQhKWQ/8MAch
BzQQxltNuEWCDAnNXl55Yv5NU56fmnNri1Mj8VKymGYEqFAzIhzjD4HMNDqy1zuaG9+D7dFNPd0e
CNKC5PFet0Nye/OCrsUbiea3/XZwRFt2O09EU8DkQIjG/n0/XJ4kaD0jdQaMNzp20bB5vh2saEoN
loaBHxUVUQFYXhNbWWIscK2cW1hsOBATZgEfBMtXPcHVXhuPPZVO89S9WE/1DXsoPOk2WstOXomm
z40uLvMgB8gVhOmB39zz/QRe5skpaEoKutZWccVTIB0CSjYQYEEudHlpmn0Z5YOJ9w9k5aFadZM7
SnqnSik8/e8Lde3gWiL0O2EM6yT/DedPXHzAeM+hBi74OViJDtFtt1X22QM7lCJRt+I22EQ3o689
qfvwGNwI/hpz5nKgqCjOwHJAaC3Q7gBAfL5RpFzvhqpUBF9Aii6Mv4qyIxk0OmuloaxaGew1YwgC
kKXDWJHKXhgLxFHW2ZSEB95si1vcLps8nIhZALg7rVApLN3BPK5TU4udwse6Bhg0DQ9KEGyhageM
fiW4VYNEXQhNuwRZAjFce6IsH5dLo4tAZxjDEtQ8GF/9eDQTOz7o2xTeFlv08/ddcxHU/WNJnd09
apTo0D1fNqQilQJSS9gPEDP1ZVq6mZ3Y9R4p3QxBC/RVnZowNz9at2sioBeHcGl7XuWTHas3rZq0
QAP4FvSH2vBRn7y+34SHeDuUP+EETsn46/fhXp1XhO/oOkc9B+Drc4sjkwOjETCvEvdkza4GkYiv
CQuJEdyPWyP+T0PmvyOE00TFGz4U18q5PZb2cjal2DxTnD1kA7OrriBSEyKttlWeovxBjp/CYEYz
V+yYZHeZUdIGjO0ziRbwR+W3PMXk9ym4iCsW37QkkcmkoYY8B+bAiggSjMdg1x7Sp7GHl0h95gMQ
cdNuZ6FbstqAeO0sgXsC5ToESHNO9Xw6It4XbZSWoIZDO+Uh+VO+BG/lsfUMGkJ6ZVLcJiKCrzyN
rrBd02BZUoLh9oLlE+OLtZf6qh3NEsYrKAHkzrDnx/xDp4ymh9jXIorgfNx3jvhwI9x2QHKtAf+X
ITjsqzI6AWaaAQvx8SIEZyrcYwsp50NYeHl7bKK7IbiVpTXY1pqZxYFWin6UqhZmmp9uN9EVb7gM
B/4OAtS3gOfPYO2/r6STIytqUlwgQILjNbu3IK63YZuuJPT+pl9OQ6LZhqKByRQlBLB3LeFZEXRO
8M7uogOoKL3SNXeTne+ag7Y5CI7+1RwYEI07y54O5R04YI8BsjSbDcoNKFJlBws1/f/8wJx9z+IG
yAoTeBXwuB6a+rkz31EHJAwUeeAsezOrp7GxsXlqyAbXX42ftqQD12r+pCG38/t3XDk8Z5+xuBNM
KzaEWMa0ZKDdtdDabil3qgBW/Z2Seom2Yu2ifotV0FBggVrPrBKFZ//5Wa3zCKg8NsSHiEEkKqXS
Cy/IOBJw+EI9YMrRNFw66nFwkHD4GfeiHVWEAbpBN78P+6II88+HIL0LCk6kX/7GPSdbrjeyUYn0
Pj5Yw4OskUK56UPI58YDiTbpEcnPg7b2BPiLxlpsQQ0hFJjA5z545HzOBy8NQJAN1hiDeMw33GoA
iN+tjV2iuvHdUGwUy1UrYM8hIvIVujmJTB/vIWaurMFFcn0e+ulnzKfxZOgCtNj6UJ/igxJ+9FJD
S/SLBs0xvw1Adjbs2/JRLu0SOmGAZQvay+8Tf+WuBPJz7qEGazhqbAt/OdQRuChCIzmk+osJutoA
5LFSQNJ3BsW1GPp8RbnKonMR16EvAa4FkFwZGdoLuBCUjaoyzarhkBOGBAk4a2lDdCo73a1Op1f8
5/fP27fRBoMwnchLTVIbWjLIn5ToY5gQrXz/VSSa6ETRULxpiWX3eBhRW0Rwvw/tEokyEFFBk+f3
uVomW/FUNvFUR90TiSkdJNnnCzWVVtq2aIE9dOVjLIQE+s5atHIQLlzvbAMR/ozIB4vTEkGYRVEX
BqwbDq1Rkh7kjSlgq78PQ1rCFI15IMjtiRYgowrGsVj0lgt9ZkXReBjp+2Hf2Rv6WtvTH9BJbJD1
lOnnQF5i8p5jBl9VhxzdwgYjP/p66fHxCF5UQrbvj9s/UFGxX2YBmoe7O4XYO7+jbz852fWuSnRy
i9QQHrAZ3cxNNTeSh3+s7Z+Ofvy0TgrZv4z29Ec/qoBkKfjXr87V8P/S2n0wyUBNkm4zcoMkm3ZE
it7zFe+lt98K8uRnxGnp73NycQwWM7II4cxaRCfqGGJGvKl51ARb/DMU2JoiOEq2VrGSD1DmCT7z
POfmlnVJoWN9qxowtz+8H0Rqp+SZke3h633r3R/sw3FbO/jDd3a7D8//rr3Xjf37eP/qDv/2BYu3
VR4PSd5L+AL9ndu1r9Pt+9H9dt1bx3bg88mD0xFPJx5xNs6NT583vkPILdkR78M26dqWvOYRTjbk
UrFUH1U1NCZ8TUoq59Wgq9SsK+u75HrvIj1OrB4GOMQt0K+AS+6n/Rb+6K0DFGaBTb+dnGavHrP4
DghR0S5eIWf++5xfxuSLVV84+sY0wRFe4SNYeSuiORe9zvIMoCOI0aGjHH0JwZ6BvwEg0RC9Pygd
pwWwwWvB3dpkL0LUoguCsFDxGe5zgUN9eD0yItJ9Sg5gc6GPBIePYg+8uu49x/3ve87tzvMfXhRK
9093OIFfa8t/eRODUh1U7ig3ILEM3Lh87lmDrrPGMgYxYy6jP2bbNE8NK+zqPS5ewKrOmsTORR+E
IMV46AMqNui2bwDmJwAiWMmaFPlSHnV2jxCxnPnU0XkIctvF2TAEI+k1YcoOrwJU3Wy+DfeFLdxk
x8EuTKJB/A2CB7bk1RtziwniHhhtAzhLG7zXduX+JAf+VKy1/V+ZIxmvCsRp4NxFk/HflOppmFAJ
RSMVUXOIC4YmZiDoD7iMUjsoA9Gz5IA7shZWnjQO3AEjHf+jFrK1BSdxfpMaWWZnYxG5hSnHTmGN
udc3TDiIhh46UyyuoUUub0p8qwqG/Dm9imzVYqcPsjoZTE6aQ8neWgXCyvlDMqwBvi+d6GwEKzUT
2ep4qpxvmsqwoqqzYESfs7aPANpPIKUxib7GFQbygPlnnbtL1BewJ3QFja/z/ji3NTCZVUotDI+I
asB5kqFFb4I0CdTV1TaUPkK1S/5M0ZCJFLI+gKQKAv8eR0jLeoAmBdBbHfPCr3vwpdoxxGfe66KS
bsZRiH9Yluqz9mxv4WmsAPuYlQjHe4sFxwmpvue66EtwdPUaaEm6ukMXZVcLXbhRUFTxekEOB09q
p+IxAmGaRhM9GiA9EWRotNEgreiNE/YSCQYmSNtM67KXqutNsGAr9QBAdq/yr2pIzOeaVZGyLUE9
21JQN4KgWDay6VmsmqYBOViVs7H0tbIBOREBoZ2Y/ESKEYTA+JkBBK3QYtr0k8tUrWDbuLXy0Y1T
s5cBeW7b5HNsBQ3BnKLU3E60bkIkEY8g29FDPo01GVMlBnVMmaog3tEjvbKzJk60G5WZLN82VgFA
nFTGYMkLlBZEULqWTQEdpwTdl2nXKKLTzZphVKlSM/fkSW/jDT4F7TdCyPgXD7F70KWssoyiugvK
9kxES5xp4AeD/UXnL8wMBhxqjcf6Xu0F8JnnoNTYAuU83FdZWgOnz7TSjzKdd3ZXSs3dkIvhy5Tk
/LNWc1mkDKS6BzlJLY4uJlAmVYZsVV4iikwg2ajy3pbGTrM1loLTKSybBAT6pZmCfrDt6+8BZF+S
rRmszmzoQ1W4oJQxSdwxVtIAbz9R25Y8l78rCI4IXqEWAurPhQAOE2YOk1sY83IPSmtoxMxyHoH6
TOChBxGI/DEwROCR5FgLQc2URLVgc4D1J2Rs016l3CrE3JkhHYesmZm5+zotj0URZQ8az1hGQuDK
Yzevy4CTaczqOxbEUrKfIEWIMZUR9+K+DCTKBFEeN0Zl8X0/iOOsAC+F36nOYmGrMLBNbuOay43L
gDxJyMhE7SthtQHhkJ5lliMLSqaQegDsuVbAl0GjTguGTQu55JbUVSNKtqWm0R+Wm+0fS+kASEqE
hgObrQ2A07DC5M9CI3XgDNQnrFcY8hai5rpcg/7AnLrcyUoQ5Nq62lnIVKtp/ZSmsiFCpcUCB76Q
N7Fi15YeQuCrQ4YQnFnSSMexA0dIEonRjwaYJChL6lHzyiSSJKoIBoNJEY1QZozVcJkExIPdxiY6
5ZVJasddD7Vn4WAAG2seGgG4NUcqYoYMhjapMkUlpvsY+tp6HAJRv+sxjXetyC0vK9DLTEEGPnx1
IEaEblqMFDmVxAm1uJhx5XlS4+QpF0AnHmp6FBB5sJDLarsQ42cBthgxhlZ/EfPewIpC9vAb2IgC
b6QahI5hEuPoc9x+KVE4sETo3ucN9JcCsHqBtaS0MmI0GQNmaOjTZ6lNeUqRq64/h2IYtpKQjzHI
S7RoXxiRVTml2YUWnbFqm4FZYHnCLLIeXzCm2CBiLpPWLI1XoVKKeiMlbdYhD5sEkz0FeeSIVT3f
8EwTDmMiIfkAStXqqSy1vPU7U84wW2kszGo6cv6V8b4CZUzb4kPjSc9MyrVcisHpEcuQp2Ui6Jw4
FOEe0dlRoSASADwAok0NbzUg2rUvrQ56EFL0kYVB63qOZsSglp4MwBdHGykI/bM2OOK+qWEQLYnE
OH0s4nz4KPsqjYDOTQyok0TzomZWjJqkkZQgtepBOjJvMjgES+b1TgiAQiFpocNhcTnTCmcyJlHZ
JMBpfrYQcDIA/ApEzVGkKox9NMA2IEAaA9Ru8B7sSS8qqQStgBEL0fVWrzuSlIwaJIesHu9kdeIl
FUGo+KpLnKmgRW9ZR6x6FC2nGEIZzINxY961SYEYM0nDdlvoUfIc5ZUheEZb5C9WoQj11rQa5k3i
0JYeaNqYRLAmQupmLLfMQxRZcXIHhZdQtoUmB5M1CjH9fmjDZM4PAcpF6kzPDs1UMd2bBoE/WGUq
3CAlnGYPPZh+QA4mtkxCp6A6ixApIWB28PqvKEj3I1GkiX82rWFxBymC+GNAW+rDyJJGIXJnandg
R+UVNQujfpx4hqqIUg6aRoEqVoBfMnKx80wEjZOTWS0yynE4tPlWVYMGvDtmWBaeEGd6R5KwYo91
isL7RtJbQfcabQyOg4Sbhupph0ELam58Dk1RpcdJqzpO8wwYgwdRq1GtUJWgKg9DU5qHUofMETyR
wSJbYZmc0t6seGvLvRaOe0jHRZAPFiVIAjWjUhROEXILxfQAX08l7M+S6uhgwjQmSQY2wwESy4g0
IK8F3Vpt2udRBTUCtVZNUJTLPCypJCOLTCOlbt7QCG3cs7iP3vBm6xNc0BIogTUrHmq/6YOq3aS5
MNylaNJM3CoWEQNlmsVQ1ZlGwRHFFvIY4NzqQYMemTLOeGpqWznkJaST5ES0ngEVmQRihtChsbWi
bjtiCnx6DzURkxBgosHPJvTqh9KVgkILoP+hhFjmshsVyOOSQBKDYatVNZRIUB6MY0To7Rg+IA1v
pXbeNuDN6yJwEcEpMD3bhWMaGnddbGEXlblocNqVYgfisbk724Y/19DkJBpRAbQeNjcNrKZ8NkNd
BKd6Mwhokc5CnngqL9XCEcM6/Bm0dCidPNGMIxqK5syJYvSpnfVCxkmj9xUOaIxuMTtAMrS2hZ7J
LYSeDUGEMLMCK14bVuh3kAWENENdR3yHtRCPgp6Mwb6R2jzaQFFCCL0hsDrd6yTGH43YLBLaBWUj
upWep9U+jGNhLwRh+VUkWnY/ah1EeniUoa1AD8s2dqyQ9+ACq5jabK1JVXOfCePMjhAWYIUADQBS
n0yRO8kF3Xp3l6m8Cx+Yklb10SybKHzUOJefcs5McFyjdtbsdS6PHW7zEWRPQNlVYvxc8EFENlcN
UGZC5AF3w4dq7KF0gyiVjnziaOzgZfvCQBb+M3VZWYA2RpX7Dbpg45AgcLckN+BVhlgPMSg6eXKl
i/BKZnrntqkUQ90G1J8OMyqzBPSY99omlMGIej8VlhzZZlkVeKul4PV4CIZACm1xDEDVLhqst0Mx
yFTf6IwpsaemLUNvimqGDlCQIFpbPGjwCJaGtCs+hNAywocAZygngoC2MLtvzV5EhJUifkK0YBr9
+MBS1sk3Bb6K2Z0xKC8cu+NdDnSpdIMJf+kjHuZ3LMYTk1ho531VJGGIqAJAzX0jhNMfjYtm5EDP
Lb/LUTncsc7EW6WLs/QhDLQEtJ9tLt4rg4ki8HzpIqzMZPMLCYXoHYWucbzPg9QM3SIPK4QPba1F
rhgVU0mjVopAj1+yMKFx0VURYYgYDlDiGv6oWWeapI+byoI+Vxyg2U6vsYY1LjGFQIVPxe/KYf4V
QVGgcnPW1j95xoKnyuikxqngGjOqxJoJzWITeD1Um+owdoLcUCLSTTnKvGPRgWOsVsSGxokR3iTo
NkLgIlbyLe4QPSOpORZvbESYQxqrw6NijHucoyGdQJ2fh5hlYvZxZOH9kXXjt8SN5E5KgwlgP57/
seDVZlXEDo4RWoigM0GoYb3IhaYj6hD0ogW0QBkPVtxEeLuIypQ7coLboOSRddcORv5cDlLgpYWM
io5gaV46ieZLCDZuvxOK7g4Sb0FAMzWAWJjS1dK7FYnI3ERtlWA5uKmCU1RT0w3U1QwsKGv1yDNC
seJO9P8oOpPluHEgiH4RI7gvV7I3SZYlS7Zs+cLwNlwBkOACgF8/T6c5OMbuZoOFqsyszHmz8j7c
/Gk/dwkhbaX1DxxI4Pnj+LTEqzafeUT0312ugdVHXNhgm+bJu28SBuNzYof5rQ43QPA2p80vj5EQ
gtJrLft0yxrm9rzaocjOg1Yt492M9xTNSB13p2RTvjoxzByS1v2AKAJQZ4trzNqprbw+K+Z/zmQ8
82hpWnwy+070170vlpWyxfXzyPil9FX3ibhLGt0Nt8jb4/AU+npavmRoMwUvJnfWeI0bb+9P7Hvj
9JKN0VhJf8PwZY+BUvzmo9MIo5EezbckPlYExGd5qYKcWE3uzvTHJmXyPVp7Bo4pNmT2enk/o49Z
d/PZ23QhSpMOQwIHgNQOvf9udeUU0YOlaqbjnFCpCXrWEO4E6SQS+N0QFFGmYbQ9NAkb1yIRfKsi
NupTuHWioLMK8vu52yxKyRShbXnk3nSUg19YyMYu+9GEHa5di3QbwlvrcPVPYlk82UjFUznOTQox
tSVDWsaLGAiLHD8cO2FG3J+6yUYf99li7E/tmu6KbY9JflHD4P318y0DYyt2gQXiqkdZ4U2HefHO
eVJV0XV4lSU6/rKMZs3P8aKzpZy9xjalFmH26LVF0lUuhigpWdqGH5nXjk7UIGP/T0Pd4AMR7/HD
zJ8Rdrcn4xM7ZoztIhrEvz00w+dgaBt5zifNK9mnMu+qka6pqcZuiDJ84LOEHYpe8pmSeHfPvt/2
+uKHFBoqypx95eS1r7tpc7A6v228U1CMeDuPMtRP1qpGn8eDjWRsqXgA/B3KPIsm9vtzMw8dI9Se
k6xzhMNY+ekkTZWaTX7eUsiFJugxRaVxOxrGWLtjE74bnwxPdhG+r9HYv2Crn4IzdbTDvhrI8hMf
QSHE0/kz8U68DYTWxQEPS4TT8K8XOiA4O2kog+2eF+5cpEf7x23L8bJ2JnanqAbi4H/p+weerMbj
NkjVZ5EwtPLUM+/VhWP8K1CR8s++7lP2LIMhSk8hmoOmDAjLe6NaW3Eamn5Yb3XWuvSUM9m952Md
++S7peJJdIdNz4U3tu+OaRVYaEvWpJwn2iGcfMf8icVciSPB6Ki6ofa64sUkW6SucTe0WC+mib+d
zZZ05OtRgm8CJhVlvVZjUIZx3rwHcbzLe4YJFdASbuCWXe4xriKsPAgzqMdZnTMXNMG5idLhNpne
ZWfsvdo/87iLZwUe3d7CeYjm2yyWeXqdimbkst78RVVml4hIxlmIhtwqqbtL3h5rfMrVIPa7NRD6
B57JOTfjkmDOLMR0VB9XaFbGhz8xBpME3FaNiKfgdox2Hq5kAa/RJWjpd/MOX9xKYRpzcHlEAQnT
XhA8pU1P5bbSX550GCia68ELee9Ji8LNTnlh+0npQG8Pid4YGFkRhB9BIFvQ6wPg31g7bg98UoLt
o1KGbMlObYxhcruKaCpTjiBQu+1rHlcYT/tpaW2cV7pjDjiBDb/x19kryzYgTm2TbN+PXClbrbNW
DGMeVOWT8PwFBGYFjioLy3bHfZQEtqOjWnV+IkgjY6eLkxBWgY6bgPwK9hLKLOvJMmgYn2cq1BLK
h7QPa/+kfDN+jgpRTCXDEdXu8GUcVSZq4r6Ksga9+7A0KjvX6hjwWBFyRp9J8EhA6euiswn64XiV
RtFLyo+lltJFtTdXy5jCIYCwQ9znjCf//EN578ecrMElpbteuTSHOCIome32UqbbWjxNbVPUgP1D
9jTpxhTAhDaQdJcDX4MUJRxJlG7C/DZGifhZBPPxFnqhY+Nj9+x/oTgss0y0BZiVx7hV57WrX4rZ
48SbcOD+y6KGa3xDUfDd6/Od+SIZgL8KIKuZN1m6y5RTohnet4+qd7BneWGenhCHjfGSPm4YfOGF
7saMgJCwo8ZuRL7n57H3SAhpXbYtlemtn1d9jf9H1dp0fY8WiU1e2zc6LhmvQXtasx2/crNFf6WL
UuAbmYSv++wWjMkWeiPsTmNeZpW1KsJaXg3coUUk/uxDWsgq/ejwAQe1oIAvTfQhx1CbrNY1YBtg
LEbqmOkYnmrhPI+5a8/Y8AkH9VQblx/n3LdTcyJcJIqeAlvbtRooB//GaSj8co999ai0jIAGO7V8
D4NkxC7WP9bHPJ9Vd3IKnKbsWlxdH4thSNtbmu1LcAmdicJL7+3wwe0gJC9ZUEf7Ba7H4EWSfHi/
DaH2m5O3B1F/26ntz0XSj94p7FIAJqCkrKvmI1HdU+K8vnswUS+bcgkCHFS0Id2I6Kq8iys3b+uf
qF2D6ZQAreTnIkQQWk2B6HK8NePwd86iK7/NMcw7Bu06Ds9H1Cy62nVovud7tn8WxNVyC2Ctv1Vh
M+uf3uYVdK/LluDiLUcCPWXbE+tkgin9YZIPCNKihLxThafM3aT8dq4mF0Tq7MktuRWgOe4kWAsI
StmI4JZtDCDnohhFd5VOiLyE+imopY2Xf55XjwCkuaWrUuVuKQ0n8gUj9kMdF7bnwGe2Ro8vsxhG
IGOj0uzar7h6Vj2NVV7uLrcauF9FLOiw+kRGSR/ndRWIxgdcFjCrl2LWIMMzc1lL3CN+hbhLe8MJ
MacA09Nt/LDEc6ZvTfMxWsyD5RWruSIQuwNoopfLhF6rYLbZfNpkaH/2nDJFRvk40PROeQeuVbTT
yexhf+9tqfAQy3gRIAwPEdP2gRuQNiueHkiBAcqxgKWfMVYn17xgartpMuMXIiqtb8C+hfq0tpvP
R0g2BAWYSGDPc6juT97m1MDG+W+AOoM7BZhh0jBJlj5pZWZF0CXrliuxfXRtIEVr/l/QFZiwe2pf
/Gs4ZVytvUPqf8LEw5c3GhGhqoAz+mfn56IrcHGbXTMHLvxji3T9i47MtVXb2450z2mewuWmbECU
ezb7wrvvAzmby7HznxImCQ4uj7Y5xN0HbOrD7yYHFnKby06o+3N9SeSSvg5zMNybZkxZM57iOSGd
kh3Zt2a3w/TFG/cm8Etz+F1Y5n1B9osdEFDP1joHZbXVhO6CqlTgK1FS+qPaj5MeaixtMyDiH66z
dEhK9eaFWO76R9IeyZ+57g/5Y5C0mc8LV0jyNeTSdndHPQTtM5/Skg3mLwlXGz514YOf1GH90yh9
8IPJefoUTEbslSzGRlW8XzvmZlE2E9eDU8i7ZnGKwxDL/OtsctYFan8XNCe+reWrmwZDWRMCl11a
I9fkphpXJTBPyJcUO8vaz2P1ZGK7qLsmXFWA0ZVKZ/k6Oi/gt5j2tHsa+r73TgltLr+0Vt3LOKoO
FRbT0v53lP2aA5BDFjDmI/IQ6ScdSaKC6vbwxaWuW6+ouPcM7iLbnjTb/dp7WUjBlq138uhWzT32
IME30PH1cc4Y4K4DXQRxZXrvk0d3GP27GXPtWAiX8fo5Gn1cEqLWCRBspkVG70LlsPT8TeJODPs+
39bU2vG0LZnd73fYKsr0h78EnVuwPYpFu+ltcenYgTyolPVdEHg2P5cpvo1288Vt3RX65DLJ7Vpf
EfYOwXnu6xwfP8wSWhJqDn6ubff8d3rdtC/7fPBx+shFAh8URMfHZyKBvTKTj8WKUIaPt4k0ewCw
W5YznWmCEbrc0qWMA426ywuBPKph3dPpRTMjjecup46eyOap5wsW2U19ZT8k+hZndCk8trzzTt06
up8tiab0kNtU1/v5QENGvKzZx/5uLZZYPtgg39JT25OWd0qHVXTfzUFJvOtr2psajM8FbVByTazJ
v8hPfVR1R5DerU28pmWhovydLd/gh/CWyf3t1iar/4DU2ewL12vEEOLkhzJRC5qkNiBQKlYqg7vq
RrpYCVJDa996tyWOFUCXbhX+pjXQFqwAYkVnAcd0XBw3KpX2q6MgVeQ/vatDPHhJK8ylnTL5RJj5
jCzOOyK6NL0cOAq2Ohyrbp7k8TLQh7x5PQ1e5dJ0/AqJDpWDY6ty3n3RFXv+fRpDnJDmg17iwBhr
vHMHP0815b6YTs3iq+yaCqOSp8IEHV4i07D8DrooRZHrzDiUE0Fe6S3H1/gpM0uflm5Zg3PakzVc
h50Mz1NNy3eOlDgerPJ1WjZ1gTwyJtnxb9gOfva4q3nzwaIAwmhSU5tWFJylxQN+1/olUaGF51DC
Z8GyH2h2m0HEQNI2FyCca94yioRsVexSHHfhnPdf2w+T6/Popcg/t524jXlT7mWnu+7ukDQAL0ju
xrScJsVE1NZ++MbDzJ+ZMOzjsJr0517wY5Uqbvdr1h11XmapWN6PpFijUiQjLVc7p1HDKchmRPpT
twKQGp1+CcAxBXhBmrH1Mc+5LQEBHKkGJvW+DkDuXomKs6bcS8IHMF5sGJ+LyZFXAYsRaz6NYhsl
447mLZpDd86o1l+Nm+QvDXz33O8rfZjna1XFhFXedSPY03lyTHpVMKx8pi4e9Ux+4O7/J0UQrWU8
zcGPsfXUryYcvK2cditeYhqs+LQxdNvzEmr9xeA+Qp4XeXnft1HSqk25TM5H62ZSGz8aTPiLdHhr
04OhXKQtVE8atvXbMJIV0MkPoH5l8D5bRA8dvezcm1Nr986c9mFMC96HWL8WcNBgVGvnUBICpMhq
aafih2tRVt6NNP+fD5YIX5tuh8Org5l0ptrs7mn0NBB04Nr9V1NntPttNyLcCEDO7hfZD+nFBLK/
qxeDPzALUgceFUCZ/I4M8pxRLy5uUEAJDU0v0mcHBvDG5RD9QecDM5TDhsOx1Uf81eu53ZmYtukt
4kHiBS+400tPC0IZEtmFv9JtyT8v4zzBYATzPFRevu4UsSjUb2vh11+CGP+FfD2Kry6vBx9qZ8eM
Oug0QP+4jSB2tgv0F9bakv5MdaQrEU2TfN9C03bXOcP2vY0TnzgeeKhP1kgCuLzBEaJrixV2RsX9
rquUDvDOFrFQmF0W698mgwMpAT/Ft7QJJEAYoOELVhDSnJH+L0U1KOdjaxe0S1QlI000M8Re80u3
LrrPsHzry9l2+5/Wl+xRcikD1AaJmc2NHnKPAemhsiu25QWk2RTb/jIttf8817OflcaCc1W5svy+
W+yb9aon4npIYWcnyJpQwCXvo/027HX/n5mKWVaNXDNYpH5Nv0pPqgiLtki9wfaTSV0YZuBKLmOu
rnzr8HPTxt1RLqYrrn1ExwAHUbP4LLruRc9HuNzNw8qhisk6UgyJuL7xkjt1m+aeuGgiWobXdl4O
QcRmYeU52TCJqvzI5X+OPmLxbBO1eUEgMDwLPubT1iSGE7F8sBoMxesP5a3qE8BA89ft7cLoSNf2
a52j41EMIRBO7tJ7EXzsruxrkbxGbZuwsSHH9D9pj7A47/2WylcbQbVxBt10t60cK+3H4Xdmiw/I
fM/QmO2NVA/z1o4LgFu40A/54V07ujo7L1HiUKKlQ/urGO36hWQ6vurKtOwu4JO2rqyJ7C8vllJe
3KanH6gk6HryJunSE22lh3c4eMC9CR2WmsY0ePxLvyM/ZxDOTJeelvc1a6NjfkdyupFgoxO1iGvk
oaGtRObNF882en7YlgKmOY3cxynr5/24pSZs4xt8RdhCl/tC3G3TTtKYTS1JHu3qHeGtHwvxvedV
i0FqdRL9Botdg28s1Ub6nd6yQV1hcPGB/47aS+j1Kqgo3ME7ALxMr6tdOv88KrPyALVNPcYo/mnA
/Axx2bYFODcggV6TZx9dAO1gV0/zfXLQyZ5CGOH3VEKNn2pqlH+W4xAjmYDeR0rO9NHdmMtqU+XW
1MXlOFacmeIBeOpa9ME4s1/mZkCKzKh/eQEBBfLWr28ZQ1nOaU95kDvCxaHihVj/jHkuBOLwg3Wm
YjNecD/T2+tLJDZA8FL0s/wmG0iaPzl/nD1Mne91lZ5IGT2T2JZv0BGNiE4H4XFeVzqoj+ykD/7C
T9S0uHiY6qUnCAz8nHpSZ8+JS+P/ttn59XnNgykoG9dlP3PiLsAi/M2HDYaJv6RJ75lb37Inghya
gRQxk48FslvinVxNvSogA7JMveWcGEuRtR7w5IX15HQ5c+xABeCqY3R0h5Ms1O8eL6p0nniO1NB1
T0uiwEZT0BOUEDHqmnv61hiDsE7VGLZ2MQqimitXVGMSd7KKdOjoXOc8efWD4iB8anKMkskyD/D2
IpsNw17RAqVF/jBekMGwJe9iJEewnpmEqtvy4NsQBh88x4jHzp11ps5Kle9pQN0ukrUa24LhZ6Oj
z0svAyI1BRxvBRyf/+Y9tohGpm2FkbTr0pxwKcndt3DQ3Pi5MKt3Rjo19fe683sO5tFCi+3IKNLz
njK1VhTUbGNLqnHRCd/0jgfkeqFOgwgj+9SYJYDh1fBzx9kLl/44b5Nw7bPVTYqr0QID9ZxECP9a
6umebc8GNM2cZKKO9l5NuxiedOq3/nWPx9DcFdoA14ul971nJFW2vXXpWGSMm1Y+5otqVppwr9j7
bwB4w86gM2n1EmnX+Q7GJ566r0GdDMVdrjJIl230koQnDMz8vWmnYL7KQIDRF4dvvkaMZ2nZ4rL/
Yb7bLuPJusK4a1GrDPyu99g+V95k/6IVAw4jQDjbL8j8yMADrYzUZRiOfLnUDrJVxc783iNv2y6B
V0t1kip3tvIOTfCGiRUCPcfngmBhunsW7b41tx0DV+4naWr7gPBuJVIih5mt2mQHjvCBoEAuhZFF
tX2EL1b0H4Y9JBGyJyfWA0Q2X/U0vTSiBannojXHORgS9ibmrvgQFvkmdddhztd3ppzmS2Yb+JAw
65awWtAxzCAf2G+d10Hujxqe/7gIb24aTBRoLH70e7ayoddNeX3hR0YIJ0fYX3LTpmY9TWZSBaqK
8CiAPmQ9fyp6cpdL4qFMf+6s4jCJNbKIyvSs7I8RqSLJcTpc9reDb6m+LDXKvPOWiKh92TfY8x9N
7g0xIrQaA+8kUCM9tx3F/qRZG3icCWhavwfhsU/4LaUzb9vO5VvVc4d5bBMsWNlODd6kRVkTDNe9
CgFDU9Ux6wXAwJC7gFrtUT86qWLooiwb2hIeI5V3aCVtfC8XZLZnAOvOXqatYBd0nwobXOhQ8/QM
iCNZMeAnr+9c1+gnDxJL3RzrLP3rVgBmvfn51Ib3kqun/bvJLF8fAsfactlnfmJvzgzpp0Bla3tt
aiuOSrYuwKU0RYjyWNuRHW1UlXhVbccBOtd6+cG8DanQffP8LFpIbMhU8XktvHx7j6eo53TFjQnv
D/ocDF/rWOtK82XF6VhNDx2JYGTDF2oMuLWGOss/4a6UFdfNwi/exnEtBrDSlG6uWhfenytM8LKV
kQjj4IKNZe/Oc5TUBadszRBkJEvc3svccCoNIit7nZWfyn/B7B8deq0Iods6FYWAE1uU9b7l8SCS
c795dX9FpWGHk5fswfREVR6fJxFwDaogm8zzyNcrblLbsX6TxDXuLz7+7nx0rqv6cTA17a0Ve/Mn
8NjL/hQMGZU5BaP2HmAPiSkYwXsxaZjaoP9rbBoS+rCoSJ8bq2LYU3D4+q7vAAZQbBwWRorCbcfz
Yc0YkD+WJ+tXD0pn/aBt4PvoN3M0iYDUdXu3kYf5ByTCSK9EdBO5k9SuTssdDm+822ACYJMLocOL
JwvPXBI/wYLdhX3e3KeeWsNrQsry10zW3XHzXB+2132H/y4XHdd/hrRBnrOxdT7CknBtqxIsBmAX
yQvDBvPxxppV5k3bCWYcNb63rynXR8FljThNhx9SkiVbb57aPP3Aa46QIT9EPPyWI/NY6cI5SM6m
2MP0FO9bAkwUhFOKbZqV/UOqsv2hmHtGQLd62DKt8RFbohB70l584tm7i+cGBCNRouK4CpcExS+3
JNeqPznGAl3TS88DLOxVoT22paDp0aW/56t3ElJier3VYQuzDegDjYFAiw2bAurz3Ms57d8Htfo/
ZTzvM5iDRoeH7qLQpTZZ9g5DHJNclavglfkIjyM39zGlr1/m7jOkiTBXK6F67noZfbzLq29593th
U2ir1HJN6zidq3nQmnzKw/dXBjc2wO+9xgs5BEcCuB0mQ3+UU/wxX+ktjBy6FRnkd5IFAHfzDtVD
yYqGhsyLk+ijg1iYRVm/ToqTrJFNMAaOOXZE29EQPzkty39CkWTXpH2fngXcypdDpaA1xSZ91oDr
7HijcrBpNDOHfokKyNDrXC/2m/FaFvwLJZcXAP3pqcjnrmYEWtxrh6GHuXaz1MdlZLg/UBPO0T/J
aUpKYB46my6IXAxleqSQi6kJUBcV+fpf4i0uvjXpFvDl8fwYQIdch29Hlni/IFHWDtXdlL4sDqat
2opei6qWK4oy3fj7Ix4ZO+4rdCjBLXBFgVfh6hyRmXZtv/tdEb4znU2fd4HGu9xM4Q/Vjto4uGlo
t79eGPcTwvFU6MonXbs5wbsu7BRm/fyIyXHDYlXbI/JxEAffMoSA6pY5NEK/NXD3hjQw49iiHxfd
PTBFPON8KXa/3KzKUZU1nPkzmjGz0gGGHLhBzz7owpLaf9k+HgQLkuzqXdZmR1VhiZY/rijJ/E87
b89wkkViaGH5LWCekojmVS9deMUAtEAaIHMRnmUEtnbakOxyz8SR6261r7QCfhhWeZWqw/uP15XN
6ixdeyCdvPXvjij3uDezaNyxa8iTB98v0CnqiSAS7gIuLRQGtm0u6dbnYbWHNB28YIuczqsfIke0
KQQuI9aHfjANN8tqmkK3BKtgAkdyR80Br3fHwENv5NvbIvr9c4tSXALF0UFghtXjhKGBls2Z1ri/
eUURTI9Q6MXXAv5/PGfx5qGTX0SaVJs3HtFdjxzV3sMc8DZ4B7Lqs+gMvYCJZomOtQcWqtKumQkO
nDL7LU+ZjypQTrJpTTrC4Q9LobuzTkUcVP6x+7B8YptfdE+cZplkuXw3aTIhqXV7nd7CLecza7t8
jtYh/5eo3ntFkpM977VGazAtqP3u+TDgX7YPx7GaUrOjNp9zvJwYA9yfNZsT+cPqyZ/KTLpwKYe0
b5JnyIqoxUhPeCKEZmniILwb4eg4dpDLASp8tMZn7S/J8a3NgW9LEKgOS+o1wuV0iKdtvCzpkXwO
+HWKSiW6mz99aGl+AYmLsRLH3C1VJFXzUveajl5wsu4hSjj7UcJMeZHdsry2hPSQ+uIgE6/r2nig
nYtf/6DeH/mFFvSoT6KegOb0whteZYcc/EeZRe4WHUuD1tatkla7W4GX+eaD9yPLDs3kOXQszewm
iuufK0zQ7SNEIkGowRF218QXCxp/PdhXz4tXV+05kMdPuUaaeWWaMeDDx9YLcN+nEgNlDO6LqJ1E
45Vq8ieyib2SSxSE2t4LStxXeJj8j05QN96N+bL9nNFQtKc5iXm7QvTF5tbpTLAinS1u/6KIKSJa
qnVL+z2LTWsuPFtJGVwj721f5iw99w11uJrHNbH3RjW1ztB2xNEnwzbHjhhLR6w4dklWlKAIx37J
hrpIL3s3qA9YZih+ZlOQ/5ZbaCdUwDL66gm9/Ihnj3RLQphcf5Zpvblq6478yzINPfctlUZfxrQP
PBbYGzymEHBM0LMyH6L6M4LMbjmte45VGW1HMr/CpqR47Cka0SozKZby/jSBaK9O+D+3eG+f+6WN
iM+KHFDjODKufQ6Lg1jpqeksahjjzbiLyzUPTx+bHjMIhtVvoZHhXKEPqb8agrEmBLBd13AlUMjO
TMbiQWRrzqUWN6DQ9FUsYAAnj9+lP61/6Z8H+6gGDWaTmX3Lz54OVXvX8Sv8W5NpGH7GPusgYFJU
ntO+GdCKSGuu0GIie/i0JE27ntN2aYZf/IAt0mwm1O1kWYHH/ZbbWJzSKB5+TVyPT77x7U80uENS
5UeCfmkO9mSpjsVPf202mpPLSuXsGAzT2fsWDB9bclDP3NJS1YX7HbHD8DRMaM1+a91b725BFe2f
0Ot180OPr+DxejRQmVWX9qAKsLzgwWeWaMR4B5pcL39pg2L/suapDe8Ha+X05AVaU9fsYaJyjwz8
SKJ1FKB0COohelhdstQnBIJbij/OuscvyWRjbD16isDt4F4gfKMxHVq8Kdzbqz4WM1zaeJnHW7I0
IrvfuaK9OzBiCFBSYeHh0yBegxO3Y+tfmjCBH28YxsA88mZ96ZaCad1P4vnNtFPqyinNYXwDNFOv
abF2wYnLcMQ0NWStHWlFCx26inymuB/p9HlyRKzTTul4vyDBDvjUtUMWTwqHRWB3RBQNyPBdXmft
qfgTxzFrznZljq+aACC8nNm0iK/UwWOrBPuz3q3wA1R8K6owHu8wEZ3uG+8nJg7z66hXvX0pljGK
z8r49e90QXHSjclYn4ys27+NjeuobNao6x5t5jwAGVay2k8hlsi/QTaK37vKGIEH6yf5y8i07yM1
QdE2XAfoMiTGMIXba83+E1KMViy0n0lieRePrPYvS7e69s4kyH+pU35rTr6OZncZzZLXn3y/Drm5
TB5Oz8SjtOSt6+VDv9en2ZL/jD1mBQ7p6L4btQ7BNQg0gve8norg054esD9WHi56rGMEMJcgCw8a
jSAI92w6S5Ys5g2Fz4jADRRM2qm9Jp1LJgQNKpjAA+Ikw92xPxz/kofIWIoi9h6DAFi24e0NEtaQ
IaKnrwLKUV4EgMBRzUsdUhsKMfztOG/oKeFOM8afYN3OwpODxz33EcLU+72JfmVDtLAMVESG7TUy
3hf8K5b2AH+mFzNm178neLB/hYslS4QhxoYvnnWyacvJy0dgjMnpr0O/+gVNuBd66mH1h4ESNTbT
d83SG+TR7qv3Y7L7V+27LXopbEMUlJo2+SPUYourXazGLxNiYtMfJAtMKEc71Lxl2FrBATzMDJTY
00yFlbGJyy9RjhEGuzrZoS7WLfYhjDXjDzK1o30yIFUBI3MHQrPhQqz+xNMBcLzmaiVYne2NSJwX
kx9vri3yZ8GykqZfDvvs0QeuFIQ912vzaQ/bPj+j4uqGx9jXsvliI3lEmvap6ARKBtorh4BS2fyL
Q+K8f4MYD94XH4bojIeHN57bFa0LZbrNuGjBF0zZyA3fEBkk7Vfc5ob9tgeorKF5rBVPUR1+7Nuw
c2cYAMnKONejx61Rj23/B2LdB95DNLAVz6nGLO51zDGMrDiJ3C/Iq/P3denF1yGD42GTRghgWebX
4LIMRcppqts1rBDCrp+gfpleFxWLz+ifP1ar7RKaMgxc8q4z/xDP8J90Txaj5eaUBYv4CW4VcYvB
RaL92RLF5kQA8L6nPanIydGl7EzID4Gz3wUm/4QeAapt3LIFdRRD2Fg1QzcU/5N2ZsttM8m2fiJE
YAbqlgApkhInDZatG4Qt25jnGU9/PvhEnC1BOmJ075uOvyclC1WVlcNaK3mXC3r/nsF/+5fyr+/v
TKpI+SY0gSoRdQC0x4s1SulC/FTSg8fcS2UdEvECgrGTDlBkImtpf/KJGMNdb0VTeyPLWfUS0b1G
enXSxo68X+nClRUF5Z/BGMyXQC4L3ESmRE7U2fE593r7uwIV5MWSogogog/b2VUsuzbcrM2hh1ZK
Hr9UfSspt6GhwJMAyh52a9UX9S7uG4N5xWDljDut6cP2e1QZrbfiClvM9KCZWrmWGYJwbnUJ9G8h
NBT5oyzR6IWXg/1MWM0AURNSAipPng8vDcQ/eEjhjQM7ZLXeMHM2xmDFpyfe6uLGKB3o341MkG4w
f7OoU6X/0dYa5UGm3g/+1tYLHc6omJl3NJMI6B2JFlIA/3GEX6YC4r4YVacdqFY0LTXWpHnNBtuC
b2NQCaXcBI1m+kO8NHwbaLa1G78oCEc3vgV+NluRS/WuagYJKm/kdyTfejy0jh16jJ+oyzxTXS+o
oFlkepA+5MIMCqAjqVk5TReVyPYrnZSD1/CyC7xNDptQO3lPoO7ZriyVwQMTDnTpdlJTpXKjofXG
Y20GKbFvVQjdFRT5fUIwE1/FpQDcUVVK88wordp0WouOn4dUTUeHzh6evbAN+udpmChGV6oZtkC7
5mPa+7H+h3IN+xDBv/S2MhNOib251uzSMGmqQ/PQYCf1jqkiOsgs1yp1Ca2Nfi5weNMcKpW+BlO3
FnQ1AdSH8u0YCqjtahrqj6VflsxvtFWAOKbv19TTfElqGUjUto80fjMwOQkcBOr/oee5llr1t4yH
iSiL8iVPZOfxyWw8KEVUovLUMfK2b9eMzpa7VVvPLGlDkmnphtA99RVtTfWW2kj70sVK16+GLhoP
KUlfyAPoecNN1s2QTbrQ8mWQ+SjHrqFjsaOt1hWIBNbZK+D5gjTdMLIjHzAaqNKBbaUNEmrVRhFx
Tp+h0xUIRsAa4UjkU3WupbZIXD/JyfglwY9YG3pl/9S0FroBpVBQ6KmutoTiPuKzTO6c4HxzHdIS
dMIM7eyllPRRtjMZ+i4gQYeypng2LWH+yuQo599T1X5uElm+I40NJyen6/TN9wiZHb2fcqgDrRdf
akhsysoGtUiVl+LcCjg59RUeJTC/BWXmV7xv6W9A0kMZZEsGbTOE3qCsDC0Zue++QAqcaKm1DuEk
N2c/lMZzoCqZ7NKiTssbMxXD37SEkbKKjIb+oU2K+kQfo3iCgsQzZWtJbGyVGhT+bUXn8jWNPVgL
U6x1xjowg/geWdWOlL/U2qNR0Kaf4QA8w0Ndpg/6UCXqGpU0kJP+NER7jzltMPIyGV0XszAskn9F
87IMFxwW4oAPlgB/eYZqgyVQpLB40cEjoYADy6eOfoYgIgEsciLSvaJLZe9WhiEgjvjMW7jIMnn4
WS8zu9rju7q/qA7o5R2JVhvclKmRPQ9MQTPAd0V5/RgVei5twiyxjyH1Sd7WUGZjWQiguk6mNIKU
gAYUoYh0GnqkqY1+q8CJLKE7JYPer9OMSua3KTX8cz/Q2Luj1Cnfx7KdVLeRMKlqN1qhhcfeqo3q
1su0GZjdCiVYJwPRO0SkeHqFRkz/iDyHwIY0kMYzjWL/h10TO/G/8Iy/mkVdl90NcsYiYobWbgPo
cFtNvS2cLFG9E+JSYbvuBlFfeokpyjuDbrHy3as87VFvovrnpCt9CU6pLYKVnhSkrAAWRGMBoEhj
KVi1sWAOoWV55rir5ESebmHD5PYFfvX4oGUxgIghKqHdz4FZs68LKxjYxgSaH2wPumlDEtmSGxVV
CYAy7DVvrcopjwVAKm9Lq6B7atRMe6b0EjE3qG0ihNVr07YdP/Crl8m2NUDenTzKK0gf4c9qEs0P
QSTHBRx06CgD4NPfKhESbcSaOo4DPHronnspbmnltXjFDZ0fTb+rlYG8GE5Rc5dAfoUiJ3zcEUl8
7IoxH/SVb6dApjsKETlvwkSLsNV0GdYE6pjmRpeJ8y+i74U4W7CGQPlZvX8vUTXsToPZC8QZNFKb
jKq7BOAWQqeHLJWUAapJIak2jlzmlbbVtQAkWkxOYbkjjT3hlLpfP2ax0cGfa6EJ0fm1vHWna7K+
K+u8oGUTWNWPopLq+qZLE7isQdsmrlKFpon39rISdD7zBAm35B9FN8n0o7Mip+AaaelWod4709iq
dE1lwqi5P8OUOl2kkse1uhps+wRnsYcP74FvD2Op/060kyK7RLMrPMYAaJo/pHEZIhqJhzjQihpp
YvGuB+OxgEXwrVcbwLNZQyyx0lS1Lx9GXejg+SYwpfxc20i+EZO24Q5tr+53HEBQWgFYKvEPhaX9
MDJpPMbyyCHMw7yIN13ZFk9DNKQPVphMlCT6cnxpeax/d8BUzJko1Z6zIJQKF43uUQXdL4PqtezB
eDC8EQyhUdnacxIUsysYLS91IN1lCftBqAcOEGzlKiwblHQaHViYK/id1mrEF30z0JoAcVWF/rfG
C+LwQQPPRf8fv5o8lOoQPMWpPYxgFZv2THW4KjiKE2Sa1pftbktDiEK84TepsZEV6LqrggLkH2sk
znRrbYqOzejB0IVxVoN4gRr3mKBB54HRVZFuYdToCMlmDJOXZipsCJe9BFyVp/GnzPWuXECk2YtF
/R31KbiInQuZAx2DrJcthxZ1/4xC3KjDRYyiE3r9guF7tizJNw0h5gFsRPAMGglEvVFMEfKqSHc8
Q/Hqqg0SxX5544F68gGK13H5c+IdJwaTY+2BPNMOnFTLwPbLYV1dwJ4M4R7cks9/bPZDtjMRl8nv
piRtt+VUVZwSWkohZ1c3AULTGHhGuZ8tsOqmO8ZTrr9UKqDTlcXsY0R0q55StyQg9AAoMkFNURqu
H3WS9FeYHmlzk3qV8hfdjlJdD8x+YioQPXqmZnb+vButGoKwR9RsaunwyZMBWaQoaPCWhZprjhUX
I/LpLEA6WtWUf6NARuvH9/rsGaebHQdiAtmhTmsTLdVhO4+5D8JXPECrrCCFDeJuRLWChrEaiT31
Ys3YAoVN43sdVYCOZeZUA6u2sQkTRdwfLB10Fi6vQEU0LAmpVmGc4HC6xKjNpw5dtuAntBU/uMnM
LroDPqUJ6osoG3FowWYUFCyHLcWVstzWQYusghEBonRMNWKm1qjLlupMhdXDDTAy8XtGWB06ugjy
zVTbvUHAXo7V7VxL/hkiWBEDUbC0p9hQBbXzoQ/sU670dXlPtwqOWWrP0gZSGCvVMdGyJl63VmZ8
byJ/RHSY6Ozk0Xkilgf49L1QRkgtnZpNNM2lcMwYcTySIosu7ugA5H6SUTmasRtU4TkIXIUSiqPc
VcT7Vjkqx6ye/BPKPdFdq5jwsFc4uCp+SKHtiaNp9ZlClNZEML8dWZclRT4iwkIascmj0vBsoL2t
Uf+aUubxVS7VW+Cyq9TWrX7YMO+1k9oLcHylVM722MKvulECNUzh9MAHTP17MaKwUN7aGshgMkXy
Lc1fmzDqDQuCCuzwcMc0P1tibrOhJBJxahWUP83CnGQyQFBPbhx2BcT0zLS8TegxPidz80pVkSWN
bKJvFKA6Oftb1H4JMpOudd8fpFzo4gGM+mSv1bzvibzkEBkFLW8sb9VqyvhHQ7sl308eAQctBr3I
HvvQS4t9gCc03JbpEy8C8Sb5XNPPn9naOHn7t9SlvX9WrVHQubHVWKBQOYRJu4ul1JpuMq1n/vOs
J0LhpfdT/+c0mlW6G4s+0LYNNU//IHrEP/eo/uEz1XoKUreXI2t4aLjTDCLOLNOEm4EiwreyVaPp
trZjwzvAMIJvpZKgwuKiJwoYQuH2N+oKQB60rFXG7TKIW6GQrKl8VNI9xROoO0NMA3cvIbE5rGQ0
YLg9ExoF6BglgHP8Roz8WVrp3YrMu58LfSXzMPs0AxInFOWMiG8Msr4dlAkqsaBNAO4iejK6yvyp
QqLhvSh6ca8UU8ZAY5WS50iDEbJQkkZENrw7GYm48IxVbHnjWfcMvTvRoOIN40bqT7VmM4LT544f
O6nrEDxgu8VeMirxOgSl/yvmA0zrAGC4TKGBys66rcz6NQ16wsdeDymEWildJE/r+ZuhN/Uw53R1
+lFMvuRt1biQqi1NvOFbl1n9JjNNtb5pam/ojtlQIb1igyp46ASFPsATMIG3g1fAOkX9p+esWDHq
px0n8DjlvLC3gQUACPAk3gHBoMhb0+6utlM6NeU6b8r8fhz/vXeaMjyVGq04t1IDepkQaDLTCbBr
OUEvlIFKuRHDNSlbfdh6eRw8IzoSkjW0qbiDzoriSa8n+TrRFcNagbcAqxoagNFXFHDbfIt7L/BZ
eof6zxQEF4pdSrUibadcV8tkYHPhStHWNUzMBxr5NKi1MpFOYxBQuK38FOq614n2b9+bDekpF6hY
R6AqSNWpF+cUCeGlHX0ooh7CD7nS7gZqKLf21ACdHpjRzgBVNHzU21YrbMDWfg2CQqZBW3Kh0iFa
B1pRszTfa6Y71aIYCjm98jqnr6lNoy6iTCQkNfLD56TShvDGru1gpmmVpXyndrALaCBI1O2KaugG
V07JuBzyXxkExRiByLLyGkKJ3yG0QF8uWvm1quWuGvv9HwD05H4esFNEMgOr1W/y2vIhkvBe3+RI
i05r1MGM+6BEM8FFuaO7yL1No7v1PBInUHqcswTU21PjlTotY1HXrqVTcQZAJ1cXBGBC6lkQF6o7
C6Gxb2PeD94xZ+rssy2PlRuratv9GDUa31TTRxER99K1537TrYUuiyAoKMeqEyuaO3LmIBOKwIsS
UYpcgzwB6aohMQDsgtRMgbFZGc/FnPa4noFOML/YLNKd0CfvqZItWM+0b40Hq5BHF2p5dyq7KtlM
wF190PRm8xsSPwge+CFU4dHpI9mYKP7Ka7J4+YTcjJj5ynRLV1QgYxjrULiVtQTLCekO0MggCUFO
QC4tJtrtalolz3HaJ96tnSTSANI7kd00MpELEIrNP4vCQOWsN/rpUJK0v+aQDaCqS310H0yVoUKl
gxyzAofcanQrQRhvIoU+P+dM1Le5rHgqk09Eld0Xuk8dJZOz+m+mdMWvnNIwv6DKbJJ0Kgbjr85I
K2tti3I4pZS2+lWYeZr4Y8oSjSSNDv2Nr8SC8U2j0jwgImEWMMftlKyoKbIUvECp7Qe9opNSZ0bg
73KztidX0Igq1narMlfHBnt/q8xCQ+sxD7oTjrWL17SbwKIpuAPpZp7cph2LtB37W/gA0CZ6FEiU
XRnCEBMk1aAB5br+ZVqWGO7gjQjzTP1a6LBjIXZYg0BQqpMSrhxcw0CKtmbaQgULdSv4CW8gAhdc
i745Bf5g1getHWZ0WqeEBx0ORXCK2zTVD3LnDbRNILSE8QY0g83B7WOIgQoc4NeQGvBPAfPiDHoI
zDcBRWchEyRgPPLPan6wIDhIO7KWToUd3OTJuqQXlaMIAZGGokQIUm3lEUtJjmDGWLypEhInblZI
b9AJK01SXTPxbG+Pl0PJ09CkGUqEuB5qNN3Ut2dg+QiZc/ALG0kTfwL31zhGqLfaya/pGQQr+MRh
z6MWwNCoHAVnnd5TA5pgaDJ6zNj0jfDzrTBi6Im03FptM6HNqd+OPa23uRKscnh5fl1S0ylwwkRp
fvdtqZ1THV3rxBEtVZ7DyKBBpKgyU/Zwmf7YlLdAbVL9u4KgBK1gQ5L6CyWqoPoGZjKAUG2BJdDd
CNALmBiVJiG1QXRVsm+h1ZmvCY4GDIhGj8KaOp2uT28i/giwzUrcvgKMDiac9usmLeLG2yW92Vk3
aPVU9Y3oCVh4EEFyCEeOqrgA8WwKFDWHKmr3eZbCSQ66SjsMgy/7gip1oGi/pkyv7tSM6v53C1iX
cm4AIMpONY2NfR8VTendCaiSVC8KSUInfcLMTQntVvqu6HWXM8+Xv/aQWNT7t6KsaOnDgVEB4UES
j/XUVT2/vDRSk6m7ltqCjQSTqj5EaugjBS+rBNdl3IPvkWZCZEYzQt4T8/rRbvC5sduAXblvKoUs
U1QNUgOpZQcvJJhDfYNsZnvuVKus12Fvth1g5UbydzCLfdkpunyE0wUVQZFubYr3iHZ5IvAuXlyo
r1Eh+eWusMvCBp8uyEIg+JovuJQGfaGGlh1qTr7dxRQbLM2mhVYDjCm/5xMPYAGLLg3ifRBEcvNi
y8Tb1Abgwa/zcCy1o4E6XbDNI/AICKOhHrUyKOQxIDiJ/PgZoZben5G6hnyfl3WRn5gBzIiJStPr
+lyLEtDbxJbJO9hCPjG7Khla+ai3hUmjuq0penQ9im9uWgd6eqZsPgx7zQT8I3WaCR/A0nMPMlvb
6USKg9EfEJ2efut2Z4SAc5vo1xUR3I8C1yoShmBJDFnl+VUX4qpxlyo2+KfmAHq4DR/UJF2nIPEw
CMRJXk2S/+hPyabNlZ29bRyHnbqivqx8pk5qq4CMZIaDMCVk8RNKM7OKQfATmGo3InftrxEScUGH
HNIdAyscf3N1usAsYLvUD2VcsjFLemtQFheCqBLL6hLLbw99Uo7rrmICSgUQi65wz3hB2ARAKwRe
LR7KdiOZ1o8M4tpO7gL15ENU8K5IEX8YH6GoAkwp8+4tGQnVpZK50aKmE+R5e6D9se7GbZT+Ef53
ZLqubPZHqeHZDmLvfGy0f+zFl556pVVhKLUH+zI0j7kzDjvrYEjrxrGUxzA7VK7m36TIMTg50xxP
6bXJLJ/s9Dv7C11hCiCBisYCDNSfZNRFw0RTYw2pb/xtHPoNAPMtnZNA2QTiygdWPl05RUzBdGyV
tS9XboWM4pOblvkrhTO1xwnVDJIdX75BgUDwUBoFvIK/pJ2UndfFDDxudqP2V+2lTZHHV478x+9A
AU6W5+2eJ03/mwT/Rju4aqB5diiXHejunPxyQwvtEJX3X+/2p0YUhjdwvi1TWR4qerTakEBjOCh6
egHRd6u195H+8F8YIVWlDUBkpi5Hj8eZrzWm7nUHxGy/CVP5A3f9YgfaFZHs5Vq4FoQgkAItQV3R
sBf31ZRELdtGgZZS+Fwp96r1ZJdXTCxPCCYUGYgJasIGMaOymLmmFJ1gsrganUCjFs26glRqbqtk
C8bi60+2vOxLQ4ujSAhtNDZR2SkqLk18H3t/VfGrak9fW/nki71bzuKqhcwsmJJKiU519UsNf9vi
NF0b0nXtiy0En40gTuhV8sUS3anbk8bjNa6BgZvVFb9xbS2L3S+kwQuGUItOVvjkGUdP/63nV+Y8
XNuU+Se8uZFIsQ266PhcvXc2/CObIkf3Y/0f3pbl1i/GuwSdBtVKxgpKgk6iIJZhf9fNy/9u5+dt
e7OUELaADgw0OmkQUGLpDyKC0C+vHK/5k799QP/vSggsNUVWuTmLlYAPKKRCNqPTrEW2onG2lxvo
uF+v5NNNsWnGGzyKJli39yshkQPVzECUU1CcbBRlIyRHlfB31RdXDH14HublqAYORrMopGja4rZY
XabIwRgnp7C5o7oR1nd2i5wzKMKp+DEaVO3oc6GSuZnUk2d9jxH41lLbGejMBCAwBWJgXy99Kaa+
/EGLuzU0kz5KHj8omNR1gghaaKi0en23kgqIdQxTef7a4Gff+u0XWNwxRmB4Zk1R6NSJG/Vnhr5k
atPXvPql5z1bHpy3dhYXbbJKiqaln5xiVExTkMvw7UAHIfombhDVExAw42FjwYD4en3/TuTSsK1Z
vHqaAth7eWJbO1Zk2CHJSWTSCfokuLozEnvwAZDvkx7ie+sXmWJ3l+7NuxTRJsrg1+aMfPaNbd2e
pxkQ7Onm4htHWmC0Iwi+U+EG7TqQmKUCv9/Iri11fkE+LNVQTBWegcFkn8U3HhXbA3rYJKeyuafk
u0IzLSFJU354K+uib5DVAtCXOFc+8HKmh6UyuYlwxpQJsEzVXLiEGIhXRYFpPKvIecjksTXaEAxo
jrp7s39U8lsKgxEFm9a6sdVfQ5mc570AADMiElZsqXpsjC698qs+vFGLH7Vwhk0YjgPCb+O5hX45
Do8hcggCgbGW6oWSb77+BB+c4myM2FpDXkeozM54768KNECN1OMLWP49lZ9VVf35zw2Y/P15NBQy
TMtMiZIlECOjGM89XTxNQ6hb+vG1hX9hzruzwxremlisQeoGwyY1H8/EQyvTvgv036z5qMfrHvFu
2uI7hEC6UlzZp/+PXTIxyzIIwMTiblDzRQEx68ZznB274geiiK40k/fESbIRQ/o1tIhOXpvu9uFC
slg+o8WEQAadEMK+37AaQktJT386S0hKNykECe4kyJWDHly5k59ZYjS2QrbJiAwGh7y3ZJeeV/V+
KZ91HwF2hKW8aId6OECpKxOsrxlafkeRDbHuJ/K5RWPgiNqvRLkS/VwubrJrRmG7Xx+YT+1ZKvX5
f8mMvXijR4oLZMSDfFbreJU0D4L4CY38Mt19befDg6iac41AV1XKo5aqLrbK8MEmgXuRocFbp8aI
b5ry0S8rhJV02jPqucvlh68tqh99ByYtYhuqEiQdS4eWwnCv9X6Uz1aOumqiS79qz7Sf0olWT4rq
162ha/m+pm231+tJ+U21r9zqVEFdFGPrYxrR0poUWMIrz4/S26EB646Gm7FHT2TVNsVLA+8FgrbR
bDvkKVYNrQ9H6qVjahvRDmXP4AdE8+DKTfvsQ2pwYZDF4sSrxuIkAqbJoaGo8lnpH7IfUYwfdKbO
bapjceUofnKnyW1RiqTOgjtUloNYacdIeV0Irhfa4XGhbArTXIfTXrMHp0BjZ4Cp00+oO03j+uu9
+7h1sxthprmNk7QI7N5ft7yOVcZ2DNPZMqUNGghogEibLt0H4Ndq7eVrY/+GIb73me+tLT4pZH+F
l6+bztUrwPTmx/RbeZD3YhNtPFffqbvORwdxJX6md/5j+1jsq83XP+DfuJsPP0Al/SZvNQzz34C5
NyG/LiHgAxh1Ovd7/552wi3DIqWjcW+6003x7RieU2a7il29jQ4gsq4Y/xBtqKxe12xGihv8izp7
iDfGY8SRQAhb09mvkXCCYXUbmMZWj9LvSkrvF7VnFOKaX8yiuIE55jba9P2/+QWCQivnWtUoErz/
BYNqgIZHfeRc1xKXq/pG3XbnDW4fGTvo6i+QpcHim3a8aolrvzb+2Ukj4mH0tqHM2qwLv9SG/hTV
dP3PWlY/2vvackSWPaTTX7u4+V9Z+ncK33zngK479BXz35nOVzrMefrx+3RKdlIPz8nOvn1t76Nn
n8tGxOoUOg2ex8W+ZhqwJxH78pkV7lvT2yAFjTJEcW93Vyx96igo/8L65THm8V+YougcTLqc4pNO
pZlD/HiN6kfmwkVQ3iSvWJWJvC5z65p/+nSFb8wuzg0Kg1oaV5iVrHpTdTdhU0FgKQ5J5D16ngqm
fB349cEvKpSiXbS+WqnfhyJeF1Tnq2vjx+eofHmJeW2oUFoGEm3m4iQNat7lqLTK56xPwhvRDX8Z
N9RvhxiZgK939rMzSwZkyEJhkJGxPEmpmhmgWVm3Tv8tnpBp3gKcLPonAw7z16b+lTKXq3pra1Ht
mqqhKPUkls+90cL6YrKMQ/t5q0vZE6CKY69qkhPpw91UVheaWrfppD+kyXQXoWnloDMdresUMLSB
yP7KEmh2ZYoGpUs++YhFB1Nz8UMFFUOpmtycCiIKFzRmPOV3YBs3KvBGp1S9tdn1gLLV+orjVz4G
/LRq0b6whaxS/RSLxVllFAI/rQhKVANdY605tnH7LBtT5KRJVjjgJ38hiLzLS/2F3uAhtIN9UuUq
PGJtCy57uvK2f/p7NF4AiqUMERaLYIzQkwq418rnhlhi1Rtq5ICt1a9Y+eS62gQIBtNvNNI9apXv
/W3RCuZtxZJyzlfouu77m7xfRyfwwFG5Qfru6xP08ZK+N7ZIZiuY/JKm+erZruBPFOpdah0nRqyB
3Ja3X5v6fGEMDjDpC2myKhYOQUMKUisg9JzhhfTmJnKtl+CIHBeE+afhv1qYoQlVlQmehbxYGIDo
KWypSHMzyEfRVAzQTwVoABXn62V9dCx8QUJYPLmg47WM+JAWSiZzxNDU1qi2qOV00zDd6sbPNf9K
lP6pKVOmcS6QTTHVOfh880ZJypgWLQnQuaL//RfKWOj4YZ+9mqH5+vWiPvowFjWnA0D9VCHby61C
ltoQPpYyABlANpyk2wOnSFHSypMrrQFlDuDeOzGMCbSahWkrJCIL1xwnelwztkQFNFEgCQzqznpi
uNRWtx4b6yUFRBCG32BBIri6jeF5asGV8ewfLzZtc5MsBHdt0yJcnJUsgEFY9gwKsUeg7IQ4Kd32
1PwvDgpZnKUTyihgNxdWkDhTaE336pmgXgYZo4MnVDNHvf966z670W/NLF57vYKQz+hm9ZwnOMG9
FF5QdQUL9rUV5WNcyjebQxhWxLlf9niLeiokD0m6c6T9GcFGSvFjg6Bqlm7j5A+ApZWeMl0djPfl
a8Of3YG3dhdfcSyov2vWqJ59Grh6qt9a/VYpms3XVhT1kzP51sziK2pmofVTqqjnLEfZwPY0N2cW
2bquqP7PqFAmejTdjiyoOiLmHe4RoEwPsRWHdyMSBVd+zWxscUEYWS90nbeHZ8Fc3Ea9yaD99751
HkHuUGsg80VlZ+VXlrZGgrhdf734+b4tzAmL3Fzw/LCzS3MebRQz1hEB7KIXDVVxamWOP1zUghPb
wOzx29ugrK/cwY9GhQzh3tBtk/IeaQY/6o1vg0rTQWOLrXNYKlspW00PiXbuR+Uuju5tcy/MK/Y+
2WEUK3RBKKiRyDK29b1BzYsGMJW9OKtKuy5RAKnDSxnvEHJHkq5alR2wk/ZJ1xTHgvOL87jylT/J
awEp21AyZ89HXDofwTcrFlBo7Egfg0va/jTECcrqSo9uFCBx8eC0wHsGVBj55Ew5kNIL+MVpPFiw
phCEKhEPa82UwZS/hVG6X2//Z1/GsslKhMYgUXLexdnPYU4D5VG8cwzlBiiVXBM/7gGmdwDjAyar
UhiCbPzd3ITXxjV/QKvMDwGi4MqcaRNPLYe1d5PWgLz1/Uvfqt+KalfETtNuKDCign+w2mEtEGit
JESoxHSTpwcjPCvS1g/rK1fuk0cJAAdBPMkZIQtJ+PvdgX0DSUqJ/QucSVczvskTVZXqIX9VwW4c
APDKue+gteP2xQ/Lv/L8fqwivTe+eOiLzGg6tDP8S5zZm3JE5hzRBaG/IPruFKD+FO/a1N/5tL+/
83xsxPY13icZxfHFbQgZZgKdTPMvSDhBPAxBtSEnKbaIplzr03xy0+fggmsHslC3ln0a5ndNozVa
/sU8IC6ph7tsOFq9WCVmvM7LH5J95aJds7dYmh4xS4VRbf6laOdmFOoy2V3LoD7Y/C5Sol9fno9l
TQ3gCVgjijXk20S5788NWD7VRAclukzj0d8m+m70D3r0t2MD4+ix1emyo4tfbEbTPyY9JWRHGV4j
F20myVGlGyHd1ogie+ioloXklP0NTMEARfMkCq8lGh/2/P1P1Rb5DCMV0eeP2+iSfwt+sOH2ufxT
Pg3rdpfsQaM9eUDVr3yeD5HWwuTCy/cMj2V6YR9d6v6Hxkjv9s/Xn//DS7n4+wufiricVZsef1/v
EB2xSweicBn+7Nof/7kdWzWp8pq8j9oyZLW7qsnGaYwuTf+sV/XRLnBJqTleQr+XruzTh1icNdk6
94XAkXdZXmxTVhp9I8Uea7LS7EYe8gQJ0pIceCrybT223Q7e55Uo62OupgEHItrAHeCNKdG/P8by
SGKKgNx0aB1mmaz7G07nDu5DeBW29uF6YoniqjYn1BRolmFxakBUDDtfPlCxdoeddAwdeyNvwyuv
2seT8d7M4lEbhRWkkcS063Y/uPEW8Kp6Lb/9eLhnE4KmBqiKOX56/81EaKWypIfyodlRnXYhL61q
99U/O3skp+5+/6cn8J2xZWeIeiVz8yY+W7wNXOGod8ruawMfj917A4urmszx0Sj/25d+HTj2HfCB
K3uifvRA720srmspCySS+kA+WA/wQlJILfBv7oc7Pt+zdwodj5X1bnim6H3sX8XFW/U7OCgb6669
csk+vLj/TuH/2ztbe793DaN/y7SP5EO9FvQVhCP2oWtdWe/HpGlhZT5Bb0K+HnZNjdAoJ8Tt16jW
bWxXf12pK2pZV9bz+a36n/UsHj2Ez9K2i1gP/LPbyJUc66JuJfeamU/9xJszby+uFRLGsI0zdrBe
g+ZxKQjiJ7Kf3c2146hc26GFR0IXAy3hDkveRWzb9XyJ4Zdc4qfiVhzVneaUG/WZ2V/C1a48Wtdu
wiIaY4A9OmoqllUncIpbbe1f/47XVrfwHVPZxSV8LvkwbcQmHbbaL8JvJ7vVV4qDXKljHsUZwVbR
uv7V9X1+LKloEpABZiVqeX8syyzSQyNI5mPZrr194qq70gVHsmH20xWv8jG5mK/AG1sLt6KqHoMI
GdhwmDdxXMdba+u52TbYauvcTdZf+7BP/csbYwv/khm2Ns3EqcPufnvthZz/v+8i5sVCFh6jomhV
akABDh0nMVynnPveHdYOebkbPn+9js+vmWlaoEcoAtAJe79D6OGkkpSVMhjyeItiy7q4jc/FwXOi
K37jqqWFi9IlFOkDDUvzBatXnov+1z7be861W3XV0sJFKYgdy+W8pn7d7epVuCYedPW76ia/AnD9
1Be++XgLH1Uwmybxx2L2UYOrO/Nzae2b//2nW3qorB1z22BBqCPuhl3kNivlr4Og1/3/8jQsHBJ6
IEKJNBZUbdBxWNUrcYwdxWG61JXTcO3LLbxSy9D7zItZUcurmEAaIQZ0mot8ZUGfOr//2aBlY8Ur
pFYzBesZ3PnxVXc08Z1rnucTLw4qkIBdwcnRy17sDlB92qMQnDESOBFGxrv0v7im72wsNmaKdAaQ
2f+ONDpD7qpZrfKdtLv26n7yvd6ZWWxLIRiABdFk3hYm9zoyjx8zKa7s/cf2G0C7Nx/MXLwKPhoI
4RQywbtcQd93mjvmjLoRvjpEfhwySeLY/4e079ptXNmi/CICzBRfi0FZsmzR6YVwaDPnzK+fRffg
HqnEUc09t18MtBu9WWnnvRZLpHSrU69EUsYBJF0y4KawMOmonia9yhkpkORJY/Lm5oelF+bsHsrB
OqIb5DzQNUbtowBswDBrtcnu9ev8Ld/2eEXaR2CCtY+xtNts37Sb/8iiu607cI9qef0rKzm0QG5+
7KCNKqQjwCW2E5/co2Bk3yKJN/zWfWQq20ltU9bqSjy1s6DoKzEb+St+UuuxifbR39dc2OBmMHzE
eQwlNf2PNxLR7IhOTewvWoPx+wtfVxRUIQZEHzY3IJgv3+aWTHoDlO8GMI4ZGn72riJaRV8oEoiK
rFCGvq6Qfq+rSNgnCYasfZT11ZOCEOx17E6Kt6mSk4gOJekMilzSYeRb41TWemcCzClg/s8nTHf7
Yr2CXwQRsGYFmDPRiE39kH5iwLp7c1eoqxqLA7dzjeyT5xlyf0cI6X2+lEsZ7LFXOEBiQG5lcUcg
i5dmYC6McdcdYFd34nNgJIDQBnmd6R7rD2BSmRWrgDdjJlA401XEvSiF3mRDgP2CvUevJ2JrBdy+
pn8OHoPHScuCcclOduBuA/OY/5geShKZLEU1+7QuxNPmg6tiJNxAPbr3d8qxNvflTt7Uu2Bl28Jh
CXLeD7C6/Yy4eumSccfnXpWiqzJGPDHcgJ/UmStdJvJDhTM/NZayqvY+bL67mtSISMQtO074zcnd
nPaFREpl8Wo7eFJQC3tg64Gn2OoM7albTi5NuqqMwUJgiYQNUKu2/bpbToGsuxoNHYDuX2BWjElh
s+MjccYVRqvLf7ZBoSxFyAUYLh6xDfpKOS5OqO6fms1ogwUGzhZo6tPP6gtU9MvcAK8FAvoCgQXj
JGY8/atPoPRb5wYhsNHwCb0Zm+AmMLO9+yCuRyNcpXsQUxvcmeVQzIUyVzIppYNwrVI58GPjGPKc
RCvpN9DGzLyJdpXuSV8x1jht452zpzsNtFJSOmlRCvt3aevDL+9xyXJDN5mCWOdJqZQaXPFJzGNh
Ep5TdqgMzgAmrAFwlM4El/aasS7GK1KoQKAEGIs7TuvqrCmud+FkJJsWy0seXOgL718FoVcnR0UE
iLO0Mgmnk8NjmcLQflcZ2mO6Gkz0prO8aOZFoVzPiR9G5lxcTn/XmskBhEa/p9eZwCLa5CyDwNpO
Sin19YQar0FFNDBE7RpjamBjM2sTWFWWuHZXLpQAd1LgYueGhssDjnDkupinOmsULpQCpakWHmAM
ShWnCkbe37wQUKaM9jgpK9kE9LVRPUx6QDc5ZjJPmmztnZdCu64qmAvB/YTzXZzcTXGAKrTAtHnw
XmoTbdLY9SPSfEe0vK108MqSdhM/q6U5GuCqb4m2acz4EB9A4Povc4CXd0+lNBVo0he60uIyZNZz
ZVXIcT4slRNPWGZx1rtF17AuqJj3gFtNXXJM2UdhE3XCXt2PX9qvxgBbsQWOkBUzkTvn7F3Kom54
yTWdWgH95DcNKDz1drds12DThf5PV95DTbRlfJjMYogHDcgYcl+FTFf69rz/WSp15YEd3oDpAOKb
DXAwDSSOYfRCVkMra5HUjQ5VyQ0A9Q49ZcBzN9JjcJrUImgMjv8qErrYUNqkQtcLwJuHLFTdkVdt
z67ZTtYTxycS+d8Fe2izxMgCWmTRXEbdyliKkWAahL+vNdwt9oCNh77A4a1bvIeF7Vv3j2zWa4PL
qAKPQQampUqdWdJpXpKC2HEP8sSf3hSfpXp9LkxhWey4wQLc0irfZ7a/zxBockuF5bPOHSa0E6Ah
NBHAfPQGNwNgkBLwqe11vIwFbij6Xg1gZZnw0lnRyZzhvpRFbW7RLPi4BvbUflgiYt/rRv9Yk3Tz
/xEHTe+MfgiXkiiXBKCAfSWHWJV2BFj8R3vWViEM6mJX/5Qf6aGwZRQBXGN4vH+Yt20b01DexW5S
wQ/0DEBzW6wQ5KCn7NDCJ1W2rln+aBvPkP7wpAbSCEPm7Amij27qigKtJ63kXdcVolJpRNg5jrTH
bONZOMUl5qT57b9RMPqFLOoEBUDIBMVY47aspmJo8Kdao6Gd4cTOWcxLIdThtYpSChEACX/f/KQ6
4dYvFTh49zeOJYY6K6WsuokRZtq3CLn3dgM0eIIubsYDn7U/l8uZ/JSLgLgcchEF61ZEYbc9Vidp
61kZMlXtUn4JGPPyrCVRHmQtdqI2gsT7t4YMau3KBF8ybjvrhJhromxqABu3QDlehE2d/H3PmtRy
b7hE2Bcv949pLj+OGat/7jdlUyNwZWaCh0WVJoZtDoHlo7zgr+C8/Y8XgtLEWToCaWm63IDr3005
qUnvY1EsNTidwo1yulgQZT+zTKjUiVESVnqyadFK/hgOU5AKMEUTyPrmmC317/9tFzUqNpVaV6gr
H0KnkiuPxExijBsg+BkuQx/9joFRywNUCy8hVb0ALQDdM60lQECO5UFEmbA7RCs0M+wk86tGF0Bn
Yjb8w8FDs4qnJ888nVhbO+MAXcmmjrACsGaCwQhxv33NH0Qr2o4EmNxGa0CwYgC91krseMna20lT
3FsxdaC1Vki52GPF4w5lX+DlInkPGpxd8tAfVDiZ0plxmDM5tstl0pmeCsB2ohJjmRrZC6a3ze3j
+sHKD9WDs/pm7OmMTrmSRan8cET/sxxicY0FzlgEbNEuJM1KYTy+OT/oSg6l9fW+D4DHizW9Ajz8
jTc4tAWM6/UfNPqStzfRBtomyP1wXVmtavLM6Qm/TT6qhk5/us2zCqJa1PsCmyk3h6QonSiOlowD
m7HRooDuJRnTCph2k6dvuLABAfp+BGmopif/t+wS7fNtfZiq9Mzmivn1/COLMgJA+JYAszzJMn5T
sD4B9PXk2U2pJ9RkTZ1jBllzFxK9qlOjtI5+P55aXxMMZdMIpbgP1QojkBbHv2nJj6oxQSfmBIk8
WmPRNSlNsGrXG9kkTZQIoSzu5WWLSB5VTCTX1o/ojrVEG7lGk4cJZxzenFK5lEktTolkMMDEkCkc
3VPy2Dyna96SzDMIk4zSSp/jQ3KuD5LVre4LnjvIS7nUQSIUyTgwDYl7oIyCsMGulD/3Bcy5q5gL
+mc3KTMOxhhPkyNI4IDFOOEha6abb3kX1CyZlbaHql2W+WeTcutceVkUZgkKYFb/+Zx+ufwGyrwD
QFNIa0wY7HnD3UTbz8jyLH4/2SeAd0KNdibKGKDdRLcJ6+XP9dJcrZ8yF63YgFSulcQ9CGOt6NCu
pZ2AkeaWtCQmwBAeTNWWrNKAujsztp51qSibIQu5iCGCyVJ97j8BTEvOj8vlAwoD/fKpI6wq1Fx1
5HKlv9r3QgElGS4SuGUQehnqcjQ/C3J8j801MFFgHFVY5nKKp7cd+f5fN/n30y5E+zWQqYUBmwwy
J9RpOTKuj+flw5QF+QB/EpK3J1bagHGnfhP1FyLlUtR6lE8nddtBZGgDWBTZdlYEcQvoBBxSoG1M
GAAYNZJopEOt5ALwRCnT/QGTRLhr7aN9DMifP6VVWqBq+vCMH8a9mcwg7WtciqTMpFQDBz3wsJuo
1aK9ItsUSPPUm/JRXeUGs6I1q4IuFkipWxCi1Y1fYIG+j4y0vT97v09DfOW/lA1n5ub91bHETb+/
ODdR5rQgCSBOiTIy8gc5CxkSfq35vf2jlKrehmCdcP/vbZQN2QqszMB5TS8gXpXGD3iIGDJnnzqm
WHXQrckYLqA0HIcUC3ADVHGfvnrgJWzN/AVtt4VkgUL4/v5RkjAahQZpRRGnMj6mMBVKn4kiQGH1
VEwdG6D4jgCNegRz3Oq+ENpT+ytlQplBSRuDb3RCtePjXIhyOXWe0XYTHn3U0IFQBkIEYwNcTQIC
j1W3ejI6IqSs2ILyo25EU1upc5rnxZqUOlvTbv745oh2qdQeyaJdp0CZNoyfeJ99drnl2VFlMM6R
BsC4kU5tr9p0XZTWWHj5VVl5gFHahDRnQ3pGV4beWKV96shpKtSsWJLl61f/VzK63lDgxgC4pFKv
PpA4HzTRQeLE0hfYqnpgz6uFT8IxQJ/wYvFc+UCTjAFuvAagdTlxhLOg+H6Hai8ezu8nQMcBWUgV
UeKl00yaHHcAEy8Tpwef12JZgawaoAWWaA3ASDeGP0lkD+CQiZajvNaX0b48lgUqzbKtguR9J/wZ
E0tcVfU2DFap8nD/SlJe4d9vwwTmYqEAb0aXqWvRhV4L8kQ+cXQBTOFcthAxLZRCdJgboBpk1XQm
HXGzFRhNhx+PuXyehuwZSkEuVF1JnKQfQMcQp0QuwZyzEJb3l/ULnkoLgsrAk4YsjJdS/pk0RJnc
qnXqqChRfYLhLuMeMLoDLB3+GThrBeH/VDkw8TvQLW2idenbXGmPsAdffb/EWI8WmrFrjQmA9Tde
AMaoTfQi7uRHjPiCkN5F4fTHS6wxMv3udP/T6bmx3yO5/HTqSMC2EsF0NKmzUM2uTzDBA9ZMEnd7
Hu7UlgvXaUGyVXdkJZl/gWBu9kybxnElDGzcoNQEEVihPA060FUNDRwB5ByhebM1HwCCZwB3a1jW
oK4nxXewrJyJcQccmDWSA1+Axa52gbxuFMYx0n0Bf/fi4pMom4OOP99ve3xSbZuDJVvDH3utPixT
2NKv/EdewXInNsablpg4e7x/DtKc5sBE23+2g7pCvlBrfiGMqROu1VP08Sr/HINHbauuk11glFsv
XNbWDxKFxiZ5CmxlfcCM6xE9Ivh7WzRZCUo6cfi7FdBfOmbpMcZ7A7DFc9lQD0WSOTKAMIs16L4A
2A96yOS1bQX+uQ5A12lKgEhHpC8G6VMzJvwzcOaT10zSY49hT+b0BpJUioRZd8QgtJ84+PgdGBgy
p6n90earLAUxffJV1bzy1JY8a1h8uvPU1QQeM1B8ZAnpTIzZ4/cX7o3ea6A9r7TMwUS5vF4Egmjn
fCGYGgfuJqkAx2NcxjLj9tFBzrTlQF1HtIyOTxkw7FQCRxyESMibOnPE2FQVUoYWnmSZraTHEk06
S2F4lM1iX6pbSVhp6N8oURxhOeS0p/z3I1DfkgHjqknAMbpeujT4g6jkTeZwK1XYi2AnlkmxKwDG
OBDsOhob15VspaBQamzAgeZf2vr+Q5i7eVCimEYCbiQqijRYl+x7ouYrReZ8IsQsjOQ9O9eYlQg+
GXJm7hTkTECyMoh+b4xDnorSyPtYqYs+ESy0Gs+FD2Z63KYiAhcuSDNATicoAHrlSFN6xjhaynME
0JlC+W9HG3+3HZ1oAsAcJtijm0WDqjP25BRnX9p1tnE2T5y5kXc+gZPy/czIFM7pfEwIA6SGl3gV
aH2TLrq432XrB72nDJkTETgmcAG2JUhPUkM5gEK2IVpq5xxhuUZUUfHvEqFOAPsNCHKMS18LBf8C
JzRgAnU6Pu9Mrhg0IjaCvMrBF0i4LB2I1oIGLPYX50733OXY8qwSnDjzsPG4cNhwPRb8DbJ+KxSh
i5ePb3Bd/qUPPO477SVdMlNQLwInocyANQ8HqjuDZxIlXT1bVNrBjRQdPKVuG0VmhNFcUOP1sQe6
86Fpwh0G26rI5IdIfElzSX4BVSrm4Xm/6jAfrwUCbIaWCTuvi3md6GLnP7u5qDyXadWi11DjZEdq
05w1RDxnyzDnCX5MYDFiTJpu9YtBhFq6+kQXi75G1QKfm9YCFCkiYLgxuOJTfMPncBtRItlDV4Dk
SDDUz+61sFXXWAgGwNKIyteMuIfue50uAcAS8D0YUIcbSAPEiyC+LBtf8JyJg0dD318koulR1ZY9
OMQ2HiZSOpCxxb01Sof77/03ertW6pjXVIBNj6ZPwDr/ar6LS180nryIwC/tmK/vg5Wu0TFQrzny
npF3bAQ5VhgFK4wMZczFGvaeEOPJ/DmdjA2G+MzdDmoQpbOYvBnG6oQ/q4E8PaXGU26AVB2dSZvN
xnhixRO3OgoPRkJPDHpU8e203QMqZFJIuuueheIN3HGkqteR/+D3DNNz+yyuxVDZA9/NlEUDgOkz
0myWFx8qQIgAQAgTu1sJVO73D4IeosQduJZGaR8vK2B4IkjzOnMw8rVG0Hjzk+/2+70NFor1n69B
J/2mN8hu/IkeWJ0UMy/jWj6liIS2LjvgVblnU12i13tvf1YGiIfIWn54eOHtnKhwqMB2ZADzn+HH
3AYk16IpJ28hRgstmkSDtlDOf4ToGIFM9f7+3jqS1zKmw76456C08RKoFffsx07RFCSoGS+JTs38
PUBFmuB0kCoBusq1BA6sZt0oZdw5WbkPf5b9pt0cAGj5jWr2VjEHxn25zZVgPQo8Y4ibOBmoPeML
1WulsuHOgM4ifb2eqNcGkIgWn7X60imMyvzsCUE3TWZKAw2GeL02VyzlkRtaSFMwdVAtE+1ZQjv4
/SOa8XF0HhBfUIJ43Dzc2mspw4j6/yLluHNmRVayXOwWZPPjoeuXldSdUyDYFxl97oCwQKB1LUhF
855W9S537r3E7vNNWEmkqvZF/d+7zFjRhSBq36RKzkANC0F62iF2QwuFzINHViMB/xXHI2sD5zTW
pThKY1VVI1duqXPnLTgkMZkintAtShBffwmGlVrGRt0yAuW5ZwWXFMA78JcAMEbtZCkVUjzKWGCs
t5YKsjwFcfv9azFz9+AAClNuEBVO4HpfH1YeVzVYdBPPidXypQzKHVhrG+IHiXVfzsyLQh0V5ClY
DkKO3/bfCw2x0MIubMfKc9Iq2wA45+gq0aueBp9SMZAiaW1B5BnPaiYrpV/JpA6sl3vflxaZ5+zt
I7D2ATaAHz0y8GuyXBMYW2Ozcg8xYtonhrf7O6lEGf4r0ZS6EkpFreoOol9feeNZtZ47A3yPK4WY
tr3WLXzCJ9LlHkG+oQT/21Y2VQxwGfUSWcJqtc1N84eRmZ25vVdfNF2EiwPQOEkPlbrwnCDQV+oI
rnGF3xW9YCZlbVSVyNj8WXFQMlNUBVIplbpXoZAvXDHxPCcCqbJoBY0CTK5VVG/zLGE8zDnjivqy
IEsYVUb689f4XyxNbKOq7uWF5zSbYmFUHjZUIumCYLz0WD+kpuIalUtqjGwTD7OgLpHdM+BrP7qi
JNmbWzG+h25ln2zV1fdQ1gNsvYDX5kTPwaS48LoP0RphgzbvJ0TXkOEyLCNVzroRRpleMOwqUQta
e6cal8Vju+OF7YeCRJKyH/5b4Km/sgA2ihku1BCQdby+Q1xf80kRxb6zTch+JIJgDd/f2+cYuanv
biWx4CnnvDYUEv6RR+XUQ9dXWh596k4Xrtt6C8jDaOu3tgbGZZ4E7gr5gWAEln1sxr5kSvK2DY4C
/5roa7HeopOJJzm30VILDNlmn+4iV2P4Pb8BJP3OL7+QytoMfjy6fBv6DmamwXFoo+gBpFgC9/Lb
2xgH4V2cJpxr68/5eLQfdxw6vI2nk/m6366e5M/gGJipsXKtb83sSEdWrP64+afxzw7SHbyppOWj
7Ee+IyrbUCT1SwUCWMyRq0aobYBNnW0GgByL5Vo049Og7otzJZD+o37kUmPQTrnPSMbPJJzwNi4+
iNILyI0EQVfhSBXQHbhvAidYir6S3Nzsat1RMjsDaqyE3BNfArN7U+Um+HX1P+ViD6Z6ErusqthM
dIgPAkwBCEOQlQDc/vWdBohPXwDI0nd4Y7GRrWo5vogPgcG/dmZiui4GMXnGi50zhZcSKbM0pKKe
1H7mO1q5UgtjqDA1ng7vSM37rBzm/HajECGB0GICK6ReUIMMb6sM2O5CtiXALySm/FQefMw76lZ3
iElqav6x4lEMWI6gjSYx5uDO9y3/vDpU1IkHDuR3cAmvd7iZmMfBAYojr5ejWqL/R9qE3kfnGYWI
/G4arpNFtBRdDWzxlaGwSpJzji+q1AAyBGSbBFNEaS2lVUFRnUL+sFRI8QOC+pCAOVowjMhm2H26
aeZXQ2KzkesB2QDAAanr3Y4gxi3SwXcwa2t71TMYwxPXN1v+JAbbUJ34ro0AfJ7iW5ETjzN5zVC0
Z8aGz/l0lx9BXekx1yegutF3Gu2pWRj6YiVgWqEni8wcTpF/GobKFLIAwG72sBYR4qulyLCBv40b
tGJEfycoK6C+AedGfUOUj0I81vgGlELtJDaFmrxhuPSQHhzHSezIxNgC+YHKO/2bxU+ZZOAng86T
niHvK2VRe7wKjWcklgaIKQ6DLsvWsj4U4zv7VBip41kbBSfnP/KoEw8qTS56BfKaDZpZy3P6EFn1
Tltle9X0P8qVdBg33PIA1gewZm180nxilsxgHfm0nfR2o4EA6DSIVxWA416/sdIrGzGJqwAcrk/g
vQ5OWmmB3E30Npp+SKKd981tJBaT1qyXeymVsn6BrwA3sIVUXzLs1/e9/9UsK6Mi9mQHXxGZp+vB
0NDZowbWg0pUMgQoph2cA3i9SEmcp+Fl2zBu3px2XWC+HXwQuHg32II6iI31RHN9J8iXfn0um20q
vmkYBu0zwtr1SVPTuz4pFeT2NAHEE5RPDerJfIwlHum9zgqItxn2AVmAofYgEg08cf/GdkKxTHyx
mOcAEuz1IeslGlCliAucrPEsRf7yNCKJVt4D20S3G/WBz4wAA+7ZTw2Mwl0SmiDwNlTZSMplrLOC
70kYtXbsLpjx5AXqhzdAbiiDFUXgiaGj10s1Xgn8qXOXocJwsGbCCAyNIxMDARPQKHXDeimUJPBl
h05bbzjJqCUzsgb/YTF+31cb0/9DrQbtKpqMSwNPAP7t9daKcrNY1AoXO1GTm+g2BsoskZt1sC+l
VSB6BF3OjMB7Zv8kFBVljJIBAAKh2bXEQGhVP+r1GHrqWG8GmzluNHM5rwRQGriswsFNGwjIDuM2
NcU/+Ra9H/D30Fesn7tPzr6/hfMLQqYbnhRaQWhQzyKFC1DLkCcPpK1eFO2Qjpsw/bgvZaacgsS0
KqnQ7cBRuGHpEpKkFKsiTBwMhmYlqU2NhOd61+4AxrpDTD2Sx5bk1kMKVJk0tepnAWnyp9X9r5jC
d/q6XH4E9fB9NDh5bYOPAGO8JWOaKvM+70uY2U3UCNE9yMM3laBhrq9HJzaa0FUFGrV6GO5xHQAR
tStOHuMWziwERkOGrwIYVhC2TJ9xETqXqRvnQ4aFlG3yrPH1whbKMrfur2XOA7uSQi0GSEyyL4Pz
3In1Y9tupJ0bxAbYeWJhP2Sv0risejAwsnyx2+IfKj8Xa6NsYlOCSnnM/QSefaQ9KeNPNZ7C4pB6
Z6FCPLQOO4YvMKNE4OHKUCKAuERzCZVhLbNAb9MoSpxOIU0dkTB6HPq3srZ7EY2D/okVj9/cEShE
CAIoMZLGiFyow2s1EbyCapY6wRACITfOUTZegiYpMOJIZFyUG0VMyaKOUF6USS+EUeoIlWaGIObz
eTtBC3gAkqOG/7p/YW5uJYTBiZ7SkoChwuKub2WWakOlBegPAleS7rWfbVl935dwG/ZNIqbGB8wJ
INdPlyrzCXdHEFr0KaKxwkdNqH19FQAVp9jeg7jdcqzLeOOTY+4BzwstFqCjA5ssdVZSDqIWkDjk
KH9DYWHsmwMkmUf+qJj6HgH3AWf4/gpvQ39KInViqMOrfcRJubPN++0n+CGWLbqB/4R2S0B2Zpwa
8r0yoi8zY732mdObkn4wakAV5NERSJ1e4AZR6AWFg+jGfNe3gBJybeKJ5ke91EOT2UR+8+ywUDRT
ACEehlRBsHEtzwsydeH2XeHIywzFbsu3wcUxRiT/0zOSmje+JSVpMrkX2jJMdKQZNUhqgu9YNZ8a
njwNA+OlsZYzbe+FECXkxLSdhCREHoxUXqk6cRauyQiUWGJoE6ZykVi6QuEU1tR4HCIRrVuRT4Q3
5RwE9v3LeNv9Me0csOJRZFhAYf1a9YtFwU9UQH6rFrj+6vvi3U7e9erQrIGB+tSRuGVdwRvfB+Jk
1Pt5DD3LYDCgFqfWflXn6Lt00PeqkW3wUWR2JZsvakowWqgmzBmn20TLJHGibRZFOJJQLNenxrty
XgHXunRQXRvIiGgPnD0g1DlqyFphyEA+Y8QwMzXXaOOnmnuM/4wsj/I20UJ9A3Vz2gBMbBUYxBxM
UzQTcLiZJ6T2DWB0bDa9wrin0x5e+UCUNGqPc01r3ULvS6e0geG+ZcGSzmnoqx2lNCZf+QspU6vS
KYI13jUx9/aiIHz11kfmSnrQzkwOw8nlvrciSmNiOC4SM68pnVTfK+qyfeVE3J4wORXuRq/QNktY
qUDmtaF8lFDLlaiWcG2kbC9w5pig/fRFtvLEDr9yDN1gZB8g/ImIbmk0BhKBiwzpDa0yCvPJ3HhL
OM5pQm9iUEQmVKFsbt1F6EDkksoRvMcEAFGLlGjCZnSNGrCJ3Wm0WDX22455WEGwNf/yJ+Ht/+bS
LnQCfPihCSK3cvryNUI7nBO/KEhJJlObenhYEG2fbkGaNm4WtoRE0X2NNOPPgCQK+gj0czLw6am3
wvOtFMa6Xjl58xo2Rmuq7VOSk4XMkDNjMkCFNrUSaPBoMORB6QW/SRZCltROGD6O0kpzvHKPi9QR
v2egdUjTg6CuL2hhBNRldFRnwHl6LQo5kQLsgFLt8FaDHMwn+ow029sEznkflpiw/tiIyL4AXQZg
Y0vvmBqG9fhU/tliphbTc6wBxTn/A5+DXBSY4ACZQvdQjMWgK26n1k7cGD7YP+2ksNJdsNX6H5zs
CoCVy1HfRvVaGVeiTzrk2zlTPix+4tcyYhiE23Qk7trlx1BP2xuDsO3KRQ2j2n5jkBCwf2hzJQCS
hhuGigchEfrSfEsjHRDptqzUzXSb6KNRRNwBOJpgweGpoxGqXG25fGicUgXrk6tLo5HkILS+f6fF
GbOnotMRUfHUaQgH7/oGlF0iuQ3Q1pxyLAkYgsTnuFxPRI6kSqwQsJ0rH9BNGvFGS+6WBZqpK/C/
h6T9WHQv/mIbytumMTL/7f53/Wa9r5cvoKEZ8/5TiImflKlAMB82WiL2TikQ9dEFH/SyLS3pCzBH
K7D1jd7Sl8mQG12xG0WzyyxBOsYhSfiVlppdtEUzeLMcBDOvvl0TdNKyDl5Oyx2/I3E07n/rzB5e
fyu1h0kcZZHg8b1TkT1uJRIM76gaTJ0DE1xAYJ3TbX5QjKfYgCfxzRB+65RdC6euKbKMwSIrxh4h
63ts7AcLOcsIlA+fU/L0vNfJ+0tA3j6UpWA4xuHlgyH/thN7ol2bmBkQHE3hF5WU4nS5TxeF0sNN
A8tAZI2rBO2HUWmmIBTwTIV0mLF3DYbYW8V1LZV6HYmk1wtZ0Xun7g+DAv8srsCkuUoEVmeSdPsO
ryVRXpoIJko5qLA+OyH20XwfjN5urBGjYjXaLyxjhyz1JyAZSbLE+DYmxkti8FsD2pqw8tS3syjU
Xk/femH+9DTp1UJweyd5TnfSiwwY8XH1GEOUD31UGDUunPeth8Q8oWwAVAyGZaKxU4Cgdr0Z1Ksc
BbQdCQ0+wCu+hXqb+qSWd1EjEzF9i8J8avwEJDhhXPFbHQWpAvIyE/E3YIWpJAkXeIADFTgsmwhf
tv/08L7mvup1aKsk//iQNHTDukf3IJF4yXtkQqVkfMCtRcYHgCgV6UiYfWik631XvEAXx4U3OBA/
xGSPmdxztPHI4x/5e/m4jp+WmBXE5PGnfPhe/QCKl1WUv53cmjYerUlgG8ZsCVqvrr+A4+JQdpNk
cJ63r8d9sP0E/87hiFJVQB7z7XK5PFhPA9lsPqr1wdnElk/Q9HtaPd/fiOl4aaV8+RXU8QtxLWau
GGMfgIBYvmhVRIAQxzjuuQeH48SJT9gW6Au/XipaD3KtrPLBCUbLrTQrFnTr/jLmjvNSAvWky8rN
VL8sBqdKADmnxESS8HCjpSdophIh3ByYLMm3vuNUvv9nUdT5CUPYA2M5G5zcfN7vUSzIyHY4vb7u
333jeC72Z5h4MxWMx56sR7J21x45S9t1YiwJsSwnE4jjA9IS7asPq6eQbKz0gOFY5yc1vs37mzOn
WaWJnQ0jmRgPpTOEMjcVaBM8ti6ZyHhP4fieY6o5WTCOeVYOWqwRO6BdFvxo18ccuuMYJtObypEL
n1KfCzhXvIoGivrn/ormbu1UWMcIDRq9QPh4LSl3pbwd9Ghw8I86oigYGFTFjrTIgP5Pgm5gdDrs
XTw9Uj15c8VtzTuS8HpfxOyu/bOWG+7mrqhAVRsOoKEG8rO3SxAYCNGLl7NqdYxNoxuM20bxdFjT
wWnkHgFWineYgo60iPz1/RXNPfeL09Gpx6jU2cANGgS5HWIqHXX+rP4X5wL+S7i4UJ3TRNH1BWgW
opzxcTk4bdSYQozmUe+ghIx0LQ0h/WsbL6VQRqLTwEFbpJCCVNEumYKT1/2Rt472Q75qyWO/fXwE
blRrvX3IIvngiYn5jPtb+Vsvo/Xz5SdQqhO9E60rl7iAufm6zYimQ83sbfv4CFO1HA8P0ikluw8Q
wjyt0EcRGwzVMXeUv4MzEuYC0d9APelBxOTg7/1vejSJZylZRO/3Vzh3Ky8lTJr9wgGq8lD1wh4L
rCL0LPim6j3nAqtD7/9xkphm+b/roBWGkohaFUNKEK4S8rzPpu6E4/pRQUbceewevmTSwfdoAfIA
gBVj2kvMYDD0I2Opv67YxVK1LgSx6wIfUU/6Uf+jOLFn//e7iSIeYj8MUAJOgnoXQtsXjeYNeBeY
3q5SxXaLxbrQWf3iM5E0ioXo6QFaFdIaGBS6PrU4CmWpEdsR/S7Avcad7NcYPjfX0Z5YoD/zjHKj
feTGijVcNpPdvBJMV9dA5paqoPwcHYmU/lL9CKJt9c4/FC1xMSgnr/SH7PP+ls65FnASwbgL84ma
HnVBeaEMaymrRidBE9OQWjKaAsLmEXHyexQysjfTttGvHXIwy48RVB5B8vW2pgNYfqpOHJ3FkJIm
fmqE3Mwlwr9y4UmX8k1SsGZ2ZoO9S5HUSYZ1mmVJJY0I9rYDML7RLmR4q3eAV9meQ5LGSNH3wOoZ
mo06kHUDli0oVDFWPT2Vi6fQiWkULtrF6IyRrcd20fOkjzIzkV4CjnT8rmksTKuu75/kTP1BgMvw
j9TJFF9I9Rq9T/XCHZ0WJA8qSVsLTcSabLTNj2DoyQMYcgEBkLy64uq+5NlzvRBMqdEybgtezCFY
1B+CjQDukuiNz958aVluEhYC2pxjerlK6hJlmqtoejoJ804dKOGVP3m2jPsTq7eExg7/NY9TZx8P
LaDBh6TsfITBWi+RlNHZ7ytjayOLtGrPhcNZS0wxGoHNm45gfA229XFKoCKaVb78Ca1me2IYqdkF
A5tYxgwzHupvpHVxrELhSkGn66ODTL20sOuV5BvggGZVVmYP8UIMva9V1sj6ADFpvm+PQ0E6KIIU
CG8L/bkGgcn9KzObglIB+4zOIDjUQAO4vqxVI4DWOPd5RyDrNWc9etb5+PmuYGj0+LleP64BrmJ7
HLMv+dbia2hmQ8kMOTqUUWn+tKJp0qapudbhR9HhlNxQJJaWk24N4SQDY6VAVYCjyFMXJys9vyib
sHPg0cASq4b+KWxhiUl6XP9JV18vIDVH/9ymqsnTynGJv/rYrACco5n/h7TrWm4cia5fhCrk8IrI
CFIiqfSCGkkj5NDIwNf7QGt7ySZMlO0Ns1s7tbro7tu3bzzHf13Y5Xvv+/ZTqF1Gh0GhJH7cXV4E
XTgA/EPnbARwaCFKnYmojl07r++YkXOrw+mJLPWp3vcx4Spe7wRlB1UGuL9DDPHq5W34wey/ceB0
exIO/07efb2KB2Bbum5tDHrw8YNq/eP1z5/2vydBWcQxFis5rnESxfCa1geiLNTKZ7T4doGU5au7
LlF8EQssTOCz22+2aIzT9FXt60crQ5lntzFWq2/VWqTmmJTo9i29lUxdV7VhO6XMkw6OZQXoKRYR
qan5ZqrFRgIgF6VaaYkTcIdSOibZNi0Wp42XPoB6WcdaZccuxt4K+lvsfqAYE5hnYbVe66LpWKy9
KTYnWMQlL3PGN7tZOO0DKsHYx9wkd9vCNQPOV2Kf/z5HrwDE3xiBtWKOKwzLPtajmeT+rVAqVEoZ
JUr5HEI7Q2p0AM997D/b0zl+Oueb9dqRrNcEyetMZ+13OId6w00l+E5fxIebeZRuP4QKmAapy/Lw
17YQa7rOnfXxUZ81vZ0SNHvZOEfms5Nt9XS3e88ly4UN10/T2A1Afxde/aXb/euPXD1MvNaQPM+g
/Mzq5Q14FwS+lWzYa+A4A0r/+a9i7SwFU/68zl02T5r5tHC7Fz9guv5XH9D07ZCmAU5lAgMEEhm8
O7wf2IRQB7CjU6yOjGK8WtYGO5DsnwJnIYK+f5lvD4Myb8OgSmnLQH6A8UKv26rFhQO0iZcZEVmI
I+8x525N6e/s+NVaI1Vrem0ypcRKUdLbi9ZhDRaXo8VtXIPHQ2IuKf3i9lLGTaiKomkKiERXgmRz
5jo4+Xo7+QWIK5/R7rTbpSYM9wYT/a/fT8K3/Lw01z+TRr7dYsrMKbHHgHJ3uu0ANdhOjQroVmA3
5Q4HPYFb99vYUIzj6yuoKQAhYQmDboEnMNO9Q6GjRR1Hv1otHDsN8A3P8PajKNMXZynxy3b6KDAV
HZBrxNuO9Oez86XD8IVH2Hxge38L68dW6DdseGDzf3XkSgdGLWDSeJIb6+I+1c16t7cVzNp65vNz
/7zTmSeoArrsEJcuXLUFTf81yleSPSDreDELyQIha+Sr7KHIt2HtG1E82nnLW49XOtM2cbPDdLtb
WVZ5kBaQV5pv5M9e2MEf1J3ORonuiCWefNtcONSZmO1WJO21aQHPxAlEFqa39xzJDjfeSjx422HJ
bi74h7/qdbWZSfpfL9g0q7Xft7sx1w+HDIC/vu7tnCNSbpmsA0/5BDVaZLBYOkrKaNVaX+XadKPk
1Kkrx8PEfQoqxnHNxIt5lOl2PlJYyv+KVa8oSg2yBseMQv0NTxTRbZSfsND181ExvtTTew47Zl5+
ngBvsF1QW2H2AxQAEoHIZmL3pA5VHZIqijJ4SSIA8RukNolhP8f7Z/UcdgYIqNbx0zqw663wjKpF
jqsT2kb2ND1WK3WcevYWGzlnWkagZ1efRD1axA/Vso7wScOTGAMIZQ9Trq+VEf2jnv2lu0jRnQzE
AgtbMXvsV2KpY8doYEpSAUcBeCpTNgr1PQ0LwyNOyhmPL+9vF9XdqV+Jok49VyQtaTW8G8A7fmq/
puCYhfPPG58ZpkBx9Pib255LaMEat9p1eRPF3xwVQEzp2uXL7lVAGy8LsKBW/1vW+jO/fm3s98iV
NhZAgswnjAkAsXsnD0ubNO39oy+nXjw+CfheFNPu0ni828TsheGEpfr8TE18UgB086KFiZ1qpLde
C/EyEmrq5DYhI6VMHguyUR5uv2KNLjrSMNVhYYZllaF4tvU/V2RxfOxeF1SWZzVZEZBDnQZWb79g
JHzVKjUKlg2bmFFdrxuPKQ3WS11eVfSMVRLzsUpw05puN/ZGIl1oIlnLdVGQDReT4fX4bxSBDVvc
PjEmlHFB1L11vRVFbe8AnKp4DLC4zmAd6bDdqsZ2Dyws+CyBSRZu1X18DWEoksLCTPkvusOOa/O6
bHusywuMkOiYdzUXbtNM9+QkQkYdCKcFGEMq5x1WmPYbRhRiAa8xDd1/fPgrwBKM+utwUBvdNZ7G
zH68hzM2Cp3zABEDMj7mCzFueasgGmp2fVT7I/YQzKJoGPs8PI8r2axs9Pnma924RFan/0SL7Mgz
rzC66UUMRgAmCGML9ByzFyOiYBppuETNZuisQpEBTeRWNVq6gPuq1F8AbNCzYimpeP9O3Iqdfv/q
SW55PuBDArHInFr46QyczF3kG8yCC3ePpSDdCqKuXkRKpQ0wrX55QZItMw/Ih8TbM3DyMPOnbSvj
s3IOIcgAOWQbJ27mw3pn8VvQD14AN+xccltetc5m0zogNTrVBv7a5PaJ1Vl9wOztUiPLnHoD4gjp
smnKGOAjt9si19GYFFIwXrjhlG0JuWihHXfBgorPBBrYlCsxk1m+2n1OrIhWdlA3ftM8ERFTHF+J
7liWOxWqfk6JZaxqe3Va/YnNxHms6nOmEPlAmGJRRblHpTSdJ0VapEI2XnzPN2rt4AnoR4u2jJBi
HFJdEDYTOEwEwRoPjGaUxBWJit41L0IVMkddINsx2wIgeVABBsHDs2J8okb3quIUQUq5R/akdJZ6
oSbVom3wtXDqMHmvKssmQYLXT1bySyHD2VGQ5eV/KpitksABqReBJ+bs/rVM6mRbLdBaP8WCuV2P
Ed5ipShGyAD/uBT0AdXQV6I8PT7QOQuCASQZdH7o0kAoQjk6XJclrZBw7UV5hckHpHFuE9EUtX17
8dI13vTH8mZ29UYc5ew0Jdi5/J5tL+ImMjETB8xNLjWY6ugHjlcvoGrMaOuNsOn3ry6KmIxSnVRY
m2gojD1kJinfyKH2F+p0s3sIz2Dq5EXJFoPJt3K0tpbBElB3l55NkqMsxXu1y4keeINkNaRk1l2U
croIBOu0CTRHEoclKjJu0gxKW3FRgOMPfLWpo5Z6xtGhCpppQWsvYW+ykSMVE5Ils0lf+ef8k3wK
nZ5+Pj5JecZzuBFJrToNZa5oPYgUWaco35tPhvsUQ6MIt2ymc8QMYz3k1kH/zuKYe1Mq9iR7KoBj
mzm9tk+8l3Q41GinlIB5+zfWwHWabVTQgg773HsW8X9riSXDK8HhSU/DB6AL5N4ORjPNjQokFqqT
ZE4DpvjTuBFQlay/I6DmbjLWIPVrkHzJ0lfWPcuNIXRrqaqM1NvJhdUr63BDohYYJ7UBYFd5WOKn
mXkEsC0wVhhqwmyfRNmNtm9QIylRMhGL7XiqOIOxG/EQD9NIVR5smh5AzpagApv9mGEE+7Vf6kWb
eZxvPoAyIkg8DImQhUh7dKY46OnPEPygRJ22TiMvaP7MfAFwFUAGOg2HwOn61ZGrGyawRc3XeIwu
PLElvQBNcwHyNjs6tHZpZ06y3qqBEdjjNr149pggrSgYnp0ihD0pH7/M2MDBYBbejTkf8OarKCOT
FD0DBhl8FeAt3yRP36NtdmqfZaw3BkB9VbhtAscoLgu2dMbcAFOHVWXAlUvgu6CclVQuZMAJJ/0l
G2WoKGtkIDjPkFImGNuL3h5fv5kLL3AKpmFRlJvAAigXDAVYNck70l+UmglfWkSnuij33oI2z5QP
VIFTgdEHwEugiNCzKpKWB7ynok1fAWENeAzsxDO1PjAB1VS0eqlcRpRXUaX34OGmZiigKaIzkk4x
xOEkl5uqAnZdyayKwOIE+/EO3ON/AttNAQ8uuv7wgKHJ5dbsRqrPDfGo9JcIU1C9XaY7USr0JxL8
5YGFgWIlEIURS1emxxiEOD6rP/6AmdD09gPoq55GIQwyWsfTFyB82R+d9Wb6n7H+9LNCZWUFXFfi
G/x7y+rpsMV/WcrBzdx0oABMDdMTFS9mvm83gCctgq0S4VSJ3nVki7zOBL2mfRh19iAful14rNbR
ZrWw6pkn/EYqpXl1NwLPiUfj0ra2E3RM6LFLdAFMRufn1Plb67vO3n0pBtpau/Wm31+MhQ+Yi45v
PoC6Z9gLuKfiFB3jHeBsQPq0Zv+H99GidTIfL3Zuh1H4FgEagHF6gGLe7vCQs4zsDyw8UMyfSShU
9C/ZeB7T1aCtFXXpss28qAJm7dBIDCYM6DRluWW4ClnVc+MlSA3hrfkTo40CybejLptfr69ua2E8
FtCJf09ljJUubeuS9On3r2y5EjBE7RRIr8keGJywmwIGf3TNG/VBMAhcGQC7xCslMPhzQNwlYuuZ
fhwgM6GHGpQ1CiBi6RaHJI7luKgHtFYpNtkHnK76P2gE2AaIZBNv50uHsV35oCVkrf/1Id8Iphde
dgrwmnrEU9GK5za+rPPqThFbPeeNIF+I3mbcA0zSgGsETamYTNeot0kjRcOoJcKKWti1n6L2U/Zn
TVlYkTTzFIn8lBZQFQmQIXScRhAhcrWG10HQXwbQOkpv0bf80+84G2j3hmQT/WO0W5M1xp3qdH84
MHU5aG0YjeIPXmmya63dO8YcNpaz21l/hjVniaBtWr+Oxu59s/lZ4mGduWaiqACMnwe4A0wZZUiV
rGW7KOeHS1I8Aa5SI6YWY9KmBuEMnObHpz1TFgKVyJUw6paVGGpllRDCtvuD/CcxAbd+0ZXnevXl
OBamogEgyQBznX/tFg32jOm8EU1pWqsJDVowueHCOwRuUah/2tvvl32FKbLkRXM2f5i1tGDB5qzl
jUxK4bqqyLxagsxUJy+K/hat95xbvEQL5mMuWBfRga3IgB5BioBW7ESsK2Zssa05EmCZmRsyYg5A
SrNrBLAV/C/Pri31LTXJgVkrx2/pDNiL8xKdz0wpDKd79RnUm9h6kTcEHT4DgPEccHzdGpvLb8Y3
Szwwl/YTs5Y9hveA+bo+cZgnlBbUa9IeKhBDCzr+lDFiAbgB6ohFr8qxC7h5Q/63itxKfX6svr/N
tPcCEFzwmM6+70AdoxHF1L7qL2jn+AADpTnuxBd1g959Ge0ECVjrfae04jUpTcW5nFAa0cyfiSQA
4GrMscUAYw32IHBV6ku3eH7p/34Z9S4jBCZs2tf9JVTYahv7kupKanJ6vP5p/x4s/7e3++qVqjut
FriihBCPf+d5v3khGbxLTC1l+8eSZpeDcTe0ugOG/S636g8YXGgINjqIghNRMWsvLD34SyImu3i1
GEGqpDbymv7y0gxGCgIIHOmhsH97gnbpGuOHsmC8b06oUT9e2+xtla4WR58V3zMj9yv5jd/s7YlQ
NHeeQweOu0lM652Hfqx+tHWCqspSZm32CP+VTafL5UxQW9K0/aWVpVXHvrDaJyuP1uMVzr2zVwtU
KM+NrZke+ERQRj//W3um0r9yoR0Fqfl/EIORkwlaBBOENPxxXwHApxX6/lIUvqHWn75gt8WpQuj9
WM5csAN/4V9BlKqkYwwcFX7oLypXWWmGaW3JK3VoUK5nGNwO0Dgch0imRfyPEClGAeS9tkV5ypNE
myj92ufFF61PFzR4knp3G6++ilIjQUIzvMbiKEcUMc98pcZ2kJRolKzRfxIEJH4aWvGzZFRhoZVw
zsGRJFQ9MEOIuU1pullXNycFNYgnMZiKror6qeNDi5CnYXyRMn7LaksZ95m2eFR3MGrAIwLGeCid
iO4zBlE/QV7Wq9AsE5pyqWcaOsb1CiR647dYY7Rvk7zWQHIBXEf/I6fGKAD5cCGfOfuWI92CWYBf
RkX65khSq4G4Bl3A5Cf13zxONBPBytt9JPxRRDvqQaIDVp1Re1tQvimtTx/zBGI2FdVUEfW7290O
Ar4FybPPotmDNXKkifeMW+jp0XsNFnIoc7lUwFgibyaD4gA9CJS7kg1962d8Ol5M7pUDqMmn06DY
nenVa7NgA2ecMbygIOJBkVCCn0xJEmJ5LL0MtYxoXTdGb1bogAOHc/K8FNkAOPp+/9A9jYlXCSgM
IhLtt/vXxJVYxwWcfg2MJXutHz3Zqmokg23AG3OqnpCaDwwyemJvJ7zCfJJe9N6GvG8Zh1WzXtb9
KTDU4wBXwsiFQAKMbCsz+d9eCOr43GQgNsSMhCr6Ouuj+d0ADXicPSuyX6HpqCTIQ4RJXiQ7tVZC
2ZILUcutPEX29hvs9R5rg02OUZFgVfPQUEWJHcxSbNns0AepNFGOYWLZmkZKMztr0Mmq8yAWZiwN
pBCC7sfDEJp950fyuhs77UlI20Q45EreJ1txyHl/XwZhyZhywHiCDu7ugnXGHHWULYAV+OiQZrVU
vim50ubHNgpLbd3X6JZ0yioRCjztcoge0bFLRFvrE4Hb5sUwlBs+lb2phsB78p7nWILhlM4TODtL
Kv8MGxj0p3QIk2ofSFKgGCUwv8FmJxEAzuZlGCHK00SAnmuyGNbHOO2KyB7RMdY4aa6ppSmOxYDR
jCEF+13oMTGQePiEbSzJ44VgxZVqHwLWibDxJReTNvuSpBSd7HowIkv2mfIFDy6z2MuZwEV9QCye
5LTTxJXSA5j/SSFNgJmyoRQYna95kltJpSQDtr7sw9FQuzRPPzIgVslWiIRB9VWrvF9+iVWT+kCv
GismWzW5qHUbn2Gk6AWINkFkBZiCTc55HPEx0csKk3RgNEgj2W1bRQovoF/wMcaGGhCG6LW4L1Dv
KVsNSXnfbxTweldyxj37edeMZoJ/J7VOpAa/FlqWXWINHL5WV/itv61KJEZ+Ep8Lk25TtYkUuEzT
yNI7fkyB9ohU6dqPWqjrGvR1mXZOxmQY9B5khrxFmjTJTY8AkNnisdP4Ii1SercuGXBGN0PEy46f
J2G0a3gtAE8YL3qxtEOChgm3Xumx2Z5JkBBzYEBU/FBMmG+FUWwYPW3bvLeGMM9ACJ97FUmNqsyl
2FAJ5oEBf1VlQ3n2wW4oRGBO0brsVBSFMu4yhYBwJOH7hDFEBuNRKyGLedAtK9gkTi+QrOhMfEvt
r2vwq2ZA684yzmqYUki3JGczbF7Q1RLYUuHVcBh9q2O11zEsqTF6W3UpWadpx5EjEAgSBe29AxmG
lRcyFXuS1B4tM6Mml+qH3ylK9DnmZSE5/sDIFQofctharZdog8HzYRvYnOzHAo5K6EV3lIGShLvR
kA0XDDJAKwoQ1DtJVSYZEFsIp30xWQpCBNZvfMkcwff2V0OKJ7DBYukHh6AsAsblyoyLrST1SW0x
atjnNhfybFHqLcsko+ljGEX96bKMsQDXMr72gPbxwXrU9X8XHpmZJx1wyaj4AisNsyA09pM4tjFe
4Xy8hDU4tiNt20YXll0r4QU1Sl2T9n320apnEn+iH0cnQfjT94WpeX/DFDiv2s/C58y8ef8gXwlA
cEPBm3oeynTM0Ggylbp9m6l1kNZxDtLJqs5Jpkqcx9KmH0Y9sKiqI/mHmhFWTw9JZxrnMcBdZS+Z
rKa2wKgvkhraGdtEZsQOqf1Y2kzYgScPNFbwWoDoIVG+sVBODniLIcYhkoiZ1aFvoW/m/bGQuZIk
4LRQPkBDDKBafpsNr1w0oW7UiA0wvpgwGDBHON4ULtdg+2ok56WzNGIQo9YReNVW4gNSQyvNXFVN
eXE+lXrokU4CAt8VnzrlOsdN3mkCAZ+6wOnpaMgSYuSQN9mv5jtc6oyhDvJOFuUQs3JZlnym8nv4
4tHuuSvQWf14XymXm5ZA+4BV5Y+iHGI1BZwWhGlobv5WNaA16sVS793CxtExlBT6iaQECr+X92EK
p28EecqgC74xrJBtf7ws2vH7Z11T0RQZQGQsaQQUAUyRVS5Fwj6NPLsNdkJpAjrX9sYctvdbC12V
rU0BKHgLcqfc4tXVu5M7+W5XaipXXaalKuSimDDuZNToQUIRYjRFxZ/cvjp0r0uNvvTc8j8y0Z6G
ohpA0O5qxBLbJQUXB8K+G6x01ck62G01o/rCkwXsAG6vvS+JnD1KEeQTCJWAB0dD+VXopBKbKBb2
yK2qic6KZibp4fdwji59tHSUk/2421JEhUB7hdPL32H1hpWaNCAh3Tc/AA5ctSvGFdz+JT7HNtrR
Hp/f7ML+WxZw1G6Pr2ubUeq0DFsp6WgR4M4yHNKz/52b6udjSdT79M+hXUmirCbjgylG6SBJVQ2p
tQH++FMQuA1LCkkFC3dy+NsVxWIp8/Ekh9HZffihRhM5CVA7WyM+DqvyUn0q607R5cvj5S1tJJWD
r0rWU0chFfZtakRhZhHhbwpqUgAGBDsmgp/z+v+TR0XwAZpZCi/BMoHYjkwGW9hKqcfH6LncMMf/
nyjqirOhlpA+gj4yp/gZuE6WByT488DqSzjHS3s4vQ5XtsRjWpbz6/x3TeoL9wqY4zDEnAnnG5yw
oPj37wC4CQCF/cv6AG+JUvygG+MEYMvavq9VzJWwepIUFl8cEjTWMmCr98mSYt5bSsD0IgkANIIp
Mv/NTlytLiZRoaKF19tLAaiHy9oinrrOOOAjDo2Z4d6hgScuW52JYlAYHxtw2QyMuAQfdX89br+C
uh4FEzV+PqbeXuH/DrGTZ5hTXfDGlkRQV4HhAb7DDIm3b0TejpI14qxOXJrVmhWC/BWAv+GLAYng
Vlc4TRvgX7bevvIrvS2ONdk12kKHwL0+ohkNfwDpUkQCgjaOojQwoNwZA1eNN9IbdygEi42+K+2Q
YGKmKheSgZRbCcN1K40ykEMOkju0CQWuL/ia0aQZpzOVWBqPLzPd3QMxKurjMggKAKiPVNid4gdp
VChh5NZjtk7zUyiiPGzkiY6wyoyKF4ThOng0LG3Uy3HdCWjEUwodSOuHqC2sSG4tb1hCkJsO6/bF
u/0maumEL5g6RgLEjURtQ7KT0GlrP3lqsyXtp6vkv6sH4yjADYCajc4fSm2SZgKPwyCxq4a1SZTX
IgNVNJxMPzC1J1YPXD7U+7+atGBCacycSS6IaNGaAIg+dNbfxQxjCHqXvEncBkidKFZYKJlmZmT7
jm9xJmNVpmqioUsvnRSVWzTLOjIYnWr7wn2rC2lQuuvs7lsoEzBqUQ28kDZxE15vgyPmwcIaA8VC
q2fNtuU+uTgzsm9BciJVMVQwEgy1ziQrNAHyzFsNpvmPMDXVZsswVkd0KXpNslMamFwU6f6hJGZE
DoOkJx9CuY6RPmBftUXm2Pu7Ao4BeICgwwQx+t2YQjTGA09KOXFJkn8DDRiOUX96fFHuDcytCEon
gwJgK3WiJK6Pfsy8XfeyiazZYxlz6nizDuooRKX1Ac0JIRgeAdPTWOtsZPXZStiPliYZTa3zhTUs
OX1LS6MMtNCG0sAPkAoSx5jdVqHF8wthFp1rn5QMNE4TTjGaBZC0pcwM2/m+5FVV7jIlsSvlyJUn
MW6MDo2p2WAm0loDgnJXxU7QLIi+dzRvJVMH53V9I4x5nbupevoQ8tJSE2NS326JkW0m5rqVRJ1e
pfFyVvhN7haxrXCmr1okQveD3qlOvR/0LlhwIWZXBu5XVcWIzmRKbt+8QkjTSKtzrEx8Z2qkmBTk
P4t35Aj1kF9ykGZsMsA0/hVGWUq2F9OQSwssrmmNKDoIzR8ld0rgti3cgWmXKOMPQej4BXETShe0
SVYiMpZxg/MKOmJU3FoONnDaFYwHMNGe8069fETDVjBdwgVLOH+AKpIsPNhl0T1DpTa0MWu4nCG5
643rMmBM0OmwepljUvWisMfS2/XRwkNA18Kme4HOBmBKo7oKohk6LwZM0KJTA7lwwz+jnR0/GaM7
iqAvtFTYfX5rNKvkoiwziNy7u7diJ9W6cj7ZKlSRHFYKd2j+iH/TFq1ZXgL/wqoYDASv5M7yvvjI
EdV9dxhi7dKqRt+/K+DIln3r8YHTxfO7LaB2ve59JPRloXCZFWsIdmTHFx6Y2v0WbBmJUUfgVBkN
ANVYJeAkOn1AUQZMolb+Ki7yCt97eLfbMv3+1baMQ4H2xAKnEa1HIMaiCwQ5LiNbYSD0TduTXbT6
wWQkc1Qtbv14F2YPBMXXCcEb8+wstQkRT1RWybLCzYvcGCREp4NvxL0d8UgOgcgS0AL/B4HyxKoH
QAFMA1ECu6H2A6SNC7eS3gCsb7DdPvJ8E/WNKker0VJ374z5AOY1Yh2woCMtTc/wE2VkvKHhCzcd
Ajf2MofxiJ4jNm60JY92ekooAyKJMIgTzQJyNHcDpgKbcmEZkgkWxjNjB8kZ/eIf+IWGljkf7loO
7Tn7shBwYwQ5rZ2c6/MIlH9Ojw6MRcwWdOOMBWduj+qA6dm98WfQ/VNgqasUjfxgqDxp6yV2jRkn
CN+jgRlVElQF/Qu3ysvKWQTjlRK3LCIjzyOjqxa2dk4CAh8QD8FECnfMcHzRRL0kZMStwpTb9ooa
WJGCsutjzaQHQH8NAno5J062icmJ5pbR8qLlSlITt1jzxtQMHa9YS7Skba/vfENejVbyXBiXburI
Soyl3N78Iv+VTj10ucag6s83kK5WJXpDCu7IB+GwYPV+6y+0ll4vkjotUerSsimxSH6TnZm3cIXw
jtUjE8Dz4k61QzDovi/Er7Mr43nsrwINQaf/rYKUWQsCUxRZ3XgEYlS6RdVywajQVYp/ju5KBOWS
SL5E1Druiaut+E30BSA37102S6vacZa3lcHMujQ4NfuCAtPxv1dFnddYcWKYV1hVsJa+hDds6Etk
lp/ZNlyjNq1tomfVDqyJkfGxms55C0j/ooUD+V95yj7fbmfoR2EVaLj/UpbrQmUgWeSZLBi4nMzf
c4gS1IgsXMD/QSZwpiVMrKoc7fJJGTh7YqSf3Rp06LxlHxNAqm6WYK7m91SGl471aRoqaLdLS3rM
5AtDRwASLzvxKrEZC55Q4BnVTgC9SbMVvifE/p9oiZB+LgKSYLb/S/LvBly9wCUg21JuhGTp0Jsl
gJSkZ3Q9HEbjj2Y2W2XhDCd1vLmEIlANwWIMXh54YMj/3a5TKvKmqACo42I2KDdKJWhWMsi8rRKR
mPlYXWi0NjDY3sqiHtzA47Qo82Pipv05jb7/Dh8BuLlNpt4Omq+r4qFCqaR48gDFUutSfYg+8M/h
s+w37cVfV4Od+PySOi2tnzrnrmx8jqj4Jll4Awgxp6wD7sQE72QMDDbQ43UbOxGQATFTOjhjZyjc
gq2/jwtvdgXJu9sTEDShV3gBX1B3P97K835SMLKRwyh0ZjXaYO7OxxeOLEHaT+d6c+5T1gVlUUyY
whVBlzwltWDrsJWbxkVviFXITy234ZXMSMBgXPvfjw/+bo/BjqbgWeZhJMDHQIM+horQECLLpUvS
5K2IfTsrwH/RNC+PxUxmjloSyuoA9wCXL4JBut6f9VInJSB/d6vBt3LhFGJotctRElsauZhbz7Ug
yt7GFbY2bSAIvULnKC8MNdX2o5gvbNvMejDQMSXHJmwLUDLfHpEiVgVagEKsp3ALkJeqwUUp7Fxb
KjHPqAIUAX4GnFykj2krzoUi8Ja7oXSHFzHRRaM8EtFqNPvx6cxs2o0U6vIXctequTiWrsJmRhUd
Q2tEzvixjPu7JEGnAWeKdCILQniaAwm4PgW6E6LK5WQGY78tEYD1yZWtibjGzCNJNuLKi42ijYmh
8T7R+4qJrbaOl6rAc3sq44JhXmb6RabMCpu2ZVdIAnFZpdUTSXTY8CsWM8NTQszCLyVx7y0r1o0n
A7hGGHZCAyKlKlEWdXyi+qU7Fu+j/5UTHjVuU+BRaEMNWujyFVMckzy49IWtfXS179SAjuPcgF1J
fGugFiErDXo9Abl00HrAEjw+Fxo9D7mM6fuQngRyMIpMtCrHZdxmbKcStym1VZ1lhvwVCBONxge3
iSojPheKHggrht0kcWirwrro91WgOKpnDeK+BBNs8vL4k8R7Y4GJCqRKAXwBcCqVv71cTTPGda8q
8HEH8kq00KhjccHZnNF4hUdTFmolggZmNEoHME0V9FlHarfgRpMPNz0GwWJ5wUjMKBpmpVWAZ4BM
abrDt+sIm0ohY1zVbh5vuPGHaJoZRZrBB6OuCMlCdnbGIt0Io+5wkvucnMll7UqlavDNISi+2uJv
KH88Ppvpx1CGHGeCZ0kQUd/BC3W7JlRY+rYM8saV608G3WyqhtEbH8Ry/J5nLxJKMY/l3YdbCAaA
QYI0ooCKBBTiVqDQ+YUgyl3jBqoj1BHqD35qStVbXfO6oLnVGv1ioWINX/mZ3cbr/AyQAi3eQFNd
eVuJq8efc683IpJvcDzBcsKhN3ZS3SsHMEmTgUnEsHHT7FjLf9V0Fyn5wo2ck4H0Ini4MDuIWh6l
/oGYJwxwVxq3RE9nCKK+HHmm9n+bd8YSpnwHDnGa5qcHMIuMlauoKRp3tGvEBwAPBFYj8EiXwuV7
fbmVMy32asMwbi6hHxpy1AHZM9ZSIydKnXYEQ8zClb63GpMk3GnE5mhD+VWkK0mB0IkFikWN2why
YNRcf+CBB7twNjPLQSqbY+EuA6EMCN23y6mI748YHGjdzLRjA6lmXVxI8076fHvBQLZxJYE6/UYm
WoQm5tZFiwsg+UA5t1btp6V8OT3ODqsPjuYJTYDlJ6JA2gCGipaXjRC1biKm++4sd/Dg67VWYlQx
vKTB09gUb2yfrofK2yQg/wTuYy/alSwaYLz3zwHagzH/n+zzzBDIKQ/znTwmNmaaGO/58ZWbOVd8
qQIHlQfnz914qzo0HIIT0rqeWjHrOmlDq62Gv4+F0CM3/7kf/0qhDrYoy74shqp103Hf+KBdNpIA
77P4JziKaW9IB7/DdKqWH3s2eyl+5MCORsvnkwX7MrPYXwYlUHigS4D7BVu+UuI2l71CzarBRWu0
rrUNIPwfL5QGeZgWCgmwqfAoASdG92u1mdCxRdoOSEhgzl14i5+jc/PS7+ojYFMc2UwAIxoe1cAM
xv8g7TqWI0eW5BfBDDITuCZEKRIki5oXGMlmQ+uE/Pp18PC2CoUt2Ou1npmemTZjIFVkZISHu13v
ZPaH2Ne/YDrxsw2uiQiaAftFGIg2p/MjJARxFwu1PLg19CVIGphSfkhqbl23cnkdYphoy1TRMYSr
9zcqO5lIkuRpPvbe4EpZvyUgjdDAU5Flr/JaQu4SooAJlTGWCdYB8Wd1WtITSx3PiMjranQHc7T6
nXIoHn2wD/dmZ2X2cECH8b1v/o024+P1ES7N46nd6c9P7IZp2GSiUI7um3W/9vKedvt8jU5/9jS7
Jz9blSMuo5NkdA2mbr7aAwe3nWY+xM4a6nQhOj6fvVmMNFRUAB0DLA3mV7qJrPxW36m7bDtu6rfa
+qy3w0ZwiIusNLQnK8uz85UTt3AgEJajwRbVBrR9wcGcj3XUR5qVXS67/dDFJvD9zBNeIzFk6o8m
2pBBQfHSpB5oso+5/FLVTl4FTpx1d6EHLnkkKQsybtv8ZhxseU1X7fK6AQZr0glEdQLPzN831ck6
VAGIl2RfAvwf8HwzH9EENsok2CZ9AUIWNSWOQMQGZXiFbK7vrmXLiJHBXgA6tnkOguo5MrRIXroV
MCYdsBeZnjKx3/i7vH4LoUB93dyl3wPARYFAHbA+iP3nXkmnYiSMUaS6YUVuNaFwQHSzEvEsRJJg
2RCRTkNArmuaMttq0kBT1BQN1eWBXdxHHqq2u1Fn+ib9Sdz0pnBlgcUy626q1FJUh0M8ULqXnNCS
zHY1k3jpn84/ZrbrIg/6n7Gnq+7wIIKUgBwkUF8hCgvNsN/VzVaHXPLT+AK5toFvZcdodtcn/DKJ
ChEnwKpQhRKn3oB5uj3Xy24Ap4TqlqoAwKepSA/ouaHZcxHJjDT7JLiVm32s7zWJ0VE39cSJtC9w
S3Vf17/kslL1+yW4eqHjgnT1PGssaCUtyYgGSvqtJ0B9M5UfY/9OMMN7LbxLwUUibNLytjzI+2Cv
utEDuav2yXH8kTxbZvKrRLeAXhlbRTdBAzSuXCSX8RgYlzQdRXADlzKoP8/dQ1zVcl5E+LqBfzeg
v+TGQ6r8/atCP7oU8Cx/vT4blzUKzMapvdl7RwBzXEdS2OvbDd13N64BmYDnT/fxz8rAlOmiPXfy
sAQ+Icw5IPgXKC8/TSYxplhzlTuI/ero0LjvR8c/otVNc9D1mmw6nXX9Efi+Kmf+oXwxJEe+bd/H
D9reCs6o2jJ3RvqgkW0m9GYBWenSETahuiaocXnVnX/pLGTgccVbSlINIJmWkRKa8ONeU9fADpeX
HqwgGwJoN9wEWl/PV1oOpN6ndae53mDG1cgMFa+IY4husj6omBowVUULSxw7axHRZYvAtOaIccHv
JU0txzPLBhq7h1RoNTcsv7WDMImHWllttSDaHLY8vBsACm/E4xiuDHlxXk/szkIXbfCkRqu5Bs/3
UoVPGVa8+Ke106eeHKpPQecsYVDxThjifNTcJuTuSONtq/ONovUrr7/JeV9s5hMzs/gdxcKAGH2v
uVqibbQuISYdiu8KSdnEaFM7TJpi5cpauCGniwo5c6ydjMT2+XaR0tKDmq2ouUnxHldg/HfqWDui
VZ11QrgNesG+7hmWRgh1JrRsTpyskC8+t5eTmCqjTzS36zOm+q+a3G0i7zFD22RfpSuDW7qPJ8At
UnAIniESe24sDdGbCrpWzQXPJGHCCNaiPMvoigtaiP4Aav0l+0a5EK+72ZUcNIKGdmZZdQnIxTId
LM7xMU1eVA09OapNsFF624BAnN2B95+Cm+orzpzSmHq40TJnKO8RwFYcnJNNaq8mFBYDBqJL4JvD
IxndNLNJ0JpwbOSYqG4WJXte6gyizZaA9UWDRkBkhq5jUwPfnOd5uTl+QrwAfacTabyiPPnGttBe
Dah6P0LCu21uknAtNXZZpIfbQOPrRFU+9ffNkQjVMHKl03GFg/+QaYopQ+O3qreeBabMT88CNLrR
juE9lGytQXyu17q4FjfkifnZ9PQqEnbY7ghOezRl8gCc1GFUllbto4EMswlshDEoK6dgaWMCeQ7R
OQrwDHDR5xsTHJS0owMuLU+u6w0SXBF4L6EjuHLWpm+fuxNoY+HexysSsPqZO6GFgobgTkGs+IQI
37ZVdjTMm6PPnA+DOd+bkN2KJnSdHeoKlmnbN/tX+4d93nw+PzYHcE3/CcBS/whGrfft9mG7fXv6
+/AI3kDrYPnu22HvmYeHNcjU0nKcfvLskiz0ruX1gN3KR2720TMdDh0tnVa6kwDXuD4/i1HKqbHZ
jeWl/ljrg6q6CiD2RbUH4FGmz2rmSF9C6aiqnT4re/0mKg4eiNivG1+6tU5tz26tSe+6jjKsjZK8
q0hedpWFLvbrNn61Pa9tgJl39z2xKHhPVfcArsXemRh7QKAGGiYZRKd00nOyY7tnugWFHR99/fv6
Bs9jSI5ba0/kpQBUp+AwAxgfGeH5KY/VRlGSGPeMP3zk/bad7mmf8fEurA+i5lRZujK/S0cMNRHw
WsH7IyCa7f2S66UwcSa4pScyDS1UwUoN4fdtMZ9cJGnhuyS8MPAGOT/EQBRkgHElxHWgb2junkb2
QyyVfVObmj+e9XMfmqVFmB0BxfG4pbvk7SVlUMw4/llrhFs656dfMvNh+tCr8thOY9UOg+spHV5g
HwBCrGyn30W6NuLZRQd+hmDIKEacsmEP/s43A7oBXzUzWHXz9uU87XTr51fjxjLM++/uDSJNrGBI
MIMVz/mcaLxi5+GQQ0LzpTHXaOOWDhQILyWIj4BMGonW8+UYy0DPwqIBdwQYO5ph3yrbPG1XdtXi
TJ8Ymc2AoPEKMkI1cXv4Ch0IS1ChNGAUzT+vn9zF3XtiZ3ZB1BTZYs4xmMbvIb5FazSKlPGwEh8t
Txl63aeLCB0D01ecJGbESs+Mse2JCx4hPBRu2mErgd/j+lCWIkwDSwLcNUVeRJXPjYAYpPWDLCPu
oAMy+YKehOKZ9ugURXIi/7pua3F5TmzNHLosgjuqilLi+sZh/BYjqygrU6rXguYlZwbC1t+SM27v
Xw2Ik3mT2qarSFAStwCZd6Ts6lo0h6C0+v4BwVSPYqJhHK+PbOFexDrheYtr3AD+YLa7dbAy+0Wi
ENfQhuGgS0Fp81DajAW5rZElAhNPuGJxYQtCLBb62CooESY88fm6GYMKQQ4BTkWpwGsUIcPT1k/X
B7WwXGcmZlkCGuYyCCPgT6RYZQpgvSrSJqOTpmuaMQsbnaLfAI8AcfrbmG30ZAx9HkswVJZ/gAwJ
0C0/9Cu9hGs2pj8/2RQjF6lPK9jg8QfG0tCt1K/AoRfnC8lMVUOiQ0Pwdm7CIEOb8AHbu09IBn6P
4YkQPPFVARxfMdo4rq/O0pZDsxeAexr4MPB0OLcm+1kK2fCOuIKcB3Yb5OCsHvWYeXWA1qk0DDZN
Hqwc4F/989kVgzQxpaCNQ68kluvcaFN4QSOlIoYIguhbCq7ml2jzUlkdpB9LCGmU5p3PIDy5Od7f
v9/r1pEN0Iy7kaAZZ3ZMBgNgx9Zil8WJOPmm2USkAkCF4HrA7jH4Ew973Yz1BtIMKMRAUJm1WqGy
61O/tJdOZ0E+n4WoAgsKuuEI1KIeleoYybskXKnQLpqAOwEVEM4F1vjcRJf1KRiFJOKq413nP45o
o+r0lfO95EIAMPuPjZnTMnwQqYdchZ8cu+9e4t9CXtvXZ4pMU3GxYU5szM4EV8SqQSYfLRX7Yf9S
23hTmxx7B69p/IpZ9QZ9qGb/prDKQRD89JObwrSxQOXK0LyQm8ef3RHHZ0fQEBSa0KaB3KQXsB7/
OpGSgqoKMcxra0IaSWRbzXr4l+1FFCREQD8BMMr8VLe1OvRDTrHYmq86sp+ATirN34qB7ORGTu8I
eqaslVlbmDTkTCH+BOAfSNBmk4Y4PZY6mlBXo89DssMLKIdil5zH/32AgXZ/Oqmro68fJOfnmywd
mqGrpJAijEELg5gpuZW0qL53td6tHJmlQ/q/plAsPTeVZFpVapqA/VxXj5Havqi9/EpDiTPQoWtm
AC1Z5/okzlWNUISeWkCApAHC6zfneW7ST3TYDFPqvnEIBld4UL0gnWMlZoR3Frq9zOSuZuDTcril
2535JtvQxibVFsWA61+ydJYRXEFnHVnfy8amTNPKPlEr6hrCXiAPovhjIPa5bmNxfgFLIWjhRiQ3
l4oQaKwNrZ9TtwzGyEQN7B568kjNaMgpK/djtLlubnFIUPlBzXvSpprzawO4NMqhx6kLOjimoR8t
1z/5+HzdiLx0oaJqijw5GmEAIJx5djoEqhAODXUrqPoE3aEDaxbu7eFvz+/FhLW6Y+hojhTvS4IM
nboBY1/iHbKxZtk2FI59GzPUOVgv+Gzwuls/AHkSRL2ae3ENenzZlTBtNhwiwE4B+EPX2Plm63pe
1RUfqOsFKaDiihPwQ4eHnr+TuaVJJkF7hlnLxj+sA8UiqFOvF+qNMxdedYoO1g6FulIHBWpK+YMA
hraNh2TjSmXztzIx9+SnpqYdeBJAVR36BIQIphqzdXr80lAsH8Dnj3QFWpSAIjtmux4y0AYigTuE
AT2LTR/E7yN6FxN2729+fJvdhJgFFhhmsH94aEzjH6I8CtgHEJ3AHonzaxMJ9ExLwCDihiN5QhD0
RCpaml4viyvn7Te8upgOBPuQZQF6FBKB59MRQJgNVI4GfDRuqmQXs9aSnMGu2R3KWFvJugvZT8u+
E3aT7wqQvIEkAlVfyYavYxj49ZPy+7649jWzl5U0UVYXPr4mIQNTG8sA1+cfodtofONlB5K6UVCb
CkHOzkB/DoSVAL+H/Eq9G3Jb7WSwzPYOSJagsgRYtnAwlB1wy1ZBDkO9VaKDHuE5HZucxyAIfpOC
fdqHrInv6sapBVAD4/VrEp2JbghVMzWtrY5A7MHfacVgknZtsJjZa2OdwpqTjShEYAQfewqv0KLZ
EES9aN28Pp1LfgelYtSrpzcd8rPnFuo4LnDGfd2l/T0fwdkZPukKGBCblStqKWODpi2Quk/gIQAw
ZmcKRQs/DDIsW4Vzk7M3cDJZFLERanIMtxJoMQz0/hETm+kIwQr751tn398qI7+KCtw2xe8p/BmY
bj/EFjIRzIrMtQLKQoYAWjBQ0ZjUeohCZi/NtpQ5VYJIdxX/Uxw+s74Go9lnmX0aWmmrerpyW16S
ccCVntqbRSVR2ZcKL2CP6l+if+spTgnBvLpzaYBbuyiZWJppx9TEMg5h1JlG73jZLkBQSIYHLsfg
oenNRLKVQcEGhCg8UPfImqaPdWkl0vsgmSO0BlOBFeUxaV/09jH2mDbG21hY66xYvBameZuaOIAJ
mUM5+6bL/VJLdTfZ6f27B069AMWmnbptIZ6uuv1KrXUpZU5P7c29Eo2JEZSw14IqdczTV814FZvA
JHdabvrGQ6HDU4McYQxtEj+AvtDTxpVIby6Y8Bt3nX7D3BcFICqYuhHc3rsTA9PLHkEzzkLozEiW
YWzQ/SGrD4hgTIU6Ywqi096m4qcYVscqgK6Tx6TVrt1py8xdBuq2oEZCuQhA5Nk1ycVArMIYW6rD
+rtKiQxQ/l0UJiH7xN+W0Yr/WGhDmersKKEieocMojzbwiUkMoTcL3QXahBKbWv3GrBnrt+/lyZP
azaC/yPfXfdZS4XEU5vzGjiy7IVH/BzTDgQ0KHycwOy3gg3yHnavs9cMfgJ0aBYELl00YlvpSm38
sm0Rx/ZkzPN8xEDKOqgn+1rv8Joc2qIH8rKFWp5F6k0w1Cav70CUm2YHVbbqfK0xdPKVl2v8nzn/
RaKcXAtN70dc62C/NIq9IrzpiknFnaigfzIIVvb44n5C5AuJMNQHUV04vyAiNdAG3atwrAeJgT3K
NGorQUQa0YNA7mWlNOO1YtGyKzmxObv2QFwNmlUAd11FsdVNR6FXjclFIRjIB0b4a/EseX+v76ml
KB+1dzwPwSiEvojZMHUtKsEc2+luqIkWz95EoHHy+Om6kcV1Q64WXMVgrwTI4Xwuh6qR1LzSqRtF
qRnKW69LLOrZXK1NYU1Y8/flfLFJsEfAmI4MHV6958aI0AKvXsMRoPvbinbRToQsOg4k85mKKpHP
ngzcwwFYoFCFGy2BfaEKtiU39/lNZ71PGCmPpbub5479ScwMoRzIUVBFkZ3nP9dnZXGH4S2HxAMm
5uK9HAhErrMOjlwLMlf3sIOH+BA3Fl4hTjz0H3FVgsL97brRpZsesiRAGQMOCkTGLBwRpbxBPRxG
9VphWYxo5CbdNAao13LEJNLK825xd51Ym61Fyas4KjVsaAKXWMhfqvxnwGvt+pAW35CIJ9DeCDVT
7OPZHh6MNM5kIYDrF17SpmYJ+WrrXdM9+f5bwrcJZw2AfWKI2+g2ytxU2vYaBflHDizIV2TcDhNR
QAMaqqGwK6V45T7fVOGm0DdFt73+rQsnARECWH/ANg4OlN/k64kHi1VlDDrQw7t+PYA5/131jugc
ZHF3X0VrhFcLvQiA4wFODnAeSkvG/KUUG3TIjWRyYQj0EZeU2yDYjHQ7VCqLIPWaUTby2IqRpGtZ
P+J/yqAEftK6leO/6NcmbCA4yyQk2eZ6wb408rIQWt2VfDvQ7DzfpMemMjUkFgJAo6VjvXY9L23z
U4uzaICmqh9FweTWQrzV/VF497PYzj2OHq/vKu7eOoQk15d2zeTsZDVe3kTJAJNDHNujirieP/XJ
XY4uZT/pbFXQVjr11gxOf36yl1IMb6zbfjK49/ZpHd7E3p/SP0KswcrCdnt9eEveapJIhGPFnXhR
qdQaWakrZHDcFEIlQnWQ9G0nMAIUIwh09bdGWAmwFnN76MCeWNSmpr3fOPhkeF3VZUBPAKcmAyKj
73u8mvxtca84YA5kH6pdMrKfahISe4pBntSyp9ocKZ6+dpasLO20W2ZXio4UlYFho78VhC3nMy35
7QDBceSHsZFt6n/JRb3lVGd5t8bNtOQfTi3N1jQRigRcG7CUeB9crNj0FpL0xkpiZMeElSVdHJYK
nVZ07+Hyn8+w3wY+VI0D6qL4hAgqclQZMi0kNyVxLTf8C3S6mMLfFg3gT1DSnG6Kk9WMi3b0yzKk
E/okjHZoBBjpjuTfo9UK73Fvx0Fhxc9QZOBfg3QT1oMJHgjAYZqd0j8NZCPHaxXJJa8EPUVA35BL
glOeY7PK2KgyIUXyOO2gtTs+V9JR1e2AfBRCuqP5veLnL4ryev0YLS7widHZ6y1GbYH0GYy28LlC
/wPkosXznwZ9IqhfrtyMU1x1Mem4EFFwxY2PzPH5pIuCQrIQyhquGKaymSRAEApJucb5sbiNTqzM
TkczhonYjgUSctJ+SFGJQzWoRRd8By3vYQ0wsfTuAi8M7rVJfhNIz9ll3ykgA8TVjTTYGxetrxEq
3h5Id6Ib/ei/JCsIo8WhYepwRvDChybA+QSOUhklWVQjrR+96xxOXP2q61dZWAO1LC0UQUQG4MzU
C30RINMwUdp0oG6vP4Wjq/OVUHNp100I2994GIrzs3FUtPU4uiOoCy5mppXvPUggjOylhPRPp31e
3+GTi5pvOvTZTNOFVpyLlvhS6aIoQpsbOkLtUa5YLj8mI2owDzXS12ueeSm9Bujof6yRWdEJ9ZBE
Bn6aulmt75T8VszBLBW9V8JOyj4DkGp5ZqXBswXJIUoCq6gkcPyM+z6pbAiyszF+7Wvoxdc7PXih
fco8487rHoIcAiqmALb7Hknu8BBDLUXcTW3AY70H78QOXOd6i4N7RIsw2EFYJqBzJLsBiXUzMCE9
Uj9k8mBdn9mFK/hsrLOcJaifvRDkF9St5eDY8Y1OBBOQeHRSHdDy0+24tFZyWtqXkOZEnydSl/Aj
s9ntED1C8gprmdLIjDLxVheK3fVBLR0xCDegYQ6nGomUadAnF4PhNc0AmkrqxrmqsjaRDZMqIAIQ
U2SUCt+nK5eeMjmIi/1poPAKpQEQfc7RUFQM4rThHnVv3zRmAesCKObLlOF/+7j9iqwvqHKzN/zT
ZyhJm1NeX8WvDUnM9vn60BdaPhGgo2cKjzEUnsHrfT72IOjQbS7jU9TeVhqWUislhzjYkmYnjru2
j83O5TWYvvciwG5jgHeLg9gdLIl8jb5jCQR+9liYfYuhh4ov6aXuCuWW8HArlDbB42Q45mB3NTbI
d2TRX08xK7yvfkAmMqxVqpeyS2dfMLtHSqmHUNeA50qQfOTUqetm14bgi9McqrG2e5h6P8afIolZ
mu/6NTTG0isSnfg6+iORPsSGnEUoepO0Qt5yHWTY6GeuZKdJx0cVuBuePEbKnezdQiHej755+ldT
nqJuN3yPYGHXUG2M3sVwMPuCSUrNKhlSsQgMJfkPf08f+zWd5qVnHWpfKHmjNCUSgC3Pd02jCtDT
Kmvd9Yw3vGP91LNatBrqWXWrDampqzEzokPKzeBeMTKz8LbDaKF/xpLW5mzBPRjgGKCoESN8QuHg
/EtaX0rDopPw8B5BRZLtkzW9h6XbHhbwk0GGYIABeLYrA1/JC1JDFJbrmwaqtFuBP0ja7cQnUz4U
RGVlfQjXGCCmlZ55iDOjs43YNWFdepmqu0b2pBlfU6GLK87K2V9wQ8aUDAORFdSUgMo8nzvskrbQ
cwGZADECSDkF87yaqiXQCflzBvdktkEfOT1Ax6j59tEWNI3VrRg1+gOhAmFSYfxDdhXOCPBdLCgF
B8bs7VHLZZZKHKvJhVup3Hj3gnZIkMJPj9eHvhAgIA8ISCNFNgB0RrPprXkZqWWM6Y2RFBIR98vx
oam3KFn4iOaCtezD0mqempsNa5DywauhXgXy+1sufxbhrQY67v/fkGZH0hDiohkHDClqkP2H4Ffh
SJXC5NKmN9E/xNtoMMcyScrEsyTOdo4u8yRu1NxwU7QTx9KT0qBAKLw18tqGWOonPLM0c4kq6K3y
OMvAjiMXrwl6gAYomVbqpvYc2tWH3GC0/KwbPOUsvgZaXnRzUB6icMfI5AAjd35ApFypjSYsDVfe
qOMmju8TiAd4janId7FkoLK305ojN/aF8iSA0Td6VtBovab3OfmXuSuYHBzy1rIIMtHZwqqDqoS1
Vhtui55+DkKPUUOZvPLNWl/J5iyE6AAaAOypIWoGo+/MUpbLIY9GwUBDUmZp/s2QNoxHOyl80LuX
67t16UT8r6kLNsIMSgi90fqem4r72gNBAVrGAQy4bmQhuIFfk5F1RL8mesPnoLrcC6NBiLB5wuSx
1KwsMbXmTarxIAhv/W6XAIkQ7rr0gwqA7JS2AV7EZgP8Gxe2dAUycrmKSHFIiLLwGy6SeaIjAdCO
twQnJinE91wq3wBygRoN7ZxEqdce3Qt5BXR4o/8Xyc5JZ/g3sXUS0YqlBMRlJ2ElJc0Eu1RRTUlX
DSG6HhbmkDgiUwv7+mxfLilsotUGL0joG8u/GM0Tm12MXH/PI8/liAx97jSQhu1W4EHLAzsxMrvu
ay4PYqgHnlsnf6PoaDhZxkCYSSBn/C0oopWNa+/iy6sCWgpQtQFzBIoW+nwq0Ug/iB5KKG6gAILr
vechcStf3bTBnyS7AS7lv5/FadVA/wQ44QUFS6sWAUgfIsMV0ac5jPtyJ5bRWhF1ejOduxSM6cTI
zKnWClgQKiUwXFVrbEm5yaHSQA20fsmbLHrojVfi/RmEYuXML0RSMIv7gkAhGcnMeZEkw31cxyPO
QJe5uRztPYi6QRODVbtmgglRpwvaTeWH1ioGeeFpcW56dmEZac4NXagMt0IZs4+fH3ro1W17C4pQ
XrTJLP2PwUEc0Do0twXt6fqa/h8DRxoZwACMe+6HqAoRgCSY5lvKGpZ1PxEQTbeKvM1G3GYjkp2m
4vvP9aiu7KYFYgRkqSRAQlUwA+KmnmVdiFbwKsxweUA+5vgEgiJgnb+pSaB6I5g9KpIQubN99jEy
/CdS2JvqaA0HwwLWCmqJgLg716di6TSdfs/s/EZlqkAnG99DnrUO9J++KRO7RfJTkt/VVT6caXTz
fa6CsRoc9QBkIM49v7/9EPAzonMcJh06CyEeRKG2KcW3zjOcqgogW+x4KpyVpJuVh3oUdHmVW9qP
eN5ptQlxaLH5I1YOTZA7At1lvaFrtAXTvrv8QlAioy8XohTidG2cOE1dUmKfBKPhQgn7PhACSBtX
/vH6nF9e69gDCrwvuPoBDZ4rVOZSwutuwGVggFq6BtNH1B/rHFK0eNuuEh0vLjAqi1ONBt2QdBYy
oeE/16FAg4NWK2Ys7fAi9AGo1fWc1XLGIvRzK8KdGG9CoWeC3Js62eTFiJap2K51ylT9yYfo8vUZ
WLh80XWmGKBFQjMoYKzns6wmVaDS0MN1CJibdvCQWJOgfFHzleO2Zmf2rGjkqh5LEQGU0Ki3dZht
0Sa4V/F0i1b6NtYMzR4UYRWAfraCoaG3NYPxdBME5hrWZnFvnszaLBwMpTwtjBp3LWnjTz2IgfGB
Psv1lVm80E+WRpul91Q8WUCSj5GMnukBZadufOyb528aWX5zP1Dnur0FmgYcBh1NCPgNIeEcP6TR
SEykIfXcmAmPIoCPwVNvTeCMJ1Cgc2TZ6IaAIeyG7t0WRDXXrS+dRDDWTV1NKthRfsFVJ6c9UXt1
wul5LtUCliH2Q9eokr2KNbDK7Uqb2FI4dmpr5mnRPy8JbZohHOs2VP0o04dSWzGxdNYn/juKeA94
gjlwPqy9xEMlxHMhWU9BBRxJrOkPnrKTlD1ZW7lpt809JZpVYAmVF4h1z3YjKTM0Q401YGWpeIPg
xETniiUEwg9BIrzS5Ru5+666lRfRitE5RSyHpHdBhsJzmyEDahlpUeNQiXj5gR2bjwk6oCkw5nKw
FnQu2oXwIfLDoDNHP9C5w/JwJPK4qjwAiNQ9L3DA2TiYnmTVe23tfbm4UU5szS7JRs2KNBIxsX72
t4ifdPVPKfxLwIn67n/GM3PAqVf7ghphPBoBrHcv7yob2kv98BHFtyCfzH1txeMv5A3w7DuxOHPF
isJBCyrDIvH6u5bfqsC2iLqPasqtnx8L5JRBsUukm75LnUoOttcP+kIieTIPBjDwgE9wk9luzVNS
jEMK8zoqUUwi9pB+FdKn4j8YxaOUbg2uMFFhSbyPB8XK/uHGP7H+63RP/Mw4TiiQgntAI0msBMhI
6+mWdlYKDWCycuct3RJg28dfIKtAnDXbqlGlZrHk49mH0hYUDILN9ZlcPAnogUcHISTmgVk6PwkD
HIHWaHBjIaI5k/La6kONmnnrbdrW7t94bkLmacXoQuIHyzf9aLR4YErmAUPdlYZepBJ2T8jNHFyi
wEcJ2360EohGqeUb150iMEP/I0RnmRPlZlm+NtKqZOji3J58xmwTi6gxx6TDZ8SNAg0n1pDHsbB9
e3C0TW+B6c4D9gRUfyVmRVjZQ0vOnaKzDckKVZ8iufOJr/XQ7/MQzn2Itjx+h7YVMMasSCpWS2au
rTF1LJ6YXxUiOsXCyPmd24sCCnZ5EQsN6IbZk/S5VXelYaoeMfPshvPQFMHSW4mxXaAWI4JYs/mH
62xqcpfRfgnS5Tm0OSuGSBRGOHs0TZpS5BjFBq0pXmnJ8o1erNwsS1731NgsTtbltuk0aTI2Pk8d
XNUtZML+xQmeGpHP51RPxsFPBbh2hBteVVmx/JEoIOOWXkMvNaXO36ZoMGZNNzpFZmV9snaOpkWb
X9rYPJhPEbIs4N48/wCvUeokSKnnRshdJqoJAI6FHgiglpBwSw+8dZrkSy9usxAyRqFDhZf/3nuc
2J/f3+ASRadkQjyIYdpJjcdmnxxLcxCdQmsfRTz+w9VejKUzC3gDjg6wWsBszxZ2EKNIaGUD56Yj
mzR2Nfl7rF4r7yDmycZTO7guakFuT+JfpR/ZoOa8JcZq5nqyMp94xLgIHUBNgQzA7MKVucgLcF4L
cJvoBBkeg2anlyAdA+mgz0Et2beMgi+gVCI3z6XH67O+0Jsx1QRAiAOxRRD9kNmdIOtdWcOnC250
M6kt9g64tJFuwQJAD8ONN/outIXUljsnM8vt2rtl6U2hI9RAAhvtCHj3zpYgaLq6imVVmLY9SWIr
CJ1UPbZ2fGeggc725PuV8S7k02AQ5LLoBjQgvDfzlb1H0yROZMGtqWjyUrABcWkGKNLXTPc2tPgr
Gp2prJ6uhUU+Mzt7BUqppBZYPcHNk8deupcbkBpTHchIBpYLBzSWiFtrqwrWmOOXJxjANeCHJfCQ
zJPZUhAGylg0uPPBqCuFDH1S6WhzHehxxg+NCtbVNRa/acPONjQkhCC6AnjSJD0yc2UhjlqvVzA5
COAuhzZWAF0PXzuAfWJ3fTUXLj4dMRvIEEAmT8DWfu6zeN50JBJw6ba5vtORpdDDQ5rqW52EpqS8
UjCJXje4eFwmahxwk6BhQJlXPYuor8tBleGmBZRBUFgC/RwalHqyC/UUbWQP0Fs3IdZgSzl48Cgo
nIFrU5HBQVRtRfJb5j/K/rOyFgEsxdAg8ZwIdYFsnwjkzmci8LVQVrJIcNsESlWCrWX4+yZS4Ljw
5pMyVg/Nxq83ctrZZb4GB5kOzXzFT63P1kGTfL+pm0BwqTemrK4BL9JcUrCy1UCUtgbFXFx1MEio
qJcArT6v8odJJUM4poA1SIEGEbZ12mwHJUSYgQ6FpIAukrSah1+4K9DCBuIAVBamhNns6ZXxRmiw
ngLwHlDQk+XGyu4M7uTeXeYVDG0SoLJF3iwAg2p+kMu7LD3k/coVuThwMpFjEjSAQNHqfJGVuEsa
IcwEtycbveQOLUOLomSM01wpfyDWtbLbFwIfEHFA1hJUnBDpUWchQU3A/90j4wPtZiJaRoECTihI
mdXSfI1AZdFPSZhciJXjHCPNdD423oueH/s1bCFXYWIvb4VA7Hct4FeWnuS3voGe/TjJtX2XB4MZ
SGTtIl6cXdQ68HRBARcFsvMvEIYgGZpAFFwPO9dIkDUIULI6NGCMifh7kLyuuJKlmwjWJCgNobsV
Zc9ze6PRDb2XYjXr9OBFsVX/VYmpce0Oig9Uixme3+JatXHpoJ7anK1oDPqoRpFgM60YGQtW2A16
OZIvz7w+uKW5hFT0RGCNgrE6H1tXtS0XNENwK+K9Z2XuFAkoM0F9lHygeUPl/krJdskeiuGovOPt
ictu9vTMY0lu0hhr11Az4uFGuKs3UiObYvnUp9vrY1vyBKe2ZvskDkPRy6d90vUjCxsg7tfc6dIF
emphds7LjNOMF4PgvgRctolZh4ItACx6fRzTWs+dNsASuC2Q4ESmbnbiSEW4lBoIvUhJbnt96/dP
urcrSvDPSyUuEDt4uG5wcVhAoU387yiw/UItT1IdmppH/8PZee1GDiVb9osI0JtXkmmUkjIlVZXK
vBBl6b3n199FzcwdJUUk0f3QjUYLqEgeEyfMjr3rGbRwziYkqQTLaTyEYBTxIG7J/6w5LhrqjF5Q
5lBQQLu+WmUrFXKWEuQV2muvP2TGt2BrEnL1xX1vY3GVyoTTWFG4PXvwV3u7+nUyj0bssISZbbih
8tf6a2615Da+y1gc88FsEm/qsGnJ/5L2n2ldiu777U1adcTvvmvpBnVFoJCic7wVfJCY3EsQICtn
0TtSL67++l+naotZde1CMTILcBg8GTOli5DcKvsmbE3RvxhJL7qToo32lGVbjBhrfWXiXzDtGgUD
tGIXL3gaerJfFQXgHLe0A4cOI/Rkxq7Yff9SwHMpHrcsrp339wbnv78772XtFZ6kAGkpMwt+5l1n
/eoqCXZ3a+NirX4afC/ggqm6gwlarKBZBI1phjqtWqt1Y6aswulneWLqIesB0RenuHoMrP3EIzNK
VOC9Bz36nk4vGydn7XF5/ysWt07LA2sSAgMIVvq3habh1HyrrC+kH2DeBxs6dBHdEHfIz0PoePID
v0RoH6Z4C/G6tuwzCSIqP7oMQHFxMRMRXvFeHrwzLEJ2EQMDjR7LybK7uNnwoGuFMIpQ/2tq+ezo
/mSmiTkBcUFf1ISKDFzCKdOjI2Osl97qKEe9xBlM4qb0qKkvVbuBsVm7OQhEzFw/s27TMpmto6LW
soz8pxYfRyGASmLDG6xsKRdzRpnNGDMe2Osj3OlGbphT5l9qC7qx0Mch8ObFP4KSlK7eDAJXts4i
jWPYFQ54AvuFuaSQar9VkuCS/lNPDFtfIMk4pbv4cXhhmML75ENYGzEZvL99cucTcfUSInE662wA
HBKhylp2APwxiZSyM4ILdPCD4s6oA7VGD8TWwofC2Jf9RrSyYe/NBb93DOOU9U2OPSnMkLL8EciJ
LYwXq35FAdGtslMVPd3+wg/7OIu4Utzj+ywNuPriarZS4+e9p/qXrk52ZaYeq/6QxM+lpX7xBPe2
rQ+bONsCNwQqamYDW04npWXxf22BwgIqcyihHWsM4bCJGdkytHDo5pC2fhSb/qX1nspegecSpeJU
tsstQoJVQ6RbHMgZh7wkjjapUFVkDP5l6BQ3YkbIVJ+iybrL5V+3l+6jQ5nXjiug8j4h86fNF/7d
yUgiEerdPgguEDRVPbKT0ehS5HDVND8NSnifJGDb4CJglIczIuY/Nr917Wy+/wWLRZ1ZAPJ2iIML
+IvBi++E7lTriAGqqRvXaA8mqSv5f29/9tr6zqqTEikm3Ytl48hQijpRrDS4iCSXsEqoPeRR3t1m
b3PdjgG5PoA97sL893er29UMXWtDEVzU5Cj6f2fiFcgrgv+Y+pdNJD3/XzMLLxaVjMrqDWY6f9wV
IWp6Mcxoce3UJTwsW4fzY8A2m5vhxkAVKGUv71tRoglNFoa5ZnQkfNj3KOxtLzj7ZrfTvozCtziS
Nu74R5jcbBQVPXIHUtgPCNJsHMsmGfHUsIUdhGP/HD0Ed0F9Vg76Vmtt9k1L72zqJiX6WRiECvn1
rpVF0w2B1AewDTOk8uBzER698IsgH4Ktg2jNOc8HW/PZgONkhuQuts4XNLMbmy643H/7Ydj17nKR
7Itl/9nvL3d7Zr8u+4v9sntBgsF+eYnc/d/PEB06hJPu57+7p88/ns5f/0JJaD/AqHM6O9/Pu6fJ
OQe7P/+eX6275/vRORp2a5/gv/1+/PT8B5b5Z+fTs7M7bWzQmsOf6yj/70MWDj/JGfwz5g/xz+pT
Y1dH1Z62Cibzwt9arNmVvLtOsTKFSpcP2PAjYh+91Qn0/K2g4C2I+miGp5m4HYD4coQXikS9iqEj
vUhaZOv5z04N7SAGfTf+Rh16UkNHTodDV+yoy5X9sZkqBwZRR4w/V/pLhgBPL+QMhCkumK/Dbcc1
O8NbP21xNBmBAW8lVDiuE9JJPzegGKvrC3cn6bKKZ1yW+3RhSMJImoJLDGFfnDDdvxGxrxlgbBVR
2TnA48W+3sC2j9Wuzy1uVqLh2ktcVTBWpXt7kVa87iz5SSSA6A4x6iJp1fMYeLtnEtS92E+aI28E
4Wvn4+rfX9ZjvJB6XjP/+0ydTkEKzb+0M5oLDQPbOP4tjM+m5Orhq5AmUH3bg+oWox0Xd6L0L0gS
oob/AipKx+z9J8vXC9s1rVaaIwvbdal6MQtNulO8fmPafM3x04OgE8H3wRFgLawEXdaFNLl4quOA
4SEoAo+Ix0bKMwLZsU3WtTVN/xGiPH/XO4uLklFvKEYieVicfgNHtj+b7udfl6fYiZ3a+SYwA0ua
Zzenrw/fd4Oz+2M6J/vnURk2bt3H2cvFz1hcO4hMmjhQvOCixA+iiVYFI5gThcy531QmOtjwR3WM
3MRobaM17yUlOAxIWUj3gvmnkXJHG38V8vfA/9wPDGoeushtNai6gtDBS+CBNoLvlQfsatUW1yxK
+77zdYEDWsI9KLoRUMIWtg4r+ZonJTPk+e72jVtx/lcGF3FOnPq1mKqsDy2+p8Dy3Fq8t7zAFfKN
I7gSLGIIPXI6TjBjLFntlL6Ww6CNkYoTv5cdkMzMVST45Go3VZBC075r07fbn/bWr1y43DniYDKH
lJfRp4U3UfUqi6o8CS9K9U0y8exSgx52IB9kAaJwz7qDnmxnCcOdHn5RBcFpm6dJBhjUb3EzrThP
xrwkBr3mphDAo+s7XoeVWOc+3z4YUgCN5AhlZFr8xwwv81F/Z2VxdppMHLMGaatLF/1QD5F2aIPX
JttBmX17Xdd2EioJrDHHAm3NIl4IW3KSph2jSzMx5XXO/ZPXZRBndr+yNLAt5k0d8p7bNtfuxXub
i/jB071QSAVsWsSPDL3u1J3fPuaB5iDK8J+bAmHLbB6CgIxCzzfmXaiil2NIhphHF6lxullzfAdS
s1SfvOZR2CwLrbpJTaaOAYsWXVl98WFd10kQFTRYS8WdgIRjF829wf6zUBw8X3oMO7RXUdLVn4Vg
X4KxqJiMssLPQ8SS9/257P72gvI7/aU+1LVTDT9R+C3Dry2NxoHgJ6rvAv1owHvT3EXyj0jdot9Z
8x+ABFkvom5Sh4X/CPWpnYSojC7h1BxohAFk09OHVIKrcquDv3aLoNSROHLM0YM8ut4YrwnjRLCS
6CKHfygwR1tl+rVzrdOyBSH4ViZb/Pt1GY6aFbMVFoGp0E130fRYJg9oD9lgEvsGCYrmP9ae5BZR
TmLYnv40Ac/iXY6MGnYv5J0umc7IkNLZUXSiMLpxe1ZX7p2VxVuskhHRE+pZOT2y7LQx/1Cp3xL7
W12+d0YWTo5Fy3TJaqOLmP8b0kfNcqXsVTSPgR7bZv492pq+XosVoT5+g3MA+3/Lz97dU6lXRsI5
lk7y3SB+SMTINlSYj7ItTtq1I/7e0OLDmkGrEZrEkGx8ErV6Jxm8/5fQqPeZ6t72PaumaEMRN80l
1CVWkSnhIRSmmtvUVK7cvVgtjV7BsarXSPh729RaWg4fGOA9ZdYUp/x9fZ1ESPxQ7CRXkn3tKR2z
o1mJ9qwF5MXjLvYmV9EgNnZM4UsYbuG4V/YO2wY5GjHBTBF6bVtN1D4RZGx3yktRHDOEBnDpWwrh
K6t5ZWXhm3R/ECwq+cGlNaXcLkCe6tGDgmD1MOkvsXq3saDzj16EGxDZgOqnl81w2lKkbJRDNaGy
Hl7aSBbvvTgpXTExILkvsnbni0my0/p+OgxSCZluYXj3Rh1Gj4FueHtGqzLanHn+OvZkno3Rhhsn
a+V2IpJE8R8fPedXC0eDvJvkEQoTfln+oYbogrL6n0ZN7SFlFFzxXKlufiCn/vP2oqytyRtVE4/3
DCNfboGAnrk68Jj2Q/E5jtNPGYRwirIVxa7lNxChz4xzM7RLWZbJNbn2m8iIkwvkPOMBav3SbqcI
zVH/LAAikBufgC+3UT1qiTyLLeXblc9E9pA79H+otpavYKfISlqmXXKp4LqPB0f/PiFYfXspP3aR
9Vlb8f8bWbxP8WQYQmO1yaUf7XKE5l0VbDhHSzv6mbtwh+2D3W2LK/cHg0zYMmsJPeOymhKJWeh5
zMNcqsqMdxwW8bE2JQvIXBZ8M6S6fPLVdItbdGmU8iTow5lqG/AJj+PCLQW66KUhtBeXXu7A8R4M
/6wBQit14xApG1WTDzX02RjjKxA2MUw/Q0uv/ZAiBPrUKBjzxe9FC/e1JNhygaI97DbmxTLcTvre
IlCVirZnSE6sbzTlludmtq+h/KFDCqTKFG+u7Q+6Zw1Z5SUXxUtsqtkDMJFY+2+MzOwrbCNk8kvw
Rkrzw4pBjF8qrbZ17etQNbawKbi6+invrCxeSX9CzkKMw/Qy0r/pWb985u6AuPv2mfyQ1M1Lxn+A
ns/JB9u3WDK1r6O+kZJLHEv72kRsMMi+MOCkekfpZEgHUcvupNTcq0KDUkgN4x1S1FtXcZmOvP0I
WA/BFc4Moks0uCRVQteaLCkIRtNtPBeWLadxQL/bwunTnz//0ksPsuP2p6/djFlJgfB0ppxYdpBp
q/qpmXBY8iZ4gWmOQifn09tLyS4XtxA/q1djVs8hb6Z4z3N2vc5GLAeiUs2fOKHUUbgd4RVFv7lJ
nlCUqOPhLrQGuyQnmZBYKIJ/KTzH/8UXy6TNM3MJUK3Fb0CMxSsrNHEuIm+IY/Y8qz7h0W40mD32
itqzk3wIj7eNfpgSYnNR0yDxo6rPZPGySQITxOT1JlY12FgE70c+HeUh/57IjtXD7QHrf+/C6KlY
v0Qtde2xQTWDFreibVRMPuz33EYH/DRLQprkWPPf3wW4Ypt7SQBW9dlUBHEneqKjoxjqTOPkU6DS
IMLM0/pw++PnW/o+hoHMmZAM9CqvNaWatznbdzYFLRCGWLHC57wZA7cOZAlcvTxtPCwfD9dsBu49
3ksF2o8ljEetZkIuFTMQtzT936YoHWWU9lkT7vUCmoL+a9ncB2EHO+Y5LM9N0mz4xA+V4LcPffcL
lp4XRJvWN2b4rCcw1SSuMN538YOmFt/phrWdZNNeTIYUvaHfA0MNzPWe2gKyM91u5EfBOzJeo2z9
pjkNu1r8t7IDLy3xmQE6e3HciwmC+bRlw/tUyu/CPOoPcSJJJ8VjQLv0K8WeoloC1Co18Hpr+mNc
5I3b1KG8F1FGfVIDc57VbZr+NDXSZFuxlzhCgSimyOPtFmnzGmjqL6FFHb60wmgXBBTDbh+gZWQ/
E9Tw++kv4jQ0ebmziMGWyagnzWMree0uU0Xd7XiBDtEQIRuBhuzdbXsfbuubQQBhuGFGkTg317dE
m4JAEJqyeQxoX2Xpi9m8yERHXfXSVYNtdD+qXroTsv7gfa3v+uC+1X7hvqbA2HiY3upC73dv/iHw
gEDGIdFLw3dc/xDf6jKzz+vmEWmPO186Nf1XZH9Q/i4Dx/fDnVpC6efdWx3a3AL6Kt2TH+y8p6T9
5WvdvvAfM1U/5tV3Zg8D/g+fOZ6uvoyvuiAd+i3Czw8D82+/Fu1PfgyZClxC1792CKnZNcnQPFLS
OQ25bbUq1MmGPSaILDaf/bhFW/evztAJ5eGTkk27utFctDdS/a4vTmk1k6yfg1pzMlhlNeuTNg4z
p+kG/OUt412uKrMKbwAtAvulBo5YVQ2Mr0n7mBhpMdlVrxXPmTSL8spT0IKh8sVQdZNKTyy79Y3g
Xh6T0LPLAVF3MaTTbTIyC22hWsnh57IARm3rrWqeotIbsl2bVtI5iltmPEsvykBFCWb6e4p84OuF
30a/y1LrfXiyq+JxIKH4EcSVSPFWrqLBVbPGnPaZEisgBKZ0i4xtGWPMO6RS7+K1ZyaHGcrrHVLV
ENopjapjDXtp4YWu1v3LpB9NMEIm8mBuTUosX5s3c3CpqMxoMpf75rLfeX5pGlvdNzAHXMsrOanu
3mavb9/WD98ExzkPIeN5oHpxFIsgUZcGqKiDXHj0Q+8xTTxOX3UytOk+Fh7VuCF38qSvt01+cEiY
pKMoEX1CC4FQ1vUyBpOvVHR0hUc9OtHrveubx4EUMVS/3LazfDl5qxU2ZP4yA6TDUkxPav2uizk5
59ixzQ3f8vEbqAcxE0Y8hlMlg7/+hnawSkMfyYSEqbITszpW5QldqF1XjBvBzzKKn5/l95YWDdK0
6LOqTnT/PJmTIwuTaAt980dozI0+14fTtrCzcD9JXXY+nSLsqO0DgaZbZP695qeMAke/k2qrfTC/
nFdeBAdHEDmT/RHdwVZ1vYBjocaGX7CAxQPBzOPguXCraF/IDTppf/scfDzi16bmv7+7R52SK23Q
YipIvFP/opQ7r32M0x9EeEQPG4d7y9giYhCk3FBpW7KMWXgyERuBC98uUo2harBg9WRDYnr781Y2
7v1KLiuUut9OkLFhUU0/hTEdEtNzJ+gPGL4N/H+3ba0c+ytbi8PY6a2gxoXln0WAGWHvqN1DRqYx
6huJ1cqhv7KzOIxDWBudmmBnyr+DDoD5Wt5Lxca5+FC+4WpdWVk4ImLpAU4FrPTC11A3v3Ze+pp5
8r38OXkuVVfwwxc5YwZOm1oUEDfm0j96p2vjC8c75YWlVJLHqTS+WP3fMf0Pc5W3j5uBv4z2Ebm+
UTa+O/V67nl9Ogn+ObGgbhgkLfzU6nLv+FJV7LuyyM9lO2xVkdf2DVIBUA3ALeEtXbjFLhWmsQ+b
4NwnYm9HINtPqTFmPMnilqk1B0L5ZA7uqKDQ7bq+1bpehSQFdXBu1DISdnBTEM3mdQrul2TqKalT
v4JfssyHQzmV7c4T/W6LQ3DlOszZEgLODL6pjN5f/4Y0wbX4Yxif/b4PvymhBV6/9fqdNDSCMxZV
vdEI/VBUZVOR57WA7zH1Q+9h8dG5kVjTYDXxeeiQ3ZM9uB8pbaKP6Ff9Lp7iQ+R5TquHZxnStdtX
f902oDqmPIgUQB1df2xZj6o2aVJ8ht84eY2sXDyMSon6m6XEzgD6G64ISdiVlvCtkfreLcvc33gL
V5wrYTzVSKrmKJkse3ONUUSyMCjxObe6Mt0P06R9qrsKHJBpBXm5D3RVTBwlK7PQ9cI42JrgWbPP
M4mGCD+DycrFfjeGlwl6NkVncVTQbIvK5KC1dfdFlH2GUMjP78VAaA6GnspbYzYrR43hF3q6c8QN
odbiZpWTOEpx26ZwxEv+JYfB7WA1ledmubnvqlI93N7tNXNkvVwuuA0gIF8ctDFq5dqoyuzsTxls
ZKSzedo6Ja6Y+aItfdYPFUSONTOUaJGyP/M45bzu73xV1olm1QdTfpYb0zX81u4T/c4Lw2MsP6b+
5EAr1Aum3Uq6k0rCRaXXXKfKfWtsPQkrG4x0BtNFs8QJOdJileM6aAJVL4tzSYWpMCAVCPKDFZun
ohpaJ4raF1kId7eX+kPbj69/Y7GA/WWmeF9WEaO5MlDLbXmucvPY+T+F8rlMvxrexULWF8SAFjXH
cPzky1ss/CveGjy8Qb1bZqdhQb1ednPMGTuXsvIsqdm/xvB3kdYzWRolGw/tmh2QFHPHAqYmADfX
dvrYizvPtIpzHOMh1STVbf3VSzR9w8787yxiSqoNMycIV0RhNPfaTkTDGa3ZvDyPdbhLKybJqctp
fbhXk8+KthEvr7zfJhUOZp3RFAYwMN+gd2fWD1tPYJ6aUpif5s+SkGUHHwbMjUBo7ZMo/1nzzWci
cpnD5KDcPcMKq3OhODAwH81ROpSR/9jVX3pxCyG4cg85gbPMNs/p/IwvvomDKli9hWweOuxtbQuM
xZ/GlhywuWiHdKcXP7zpIUP6NTV+RNbWcfz4rWSDkCDQYpqvwnJ8QhT7fNSVqDgnHTPU/g9R8alB
3vEYuFao2Ldv3cftuza2eM3aOBfGuIiLc9ag/FIB8d8iHvow18dA0syFyosJCS87uDAhVGGTGp0Z
n5GH2+cn6R6epb/asXZyIJcgzzsb5e1yq1s379H1JZit0o9QmaAj91147tjUewQtsCqJyW6AQipm
6CuqvYfUKJ5vr+HHe31tahE/t4hazkqEMeR5dRS6pvESJ1topi0bizBZqCKhglI0YRgyY6a+K8IE
Tv/UdPW8aV5vf8/KAbxausWG0crp00K04nPql/aU35UJB9C8F5XcmcwNDqwtW4urRrldy0KDbRKf
c32vDa/NL8R2nSTdGqhcyXKud2n+Je8clQa0oohSLDHZmE/OAJ+LlVBfHJXgUxBUbiF8SqOHnia2
D0Stl7aCptUv5VUFYgrYUlEWO2g1XhvQfOBA9pmT+dXXqO734hjYiU/Sn3+5vYcf0wLKWbxmnDvK
CwyJXn9tY4yTPohxck5K9D8f2+Kgxm6jHYX40aufVfHPbXOrq/ve3iLfNxI5H1MNe9Cc2uIucy8v
vwt72qUwLm2YmpPr5c1+Z0pdBCfyVCdWFTNE1vg7Mb9Pg39Dg5zr6EByzWw0I52NbVEeLoZuw/Ta
FlIkBBc3byDTbdeLGlejqUwKCPxqENzQ9tWzaVLzzH7HW7P/q07zvanFvQji0lCrHFPD9HViIkBC
jVfu9l6ONvwxj8eDYrj+1MNoXMDMUzqht9frwa5Ra7693B9UDGf3/f6XLO5N4KlTq+k5nueuPPe7
zoXisXH7XfuSXYBoffcf+6dmB684cn5xYTvZ4IDiv/0jVk/zu4VfnGbkfUofBd/krPrfeD+mbzC8
QTfVfk5/i9lGQWLL1uIkewnRWW8WydnwD1lQMEwCnGVflnb6B45ZrdtiM/nYJ5oXeB4LAunBbNiS
PWymVvEko03Ok7Cf9jXzB8KvFKxgOh2l6UVo/yinbnoMdXR+U3eqdmO717fKkCtZLR6JXBIwlDYX
pRcVrRoh+THSWeG0hLfmMNyn3xhCTelX/JkG29+q6a/bwz2hPIWX4jZdX6VKEOLUaJIUeYpKkWyS
/cG3swgZCcePOmkuNBllQ5eszf+ldD1Q4BJFULxlZZT/xXPH5Alh45xSfxiorKNhaMSSA66p9V5M
jzJ3ekzu0/wyJMPGQV57xt/bWlymUoxoZeDtzjSL/PpLIjwJ1kZjar4LS/dIrQF0wBx1sKXXKxsr
etG2NZ7YinsX7XHKD25gQpUGM9vw3Yy2ClBr9iBLZf2g4IPGchFo6Y2oTllXJmdvevRn2c2/un7n
d/ej/qO3jrf9wOozg9yHAbW6AjR9mZiGQWjmoyhgrH4dIztFyxv6sqgboLWWbBHYma87Qqnt5On3
uFWqXPtSSBYVen7weVMWv17ZXKmyMOji9CyIkJ+nwaPg71MDOck2dgRzh5L27a9dszcni0AeCBu0
JZan8hUlHKSBIepQPGnCPdgex/NefNU1MnhnWlh7bhtcc32wD833gKVFf+T6A9WkE8s2VVMe8UKP
7MZ7/jsG/O9Xv/7sK1sYmrXPM2dhDs4O+eNyJHYw2gm+FCvF73m2D2GP7kPzkTlaSKUj+5QH3kaq
+gFawd5R/0R7Ho5KRjGXQ3xG4oOPqoXsPE3AKyhQtrlyHssvSnvfKJ87q39OTO+xV+xCU3bMrDjy
g08zHHRhMXUMPmvuFP4WwlP79fa6v0GWFneWeQ7mj0DAzhwOiztr+cXk+V6Sn80sugs77b5qyl+K
VfzRAD9DKtlz4DRm2dVaPJSC7FQkooHtB4SvkprvvUp3xGp6EqIDNe6N37YS9KgGWCsKQXBgcdGv
D4WiV72iD0J+NvS/gzdeJjmyTfQp8sn1hZcMOpbqWZ9it+0Ce/COqtk6AtVnobubPAQ/qH/f/kGz
veVaoaxE11QDicl6Xf+eKK1UT+j99OyZnqOpjMaqRvYY9pHsFv6n27ZWv/2drYW7rrpM1L1JnWMB
V2gPNEKdkoWvEzc1tnitt75rcflSP0xMypk8DUqwUxgElj8JYrPP+o1sde3p5fgz8AY8kCLqcrAn
omZk5hZurOqR34nVAiBFjt4lvDqx6LSx6AaJsp8YtTPSrTn/lfcP2yiAApCkXbDsFMCeMEZpF6Zn
v62cPDTu4rH6Ym2ygn2Acc033RTpSlO/seDQWrhqKe4Eo/bq9KwAZK/qYSeG/UPrf2qNX4lvuY1u
T7rq9l549Ov+p6p+STalBec7uzynMMeJM/absWRjkSyUbaVMk5fh3nQ1cWQzR/HQ0v/ePqBrDyKN
45lBGmyPDhzl+jYAlIkDreJDw+yfmfh3aZDutEH/M2bDSQPraoSGo/nZg9Zrj6bo1u3g3v4Fa8eW
B5FHETig+oGKVi46TS2TMmXaDmsNWB0Elnxmhmp/3PDfa4eHMwtdwzwsTKvp+lvlTGGz+mYG94iS
bbaWAMeyJe8kb9wqxa+aensl0I+mfLQMh5lO0RkKnU1lu8FHfXas64eQosGGe103NO8gksKwzC6+
iUy2bEKjZ/8UFabkL2EPNjne6JetGWFoB8AmA/hQYS4yZoXpvTS3CCQEOEd3nSH/6atctPVG30Jv
rR16uskyZW4w0KDXr7fIS/NCLDwiiEroKRY95+GwsWArMYo232oG8UW00JZSxlrXmdZQ5tm5mrrc
O6VDQx/Go3lzKISx8e4CQSFXFrzRilyBDuKBh0pMd7cP/cqCUommXYHQ1dwEXNw6WKzHKmi6DITW
i2pS1WxtC6ni20bWogKIIGlbS2D3LEpH14uZ5klg6rQPz2HqfrV2nf0XEm3n6fzl647Zf/u1taGS
2Hhd12rf740uqytWYaZqlGI0risXPnw0SAb0kca83lXRXWM5QwcX2c5Tj0X8WoUnAcLi29+9EhdC
ySKThQIvlsXl4nZ5wiSTEmdnEG363ggDb1cxqgPpM5NYplLsKx3ptkkptgrva68GACmGOOeBIGDW
i8uYhkMuB/zXmZer+FmKTX+n54PqoIvQ34WNOZ8oKToUYzgwJl3qTm+BJAilKH1mwlBwEiWr9//5
YtBnNThleD5+2PUZGFBtTAqURc6lEJv3VW5Ju5q46CQXpXjyS8vfVX0xupoaiC+3La+dcYaGlFm5
iD6zPP/9Xb1UDMYOFuqsOAvatPeK7phFzliKh9tWViIsukYz5ooFJ3tcuCbRCqahmfL83Hq7svwp
d8evvfZvsxy6ZoZJAVCEOFqKLIudpWs71LlYsYxFzC4mEaHjIN71k3LJu0lzKUJsDb2vOCp6SEQ5
c3qDq1jc3ikNhjSL8wI9JOUkZYxRQ+yVGI+5IrlacuwOIpo+txdz7fK+t7lEZmaF0kA0RN+26T+Z
/mMo/ujMlzYR71KqcolyURGRruWnCWBqmn2u/PxQbNXZV16AuXU2zw3Bn84TcH1sLMkTKuaGC/Kq
yRGGH3W+Fb/K/AuLwAqREAgFaFATbyzfGBFITZyVPc3p+ChFOxFUfkHSuOu61z55lcbW9pPPSbzb
0gJdiXSAjhMLULXC9y+nKLtRHzxPIXtsE7nepWrzU0EmxYmNULTTwizc25u5dn5gtZlHzqg0E/Vc
L6QoxHmbjmNOYNVOpa2HYmH7cPY+Sx39n866K2MdXaMuKhFEFsSNWGvFCRO0EteBg4cpfDl/llPY
NqJQoAlpAQ6vAwfdpDjZV8qxF7LZFW+MGKwcGyaZiYOYKEFvdInrULwx7pSiog/ZfpXaxo62lLVW
PojqqjRP6TPcARDsejmjBDBKB9rsHClqdfRHCNZzbRifaiWJz1Yug5oSZB9Gct/YaHGtONK5UoUQ
okkn8sMcQK8MfW1WU3GGKo96ldU8dO14jKb/opWLr2EKE7wKmLPlgANo+lbqx5i2/zQ4ga/bvrK7
fSTXsg1gEsBVaSnN3enFawSZRprLFhANPxNOJk6mmxqnNFzTq2y/y18Co4a1x+jcvjRtr0n2Tbol
VL92UGSyO5TAJZBHy7ndUVd9JLIBa3hxSBvtc93+vf2RWwYWOX9XmxMzWEl5rrP7Qfw65N6Wl56P
2sKBAfieIT6sI0HOIjnVCiFQUo+NypJ9hgDtHeQ2qpvXR3nP2JZU2uZW/2Tl+TMIpQinKICBnFpY
zIIyjcLRL8/pTFYdiI8GbO3qLlcgst0IWNaWj7GpeUiLg0LWcX3P0qkQzSKvy3NuVNIuryfR8ZNw
o0ez9j3EJhKgApX0fnkIdDGW87pQy7NaVE47ya6IUIVeRzYEVc9kxBs5x4rnJ4UHfq7KBnC3Jcod
DsvBHLu8QgSa5pc/nIxWPSh4aDvY+LA1X8HakTjNZeYPbRiKyiJZTVyd48gsd6pVXvq4zY9ZuHHI
1xZwVhubUTvzaND8xr4L7iZEAoa6VSuCu2TfC8FZKg7MLtLmL142icxXjgSqR6QwIKwAFkiLG6UX
VRBHelIjjZe/TtbgZFG50fRYM0GUBWQHTiVq5YtgK077sadHCHas7qArMbxo17XJVqtj5RyYhDV8
BYUlIo+F+7M8/F8iAaySK/O+MyJbmKBo0lO3Cw+3ndCKJYJV0DKM2701O673R6DfmijM0J2hRHHV
8E+Tv4rQE26SiX5cN7BosxIIUDHKVEuomCykRaZ2gKD1STQvg2b2P/yS8ubtr/kYymCF9iZ4HIpy
+IXrrxFDOeoln1AmC7oHtc8yGETQllT8xrrzIhgQhsEsUAmuhZ3ZjNbutvWPa4mrJSYFoIzDAJR9
bZ2h8iLnxczPdV8gIZNE2rPqGYnr5QM1ssEINr52Bcg4+3bKqyA9qGguA8VBhhw9UIvirPQ+cOBJ
aKSHWoxMO5EE42Gos+gy1YQCZpUCU9ZrT/+mdwUSThkzZPvbH//xorO5eHx+EQeJbbj++FBP+0D3
yOJCaXyFP/FBEb+j1dTWpWMYW255JYHGGkxFEAzTxSBMvrbW1HHQo2szIxzlPHXruii/42G03la7
RH4e8pzatpCVUPBkQqh+g+ZKlR965qcDp48rGC6VTihRC5uMYuPVXTsF88QysFZcOOXn659WW11q
hKVYnCH9Gf3nJnquQqfqN2K9teVG/AzYGfhsstnFckeVr0Vd6hHr1bV+HP3cO2heKO2SONJcwQs/
wUglb9hc/TLqoVxhoPfmMunrRjGL1IhwoqmCvSgI6ayWeDLKqHBKvf55+zx9DKPn4isde+IvAnVl
scNS2mh5JmOszkd77odYEDQiFTt6sd3G1o6K98bju+Y8CNdhTyHzwvEuNi4nfCYGwOnW8SdZ/FFI
u8A4KT4MjbX6J9K3fPzHF5gPfGdusYN9W1sizFdAXaLmCamk46B/B1W0JWm2dlAgnZqpbU2mJpa1
bDXyi9LIyHf486FP/H09jI9DR34gJ8Dqo43Tv2qO936mOma6cVlTawchbIuR02/G0iEMwJJPVvt3
Usxf4vg7gFfk9ilZdYGkW3gBkC3UyhcB50w4WKmqVJyrhzj+17ryvjLd+HfdomrlSF++3Da3tmc0
dec2C01dANbXdzuOW6HuarUA68lgdQ06HmINa9wi8f0f0s60t20k2Nq/iAD35StJSZZtSVnsZJIv
RJYJ933nr78PfYH7WhQhIvMCAwwGwaTUzerq6qpT56wdNAjYoNTiFuPTLXw/8L3SMtqRpwfKklkt
Fu6o+d+GSf0sqPqX+0taQQUxXMzAOiMOjNUw2nO9Jqk2vECIZYxRh0UV6yHo8/0gOww+hoozaTzx
ir08fjGsz2KsIlVG8tZfROM0hvv7P2XNd4gqjGTPApM3xe6sGXIlKc3yXI47WT/X4VNdvRj+gyZu
GFq9Pt5bWnhNrCVe7gVGSeXX1g2n3eV28ksLbcafjzls4Mhn1u60xaK20hBlq6GzoNbJuwwVheut
DpspLkgfyvOEEqxE0RdGx2NS9UfR0+zEkuiFDq9RkbxOxVZVYgXnN3OPk0zODTyqH4twU6Vw0yXR
VJ47AH48LpjYqcpTU31LDdXOo1MifdLkHyID5o33FOeQvKbCBxS+Nt4dK994nlYjP6PwTbKw+Bly
mJT0iNj5lBlGaZ86cs9JVdyN1GjloBLEQRLMjIIzBuN6p9HhmJLAE8pzKxvnBsBgKD+h1/py32Hn
73X9vibIvbOyCAdjXk5yyNjbOUqSR113YAy1qb3smmzDYVeXQxmCDaOlTcJzvZzez0NNC8vqbHbt
TjQTiDjkY6MMv++vZ9WMoYs6Y/dwtC6fHULrl4M3sZ5EUCxGdWXA7GXSHAJqCxuBe+Wynd8B/2dq
9pN370JBRKcWOtjqHHQ4QHzSIt8JIuFz2EBSW1qRHZfwJ3lbTb31FdKdNKCCoka22MiwM7xK0aLq
bJGkJg/hL28LULvqE+AN6aBABgrw4XphmpeTdpfB/OCNbCYsdjnZrxpZuzjfOEprlujjohnHC56g
Oa/13Ra2ZV2PY1RVZx9kRZjorhI/MgS9L5t/77vFWtxCtID3BYMxyJQsU1qrRop78PvqLOVS+zHO
x2ovFeP0M9Pk5lAVOSIzkvrUhca0n0T5sQnzLQWFtbAxwzffAA7Ag+a9eLfWCI7VihnH6gzBnaun
6CwPL76wDwV1X7b/4bC9t7VwTV1IvTZtOg7bodP/NS9G9/P+fq59OPpdSO/xSmW+cHG9CznMh148
VecsfvUTlF6+g830pNf7VubgswxOb5cMY5sk0MshMD/Rir5WpOoMK21eHBTl2/2/fyVBZzYWxJYM
5QzM0otIrlu1oDcxSQoUcuklYJ3fUiF/FCP+qzRDc5c0iWijnvr3s+q0KGmPgC9gjo61XfuC39XC
oPcMgiXtrrC+acFHs95oSqxFp/cmFker6pI2CzSR/CCh65HBbSXSjc3GT6rV7ETxQyLu5PJwfz/X
XHwuxfGWMyjiL4tXbU3FnT8rz5ygTuvcTv1eWvbUtY5a+RsUBqsnGh5uklieO8BBFudJ7PxQ6ky9
OleF/EMIRWnfGabvVKpWukw0SXtJgdkgT/3MrX0Ab23SWz/+fr1oHgPg4J1M43nxE6y08yFEojLY
1I9FaD3zgPnsh+FB8qVLo2+U7eYPtjwMTF5S70QnCNdZHLmIZknVhWGDuG+CQJYGm1XiSRt32tq5
fm9kEfr9OgM4KwfNuUF8vY8Ok/VB6O1i+g9xH+F5Wp90l0CoLMwITHYGXluQsFuDeJKl1ElH47GO
LNUNciVy73+mtUVZIGf1WaMHoftFNPSajKkPZJzPuEEJNQm89Y1U9W6ilQ+e3jQb5lY+FF3PuS/3
hndZVvXFyKCXnXj1uWoafE83S4dWUAyCLthS3lp7BdCkt5iBxilQ3l6+fBQvtoKqbc5GUBQMXvzJ
IoDdoa8q7jhM1rlhsmlvToL6kLSisq/lNLv0gZHtgzQwwcEW3caXXVk8jQYIbmb+HFDRi7BThuZY
G0NUc8sBO/NNW+laV1c2As3a4adBw/T3XFnhJbIodFjyULZBFbRn/WCVj565C8unxqhprB3zPN/L
RsjJP/61G2ETjmre6by8lgyctWFEDAon7RniMZMe8znJf/y961BXFHnGIurIM2sRUDIvHQgzdfeW
Urbap0JS7KgVnb9fyHsri/NQJ36pVFPVnfvJLsYvbePm0oeeTvl9MyuuoJE/ztBSXuV8petLTh4i
L2mysD/r+e8+eAwkR2l+3TexcrLf6HSh3gexZy5jIlwouUhvoT+n0ykKXwtg1V4s7yyomu8bejtI
i+hLORz0DaX5+UG2yLrrURygX6/7cxsBvx+D4rkqv1IYh19R6VOmIxm6oUytWA95Kn2qDCguvnW+
08oIEv3s9e+TfsmzyC75oJVKneJDkl307lUPdSfsQYk18YMelR/v/+q17QH2RxsJEUDEMxY/Okxh
xJg8qT8bYeRmlotEjV1rr6EebvjtuiGcFubmuZK7SKTGMSkS3Wj7c12kB9hwulL55If5h9FP4g1T
s9fcfAiew9BOUsGFqfvaq4ZJHIY4VvrzePCjY69rB6qokd7b1ea89216iCYf51CDnYSG5jKdCbtk
GMQIDgK9AyfDfdE8RW4Y/CqlP4Xw5/6nUm+WBYEE4gvzp6LzvEx1FRTWJ3o/vMO1wR6I4cMW+cDt
cUQHF3yVSWmTMurSGaqp1P06navRSSW7FNHsXkW+VFL/VuwSX2NCD3kpmByBVyyv26iedJK/iPpI
oje2GNTAj82DGMKLGKfOlIjn/tLFyUY+uLKBVIW0uWnBbCB54bVfeIOR1NPIo1VSyxNMgt8lK9sI
AiuVWuAcszyqMu/iDZfLINamHoeknC00Mm4ySYaTG+lFb4LEtUoYZFEqq9y4olMlB2btDlPqeFBm
bByBtaW+AWoZg+EKtBbHui2SwsxFSimooO9iIdup3s/73jj/DdeHjL4tM3EUwfF9UIDXm0njxOuC
mhJXURR2Giop/YqOQlflnQpValzfVP94MphOsdy4m26PN6k8jbF5YRQ3liI7Qqdp1PmM6hz6yYNG
YUUPTv4MXov9Z0X9fH+Zt2EL7B2cLXCO0u6koHK9TFkFEc2obHceATceCwUlCNkMIjdomvFoKLm4
8eFWFsd2AnEE40jqoi2yNaQScintcuzlzQOYsa+FB+mPgLKQrY7doxqr+/sLvI1gLPCdwYWnVPGY
+oVcdufMMh5kZraC0jVAV014aOzJB6bJDvctLraUyx4MHA9aHtRQWNy8UiTVV/rBrPNTGUnwkOpD
dtT6xHRUKZqekkbbalgvotqbPSrBzMdIXP/MdVx/QmQiTc0T8+JkMOGn0jwNKfCXxvf7q1qCud7M
wN7J7OZc8gXrd23GUGszoXGImYjZFGQYtUeYcWF7j4rCmYxe+dWMSfyp6+GmlMbRePIkdXDlrO8f
x9BLN56CCz+afw1gIVCViA2R9SxLw1ZBvzKU5fokqGO9l6bwNTOiF12DfMXyU/UoeFB73d+BlX3m
ugUVQEeMfV5WLLK09hF/VOqTggczfCwEUOMGPWnOFGy40BLL/7Y8bkCqxAgIcI8sNlvNUwWWZhml
pkCKjT16Ph7Y25YBVisOBZL8UI/hNq2r6muQx525EyTEOexcEfxfHtKr/7R1J3yM27Ey7bSdKshi
kbRWYD5P8mpXwf3FlHaWiYHNhHGxUXdZNqPefj3aWcqsBst9e5OT9twbRmnWp0pKit6O/ah88I0p
dfPcQI2w7nqB/oSf7etWzw+xMIg/gDw2sh20pbAXygjqO1FoH6MQeWjVg666K7xq43MuH1Bvv3Lu
o8ysaFRslt8zjqdgDDKjPhnwekB8EVUfa8EHHDYkk+ObSbkX6jZxND2waPPoSP0hsrjxod9Ozbtr
hh8xP5KpZ7xN0fK0uj5V+ejB5kkx7DR5MZKNqexpvisP0zwg7BkD76w8rL9wvr12HwA2bPcV2NDG
zsbB/9l3ngLArG9KMjOpKy9mOmpOpWnRI6QsmU+/xBwL3qADNMBmEOjZz3AcusbJIKTnndD5ygs8
uqRaouJN0y4ZWq+GL2wQX/726EjghuDgU6hgzvDk61VW4TTqcT82p1yW8l1W1RJjyTwdOs3aLHPP
ifZyR7lXyI+JwHQ/FjvalvMjVRSxBQu56/mJjKJBHaEEaHmmm/ue9zoYORBKIRgfKqXlIMjTN7SY
ow0Hmw0tfwjRAgKXmUAcGqrrRft5FRaChn/lxmAhmRO+eHoSP2R9SKknQjs2qv/ucn1zJgrSzLrO
0sjoIl9bNGpVq2J1ak76VMCEbZB2NZMKqz+MyDv8rD8AhWuO97/tIlH6X6PgHHkc6DBBLOsQYeej
+hlJzQllzuojbcMQWqMsd42yHXdkg/WhlQL1EIxj4HiTnv0X86TbnON5PnWJjBChUErbls+tF6gw
q1raf0NsQUIyQ/0dp3V61FWhduKukh1qs1tok2VDdl497RRyNW7EGY2+ePZpIu1u0xO6ky7W4edE
r5FEUkX4as1BP4QwKu6UIRx3Q5u3jk/2vq+bUnBIcz4pAH+cppRLN896/6vRNVvduUXq8/bbeKmD
QgWyJ1OfvXYHsR0YzZL64uT7VB7MhimOTjUcXieSXVK4+2jSSPtQJJaykcHe3pTckRSEGatl7u2G
uY5eUtHRGqxOHeJ+g135NcOelqC34sFTOfgbLnCbcDEPBLEkhTCK2nyK63VORhv0EXMkpxwAxMdE
ZeZL1evRMbWC6Y640MKv911+/gsXJ5sxCyLjm7wGhKLXBkM/CqIptKqTIEfTXpgdj9r3VrdsdVlz
8YhaC3Xb5fAzTZseGJpfn9rB01OnkTqlih3KVoXwIfSSiUxP8JR+2nhFrpilGQ5d+0w8BZvMYjf1
cAIDOC9OHr9LGjA0wN+pAI+P32w8sVb8kzRKm70TuOGNSLJRSFbFa7I+lYjENYnmGHqz0xGxbcFr
FUZ+qLMtNoCVLJakhAoDTRiG1CieXH+6oq+yuGvb7kRksr76WvJ10JN8VySp5gYagnHWoCROR9pq
x+iYOdTDaIyGqoYMZedtUS+uOBJ6KAwp85QmXi+nJ4coL7waGuoT47zqp2Dwp33S1VvV+JUITWkQ
bk4Uk0FILoe+CxoMZRjK3SlW00trefvYEN1RgJ1oOuYVlGKG8tKrwUaGvuJHVI2YVAbhyW4vA/Mg
TVlm9FV3qvy2swMAOVKTfhfr4KFUH+6fx5V0mdGImbcMXSju2iUHYprzCq89rTuJUhN+Vjyh1R9S
IeosJ2q86KJHbfYp9szCsgOFOO2KRQ1utKnK9Lfiq/G+F3PDjrnGLn4RDh8ofn8r41p6IMetj1Us
SB86BYnW+796bYPQ6KSkijjPPJ5w7Yo++LB2KPz+1DAV02tWB+qk+6EMZeEUVXK4b2zlrFHpnPUx
yMnnct61sULvlbTK5ntqqDpnrCbDTpLkd+PL34OucesCUKbabOV9a1ahiGIclTkSjRf/tdWo1Vuj
LcL+VOna5zp9nspfXXKIPfKQZqchanF/kSuOTsyaS25vE3/LR6HZR4UwNHl/qjv9YfANqEW/ZPCy
FvHOUrJD9ttDce6+yWX7ab5kaVS83Xc0YSn7XS/RHJn4icWkPxmTCfdNOprHLtGRPYEs99CoYneA
jDZ/8MMxdlPN/Ic8s9lJ1Drt1AoO2mhuzYGvuNV8CRLm5n9u0PMS2hd+lNb9Cemn6Al+1OYwUpk+
yASGo5BMWxM8a/YgdAXUwfnjTpx94B2oY2oHSWi55k+SOrk5KHmbk/fDV/J/yEWbvz8zoBvJZijJ
zcCzhUOljdXoyCEOp9aPvpWUcKzpT6GNr75ebsCk34ioFpc8tTcwqTShePEvCRgjLqFItML2NOry
+AKf5mtbR9/EsitcMZqmJ19OLDeoFOOFOZXcSfq6uiDqFe8MMQyRjw61KLXHIvtXb/WxZGbBKj7X
LGzvUcG1g8iT7SiPhwPsKfK+p+qwceKX/Ro8kzuOJt08WcArZJk/1LlgmFUd96dINSIYB4Q2OfJ0
MD/7vrKPuy568NOm+piEpv8QGBA0SzKo817PeOmGqbEvAmWA7lJX3IauyaEqI2vfWlrzkHfZiH6a
1KBNp3u2mJifgjQS3MBqeecwyeakRCE3LpLHsOtAn3bNFg/GytdBg5xei0n2Bd5iieEdmOeyqrTp
T2WMphvAovBz1NX+S0jPbdf3XZXaQa28Mlo8Os2k9PvMGIedPFaR27X9tGtH4KFD3TWPUGh7jyYB
yqlocB0szdcP2ah5diaGCNIppbiL2lzdcOTbm5/fPxN3zyQbxKw5hX53aipRjltP0/qTNxUe46tC
AUsTkqL3o9Pt2cQKCSSXPmERFvxrKyYz5WKcEQvURmjcLJamZ1/O+31iiJ1rDK28sarbeE85HoDL
XCMknVnOB0l6rdTTFAwnPe1kJzaN/hkCq8lWA6XbGXEeuE1j5sgcaFs0jGuWYZuiigKMHHzZIq+L
OziSvYIoVA+Fdwhl/zWaoGztOw0GaFEen5tGORT1sFXPvr1yaLgo84AwtRuZge/rHdbTVhfMvppO
XXMgA3NhCBo+anr9KAmHsXDqLRa0uWhwHZVme/CTvBUiNXP+83d+Y9BUGrMonE590R/kMLQVCck+
/2Mpqc6UbdF7rK6ODggySqQo3HLX1sZ23nCtnU6wO7RuZZXgOCxB4aRrli2NxlkAQOmO5Vx10vVp
w5tWvJdCOoNI8+uaMuJirQO1GcCI7G0v78fhGAWnrvpu/icjvLIY9YZgagnjawolybMRxsxKar7X
UuqGyfde/zdA3ez+WVz5cqzGgoIMgnxwDYtEgcE1Q+rFejox7hNUFzE6a+2rGI8ODGH3La08cmac
J4th92d8rnz92YLBE3QxscaTX/F2UcAb78LAjWKnpgihOs3XpknsSgYYqbkbpudztvDPWfYbSDhe
M88JXpv2vLxrZH+aTnRaO4cyXdM73EHmHm/RnqwhKG1BCynOaUHqjgYESUHZhRtPj2WXcr764Eei
FKazB+TWi7iXqG011Aa/IpNd5av3QuXD1W3ZNW0HhPL9Ja991/e2Fpm1X7eBWarYasPJVRN7oqoj
PWpJ4HDHbHzZlSjHM5kyEbVNzsOS4nGSBnkYclU8UXd5pgFg9uR1Gv9WIP1r/pGLaiOjvq3kUFch
ts0Qb7Z0Ca6i9j7kcTlKp1BLjgKvhheEp0O7yIQtsObtNmIJiRlEWoFr8OmuHUcvgqKue0861VDZ
yh/N8nenP4oN3azR39jFtUURrKkZktXRyllkrHKlVIaVhPIJncPmKavMAPEbQdm3RSN8u+8ct9c8
ajP/exXSZrjRZW5KqTJ8bVROUZcVO7o9rTNM5taCbgMlODNq6yR886FfToUMRpalYi/Kp7ZTP8to
b4iVZYdo3lfJlsLJ/BmuzzemCCnMafHKAg58/Zl4Wej6GBryCRa1D4roSuIzIit7fxQPEC0cKqo2
TLtvlKTeYCbvrc58P6AaZvE7SrygRK6tqm08ScjZ6mdGnHZlNjlKImcHoL2FTcT9yVGfRX1RQdO7
5Jh6vk6eER+0AgbK8KjIqEAkVVI9qlI3Po6V9vP+R77pd80/j1LnXGjlqrqhfzNbCV5SJpHOvik9
9YL+XDXe51gv7dz6IoeA/8zJ1ev2wauTmfsrVZ815bGWTN6BF3kz+s+fYLlZ5MT0ghHAoyi6CEi9
MPQWyHTjLH8ZRNswQ1v/ZjlT4MhocrU/w19S71gfjPbh/i4sDzAjNDNqh/1mpI6G2uIAt3os11UU
W+epy3Zj8A8tTEfIPxjTy7A1nHvTulvYWvYcygkqxnbCllK67RfvT3UZUI53EYGdiUQ2Avwy6L4Z
I0nH5eeWprJI8QYwEWkWNRhT9F2df26Q6hZoriEQ4ef/qJ/ub+PyLC+tzX/+LsFTpM4vVLm1zpn+
B9Vxm6Yavdtvc7X3vqFlFJwNUchiYBQEGZCFhZtIlT4KCRjkc6KPAPx9Ww6+W+1W1rO2HMg9ZlEg
dg4z18vRez+yFCn0zobsxhYwdCcNnjbJj1YdAnqKGdPFixciuGszML+pfWJgZgrt8uP00EAwkzrR
Q2x3ibNF87q2c/ACU/axGJnSlyUfMWqBQQiRd/aiCvpxV8p+KulGTFleHHwdjYqwwoQquHpYna8X
JE8UbsTCF86antZur+WCrfTyFp53yQBmvpmBpwQCAixRhL8200SJGrdBIpy91+qD9KJKe1NzmPT1
7XHcP+qftG4Hg920Vfpc+17Q1FGIn6fQZzz/tV3GoCoBdTvhLFbPURAAcNBQYv9Om6NDPFX1XLlw
1XQL2n8bombWUQI1L2/SwuWDgveLEGqF4l/g6rC76bfVQI3V/jSkf0hJN47XbdSg3k7GNE/2yzOW
+XqFZdRF4NKm4NJn/w6h9GK2JzFu3YwXIdgZt9+qgd9URJgHlea8m/+bUh6zmdcG2yqoq4nk7KIS
n9L6R+vE4oXc2g57tAKm50b71eeJ3bafakOj+FjZodA8tY18CDsIyf7plJOBnnZqcWAqatHqBqvo
yuZLZEIWkKg5WVkCu1F71z0r7MOL6T3Hhb+XQw2Axb+F9w+FKfd+bFuqUODXiBxyNPEwKuuAPK43
o9NgfvUKJbxk3eco++b1r9P4PGqd7en1rpfw6N8lQwKTPSVOnv3KqgtjEar6tSsUu9EYmgbjYzex
Ypf+Vlf29mTTE8HvQdHP77Nl5UcEizCOqRJdpDCG84I5CTsZPGvj0npDfV1lATyceQVqdJZmvJK+
SJmm0ZuYOy/jiyZzmJnwSMT4mKShU0jERuFDk5fHthBd46sHLbgeuTLU7bqSu6mf2kbyVUxTR9Bd
D5r6Mdo3FQKBYIbaUHPTcOtcLpNKvhYzDBoX0YzkQjzt+msBGfCMYBTjSxs4dfZZzat9SZ7U6z9b
uX/wUstWjvcdZMUZEQTglTHL63BmFvEnyGQpmdARulTWY1C9SO2H0H9s6udhU4vk5jHO4hC/ptTH
gCeLW1LjBX5apqXooX6Sd3tQbcDzEIFhpb2soc1dXQD+4IaeG49fJC87lUP314tlbynKzexh0Ocv
g20bxkbRe6V2FgTLCcdxB61jwqtKkpOD+denHFAwhTjUQUCwkn5ef0pfH+NKNkPurUxr9mEqBPY4
aPKzl0uAStVaRYZQqTec/fZrzkbnTvLcKScFuDbKkPiUhmYsnEOmRZxRDXrTySxfQmamGxFNqmun
4ZX25b4P3UZ4OMtm1gpYDghryxMm5XonFfIgnKcKvj4nK0JNp4WtmxURPq89ux49S7KLUKzFnSiI
6Va1dcW1QOeDyGT+B1quG6QwFa1UlfqJX+D5QW4PicxcudQFz5mc9ogicFC7JM1gkjEtO0vjL2mq
Vw+ksvJBawpz48a7TYugEiSdpPtEYR68yfVXADRAw9cUk0sgDtIuE9BYxWaKnm27lT+smKK+RLf3
raMNEP3aVNab4VAFVnypB0Vh1BFIzVCBIy6H0djwraUKBFcJBGH0gJjegSwMo9e2ELzrlbCN0ktB
naBJFNcsa9sLKqd70slViBvy8Mo5fiaIdKObVcYDQjXUmvcGIshVNezHtPxZZwjlbJy1m94jPw3X
mwMYjBAQzS12XFK6JAiaNL2InkXTg6teOnRj6nrFRzn+LlWtY2h7ZbJpATbGU5IKf/3FGQaayX0I
bpQ3lnWHmQGvkWf4vyc+qhkkJ9asdHC4f8xuDjedcWafLT7D3M1aIjZ8tZ2HOYSMvEZ9DFTZaeuP
1hA5rXbJhm5/39htYrqwtohfmiq0rQ8R02Uyu6NZ9rboHYvBfY1OYTJSujzLylameJuEzzZp+s0P
JD7ikmuUdKzurKHKL/WM2QykLt9Fcvax7Yof1Yxu5rIKn6IubJmST0dXGevoETR4gzizlbuFFwk/
ggxRlPtbsbbvEDbRoBJ59hJhrv3e75SxGbsxv4D5w4tCIzhODVXxPo6+B31S7iZ1TLYKtzJ/6VXW
wlbwHKHaz0AnSfrCaGVGet3Xen7JeqNxtFqVj+DFCrvsUziPqtp/MH2f20sQBFePU++JbuW3XDLK
Y4/K7p/7O3Bb15l/DWUULhfy6RumF9Hse6Mu5PyifTYelKeooKxkd/bwR3GG2A6POVO0e2kTUzj7
2M0msHjwBBREocG73vlCHGLFKFUEpab8oZRgZv1YjYhFMp5oSaim6Y+ttU8Ct9Q2et6rn3x+H4Gb
Zah8OUlghSNcuJNfXMS2ea3bEd52uOsdWZvUQ5SJhq33U/bz/ibfhHL22OLCmJMGWu3LGKaBkFWE
acovYRWqe0GJBJiKWoEhdmMLkHuTec+mwMDMwHpe1sukT5/GegZZFxfD+67Ir7r1en8pNwnB4u9f
xA5JCDQdbrXiIoM7/hI1DuMfVQnY+oCj3Dc1n4OFi8CaPSPYeGXS4JmX+q5KlNAVY7TUKC7xn+JY
fIhj23TLFoW7QP3/tLS4anup0gIQosVFsy6Gecw79Cacof40fhY0FwjA/XWteODVuvTrdYXypPfJ
vC41+QxHt6R9DH746ctmAWLlU8GOTw9lvtHnf1/bKaMpijWw8ReZ9iU0av2fkoxJ9D/LCZLkQ7nx
Hl3xvCtzixNtWsJIEoi5yfyhRC+t9OH+tq25A60MiGoYdCUJU66XYwmmmYUlHymRK4apXvTxMfb+
eOVRKh2dPgBEERtucZt7UNbgOc8Lk/IeYxQLk3Hud42PGtClHu2pOIUlEFh7eKbY/Nt7AR+Sm8dI
t5kJvr/StZ2ENQTE1QyatJZmZYqWImPoxcXMngLB36nKFlpyy8L85++OVh2IRZyZWOiaSdilsZ+D
DKSIf38daw7IVc/YB+OhZG+LWEG2JCYgnThW/k56SdSjwvR0/BCNh3aLCWf25WWsAD88q5CSP1GS
ul4QwuQjQ0N5efH1fWCepOQjFAj2YGzc3Wv79t7MwiE6T67yup7N4AhN9hjID/e3bM0AMCiwTKDN
wPzMW/ruwwyNPhY8eJhyMWtHSk/Zdq4/b8ViqzhBMq00XpHMbCzCQpIB+6ZOVV2M9tEw7Va19WPv
xqT4irEXww+S/ACeaNgND1b9GgbqDgxXbPdO1bqatKetkrYb/r7y8a5+0TJywEKV1oNBg0NoHsRY
nH0Rgrs/nfjX/QDqZDNP+0ypxclato18gdkcfkp9GfaR+Zr0z3Bl3/+AK8H9ysLiKonStgGhiQWl
Hx2x+6ObTyH5rBQh5bklW7aSVjCmyLMciJg0T6csnEXUk7JIi+bSKo3gUGukHV9HyQMjjFsAgDVT
OCUwO9jwID5c1JJ6vSNzDOrmMvWSo9IZjSg8jIf7e7fiB/Cozpm4gu/f9KyxO0I03zSX1MMhU9jc
4viHkY+PJfMd903dlhXmiqkF6JExZIDyy9gU9TUhVm6bS9AET1IN0zfOr35WjM9GPJNlRvtY0h0P
RhXIo8Avevv7P+B2rcCKqM4DXaPFDBXI9bdTEYbOMq2sL/wQx/T+TeQXT3AHpd7Y09sPx7sZvRrY
BqjhUCm9ttO2QRglYLUukpA4jCzZOZgYId9i078N9RKPZLJ5zhTKDsvhtwaSXzlD+eCSqZHdSy95
dAQqNSqWnaMZWarH+7u3Yo4K2Cw0RRsWgrzFE4pxbqXpY6Uhoda/CGhcw21eO2L7UjkThMYb8en2
TDM1/v+s3XRiB2+YAqa/LuUf/2OtQsKzf+2STYLY+ZNfB+ZrM4vrUmrGvPKlsbno2a8x6kAOPVXl
N8k4dZ4bhqQansog8u/7O7nihyDt3i5p6mt0ta/9o8/rwRIQbrnA3u8an9rn6PW+gdu0jVW9M7AI
UhqI/TaOMCAfRgcuURv2v0PubjGyrvj5lZmFR3hxUqWVj5nQzx21e5prUV6xcZhWHAFYNoGJJzO9
jeU7TkrSohhzr7kkxVEOa0ajKYB6MGiVHz2j+Hh/41a+DOBfXsdEeIPyz2Ljmo46rxn27WWMst9g
f0F11XY1oZSEbuF9UyuJLohlkzIg8/XWXJ249oJmFPVe9eX2Ehz9c3HsfomP1Yt/aB7j5+aP90+3
sY8rFahre4uoJKaeMESi1F6afXMk83hRj8VO2WlHsFD3l7biF1crm3f5XUIFGjEqGkXEkvpq+eXP
yYq/D/7f41GoHs0EqwhIzHiDJR9pqzFgRRrTXvroxDCOpvifK20nCI969UfvIQ/waTlaEhI3qWMp
+afMf7i/zpshTfIWSrcU1xTuT6Dni4VOooc0EROYF8tMbCYvelGxA/9JRgpX+wCNyZRkTgVVQ4DS
1oeGGlxhPW8h1lfC8tVvWAQTWc49hHa6lluAUm3z3CrJs9nUD3VV2qIxfZvErWLa2ucFpUAxDVQO
F8EiZuatXAPm55DI40Mw/pshYVRsDX+seut7I3NG/c6HuszQAjMe2kvSI3GROJXkDNpkm+InZTgg
MFrpX8PP9z/n2uHn1Tn7FICwmyQ9l8GgpRImGzV0lPKiZvsh++ppW+2VVTszk8dbNRIC++ulTboV
QN+jtJcwsn706KGbgfAzjb6O6pYU02qMYYzo/0wtYkw7GUkf1Gp7KfakBY3bmHZR7WFxa3sbYh3I
UarGHb7VWwdj/jqLaxXm2Vl0AiwQaKCFi0xdJE1iwRKtKH8O41PTZrsyD21aOS54mh2cMHbDb5A6
b1/0w6uY1RsA09tHHUfz3S9Y+I9QDxXKqfyCpKs+RHLzqgVb33H1HLwzsfiObWRafQak6sLow66W
GM1BVWRLkOxm2uYtxryzsviEaVuOYSxgRXkIv9elXfz+GUh2CAW6o5Y2XLfdU/eQUD6mivoPLfn6
ofg3/4nOHgRRaWTX9IAHJ/p3E4eytcGL60TxghBFOFxrlDO3k3ZGv7W/694L4SFUFkwzMvpxfVCk
abKMXMFEJNtqbFv2ELjV8Zc87Bn8jH7ER/nTf4gA7wwu4nmotFIW6vOaHpPjsBedfmuC/bbrN18Z
70wswnXbh+IQkZ5xZagvSXkKfbs1nTBwigaOcOWoJfpjFjrqWB4zkGCxqT37CNJrQ31k8t0u1M5W
hdHWFMLGX7KLzWptV79tkf0kJflcb7L8clc0ML36H/WPUvxah4Y96B/GSt54Uaw8CJkg4iFNqQrA
CgJA1x84qOO2hlmmu7TNJ3EEGGOFJy+cEVryaRo+ZRTuJ2qAqVgfKk18GIJCcf/+i5M/zFP+YN/F
JbWZnhQiY3hTfxH6inGXQy33tlL9Urc0XddiBdAcRgyhdqajuVhpVkPDHFtST5ZCmYXS+s+p3BoZ
XcsEGPme5XUIfXzM691UYkTMZSMaLuVU7iLx2ZB3Q/NhGDy3GHZbAxkrTwzGfQnu8yONltoivqZW
K8BSlg4XIe6cPogOGvxXRPSyyZ66yLDLOD6IW7LOa2+B90YXEbcSaMMnaTzwWvs3iPeGAabqHz0/
8nC77xZvfY7FBUZSCW/6jCYE+rn4Xn1XWnmu/w9n37Usqc40+0SKwJtbaL9M08uMuyHG4gRIAoR5
+pOai3+vpjlNzBd7Yl/MRHQhVypVZWXCkluD9zhrwsoTB7CBvDGj3cTFD6v6WrUBz5pz1tS73PL2
jv6VZd/BDfPNybz9NJLAEdDs1mnIzHjH+19+99ryEuC5ci2yXwgogBFHMgBIHEXWNftY3U7TAtXy
4Vxqh67eOF/QRJUMW3+kYUl/tNvyZ+bv0t+Vtx3in2iUkStPGfX788n6aH/mp0FFOzQAnWEv5MaR
u+TVG+q1iEJt3hsboIpEzyH0IW6CM1dkOjiF+XCecAnEcffNM58du30q63MKyljIZ4Z19wdw+a07
2WsTvBDO4M0MlDF6HZHDvamKdXZnQdJvPNPO70NwHx20AWANm5jxG8nkD80cn/ukJSBmMfg21UBU
2Lk5OAr1fmUeFs64og8EXFzplwETc33GJcGrpy1zfImlfeX1b83vIjSPhz0J/e6b5q81SCz4LaAd
UaVHbQRpn/nru/Fi2+pbOaL0yEI9GQ4Wg3B7H0KBPpjSbQmUCqB9I/teWp8F98/ie5fEJ9Cir7HE
Le1xwL3B5qGqkliN64F7FVjiErBQntvqnA/PU5cGhvngyr3nbscW/OT+nvXjA4gKoKZcBFq205zn
Vv9d2cnKbl+6tdBNBNwIaugOfMPM9Ul0DSedNo7npn7oGGIrtgHHwgTg5bOBbtSnyfviJivcz4tG
lf6OD1AMSuhz2G9MJigLtuV0Zi7bDpAhT7sD54EG1Um0e29KDwlGA4xooB02wYbj+msJuQXQAhow
AAlDZUlx78zz+E5WDwKsctOZ55/rrn9svmOKHtC8zUPe8yCNWUi0kEGOqw2gV5V0TaAnv2RV/UqL
H/fd863DMUA7AsJxpHHRvDN/d3vm2E2doU3nbgCc1uHT0QcfVHDfyO2OuzYy23F6Udmpa0/TmbYn
KCSUDBWubR9v/t0KsOqqFU5xxs07CqFvYpuiFdpZSZzUrhHQMvhD5dt9K0sT5oG1ARBuwJ2Q8J+d
nrx3e5tw7eyM40MPCu/ALL3LfRsLT3awg+HWxHsT6nto47o2QgQglGXbaue0O8XDwdFPGXlq82fw
taOSa25MHyIullg5jktD8xUPJ5wUwB7zxjGD5UbmxrCaOGIM+mkEUQKA4uH9wS1tBnC1atjgyAwg
WLseW1q4NoVn0s41fl+AaATwvVfNd76zNNveN7U4oA+mZkHO5FdUA2mRdgbvxVaOT0W9RgS7ZkH9
+4fcihenicm5BQvaCGghB6WbSVdi+9uLQymGK7gPKlfYc7NaS5pnhivsUlOYmAIyOhp/qvW1Ru6b
flxIL8OKEkFDAwCO0Ow6zGpZdszF6anABBT6eBN1gXkyNtUJtHHf2MomuJ03NJCCeBKU1eiHAKXF
9by5aSN1DMo4J9a4acWeSm9zf+1vZw0/jTgDGU2gLW405SGaQpq8oeZZm4DVo2Lbo8OvBD7rvpnb
3YxISnGQoOCNG2xegBgEUrQ1GPzOI4NOtnZs0d002aesWMPTLhiCL1AMVEh0K0HD2YwRiJ33hW6d
q5bvcieLWOz9MRv0krTl5/tjWlgcPOLQpAq+vL/0ytem8H6ryqkq3DNuyiCFQCMc6X0LC7sNADZg
olE+VKSEcwGGdrTsampraP4Ap1c+tny8NLEOr937QQMqKDSBkO921gNxMTz5JQoV9z/gdjaBToEH
QruL8kXzClyGNkio/GX+OQV3G6QLuHhyBFJ42Qr+d8XOvPY2jCCHS2Xqn0mah3GWQw51Cgwf/EM/
7g/oNppVAwK7EWYT5fR5dDmMmiFGWfhn5j+NxgmJgiDW7Zeu+g6Zl2MmzZf79m77fdX2UA9wNGmg
R2wuilU7dlUIYpGznbZWUBiHRj9pdR8JTwu6UoZ1qoXC31jxkz9dAP8PGvKL9SYCmSbQAKFdVao1
sCuvnzXXH6SW4oMr9r3WcKnmkbNx4TQgX+w2OMZtmLxVJxCcPZHd/QlYmHCguUBqiCq8DbDTLA4w
kxg8V56RRm5NNhP5XnTmQRC+zeIR7VyA4K1CuW/2EgyhoxEhAUJHCEnOaoSe3SexkXAHnWKv/li2
oPtDylm65E/fJ/96Pv7aUj4NTyNsKDXZHyazFZ2A9ErvPHeePZ6ypnn3QLQLqKRwd7lt0pXJVM7r
au1gDpBW1Pnhs9GroZz5B3OCmajhCtt9BucN67xn5uylkK+WE39yQMK/Yu0m4QKnBukbVQNVcNY5
61LCmNU2uvSeO/eL436WPHmwRdC6EKDKkbqywAPerU3o7QhhE7EVTijqa1jH6xFSEddIxxTes5CT
s6l5GyG23AsZI/FMwc1i+2gyu79Db4+oGicOhWowQ23pBvVSVDrritZ75qKCxh8HLZTrNPs60fQD
sB0PZhfnj2lB2n1RV19rpBzCzAeLop1Ozmvt82/gh46ARorPsTPRDZd5sxKg3VzSYFoB7SDSeSp7
eQOZcXviZyD2955z0qIbeDLDpCs/s7J8XZkKFeldbzAYUtyvSLIhvplPRUl0aSU08Z+dJ4z3E5Ta
pioATZjdvqMlJshezT+gRO9xma5lPG4uUwzRRCuloheG+tb83m6Eb6WyY/4zyWm/0wUaF9H1563E
iLcNCjCDpzTCQ7wbMJ2zjKXtJ6Dfppb/7GpQlRiTDncNOH39L64xNT94W8JJj33if5nAzcSDLs6K
JCDwNWw3jH3ubbosdekhnWq5L4XXr6n5LE2D7eHZCx4woLvneR8vaTSQnPfxs5gSMFy5gGymxtjv
V9Z5wQw4glRfAkDDKHTMpsGpwUPRGDGazN2WPUwI/kGCJArgarqYBc6kuMzd0dtaRW8/6yag0pXD
krDty25LvNzdss6gW78s+pWA98bnKPoidGqo7CI0K+YBT8MHVmh5UZ5Lw6AXK0v1fQLhoUuc6E2Y
Zuh1RGdQHECUd0RfFpgx7k/MzUH7ax6qN+BgBhvyzfSnXaZ1DIKBmltCqV1q2baYYrBcU/7PcEjI
ZCqydgtUX/i/q5bogy8feUZzIK3SyJ+a/hctEeDLTBeHsaEa2mfS7vv9od0+lmFQTa5qG1DP1tlN
XDiV3dEsySKn+WkNb71ONwNauyC0ZEwADPBdTEJi/aNcG0Qj0KMOkhXQ75qglJzXZZNUiowXXhZV
piUOBjeSnZhaa1s4DURCx0pf2UA38cbM3uxG7mtsVDzbMUr3gfcvnLwUaAKxkaMFld9a78Lfp/6V
v4Q1RDUAPaO3A+wG6jr7sIhNC7GYBpnoCBrUO3nwtyCC3+gbdNZt6EYPyLYISbjrURT9avwso04P
7Srs12DRN5cmog8V7yCcRVeuZ8/GTPS8aTs0SEdg5dyTqoCEEvhiJ8v+wWP6o0gTbyUyULfwbNgI
6Vx0HAO7oHbv9bCNzrII7yiNzOxRn8CbOEXvYzOsXcw3UDmM66OZWbij88aSUKSmUZome3SFuVXy
oCfZvi62IL8PKarfnekdmL7GpHbjhWaGZ1EICNLp4BakiLSq2NjDQ07PfHjW9Ag1qKCiz07OVm74
pSX8ONTZRupJ0Vo4nDQS4zPxwSF9QBaZsJ1I12p2C2uHjDaIQJHSd/F4nU2qS1gujcwoI0sgoS6z
fZl9Msv+eTLWOPwXPI4iooNWI4iEEGPNSSo8kfvtZBRQDqvdsGztEPOYDaGf7vIyP+h6WKGbyM7R
FLfi6tSGv96fQDEDp/WXeARx02z9elFnRu9OoOxp2m98CMcpaJC293dGum3Lo04hHKnt9YweHGJt
7hu/nd9r27OV9Gk7QNZMh+3hNXUh61kdyi4Jx8/3zSxOLh6w6oRAc0PTZu68yuvWywteR6B0bkAN
WTfJfogfc/8BGWPkRMGUENnk532rfx/itzP7n1V1cj44vHHMQNEFUcZIwsEV7+LV/lFc8rN8sMBI
B5nGPVDVj/VOe0Dr7nl8ZM/5lu6nSHsxXsZ9u7OPa0f11t+r6f6/D/o7TR8+qFSpg7Zr6khvyYaA
l8cerLAUR12rgnYSYdx3X+/Pwa1zuLY4i51ECpVYbcLEy+aSaHDz4OZrdjzbZP1zAphot0ZUdhOU
IEoDFgWHSCXsQQNyPedtySqJiKWOwA0USp1AsMs4lNVKvWvJCi4P/Ic7DZlA9TT4MJF+wz2f1xOL
zDhAlEW+reJ3brNZKtzEfgWzKtJZgDBem4gh3oLnesojEoM9CUUIuel9KEyYZmNuW46/a4ZC29QD
BQmxOZSf0e9Thk3isuP9JVw4o6hoKtk3cCuqR9X1h1RjnCFqsVmUWT3ea8mu4if0kig12RVLC7OK
7ADqx6CTRp3cm61dzVCoRVqORXU3goZ3iARwaDkaR+4PSH3w7Fji7QSkMO5jpDzmPSK+VRb2JEse
eRWVO55qWgiuU767b2Vh56PhFEVZ8NYhJzi30qQTL0Q28ghl650d9ydQVVzyB5KNX3XifR/ptOfJ
1/s2b8uQCDI+GlUf9WFfphDh6mqv4dFI6mORf+ICWTFxgo5DUIkhcMFDaMnjwMKKkPdEZNF9+0sL
qESVNLxMwTo870eUhjukpdR5FLf2rhvaUMpu25J65dZYNKNyLEiNo2g1v7HiCTktn1k8SgkKuhw4
O9J6u5E5v+4PZ8FdArn8n53Z7eSlmd0D78Aj2z0aXKAZ/k2vRNA91vSMvvyVRjr1a/Nt6SmqOdWc
in632dolXVcWqS1ENDRVe7Hq3PnU1QU0qAyreZS1wba5nq+R3C25GYAm8OBQnYK39FEuRaqVW6WI
7Dw9aC0ON/TF9J/IrRbmC9i58L7qpmpPaPbPbw+wYDsoqwKghMrnHDGgA6LgMbAiRZNdG9vKe5Pc
qzdDVVxsNLRmredCOgaV0PtLenv2VXHAgFG8Q5BDUVvrwwEpAEIoKWmaaHQFEBM6TT81jpNf7ltZ
iDeQNcG7GK1UAHsBE3BtpuKlRrLSwuDKsTg06eicbO5nG5PYCah4tOal5v3wKScd+redjuwKvH8P
Kx+h7tbrDYWPQH4IJNVKg2HOQOQUXltQ3W8iU3AjAGcvcm7C/64PVnKcRiAbXan4Q2K7DGva1Vua
gD4UdO//3MCpUkjITuI1jdoMIFvXk1E3raaSJk3UIROxBXikPUx5yff3h7u0sh+tzCIN6QkUrTIk
F6GQ1W/xZgHp2ti02/tWbg+pGgsuXkgQotg075GL0c3dZCXmVO/4gwmREVA5OT9zI90nSWKHqdOt
QHxufR0MghADJoGXxnm5njyDZ6VJfBi0tdHf66n+04D0M1rWhbviVdUvzbYLmMNQDDQAXFJohGtL
yHC6aGEUbdSIX3L4ZHbfefku4hWfujCBV1bUa+TDAayQ+R1MXrcRUneQFAZDYZByNwbLYWkElVWg
LaRy1whr5nsD4QiKwigt4T6GGN08gzcKdPz5nS0i4Gb6kDEukCBP17j9b3zp3MxsbEbLqmngHgDt
XgMuKJAhlRva/44luDSai5v+HsfmiE6X+h/3yNzuLBqdejZQpIpF5Duf+nzfju9D/un+vp9HM39N
qDlEJIpSw9yhJRYqw7RJmsgtvhlNGQjASWVlbtHOAqlCdNdYdjABzH7f6l/25497UpmF5wBYRXEc
IOV9vVv4VArG4hHu2trl5+zd+Oq8ZU/yFD9Wf9wwOdXIGFmBGzZHmpzyYcWlzPcqeK8VRwQq5EgW
qbLOtfWxcro4jlFWgVi0/bPq02PuORuu2xvH8ldCpxvk+dzY7PpnNDXSMtHbyKdIIu00MAXwoKlG
tJ1JCw0EEynG0zDAOx2sanCdLTGqJg3bToAj1HbtONvHui9V9zoz6CHmjeuFtMjQHedkFCroTDba
dDAcCpyPyZyGhnyS05/7KzZ3IhgFAKBYKaAaURWZs2bhXZk4LZ1kZI4y3xOUf/bFmD6gCSk/xKOo
1u64hSVSBxtXLZJ5QDDMjlzGaggcUdpH6Aw0nrKyJe/NWLpHJ+vTLfT5GrgXNiGxqIGW3iwY2TBm
gsfXyWWI550R1pNxgJItco2EGMccxhB6lasdN/PsHOZFETI66LJHlAVXfr2VEjJaA6iL+yjvYj9w
jPrB9kXzFULa4pGauRkMSBNuuVNnRzTt6CfhFdMKEuv2CCv0lyqvA/6FW3bm36u+MlldG32U9VZ/
QtrnmYBK4YslWLvNyFCfuyx+dxPzWWdSrhzkv6XI64OsSkjw/Mim41U7B79TY6Soo5tDlCcGPwsa
DzvbMEeUj9IpRIyi7QoTLYGdTuSjP5X1M5RE0gNg3mwLHef+e07z6rloTSOEZgroOandI4GhVRsT
hP9B0VfllqYcfpYJ9wSVbQ7WJlk8g/6wD1vfigM8iEAyW8d26GjjC9Tu/J3UZHIg0nkVNZchGj63
BPFh0JetGdhVVa88OxeuB1RjQd8L6mYV488BeFVSCJpq0BlL/R9dbWySkVRh+smri4NXGNEQA41l
7BAIvuIL7x/LhWNyZXp2Q6BInFrAvPdRZdjPdhG/Ckf/MvjFcyNPBUHK/b65m/hXbXeU3lXfOyri
1jzkaxi47waNDpGe56FXWxsIUmKtixCqrEFN2tBs6yNhgK0ka8LfN1XLue3ZPrcq2bnCrYZIuqMe
NByNOZOxgf5YR76XsRsafryBlkoRWE2x77MdpJFCQKZNugZ9XJr0v68bsNGis2Qeuvm5Nkk+CKw3
ZJjQhaohDoBWajA2f4C4WHlO3YY44MGExwXTi2qMsGZBtjv6jdnICQcsJ6g9xrZ+sIUv/n0fgeZR
5WggfQrq6Nk+gt5E6Xu5N0ROaV9kunMmCw2Cvywf1C/vK3toYfpQhINSElI0KInNiY1rN2lRRHLG
KGv5IUvtQHif+Hi00JgzQkha96eT3fhnKDmHKerOGOvop0HtHhr3ZwXgd7UqpjePxeG78VBF0kHp
rEHRZTbH4yBim/FsipIYeqp+NzRgzQX8OBtxEd8f/e1yKrykEnOBu8BdqibnQ5jsizwxq6mcoiK2
oYWB4H8b12a1uW9lIejAVQR3BO4bAOWRBLg2U0u7Ikkm9KhIZLulNGuPTLPqgHlWv+9HYlxGFO5B
Cp0ku4Sb7gY98e4G7LrexpaT3Os0dh8Lv652SVryp7am+t7VejdMRVfF4DTszIsPIt+VgHchLkSi
BK4F0kRALWGbXH+3ZHT0pJeb0ZiUG2QsrG266fw/Vhc4bGeDfm0M86AtA9BgZBsQLFZfJnXuRMDW
kokLru76U2YhKuriLrFLfIpzcsJql24i8R3qOzu+FuoYGNP1FeqjOGwh34zyKar+s91n+n3R62Zl
Rrj+gnLLT/om3/00T/FDFRav9zfGwk6HLbz44MZBdTtvZ5i6WkscHbZaxPcV+6S7W+GvwZduY0UM
CMUuwLOw/QAOul5EUKTKtMlLMxLFO/j7dvnYbGlPg3RNGvGmUxUHV0mh4VGr8FJAFl5bykyTe61T
mxH96pCDu+X7Md9XYoecGjlNddgfbD0o18imF84w8qCguEaBAHnzOall3mfYpNlkR8J2ThDLskLb
LvztP68U/LDStVUoHeggXw/NNPrMGgrhRdAJFhu3gMLTKMTj1Gb5Sn5yYU9g3yEZAbAwqIjmGHvL
kNQYEsOLcptkG9vN2o3VWeXGr1cVwBZmDh2nGgD7oHpDO9lsq2tm05Zp7noR4ZYDKRMDOlLJkO//
h6lTvhwUlEDQza24pDFbNhAvKhtTHCWi0Ay3SJd/biFpcvlHW4h7lTYL8AZIo6C8cb1MLkkYZRn1
o8bQ6ksRJ7W5I4Y3wFWhOW+VSvRmrbDp0AYEVJBqDQM659pchvY3j7kuBKNxnnzI5fjxN9fsg9je
910ZmMUUjXxnoU/bETxIRLzHX20lQVkyWUEr36wlPgXnDvclOoKAIp6tpd77dtZImlzGGrQXUyP+
FFOyJjKwYASs4yAlxgsQ/QbztJzHcwLYn5deztsVt7v2y8orf7iINeLruPbxy4g4wrVr7MYDKhjM
h8+eXWNu29Ul+hrTy5h9hic52taZfCnAn92AU45OO9M62sUbS5+rZAwN8ZQY2sPghMLzd/e359KH
oNUA2wUvE6CPZ9tT08umyeGML62VH9KMoolGtNAjNt0qKLK1LvsFa8jD4Q8egijHz5uqSKwTCmaG
/MLlFOBgAlQoN1oK2vYV57hoCFItiMJxgQCjdr148Lms6EScXzyPPExTf/DL6UfuFaGbrLIhqCm6
up7Nv2I3qCuYYDDDS/fall1Sy0OTbX7J8jQa2Ndy2mvytaN7OfywEShqTpDrkH1CK8eEnBnQoigR
BKI+VPlvh9Do/oLeXnnqc0AZgHwuku4IJK8/pyo7fWw0WVxGBH/7rMkrM/D9ngWsT09+7lcvw+Ci
I9JH1jrXa/Qe20V67KXdP2Aq0zCxm9VGaLWdZ1Pk6MArq/ZExf2rvNaHs4Smx3RE9aG4xD19q0Es
W3jddtRkYLzVAnqd9R5KlgLRo/S0FFzrU0DXnkm34Zpi0UOCSkPNCaXfuVQpRAlo2kIV7FI7D3jC
PufFhRf71DrW7rExsA0JcC5asfIgXvDHeAMiQ4X+ZOQy/9ZtP4wcTFyJh6xKcUH8HGRKKYD96dI1
XNSCr8INjXADdRAEA/OxyTTRhA2o5CXTvSHklYZnp/TIZmVrLex0V1GWg9pWAy5g/jBjuWvFttfT
S2yUoZHuBERzzbQ9VvbeJBXIhsaQSjBmQBIasuwb4T1I+gtoy40AIMwiT2VcrJzzm7o37lbkGhGb
qCsGDAuzd4yT2syOW4BgaUpf/Rha3LX4afc7u/J/cgbh8zgOyHgYzd+iApHxuLs/JUsTjzBWEVmr
kvS884yQvnJknZaXagAOWB8gomQn4OC9b2XBm4GfQkXMEIFFEnF2pPPcqnq9bMtLCXErk2fHcXqb
yvyVlP/TeIA9QRM7ALDI3F0fVInapUwtB9NZ1buGHNtkWNlESwcCOUjQbaCYpnQ7ry1k+tSbkLEt
LwKdA2HTOz/joQPvOKnWevaWTjzAl+hxw+ThJpjHrQUF/KjjrLqMew1ELr2zK8bD4Fzi7KUzIjK+
ce3fTzvo8ABiwfCARpqTFQP8OpUl4PGXQhp2kHWSQIXbPGrG+/0NcZPRxSnXQN2KPIFitJ5vCObX
yVhbeXWxzLcWTMKhhoSi/96CsVC8CIOvDGvh3F+ZmwWVscjdiY5VddHsGuweoyk3HWt/ZyNI8an0
xcn0EvLvex42kQRBDQZNpNbMpiMbPdYn2Mz131NHd7bFQnu6ZP8MhVbROZTxcK4QLEBCahYBsTgu
iUWb6pJkYQvFc33cDu9oN6uQRdDwCL6/cn+5kWZXIczhD5Rr8J73ZtWeuPJyyNWU9SWnU/JoZla2
jdtCRkZTDRtt8pp9n2jDpk1QRRQM6vFcGEboEgdKI0kx7Cwkr8PahlyaIGazg3SViUZ7yw+HnDlH
PgyaUolIN0bv2EGe5vWDVjb6wY97UN4l0PuqnLbbCfirXeYP45axsTiKnOWPDc/sQKJ74J3qkxvG
mBTgP3s48SStXgqu070ohySQHYqNhLebhBjpCaltdjKQ3j43k4Agi9t1+/tTplz4fMZMFN09F3yT
GnLL1x5DGLht8I/1ZbTKcm/GerVDzD+EtosU81BSfSeFK9592q3t+9vEPfaGpaGkhQBZNcvO9kY6
+WZTWni3daBtsPRQ6sbem459dhnsfQFpea6p647t0O58vD/qBZ+PGwXNLaC9xFPu5q4l3uTxNq8v
veehfeqTzNjFVT555ZwtuZKPdmYXqGF3Rm3HaX2J+c4s3quzZpHAjb94ijJc/mjXWMOXfMlHe7P9
36K/PQH4pr6I7JsnX3oQ1fungiLziN1zfwoXrhqkfgCmVKIJCrJ5vXFqt0iAJvKrCzcy6yi9DJUX
z3see9r+vm9pcRLBGIscE6i0b9TnYlnWtCoxKEs+1oMdeiiUO5Avb7ufSHN/BmqsWcuEGkujQzoe
HVCI+UCTPls44ksEnpLAQaYbnR2TLA088T2z3nqjC2yab5Py4NnFzqvDOk43PQLuPLAPeJUGBTkl
XYgo28g2rf84avTkSGi92YCXeG/3p+aGi1P5V6RZEP5jLVAJnDnyNvX8NPfh8NhGNeuGAJDWIkSg
nWy1Y/MF/S1QfktFgEbf1/uml1blo2Xjev3dbvKy2C7qS9V6IZucXcOKzYTaD/H6HYv5VuPpJ7TB
rZyopR2OljTFHIsiBvpdr816vNRTM2f1xUNbRCPLMK3+ZP5Ph77l/sv9ES65xg+m5uFnx+pKCANz
awtT4GoAP51O+yfPAdDTnAyxBTuGPPm0XGOSXRnjPO0yoOYERfAaPnmoXienC0b9kXG2GbIvtPh1
f5CLy2jC8atXGwgLZvNZmFU3OVLUlzSGEDk/1+gAL86al28NP3vu6ZMm1tIzSyYBUgSiQQGcoV15
vYR4aRnM6Qp2mXS3AXUaP1R2WQa6ya2QpsP44Es7CVCpJ/t0mIZDm6b1jvtQwejNCeykTvZr6v1u
03CrPXi6pIcqZvJg4IqP9bTc3J+gpasCFEwo4wCkgHvSvP5a6WsxEoq4peLBl2jCK8ujR9EXnNQk
ATWjWAM4L3ke9dwCxw8aMNEGO7PnTYxOpGSXYXccwn8lVFL+4uOvz07tROlgZjF+3fSand6/FuVX
ah/jGEQ84Jvcd/V36SUb5qFT5XJ/Hv82ZM0jDQicQM4OyHtIac/eWR2r/BGHiF3aiW3j4gF5i9fW
9EMr87bc6F674hfocpzhNIgXTrvAjyb6MNo0xFMZ0X7/kGp7UkANrj+BEh2U26ckD0qyxnlzc+pR
UQYcSyX9gQi56UHQptyp05ywi+OOoOvn4RA/efKx0bQDr/M3JNerlZt06ZmNMSDdjjoKiilzfoLU
Ghrf1wbMjEzkPhUDHv0UrUmQLZvCXBj0lOLeCwZj4IfWtsdnIx/LfWZ2/gblQGNtj6gddrNQcAbo
mVLZ9Tmoxuq43hWEsYvFki3XDw0P4uRYuaeKhNOL6Y5QQHwufq5sD7X8N1bRlmGgAglCE3O2M5Eh
G9vJq9hFy/QdgPU1SCqSXzRlgZfYvwUbypAP3rei2hXVEBAveer7PuzZhNuffElAy2bx5MDIn8aE
fNMqecyS00IzOjAXeO3q6Nm4PpYMylqONnTs0rP+GyJVPyQN6CMsr2yPBgMVill4gIdJYm1JVzcr
mZC/8cZ8drASqN2A+Etxf1+bb72uIl7FGZhJJ1CG8qFEzjH3ku6rj/fOY8+dWHWzTFCnxHk6SMlB
luZLszm2eW6wYHQT9qBZTfKZVR3K/NhQ8nEwLNar6hn4w0uz+Hp/RRfj+78gdDhPtGvMeRScXEs4
szTsI2M81fZwdHgc5BXC3j7Zlq+m85DG4SSsEPRVK1HCUnYCjwuwciECBN38nPpLB2teXQwG5utL
8UADD/+ZqF2vpST+P2P8z87s+myLoXBzH3ac8o8bP6WeUvJ4oezrJLwQ+IWt7wS61zz7a5H+7TWB
U6Io0BU1DqZ35k05bXjlljguGeCI4Nxx01/lahfDmpHZXeQN1Ef+GreFcUmmOpBvTfyU9F4gBdvk
+aGk7+ZX134sEG8CSLapEYSSlWhBBQPXGx+vQ8B8gI9B/8vNQnKbx1Y79rgOLbozS/kmtTXSroXN
gpcgdA+QAwQGAIf7+nCBSFyTgyj5RR/TsEDfC62tAK0kx6x8TBMQ/LljyLVPdbwytts479qu+vcP
6WstLXrgK2HXcR4mcRr0veXvczc014BjS+uIrKACkZpoSJ1D5Mra9EiVVPzS2D7eTmkXh8Q2Ofph
k1W09q0fx6BwzcMdIuUDOb3rQYmBdKDIFfxSQcQ1a60nBll4V3XzJbiuODuwnDwYMehr/Spa8Tgq
FptvFlB2KmkJvEmRJby2zeNp5AOawy4+4LJgFkCg4WqpA+xhHvjoyRz4WG8aB0S9edPQbTVkIvTG
vjnWjQA7MUS8V672m2ACdxnUbh0L5RGgauYpjhjezh57jV/MyngFOvbFkRXm3/1Z2+OxsqqDO6x5
PnURzedAZfRgFDy+ODzXc2AbElwVfc0vssm3bgoRCIcdx/6CNLrBx02P0BqFmLAAo281Qgo0nlbG
vLTZ0EKm0rSqZ82afYDZoV8E1SdsNqdDZEkdcO47iBwgDLg21tvYHDQSH0ypT/lwgPK2rKdChyaK
rKdvw5AjVPiT9PRPwvTT5IpQmP1j5vihZo3BUJQPjbTCJHURv2j70T4MbA35tTR2FIp01MJQebmh
ZewK7vPCpfwC6pRAo1qASqxkawHj0rDBCauyt0An4k1yPezCopCIQK7n4sRy3zAjaDT/N7PYAWwF
25UjtXCckaMDhE0tqIWm3GtbFtfMbOh8cfFisuUaCzXpXWgrgqFEdm6S5K2uCYiiefHkpLv7xhd8
P7Dnvobjgx4dIKaubaPqULsghhTAur3Vzs/RXYlQFuYROR40chkAA+IKVf/+YfswQ6sGberEBR3U
xACiY3oy6FOyBlha2BRXZmYeMbW6jtk6zIgv5saKurf7s7T488DAA8mAVBzq09ejEM1odlM3iQtF
E45GtyOoySHw9T8YQeiJbD4qzIAqXRtpNDejDKjby2SJkKeQCEIJvv/XljbVBAN4zf9ZmW023iWe
PnawIjZWsOKWFhf7v9+eV3W0TLbQOMAq5KXcuZSEmvmHG9+99H/ZVB/szGOmRMs47WFnao9eDOKm
RAR+vmfFmp9dwCKo2QLKD/IF8PXz1D2purzPawNHkwL9APIcU6J+UAYZAQQp8MHUDF7dao/oM32X
0tvf3xHL8/mf9dm2o1lV9BwCqRfo8ISmiRSjAxJkCWYAEFHfN6WWfXalocUC9zpahpAymj9+qsHK
4rqhDTafo+1MTuieGBKs3ICb0F5n4II0NKVbXz45ALRt71tfOl8muJiAQMF1ClGu660PvFet12gK
uoziBb02OyrzYBrrFSsLSQDVZglI119ZJSACr80QvWo6w2HNhWc62h+53NWmsYNu14NtdDs/IY+s
PIAi6eg73SafzJ1tk8P9kf592d9MNLg+ofCIRmnUz66/wXBBZ6V7ormAP/wr855s4Po1om1HnwaQ
l/x/pH3Zbtw8s+0TCdA83FJDjx5kW47jG8FJvmieJWp4+rOUs/f/dbOFJvJv+CIBDLhEskgWq1at
NSDhUpeCo40ykY2uJI3UnIVF2cdt5FHtTYp5yZjNuccDByEriMIAvLn+oDjUzWoCp7aPVrFFSwhF
A3W8cBIe66huRn1hhJn5qJrRCyrRzheEZTfrDTHnR6X9MqMXSQRPC2eheUNaY9iLS8eMU1nIgdnz
hb5Ge+aQkVn3C7nibZqt/bm+Df936tgwLBeFFLF45/chUcs3y1xIL3+U3GNovb1uZw+trZDGAkss
G+9TsVbjAa3XPl5JUDeS3Sg+gPKJdJLqzhpn8rYH9a8xxkGTotIKLYKxUv9tWd8jM0DVWkHy+P5G
2Dpw1mI1+DmAldVZt5uaCkHDNPd+g/eRWP6k2gcFVHCcdmL2JkenrPq4b/B2968AS7wzgbVBotlk
n/OJQhdZg2gsovbGTsbS6bSGNGi8AMDeEvfZOR2anZYlRAPS5m+bocEcvAJS1m4/oMdktkXZnKMo
ySrktnIrQECXtj3pqPy3c4q8Kojr0WaHcBJEl8zSRf2siYuuI2ExvEyH6DDonhHuJOGk5NSJecjV
m13GWGMiiTwThmwWtRo4PV8KB3tUE9LIXCbuTTN4gaw9E1g9izmfjNIK09Aya78RkIcxRr2xc6M5
TpEoELzB1OdRSdFEgYfmvjDLaicLsuCa+aB47dyfcFs2BCme0YnXavt9l9r8NKDJ1lc/8HhsxGaB
EDSLaVj7sa1mv9rlTecxz93s/HWOLywwczznKVTeUljoErwn69JTcF7mGoHO7IMScYZzm2m7tsbG
b0OjRe3QwVpeowUV9N1q2tsQI7OzynwQK0paZBf7NCY4HRpD2t+fzZunCGOdWWihH5e8X4za14QQ
dJj6EtqJUfPgAuseuDpLYQXQLRR/cPRoYJRi7gYEOSYNMUaz2C31PtX2VEDn5KFA6c/g7MfNCcU1
jx4OHWHHTRO4Us/pYE1Z42ug0UDj+S+jfW1Gya0z6H86rSG53Tz2a83NBXmFf38+b3Nu61AhM4Rb
A8y3gGFcD7WcwahVtJjQWIWmSfUbPQ9OpfZvsVb5Uyo8UEM9gnfnRV949J43d8gfy2ufE3qGkVhk
4rmlqgpJy6LG7xtx14M2S/hqO2sHQrrD/TFu7UCAaiQobEHKDZSv10NM4xZsRC0SIWIORfOoMRU7
NlvAJFBN5OyOW/fE3kIzDJjuVrEStjpBh5mqZiU1fr7kiz0ZjY6ooudpIfOsMKFLVQoa7RO98SfZ
CQXSNM79CdtwSaQn/1AQ4gmIOiXj/0Ke67jfjMaP37ohJdVkkjHfgfp9jhVbD72p8cziMRfe79u9
URtEzQnyl4i5V1YwcHUwJ9nUq0YqdQneMq0MrEyMsFebEDAlYi3sQPYioxqtp2j7z0ZnBH0Jem2h
hoTGCEQHNA8A3AUlY9TWL4oaT25bim8L6Kn3M1RS7VEcC68QGq8JRURFqvhSqVH8kM2GApKlfART
jEq9pDVB1WkILccx1i+/PlHWkWGDo+AKTjW2j2lZGmoqeYwUitK6aRu7aG7xKlCRPyP/N0DZmsgD
de9P5+0pdmlTZ5ssIRkFDa4lan3hWxFkn9b7QAq8GTjn15YzoiBv6SB0ReGUfatoaHLIzKJG2gN6
iTYVwUbQL2LDeRvcsKuurgEWd3QYAW+Cd9H6GRfhulC2FYiNqtaXtVMU59+mubOBxl6p8ZE82vV1
6uiCBTq10RGhBx1Fy2O8oEkS0lRm8lPRC/gKmuAqu0a2N8uf6hFMBChk183H/Vm/PdbWD0V7KxQn
EIuz92OmFDVK+0XrF9nrMp2iIERfnsRptr+98mEEEcnKNAsyTbYBHXCFabFMZOTk8Lnpl3OaUHuI
1SMyzo4Vc5gVbs9PGFtZAEGdI+kQ7rie+jK0wPuStUjPGQA2Zc1eTEOEVjx9iU0zKBOi/Xot/rDF
kbjHBpU7sfV70Bw5S2UmKPgo4h7cCjxq583pwzsWtXVgLZGwux5Rq4AoalKl1u/kY2KJoOXax+gk
y6NvUc+ZvK2Nj4oPWEPQvI5CDHOUJknTRCnYuPwhEX4Vq44DXs4jEVtAOyRkysX6m9jwwKSbRlH8
QRMSkNPoGLseX7VUEVockBMyhl0YgrOWJgTkbpWtIIYpjF02/Lrv9Lcdy9ieuFn/x6LOvpvERaxk
odThkDvpkAvON8VWvdnLHEpCp7InG2IBbrtTXk075BxzW4t5aZpxz3DU+7pYBCymEAqvmtV8xVLv
1G1TEKMYSxBsKCanwLVpEjIWyBLhKEKoeD2/rdFEZbrmZ5rsoLo5jvBeQk/GLiq4rY43eX9MLDhG
QekM6pvVWa9NQW9FQtkQSZF5+kwQbNup6smZ7kjaITY1rxFfrJanm3PLMbEaRakMsR/OF4Q010br
qEPGM4k7X5Oc6rMJqmAO0qfwINiGCwbdD1lwDB475tY9AvAkXr8IvKHJwtg0Y7lXpKrpfKAuALbp
HelvyVrXKwTEaKCRWFPnaJC6HlXRRlWpSlOHUPclLT+nbp+jN8KKXXSCu3FU2mrMSzJtXcGgcASK
CVYR2ayOdHFrmUKWqnOrIG8WaUfjI62GnfSSg9MZRDTveDJyogyeufX3F+a6KB+MMFQ7X+xmEkI5
hjagWsrKr1Z5kORTjTzG/X2/aRClVZT/0KRxg5jKo8oQhlrqUJXSFi8yMyh8Qzh9l5VlsbfGqXer
HnWxEMqAnHN167ZAhLgmalBbxeP6eqhmq6RgNtQxs92wBqRx50VGWjhV1OfO/UFueebadLXSjqCU
y7Lh0riZ5jZMej+fq8btR7kkRoRb476Vrbjh0sr6FRdrp0iLlIlW2vt6HpIk1Vw1fomiQG1azppt
GsIlu2K7QEPLVtv0nmpWHw6934qNLQuxo9Agkb71Fs/QxrxBwtZaG8aAhQfD2PWIktpqs96IqS8X
6eKK2VA+GmGUccAbG46AIAuvdQiFrmhk5oCkeTjGEYUsBM75ABggf4mhvqnFu/vLs2EGSbm1CQ4E
POinZ95cRV5arVIbvU+TkqCsTjBrisQjktq4WIABRmsrRNjgDGwLKRXVcLaSYvBjHYLxwlCmdj12
vynglV6BJsRzPeod59DYHBkSZ4je1vQU27ufpYUsNUIMm8mPPn5Sikch4TzsNlwOlwhqu6CVBJuJ
yRyDoK7tJhOAN78TUQjLR012hBr40QHChk4HSBrHxTc8TwHIA899VGNBccv4BOBD1izH2uCXndV4
c68vYEkCDet9l9haLOwh0B+jXoq6NeMSWrgYoZ6NA7JEIPkK23O1aLbyIjW1Z+bly31jW29yNInh
SMNGQmqYvUq6mopxlGijbxXS9Bj3heZYQiv76MbU9gLes3bcWGAGbQTZy8VEPlJZp16bgYnr/pds
DRs1KXQ4I/hZuZ+ut3WjpqhzG+noS71e7lQBuPhWmhy9L99kPXua4d4cD93IygNih1wcWr3RUwZS
3WuTVld3naUK1NeXBHcnEKpOKyWJZ9VZj1pnXT0OfSk6iC2ER9w39amILKQsRDSNiIbAU1PfiK6v
voa5egQkkyY66tSferF2lCrsXapbgg3yqNKZMiU5DrWCPr6hG44SjXjIoo07F6giBBPAKq+En4x5
q+mTqiiK0S9x0Rqt+Wl0D32h20v/e2mWfRyKPJn6zQFfWGQOcjRiWhDZhsU8hhQW/d4EWdju104q
EPsZ5zn+dt/DNo4LpF3RfY2sICq97IVboeOgDPVq8hfQ+Zb+aE0knJH74Qm6b5x8KnJ0aGtG0/5t
z51iUE2DLsXkp6BHH6CAh6rcsZQ+7o9mwwpKuSp6lzS0HYHr89p5TeDu2lweZ7/VjLMioNc4UnNX
6DseV87GqYfbFvK6wFCiIZhNqIpjHy1gh1v8lOrCETobndPUcsMJvG6trEAHC96HWxf/Mnux0ce5
Adks9YWkAkCzJSoPTnY7YbAAPC0er2hNQS7jesKaOBKiKIS7dXPjWg06IwwjtaEfzDtW1pfhdVJu
NYQYCLACxHYiYyhDWEqlqR99cX4QlPjcVCBmXNKXtdAnk3r5Xsb/hOPPYeTRdN86OKpU6zvEhO4Y
LkTmraMmuayGeTf508/EcilQT4MjKZxLcGsa124iHalvLJjG7FolorGEttrJb+cGCt09mpgruzd/
3/fuDXcAEB9FEkg6gb+Zla7qqAA9ckij+2L0VNcpGZYf9w3cHndwBXSq4K9DogbPjGtvkChNW72M
RL81qtGtU1FFDkWfnoHuc8piFT+EEJg7jVrBuXG3DJvIauL1BtQdLp5rw0anSXm2JCKg/iZpZ0+f
IIYm2JNoJxTYhJzHvb2xXqj/YqXQD4tMJ9sBlphhNqo0XvxmGog47vWMkmne3Z/NdXcyLo9uJuQM
cVCsvWbM7s2QosKZUCx+Ne+L7kesqHYGXW68oLSKY2rDyVf9KYR94F7Hu5vJy8x1OY2K1S7o1DC9
Kacvy6g7I8QCDWE53B/VhhOqEMJE+hkTCC5sJiRBPrg1E5GKPi1yyzYGMXbatuEJMG8sEOpzaJPG
nsWjns3hh0YOYRZrEv2oGO0y95eosQ0ea9fqzswCAQEPxl/4PEjIWOXqLGmFPhQU0W8Kd16ehMy0
IQUF5fKdooDFtQhdWfy6P3sbCwWiQfDXg5QMfEXsQgELHmaZJoj+MGmQY+oK8Amn40IyvTn0mSVy
FmvDBVFSBZ8buMmgh8ISVoRSo6qN3kh+8dhCAa0xDC+UTibwTFPJY/rYsgUyHlnDEYhcAQuKqQbZ
qrtQl3xk4pNkcropsZMsfqrl0/h6fxb//C125UB2ADEC1UIxl+XDU2ZpSNu8k/1aUHfh9BALEfj+
WqKDqLMWf8wdAYc+CGIkTy2rh5yGrhiX7jLWhyGWHuuIemJofbv/URtnGFqk/vNNLKXnoKF5tppq
2c/qxF0SZwo9QT/26q4wg0HteRfqbbJyTa8hu4akIVaX7dGcYnNBWTcTfUHf51FBQuUtaXMHXGxG
8ZgJAYq86NT07o9xY/PjeoCo2KrcequLnVStOvZGKfl9McdkNOiEltlQ4ZxmG550ZWXdRBfpGaNQ
qbF0qeSv46o0dG5JPURnFjuSZ6KkHFa5LWtIqGMeZbx80Ct6ba1AyivOGir5nQQy+tqWwwe0BU+9
U3QcD9nY/Ou7Ckr2SLwiCloPvYtxyVpWi2GkSn7SGq6W0gx6BSkFyzogrGXOS2dv+CNSJzJOG2sF
e7OlpEYby1GbQ8m3xs4J9egRfB2p9ibRT0mAxt3o33eNjYcj4kf0FIGWEDVXRFzXoxtbI8vLHKgJ
GQm1hr4t1W+l7O1Smg+a5k6V4JkhyKqzs5VZZxryGPY3yiJr/IpELi5bRMzslZEafa6bUYP9V/ya
0+jbDKpHiKcchF4/1oZCZsCQslbZIXLyUkn86qbZjnR6aCof9IZB4sXn+gUd5/en5ZYXF8cu5mRl
04KWENb/elqGHPJQjYHkQdW3jpLDpvrcmr40ern5PU1jF6l/E4Wq7J/BIhFaJ1rAtPOAgtG6E/8B
wfo5RY9ZaPE+bAONsn4YQL6AFlogaGLWKweyIQJkDPOFx8sMdac0mp00qYlhDG40mGRWQfCSz7uO
q6y2cYwYCFWQ50WRHqAUJlyRmjFXe3OU/WGAAC4VaANkusCrcmxtNzRkgRQKZC9rE+n1zI+jJpWA
L8m+2rxPY+po3YJUhuKFJY8tbeMIWf8+gOHAht2exV2aKLGpFLJfLoqTFZEDtAuofiKSgHynNt37
LrVtDVGyKSNkxmP3elxFNCngO8HCFalpeI2GZ02EVlhvAgEpmZCy+C2Mcfn3kQTUZEHkhULVH+T9
tdFE17PYMGYZoIp3rTQcwKPdQXgY+2Gnl7yszy3FBzYNlmwNn9f3DktForbx0EPBXvYlYXEryEgO
4JDRI8VdxNkBkYId6vVeTx6j5Muq0+Mw/qql/aiAgmQeORt4y4uQGAE1Ad7faD5lZnvSR6lZ5EX2
zflgdd9G+pYarzNPfWLTioqUhYEmfNw4zCkh0dkyph4k2WKaP0t0elDaotppZv8jtHQeWOUW847p
XTubQLmHusRNy9asp0WV4cTyiw6Z73ZnZR4Q4Z7WZcdJ7F6j5KWkP2vL7QeVLJboynnv5IWB/xuO
0fA6NTfGjh0KNmo0LiM1wMrbLeU4lWmZq35V7KxpBElQQbTpDTxW9/fNbfMIcGKXhphJjkJNKfMp
gyH1JIxAqESZMw+Qdrems1Jmr7P5Al6TVjqUMsSslvy96IS/ZT5eoWrIYau4l/G6YR+eqUGXGnQK
qr+UYeQmfUX3YdqKdqWineD+cDcO2UtTLDgGsuKJ2KST6heVeBam/C0Di+J9E1srt/amAO8H+Cbe
ncyhAAL9ukhU1RfLXnvpZJR4i7ESDhM02z2VXwXYsoclRCYJr0L0lzL2SuitaSN2j0/n0m213tGN
oNZUJ+o5ha6tubs0tH7IRaQmDWKW4jzA3DVgiCkTMpr+/albP5V5wSA5D6oAJKewDdmOUXNoczrJ
neajGNRAjNwAbJoDXNra5lc2mOmCRFRtiEWrwcDkzrUddwdLyE5S2HmzeKhlYImX+tHKnWF6tjR6
HNqneghG0WvR9HJ/uFsrdzlcZkLFlb68AHoCN2TuVnJnr5OaQJLF4t36mxOLSwqBPNQVgJO7XrpZ
62a8GTGxeQ4usBJEUIGccvKyW7EuEtmI6lCpXrkpGCOW3jQgADA0Pyz6PCeZ1CHOrDWkNo2WOlWo
RGdZoi9ULYwcaPfkoIRoSakGoz6basxrM9icXFzM6IwFQ/ENQa9mlUpV0lDzp2FXDifanbWA67A8
I8w9COa6cG5Ad+hXMmSyllMYP+dhav9363cxGCYVmAzA2InU0vw2q0mRfqpgTKQCJ5rZdJILI0wS
C5m0IskgwQEKi508QRLkBQo/9z1+6whBCfY/i7L+/uIIqYaojOIW48BcderP0fzrjmhcJVhxqJlZ
IBqR2KsktACxEa1W92PrZystgIN+X5QBr9bf9weysfAopPw53kGceUNpEoIsiyZqCTsxqKs6qBm5
0H9s3SpLmge0jvHGtZXcWbOlqEWh1RNIPsYDjLrr21RMdH8Uv8sdxHWMR2M8lV35mMeRrYMMN5v1
50TfpTopNGNv9gcaqBn4ktySR/K8OXjkl9boBOq7bIpwUKslLcH55od4vRXVi9CGjtE+WjOv12PD
XaDe+68hZnsN7WDWAHjAXfSIoPIKOu+/Dz3gKEjaAEOETDtbQs9QwBeXcF1HeSJ1irQ6MGfhy3/h
LBdGGK/XVjxpHDW638rn2TgbxQnUKeNfd5eDTBiYGmRsURUHIoWxAobk3gzrQV+3L8r0BPsX3OWc
K2sDBQAr6ytERMUFkO71HXaxg2ndx9qMXIff5Ol8HrUwEMBf5tAGYC8jL0Vw6FugGcRrqT5I1DR3
2ZKBbByYrMy7P6sbxxXelTLgKrhqVqDp9ZcoQOvOFc0NX7ICQ4Nwt+413ELZppFV/g60MwDsscHV
nIzT2Bi9gZT7AXxPinwKu+f749jaTWg4+I8JdhxDVGdSBROWggxbLH0N9ceQo/dF4kDYeYaYpYul
eEIzTWP4Svs9i01noUE0+HTglYF5dtg4QAh10RwG2OkOy6i9FtH8WCfJP1TkBKS8xWGeLlpp5rQN
KwMej9bWiXSxCXGb3/eXh2OEfTEk45iHUlUbfiqi1Iz2Y5oci9C5b2SdkuvAF7lPFIDxAEIJB+58
7cvG0Id6PltIS0Jf1cW5J9t6NituWy2WnaBrI06ieB+bPS8f+qfSe2kZsSCy83hgoh6HJCFbucqh
f1tNfbgE2tMykDB0TQj2kPw1P9P98iE0u+7dPADteypMW3/oHlJ1N02OoYEJDoQCxx4Ua7X7HnsF
aJD9Yf930/Ln44AkWCHOBjKFjCdF1SQaeULFIGz01h4pKmqVlOmkrmOByFNYk2wZRJJMQuPet3zD
s7aaBl4X1TZ0AiF/yty3FtTlwQY/ikGcEtlfzJcJJApf8w/j2GY7S/ISkAj9npDIshWIhD4mb3HC
iZVYx/vzBUDYICEIRhJ07Vz7hApF9CxLDDHItXzEZi1mIjeSYdchjTmR3w3eerWFgxSJR6AYcaQy
d4eoNUM8dZUYOBX5bMjnx+B+dh81Oda7+/N602HFWmI8vRvQGKyIhRgUhDoayUhF1v8NLlApe31n
EXRS2Q1RHC+h5FiSZ203JGR4mx3Ovt5c4csxM/Ob5AY4ujV8yUf15yMeJHLYPZPF7pzzMbVLrhrN
ehyxW+3SIHP+1n3U9KXy/w32jkEcSonT2Ov4qBvZto2eMt51veVElzaZHZR2kaxEUBsLTg/ejx/W
4+4YObZIXveco/gmjcSuK3MWJ6MxDGu7fHCinrOcak892IVDHxxOimDTVVFSBARx7W3SWPJ/LS1q
k6LWGlQEVPKfceu235aXrCJ6SOyZxIPzK/3nvtOyp/M6tpWvFMcAatRIR17vxDwNQa7STWLgaYIt
vQiLffRlHosLzwizUrpMsQtzGMkPFpnOoGejYBwgFuemuXlIsINhFiqHLNeEZ7gYNKpXfcu/qwfz
HaDl+Ak0A4abn6qKGIkNYuvedGODqP+No+hQvgMp2Nq/wl51YwUYczGPUuAUBM//TCWNSubcMz8e
AzvjBcXrwcXuOXAFGihjAoyLwsD10iElYZroq5wDoZJA7naSCtG77xw3DOHrhF6aYE60xoBW5yIo
c7C8hhl5z74+PYl4h/ZEyfIC0BOxHsDCU5JHd78HSIn84thfb6J7Q2TOsSoT0EGLLo8AHBitWxDn
8y1xq53pJLtsPOqwjMNlL+BsCV3tF4/9nTfBzN4QpWksclObgzqfHk292g9Cx1NzWEdwb4TM1gCx
mS6jkjoHcuTFXe+K4sGsG68Lm7f7c7lp6E8/I0BQwIYwe0NrY01dlHQJpDiAZrTV/64WT+V1T/9h
sGXHg0oD2C/WhkYooF87JdTCp6Iywzl4VwjuAeljtj/aD+fjSSJvEylsKSIv4/fEdt2a2DGZT69B
92zzjuytq+HyK5iVAz1dkbapMAdr7732IOinkUc9sTWflyaYhcsTqWiKEgsHcQeSgTxTGWfSDudF
5kme3bxL1124svJC8UPVV77D6zntE0WupjJZgvSgfRR76QTukvRHcShqkkMS6sd9R9kMmy/MsYx0
WjOacZZh8uhABvv0MMXO5Hilc6jsnWGf3dFxg+/h07efCNhc9+vVBw8Xx1lvatXMkFl2+LFIokJd
4iWQ54fGoBBi90UTdOQLGQeJaN0Xcj9ClvAwNhuLCroGXL84Tq21W+56pkHxG2WZZC5B8ai/A4Em
ecPRaE+Vly4HSNI+pkSAut45gyBsxAlnbqjDMWQonEGRB+RYIAJkcatGDmKAtBnEgEZfk/xa5d9A
LIp9StTlq0j6HQTgY9Tr4kx97RN6SIVw1yDHaHwMGumKHp3Y+yZ0iv6riStHi35ry0LEz/u+8edp
wGxvhAkoWCH/uPYRMq64LHouZ+iPDtSHhw8JAfUJ98L0c/LwXskRq1StUz5Gtkzs18jx3+9b3/KK
S+t/fn+RoJkjcLF05bwEU3ccXkaDFMY3UfAmBY1qDnafwFmTm7T/uia4XFHoEtdXJJuHKSuTUirp
SxBOYJeGVkxkuWESgn7wEeQ3VI0hlKAfxbdCdmWFR9B0UxT/Y11CBR4RIRShWFK2VBeTIe6FJRiO
nfsxeU4173LBBcWz/erQkfDo2TZXV7kwyByby4xedBPUU8HUaKQGnKEf7YpWIIZwph8DWLXM3G5L
8KPRn1EEXM2jID0JK529E+m7Ud21iWsNyFZYICDlbM3VNOt4SHxDSgGU7ehhZyIRHbwcvVD0+DSJ
fJpgavvqMk6+dNMEsLvrmhvIvDIm2j5MrZZiAxYEZAfL3gqm9zy478Jbb0Qdl+9/jDD3YwYcR6/L
MAJNcke2KxsZlx0OVt12vMWrz+VBO3ujDuSbA4fqdzgCmtf4KJ7Kh8Tj5SC2/RvtcEi/A1SIjsXr
806RaipHRi0GkaH+TIfElbtDO2aukP9Wwzd99FLhnwEy99JISs25PxVbzyqkWsEij6gEQBq2H8+o
yilVlkYMxkkg0/CREHEQbWhdZvlxmKDumY8kLiWvgsyMUL/nKSc5ufVcQBPESnoIgC7wSYy7D/kC
vqoYaxGmr4P+Ude+vhvezciOY099U1+VCdz3nQiK810HkjKo/w1P6DHhHDLrkcl6NnrdV4UyHKs3
1Aw4BGo9yXUxgKyNIj43763lJIcudtTWaWdOnnQjMAIMGfkm8I2jr5ft7DXMblHHPJICyUT9BPtI
UcnQcd5BW7fopRHmkpibRp5SCiNWt5v097QlYMYu6AfHf1hA7Ho8XphhL8yMNp2sCgL8ZzZsw/re
0/ciPcWxb2oP+eTSsSLS4b7NzekDGAG09AihFZYouJoMyM8usRQosms90ojz52+k3f4M6d+/zw6p
Byx1GsRKDpQoAtNoJ6qJD0RwLXuRqOclFJYXKMQAPLN8SWNbgG0b+U8SUdCeOymeihNRLYqbSY2S
xPLGuc7dVAunnIwW3t9uOQCJOSlVhxsMXECgj+gHvGggUQOtQdFsoPNahz1UJopRyH5BGG34jFHx
BEKnXXAjIKUExmc0q5lf/TwvBuiA5gx69d0olTtJo2NvA5yBFOsi4CFsl3WhPYkUsYlbKLn6Xkml
qTozgOsdyniAwuzqeQEmXl+0HOrSjfDRju00efeXbDNoWAEk/7NmCnPGdbQqrAIo8MDpAYcgxr7Y
FchKLTYAzeXuvrGtBzOSjP8ak68PVHFU5kagqRS0Z8nxOps6+WHxkr35jyfb/dPyIpP+cT6bnujE
p+EtJTkHqXADP2VdiKl0D6AB17VmdVHx2RRcAfTc3ZOmnJvcrZfnSHSnem9CKTNvPbH5QI+gQ/XS
UUN/jr2sp25pPls5j6dzfQzdnHEX07K+tC8Ctxhqg02l40TIOxcHj7jYefhNJs3+/vRv3eCXs8/c
4HMH1Z25hploJqlyNmKXWjsFmaai4+zUzWgdfWbgCkc4DEoiZpot6ElBvgYLrRGN2gmyuqfknR6G
XYEDNSXNWTyre5C+7fNj6o8/ajtv1owzNwm6eu/tzP77HczMZnVcVmJYSEFBnf65h37WyTyXC3Ft
s/12f3Y349EVeLD2fUvgLGdsiXE+DXNVSoE4u/ouyvcSdCQlx/Kjj2P4s3uqF7t45SzpZohyaZRZ
03BpinnWKymID4jKQEilr1MM9HLnmE80aGsPiuP3B7p5fwFRjjaLtZHGYmI0OYqhUdzXErJe8rEC
FWnnyn9L7vFnm17YYGKPKKq7opZgQ1Bs0ddLVyyDyqkAwp45Ye3mnQWsHm4rvNfQHHS997Bmpdah
nT8w812Y/9D0k1hxoor1Qr9xQtCGiehJQ0skO2F9BUXeCc/FoKpcdPqirJRG51on4jMEcRKNs/d4
1pipm+NoyJUK1tpwNxlEfgrXNEjW26+8prTN8+RiXOuxdnFsiUufRTKFJTN3eoTA8XOTupT+AJbi
vsdtnY9oSFuJc0C0igbja0NyO0dxj7ApSH5nEfH0PiFS+r0SoYKt/zf34aUtZlAVMmNjObRysDyJ
CCashAjSTwXK6RZkHp/aY83Lqmw54KXBdT0vZlEfEs2YLRjMVApppL2ifeT/3J+/LZe4MMGmrMxF
ohV4x+RgsNXCXc6f9FS+m5ITc/Ifm6fRpSEmmKjHic7gaJUDrVkOQmRCAvM9lIEh/lqwZk30OKmv
w2sTD2RKdI7fb0Yyl8aZ4MKcKnCxVKUcxNZxCaFsAnAWHISUfmknNWdPc4fK3HChNXUgSMZQO9DB
93aVH6L6WeiO9TmpXhZxsvPeS4Z9x+ut2LxmUEWBKvXaNoWu02t/UTu1KWT0+gUFtDfW7I5jGmjr
37f10/QGGefyMPWRa9YOSE50b+Hh/7eqcOiGBs5IAZMzFFmZDSJ3lRBijyIR19tt/1rW9uxAK9hV
qqOU7kT93KmHSXWsZyvhPJy2sudXppmtIshz2/d4sAbaTy/ba95ywPZszwJZnNzzBDtESydYiO3w
YPjqvopJfpRPskhk/Ag7YaeeF1AVIm1wf3ttXYj/zgjQQtcrkmpdMSI5LQaoGxCkX32DkwvY2r8r
UA066+hUACzg2kAkNPUUjq0UoKVz3tXQmq0BF7KjNyRdOQHyZtoBsknoh0AWBg1kzPLOldbnkToh
FnWkH6Hz2NtHVJD80OYpi20NCpcHqnOgVoGeHrOBwGuVZ9EoSQGQJ2MG3L9VOUCAuyPN1g5qkvTP
ec2lc1mnir2LgS4HERCQlFAJZ4KXOjREOtcmHt/7AoIZQC663bP2HpLi2c1eT9WJF9tvlSegWQa6
R0RMFio+jEWK3ullziwpyMipPT+Mu9wgjWdHjvpy3w03TwaUIzWo5WBw6Dy8dhNIs2Rx3IRSkMyf
o/CPYBzG6JfeHUq33rWpLYORRnTb1k6+p+OpkTiX9OZ6Xlhnximo3WyF1WpdPw3VTv1qom+ZeWij
Jw1ZYZ7q3tYLw1gbCBG64REPfuXrwU5Jh1/NiRzMwBnaMuD8FmmWD6V0wfVOugx5Ird9KLN98bNr
3FfQnlRImFX1XjtIaPeOfpcRgB7L9/trsOFegOysQGQUQ8ADxVyA3QLxtcqU5gC65mRpQBMEFdP7
JrZ26JUN5p4b5oLqMtpIAzAveaNQeKqgnvUuGIf91D6k0cMkODGkB+tq9KrmSWr/z1/AbN2yneVh
yVD3rmY36eiuBdtt3qnuhOgMbP59GJ1ooxCwE5FunDzVKg5Nx8FIbc60JCMTDUAB3iKMu6Epu5uG
SZyDWaGfE9iahTTlLOYN8S9eISYysP+xwcSdpgHwX7NgpufdvEvP8SE+dO7nU0Tws+vJ9ILk0kF9
0sn34yskwZ37C71Vb4B56IgBvPBnX1+7eDpo0pRPKLB/PHz+iEhlC3ax6/eZvUNhP8C9S0bS7eOd
zxPYXueOOSQvDbN1vrkHTgNaQ3MwLLtOfzSGr7H8yHXOy4tnhdkrJqhiR9rCiyAWB4m6ZnjuCnO/
/D/OvmNJeuy88lU6eg8K7sJMkIzQhU2fWZlZboMoC+89liMtJuYRtNJCobVCrzXUO8xBkVRnojIK
M01uurv+vz5c/5nznRMg5cbWjPm7JlNFRhsseriIJ6cm8/4+mbVW6ZvNLjFLC7wE9I5iNp8UWi9y
83h4n2srvrVNEfgBlaTi+f6mVR50LOmh/wdcgbQM3TtemmsP+Lropot1YWHq3HNCh4Y5ERZi2vaa
spEsdNzQ3QmbM6LBvbpRN51W0bdY67BvfZrovNEtPO2EssrHA2WWlUU0TkN2XWME2s7l77+Svj99
32SZmagibuLj+wC2Q34RWb/IDMzUSjfO3lnEmmVsz4ERmoUVm1Auo4nWUsZMNDgdP2+BWy8xosf/
Xosp+0estCpgD8NwBt5Q1AC5foZe6WbY9sHv2WyXliYXpCQXXJmrqAPHGHI5TjqGrCw8UBIDlPPk
okZ5hJeILg4r0n4e5Zcz+NN8jzvyIp4McZvEqvRl+/kE/nqaA2bpLcBIjH/Cond0/1abmdHQyv5Y
P0A5ix6R6tWgeqeXq1mU0M3nCgUcoJtRuEdvzuR7RLEUBMcbesxFcUpDOz0oeltsReEYc5zumwla
68Nekxc/z8OtcBCsZ7/ZnXhDiURqpYpgl7cgLP9Yfjgq1WLTnrmlZ+2M19zFfDd+K7QuFJnh31Um
u9TRj6CdW/o+M5xbtyVIHECFhzok4q7JcBpH8HkQoLEwQ952u1NuLSAvGejDfZrgHbCd7Uy0dfO4
XFqcDGxwUTPgWljMs31CKoD1tDZCOnFB9GbtbVSyRb/bzChvFK1AVYEkNYqeY1Pr5MVlWFGCajWg
kJtGR+rv2Q8tF2pntA61OdqAmwt3aWsS6fjICyt82CNsq+nmsVXAFS4PG90gc/3lXzWU6ZEcia9A
eQGXEN7K9RZRvN5R85YDxppVtNrK5TVoBffcMl5Y9A7tTdQsTe0z2SgujazDSjjdi9t7VU9LXIVz
qzoet+/fgjwkJAJASjJ924NyGBJOxKg3waN7kDVuqVUWuGvoJw7/zKb9ovT6ydjk7m9lMOS6xbic
q8F8fTafa6u1lKWJrXt3p2oNjVb704fxYLzk2kNhdedIsyND1d3jfLz5jRBl9OaQgGXRBItWaTLF
SLSdEkYqg1pA1YjJqg9jvVAjKDYBtWOUQNYvIbLn6erQpTuWcfFYOb28ChMpvfelhF0QlOasgB3k
bZP6Ef5a1lrCIMq7Ev9Ds52rztxgN/2/UWwTsTGUm/HZ19uGGXwvG6BTi7yC7lgyS8VWc1g9sHW8
jerikL5+Mrq9IouaKtoc2mU8adOlAyM6+NNG//cb2DpPMsVrU2Tgy8EYuFeBO/WM6VE09c6c+TlD
44a9uD+VAOTCDpL950Y+P4t1Boq7Q4YJzbgZQzfd+cshTeYzkIQUQ0IaRU6o/riCP1Kj9GsUT2ge
IgZyKgRdCXtlBbVvhr7b9zN3262TN3aOjjUTqHBPlzMuGtWNYpjPChcSYRsifIhBSGvf10Tm04Hu
C8toYpOj4kjLbMm5RigOp58/4uaeQn4AzXOoWgM8O7nUqyRzIiWsuHPiWuFqoOrLQ2lalUv3lmG4
T9vl8iA/4daBoubPlrkbD5g6nj0UsEEzjT01WeeYEeShAHiwXoZ0g7RLaww95rtAgukg7Gs64+7d
Wm4VSRekXcZJ/8bO3YVKJEIMhTuvBA86QvSh+EzQ45HRLUUpJNFUPV8lmrC4t+2fhzqOZHJ0RgZt
BBqAt4ENYnLd5x3uH6Hg2XPSmmrynLtvVbuGEHQNfL0Q6A0/Vx8ZN+5PBidHiPAJUTok2s7BG5du
ZK7QJWUO7HfjmCLQRlMslORECRfS9fLFPMtIaQ4bcbPpG2PQ/EFPqjmKhjkrk+0pSmmZeT6sDKXm
Lnf+IbRZQ6DcG6+Cv06XbLyJdtzes5kxs11u5bXHTAJSdOAuQivt5K3yJQ+CFw1uWwVUDK5yVLl1
GhtxaABYkne1XkCor/uQoarFaFF5Tl9/3jQ34Fa4HLgvyqTRa51Sz/qZyMXNUPHAjvIH+W2EYoSG
xclb9hH8azZQCKXhGMP+Z7M3ABHXZifrOogekygpzELRR+pdnU8AqtuoptLaRUMVdD1msqnq+ITY
eyF3LPIcRBfXzb0a6nkx4518vyPwMfxIIQEqQ6Q8JiencdsyRCzLw/1b+NRbzRVtxr9/fVCuf//k
oCCFLrRRPWCwYLmR5IXoexpSixoZVklxFCFRz5YbNdDzfpEOm6qZ22PfD+q1/clkIwkBMp9xfCDu
Sx+6fUlOTqg78V3ovAwvobSTW01+T2lPgV/9eaFvuLvXtidHK5P7RsgJxh5FGmpWTZlRJt13D3lp
F8BJG2I5V0oYHehvsw06HBD7o8EUyirXV0bNV31IcuTahbCKgNZkG3AmyXWEBkq5lcRj6PDssS79
RoeQF/jr28QjAo2KUJIoROcBLWxiIvRQ2FD81RCHWUZ7r+1ew6HtX1I2Ht5T2QVX6c8T9f0Kwjxd
fPUkLBh6MCSrEhBCBVQJ2VKyBeC2Q29FuhJak3MqLTd2BJoWRtzuiPX8JnfDcVWmpGiWOvvkQcwX
SnCKa/PnAX1/jtCUP2qXAcsJKoIpLqWOlFZI+mbEwMRAM0Zan5cLxgt1ObsXIr2NYi1N51Ig350d
pLsAXgUPB/mSbb5ee1mt1boGM/l5CIvA8uLopWu8Oa3MGz4FrEDabuRohpzIlFI4acXYdXyPP0sl
4P3RsiyoL25qMMqEkWM2Dbi5ymLQldr040dwodbxIU5ySoK3OWzVjeILPkUAHwieEOiOTLmi3TKs
wZoc82dnk51yLdeJsfCX2arUDYUORiJSYcaXu1GChknsHLzHUO5F2eF6jhlP6WuWoFTXH1JaIjcc
a6LObTttG+rkd/hvyEKjIRsVSDSsY2GvrSFokmW/jQAiiPASAcaYvbMvvBZrvqZw1PFo/SjhP961
D3O8xDciN1QjMbNAHPHoG5zOrd9LkNeC83H2Uoo6Vk9921lUK3lbIXm7qozlR74A7P6M0HEmBrtx
hV1a/no9L4ITtGXGkctnwplrwEycWWwLRi9AN40h0h1v5uaZGyc/cUEYfgBbGINxsp+Znm8FfeEu
Yw3doM6uMES0hzlIIFZW6NF8rp528yhdzPFX4HAx0koZxNgJYTvbdxUFcZLurgT03GmsZ2hQoK1X
mF8tfvgdKZ+rxZ16yxU8eGixwLCc6eGLqEU70q2Jxp7gYETBjINx6xVEXgnMhUgNollsKgyUVEiu
KWoHhEq36hqtUem7S8xM1YGNbr2XoZyDxNy64C8MThlz+IFTB69p8OwCwN/Tjqc8/Ng1WtzJsl2/
OA/LCDHIXPQ+Z3Wyk5Do7qq8g9UuXrOJVtZWLf2ukYE2ApQeuOS/EdwyLV9XYSAAb8PfV4y4gIyU
XnEBJfw5F6jCLGJWeeaSz9IxI97kA5tx7HZOQejG40bAHQyoKV5RcAiOP7/YtpEXphnrJ8K51bpF
9FovXBPzOec78fgtE0/m0sp0EbO0i9B/CCviJqbic6dDS+05f0wXKOPPJfBvxK147xG4jm3uYNmc
huh9hWcmkr6GpMe2WMEl17o75fTWvilvZ56qHJVW/GbYoeHXM4WMinfJXLR34967+oaJ69aVAwlT
gm8I0X4DHhJ/Lywhet2+enOyxTfiruvhTt4VP2IDuR6Huxuo9G65Fn2gwvIzNVS7nCtG3TgW6CAB
aGqc2jEde71bmKJ3gm60tSHG++wuuf3bEcNBFBVAxS/IwsVerHnJTVUhFc6FCT0izYztO98qddY0
0idsE/1nt467EcxgML+ZGz/nwlwRylC+U8Y1ooVZfrYWgNV4DtldvT7WdjNHWXjL3cClOeK5gZ8B
xdp4SC7sEYXLszCphbMTB7RdNoLBK5vg1T+AwoWK+6a4Y4d1maRz47y5F1Vkq3HRAFohTvZiHSCZ
1oYtf9Yf+eWAUCXQth7tzu0RiaPDHF7nBshszFHhFQApD4ifxNGzvRhmpYR171UZgCWxkbF6qGpO
7esRG6GHMTTcSNETJ8IcrLMMPJgZlOCFAyfDAfNao+nPXLTyhmWU8lqZ2hVAINk65HXZO7acJhaa
9Cx4CC91tnmPUEeJrJlNcWuyRiYhMFgjiQFK/Ouv9zKgpltS8+d7feBpYy9CrbFZXI6I8HJ0n97x
K72UkS8Goc7Ppm/07mHiLkxPDnLQ5gRcz3hz+gOYdNG/V+nOodFVSnwqPLCFYTwh96aJPn16srbN
xk5mG9tv7lEEAiBTGrXdERpcD79z0dSl8njeBRogi5NqDkcrDf2gh1l+91un/dLUZKYlxwdOeICp
e11/FJe5S0OGchsWDpptizNoly/S3+kLBGYCyLCBehBtJxNryL7JbhHiaSWP5Qt7L686vTkJ29A4
yZq15kAhA6a1Q3E+HoXzuaDUeEjsNUU+93hwzZkTeSNLA+Lr375lstBy1wuJwCiAY6PRFJRMJhGx
3OJcxuLWVoYSOzr7gZ1jvyndNiSXw14ZhHNF7gKVxonlGh1cw8Tww/PPe/eW500ubU0ehp7peKdP
WVzdOppj1KOoDa/+mTF6c528KHS5tDPtU5uxeiv3dmV1cqM2qHaUQcsL57EE0FNu7SylZXOikr43
1uuC8ubLMGieTbTy/ecB39q84LNBVkACFQvQvNfnxHeqZKhDCZGGojWNS9tj0D79bOLWLhG+Wld5
QF/IV8B8cY8Wg8/5fInBRT1AuVD4FOp1EC+9GY/+Rk/ZGLaATGPU4UCWabIb+cpV5JjBUFq0k/X3
7gNah/clCBkam9J4/YYNipD4raEfjPEqlNTrLW5mNqVb03n5DRMvtCSi53K+IpxTkjJoawrLiFiJ
MKgPau7l5ypM+5MLzY0PCfTltZ7WDrrFRcaTN507oBdQzZsqhrxrn3DoEMl7gZIQLgaVspB95WMR
wJy0QVGJ5jlTQujRZTwc98BJ0HfLBRHyVC5J3iJJjCNTcmLZKJj6dUDLybb36qyhbTHUT8Dj14uB
62pIcqkMOct8KZ3SLIn2fFpAciCv+CzXkh5cTpqQSIJrlEA0ufhnr38KUrlArpTLMpsRYzhmlawC
cO4FyiYkQmRnkQz9v0xy33mCmq9WiyTVoqRKODrETbVUEp5ZRFki+zTiMrnRMj6qoaeQRGxrJAXa
MCmoBACdTrzihYV2DUultq0dDY264WuMqSrpKLo5p3p688X4bem+qYe3foPGTlD9n4NTDoFwjRzV
HnRrKWUW3soxVNd0vZmE3E2X99Lm9LZRpLJPUHI9e2tJ8467QHcPnMWBFyIyIovMHMQbNT+cEFSQ
0UCN0/6tY0BpISAbJA52p+Gt9cbcbEI7BzAppY9kBwa0lzTTxFyXIk1jUkufeS1uj1ZCbhM1lZG+
Y3I4iOg7vdTF4lls9IY5DOkhvBfRKFRQdoE9JQsgLCo3dbft57Bx42+ePpoQhvu75Wm/sJvycTYQ
Xzyrj3ymhVQoLD5dp41VNvvDz7fdzRsAvgW4y3GnQszj+kJFTyg0vrtERMD9qPabugFoYKZ6cfum
u7AhXtuIs573CQsbhblZgVwEnEGefvfhmO660aixtI+ftry4V2bj35uDA2RS5ICpRuw0/vziKmeE
gek5dxDPKx9mfp640XH5tkYXv3visdUSegyF8Xf3Z2N59gAA/Pn33z7gFwYmnpNMukBSMxhQAtux
PAALH9MGJT0R5Tw5o4NwSGuJqum6rWacti9v86exTZ6mXI6xAXOYTo3N5nlnAq1F2xx4H7ANrtf5
Yrtd8lQ/ygF19bln8Zb3NMJc/75mk1PXuUEWuB4rjm0Hm/7zGfEIFQ00CC3uopWVfT48xaft8gwE
ycFGDuF3HfrfzE9RqQyXsUIbYOjNI7fejQGAo9/JWr87VkA/WsHMLrp5ySBgg9+P8BQg+8lUd0Na
cpyPKzUE2nHTa5Aoroz+tATPzrszx+d4a24vjU3mFqIcgTv0BGkE0QiXshbd2dzTzLYd34Dp3sHa
4UYZyanBdnh95pImdKGUHolIVZjZijU1+/Bu13Mx260cAkJ65CsgHQea96kHinOhEBk3pF9ozqf5
mtMEvPz0VV3tFk+N4d0phb7VhJCem3OoH38e4y0PcZS2hyQRJELxBddDjOQ6FvKGF8+B9Jr3L316
ipmXfk4q+wYgFjHEhZnJGBkBKidSKeD2ehxvTU9r9gEQUzl9PbnUw3kQKV0zB/Byr7UK5Lsgr/TN
njK6qoO7q0bF4edh39w9wIYAncqNCjqT3ZN5fM7yvSye2WdmF7WWVC8glI0OCmmmtn/b0KgvrCJs
xPJez6/M55yaKh45V7oimcIr69hJYjShnamfPw9JuLmPUPcCJfuo4zhFFUI0l8niGKZSozRkyhwH
cxC0aPG8MSEYckTT7oc7Jqeg/nCIPo2EhidQacZ7dCX7Oqj9zj9/z61qBurN4EEadcaAxBm/9+LF
cmJG5VwPW0vftNoG8ugUZX2teIhW8ZosPUmrtbkTy996yS5tTp5nhTgeU0FdF1eQgOwH6LdGQt3u
aGKbUeuNro0q1wx7pGA96PczA761AGg6AnwFaCfAZyfXRVmJI9MB7lvmmEWqKUSPincngCaoSwzw
ngVdpim5BfeLwe6eS8LffGMvrU/eWNFvhlRU+nHoG73Yqw8yJOHBhxVon2C/s2fG+h0kjOsC6cAR
J4z8+DRDNyhOxzG+JJ5jtMNUi9xyCy3xZD0MGvSFK3oX6JX39rPRm2/5pdGJD1T7fVJmcG/hs98/
OhtAuehmV9LFR7vf7x/S9VrQtppta/dz18WNbQXOAOAD4L+DZ02anOIwD5xAKmNy5j9BUtIizauD
q6ZjrJ8HeMPHuzIzOTGp6EZh1WW4LMiQWUOgYE4ZP9B6BxWIn03dyrYA2g1PFjSCINedhuyuFGZk
aHJyRi6Sjoypd9be0grq0SPwrDNHYzx2Vw8pHjdYw7kYSdaRoby+CsKBhbwecdszOONd3asxsLr1
amNmTN8u29EMRDogQTc+p9N+tBaZeFK4SnPuduGW0wU73iAt/gG6LsvXyOahMkS91NXmMDO8Lxb6
b+O7MDw5e8QnQQJGm/bsSlunWDHHaiHEC98zgWptqheZf497zdOkNZpuUjP0zFf1JRKNGOG5Cj2R
kkLZ8y7X/U1+7utF6D+AnyLitWjtWYVDywbdGaVewm023FO6SyOtWatnLnhQYs3TY5cW0a7LLJJr
pQ86MDs7Svm+gEAppEN7hgZ28pKDA6VUTZdHnCvaGdp8lz5AoME65vSW12MtRI2SJkD4EcVoBcBR
+IqG227s3t/kJKZoDEKxvWIewGaCvIBoeBvxNShnW9vHo/TTVI5rfPFqqI6PYrQiN2eChv77MteE
CnTIaw5kfvgY+UAYo/QM5e7nrXN756AmxaEQDqnO6bsRen0jjwvImd5ORq7Kcekcld2cjcnt1aQo
7hcZbKxEC91v2YqfO9PfLuWv/f/bKCYPUNdlvZK7OGYgq9eTXQWown2ILULzlfPy84R9x9pMbE22
fNvnCWm40RZFsyBJbSEyyGHr0IxyWm62K047qvFMu+LNKQQEBjEwnDdw5l9vjriX8rJiQxitytqs
Hehc9VzYGWm7KGIgjrqqu088do6x6jsudBwsihmjFP2ovjKZ2DgNYjlpsHRB8MwO6Ffj0Q2zTXxu
xBOXLBXAONlZ0rvPr7MPdlcoOmQFqFjPOJOjV/rtbFx8xmTOgZvsEzYJ2rHan5gMyuAFhuwYPuo5
+S6WBfPnRf6qlv5kcHIYA5IOYldhvsXcrDxKVCgG+MGiEPXqLSWQ3IKAQArKN03aK74RL0LZTt+4
j6bVPYTYBvvOAUWYPvz8VbOrMXHeS8+vU9mPxq2XRnZY3xFO817d7KRqcUrFRf3Y+usQU5LQUtJD
ZuX3M9fF9zrb+LyAnQGuHoQ7UFy93ogJH5d1nJH2XEorX0KOeJ/sVUGrUly5T8RJaGeThEaLnEBb
AS0jAVXvOP+hE8xewc1udGh+IcjlttCOtoR2I4kLMouzuXWVju/gSGAJJ3ya/e9RHRP5RMJHQoV8
GXRYQOmQiAupstzOivxlSJ5LdU+E48wC3XruQYEwMmUIMovI53p2BESVJSNVHdQ71px/Vw6dNkDZ
WMj9fSA8dxILSp9lwZucExgMdKUk9bmoZ5Cv01AATY7QJ1DQq8ch+EJ4O9m7IePIJanRZPUoWo/Y
IUpAlScEllZqQaGp1oBU622IjKLp0rkDskqXNgmgJOTr/z9PyHg9XByjb58ymQ8GkDKg+Qf2zALW
LoQtDdktwNxOPDPmaQwwNcRN7kcBFAxNyMBQAYZDn3vvnL2SZ9Ar5w1SELOKtXgl1BXIcp77Opm5
LSa30zfjEyfP9YdGTEuWPVfpKX1x4uPALv3G9jmdq0yJmUmuTZ6Cb9bGzX/hJ3Aso1RMj+UNUcyR
ThAKgmwOpOaKXRzO9XbMzuvkuDuRynYpQRtmsmANtzRz1k5qrQPhToC2biGxISY+S6/xtVrTbQO8
BYgVOAlcKV8B/+UQ/aKXIfML6ltg0RUL8ixmADptqEUAfcm9zjHc3BzlSGmEqwLCO4B5Xk9pHbAg
RQUU/xyIBok0UtnBQhXsvN/DifSiz1K1Cry4nPP28/GYasF8rSWeVxZpQ7DRAL97bXgIczlwerSf
CbXn3Et131odj4pamrg8FWKvf+79Jr5nFCFYcKzc2zHTow0vSp/iofgMubi1SllMDxGwcLsh5YFb
YslL1gep/fOX3jrIKISjk0ngJRHiy9cf2sWsl0YOPtQvzVEm3OOsVBeUWVmoyQX6NSGjpwEEiTRi
pSbuaNM4ZYtyBghBCx11Ii3Yg6VzHx8kI3hvrQo094xBjLVs+gtitXq8YM0cpTKQmx5CXV1AtAD+
um8ycw7meISnO/Lyu6Y7JOV4RxDwXTL/IcWR3ZhV6Rsd0jqu+yy3CGOERCN/tfoPb93/cD/S/V9/
f/nnP+Lf39KsL6ClVU3+9c//WENg8SXyX5JfaF18vNS/pJ+/HKuXyi8r/6384/jL/vsvX/+qP1sf
aFjCn3yJftFfqpdfjHe/mv6Fq78P43/7uPHPX/2LkVR+1R/qj6K/+yjrqPqyhWGMf/L/9Ye/fHz9
llOfffzp17e0Tqrxt7l+mvz6tx8t3v/0Kz+CrP7h8vf/7Yfblxh/7y//8h9/+ff/9X/+81//63/+
21/+97/91z/987e//PFSVn/6VRb+ABl4SJeLRIKWNfbur7+0H+NPCPmDOqp1otWJgDv+K62RpEXl
/elXkfxhpDDCBhxpjIDpxPVapvX4I0H+AzrgkfyRJHAJgNpX+fXvH3m1lr+t7S9JHe9TP6lKfM3V
jhoLSxCYRGoF7x88KaTZr09UVXqS4gmRZ8cOGEoDpsotyIm1liv3oZGUPH9qXeH/z48ejSKLg9YI
GARg4VsYIVSNCskW2belOpYGdL6oXK4PlYReSAicOSDtULloEwq8K1Em8kqJNiAW5WZO0/UL9tev
gOsIAqURNAEP5XrowqhtmAJ5aececgWpQNGKk1F34FutkuLnmB9OyLzN3bXoSvg25fLIpI5ECYrB
gNlNDjFeFaZnSJlaDKnac03Kda/0Qn/XEDEfsA5Cd5AqxFYrRyrIu59mpQi0XIrOfA6oPBoGXf9W
VF0rPjdFxj+4gZy1th8MgnTuvCQgBsopdaajESYpbI8EfHQkeKT5NdcBa1flYCkXsjjZNmpR+1Yk
QDSWMrW0RyZ5m5eh4FKHYzteT3mStivHB20m09fCQyKymUYQ4oI0O1ILHWuXB4skVoVIC7pWAT4e
NcxMT9JARFzCVi4YVaAFcZZUL/kIszDmQfssam4pLQY06yySunU/cAE7VAL7s820IdGDzFUtfgj3
mVrv1dZ7CPtK1OWoYg59J0BCQnaqIyig80XP8dmOBQUT8FcJ+xkxcUn7JjkqRSsdXTFibGeUs0bK
odbR0ujQQA54E53/oSXnUFwqu2En5VBo1D2mfuLy4jV3nEcmEtAGHUu8pWYCq4+IM8r3oazB2/mM
WjRxoS+SAaliw6ORq5SUZAnoh/Ra9crSjX3003oYojRwyUcGltw3pckyXay6hr1rXPEhloPCUBlh
1ZGsDsyWQS3B8PMuVGniS74N2tIk3tR1ku5E9HVp4LnKLS5n+o8hz0BO3YLcp4PKV8NBpl7N3Ghf
d0wZamxY8bugbshnGpHUx7znYbDCH253rVDB+3a8vsKi9JL42Hm9IkCStA7kpSrXrbzzSFyoWhWG
XU0zyCiIT0XHheDycOo4v+P9oS2OBAvV2VHYuK+1ypTNJs/lsqckUfmlFIo90Ftq0lRGNYYCWpf0
8Rh0tFmNQIyXN0yXBq5G/LqrV26tVidQ3dV3Xhgge8YxAyk1xqm9BZcKIG70UM1BZM37MRA+SoB2
TNnzEe9mQKnc8aEnCbacVipYHpvAZcywyLk3tZPrcwTuc9Z0UflAqj8tFE7L2oawGtfUUesaaZBz
ycbJOWkntkofoB8J/a4VVWJvQEOnGPbNK/Zxi5I4V7hcSBNwk5sOH1YFDVrSImLx0uwurMSM6LwU
JM+o6rHQ/AgyiG44TBZwFtop+7tacipAfUCEnJ2aiu2jVdb1UqPFUVjI0PyuEIfkDYCamlwoAtGa
kulFdNZ5UmJ2VZC6BldLZbrkMdhTqzKJSquaKdBphH4CVgcQ3+UXYuBzYHMT1DA/+m7g9sDBF4KZ
BhLAS14VAYyIzh2lXlauG7MLthKgBsRFLrOTwRIKHBV41yHSFQsKZC/ZgK+MhleqUCvAmwGwU+1J
5bptUmhcSKEQHbtBhSy8H/DKKU+c9r5CTHUErL3Lt0FSd5EuSHmIOfZ8wuttUvjhEw50FRhuyBP3
AY2XTWH6PYPUall4CrgHQyHZBEmkdJob8D2kRb2glI51xuTSW8izPWuwcd/JS7yOAnp/Ir6OV3Dd
ykXDyx1ox+SkjfW6H/hIl2KVa06gd+3f/Bbt06uiEBm06uQRiK6RReAdmoPSq6Wcpw5mELXtCjIx
3h3p4paYjKRkrS4yKgjOSVYkbwN8v15PWEcoMJM+JArhQtTnPiCFYsQBXx/LJFQqSpwsYhdJJYQD
mBTjIFnh0ArOuvULJzRI0A13yN+0kcbkAK3QKunUdMt3cZ8j5ubbZc55Q6CL4PT8UNmYFOgm9rid
kxPSWIwYkUHvcQG9sUBJhlbjS9mpL9Ai/Z7xRNqSsMkhFhlVBfLXEuh5DbR2Ny+IIQplWQRJ1VBJ
cdOcugKbrUa9K8TbbZwMOheFuaR1vRy/yUKkHlJORg4cpRGv07IEfVWeJHcvUVRkFe3LyBt1lKqc
NgggKLrjmBPhBn7PJAjKqCd63ipUUPjUUmiHIRdHehlier4v6WnXljaOkArVdjDpANdZhqSwCjfo
6kNU4E7YcFnYDpvCcVLIy2au59tl7metxqObcSf3bRJZTC6nKMT0jB9qpSSALqKvAlHchkVWYwmC
pN+HJMp2TJXGOdgNMyFaQPJVxcPASgj2AYWuY91rS0w1k/JCCsnJugUfGOny1sDL6+w8qNuuiyYt
3H3V+85gpKLoQ6sGmse4N90dH0UpSJD9KFpCMtMDuXhVPkIHfJF3MeqLqYv3i4ZFlTxmStiBREOt
8pXUFJKkkcZPT4ErZKDilQLWTOuSf0pkNX/JawDq9Srics4Y5HIoLLfmlLsKgFiXdrjaI4Fdo/eh
2MZskTUPasB3icYXGeOZlZLW5zBxmX3WsTVKrW4l7evWCTnscE9hIbUTe4meS9CHsJi2D3idR7SO
tqC+Rgjpk77e4j0dHR8QKYLiBWyojpnnPSMarcsmqiWGXVHqTeYMHnX66J1EeCn0CIIoiUVwwzBa
IiquvyiQ/ypWrJKU3hKlsx4/rBqtVQD4D9mIUbY513d3YLbzi5WiFKi9tE0lVKYYitGwTEVoPKS9
mHtaEHFFsUmjFHDfIikUZ4XCWVQuoNfowC8QxfQdXIfNWoFoW2fXRas2+sDlEPIQSKsaeVnLL1lY
eZnel0PJYJNzA7ttKt/5qJWGjVe1n3ZA2eUcKU2pqNncDAPVbXE9cO1H0DduAIIKN3LtplGYWudr
OLBotuYA3c9yN0Jms4hcLZTaj6TJoU9Z1s1bJZOdl4HvMUVNDc0RmfKsljzaM7mHShQMlTDVks1k
tOTyY8uoWlRmKGURukWrZevEns1VJdrF8jzs0IsP/UutFCQ8iSyD7D6NvCxYD1GpvCh16dBWFepP
3lP/L3tf0mNJjib3X+YsFuhOX6++vC32JTMi8kLkUun03UknnaSf5jAHQTrqNICg0wi66qBfpe4f
IXvd1ZiuHmCAPgqYQwFVqIxExAt30j4z+8z4pbdiQiH3HJ22bNeXSS9dNUuktxCig3s29frXJB1V
5TeJhnJMsh9NkMDijPuP3SySh2hDoVt/G4kh+KHFKC+EJe6y5BI3dcuaQ5h37Zd0wU52F2OdVWHP
oBh7Rw4jB0awwfa85+s9AOl0kMtwi6H0yxyprh7G6xtHFnXeer1WxuThqfPYQeiiVZey1c1xCP1F
rhs9maZJK49452LYtD8JqtubFMtzNUnIiLYW0tVtRob7IRsfAINmlHN06oBIp2eleyAAdIocE5Sg
QmO9k3nqKp71lxg9I71oloP34H6zYTqZMT1tUXwTGddXJrLvoED4/dxaXUwzh+tT43iHnbermVP5
3Wi9OQRbup1wPPw0+dwf41R9WZu80k3HT7AffKZyzIvEd7VDqPhDz9exDpy44M/wi1/V8r0J+/e5
wemMqSw89l7coG75pMR6WPPxCQB5hrBMn7jagJpIfGrGlbYQ9XBNiaC77B4dWaGmYYly9LaIsYWj
8U2UuYGhks8G8bVj97gEKeCRnskdfoO8lEnQPYud9fD1hbHAcWX5HaE7DC/MqhKvkisJVn0Ok0J/
s10WEOaD6wq9WXQuhtoA+5H4qw6EvQnllLyy0CZfu30S91svv0Csjh+ZGPStySivlzkdLiQijyEz
rlpj/hrEcH3zLVEFpruS+vQ9FfROqQx1hHGgvy5BhOaqMbkuwitQonN8YSQVVWuz/dvW70cphkLm
4iM0CTTRjleJCo+o9EJoLV/e9aTwFkERuDMLxPlF9awMQ323O3BSwrVv0IeeM8K6Ylvcmfd0ObIo
7+9y+iML22LFxloBC/VpCczrohJcdPi7LqsgfZlG6PJLNlqsWfAG5AK2bbB4+qbRJe9apZ87mwW1
g+waL3w5JlPjaoNldlxDTTEaPOZe37A5EaUIB1awYWTP0TjON7DlPKEE55mJGK0fe5jcJ3bKvsU2
BEJKfHrIMnmDZ9S8Jqq/RSXn7TLx6Va0pPS2u5sYkurzflFlT0dWNH3sz6vuk3MsJKvZ1jwPZDsY
vflK7faAZgfILwIFQZC1G3uJcnWEoeIZkeHHvt2m0xqZ5oYymX73fhTvmd2a14Yp2KKWfHj3Uxre
i9QNS23hzLoXAs7zdlECbsIEjiWSovQLrpPScIbkmw5uuSxYpyPZPfuBZL7289gCS9GmzW7NtPGK
5LQ/8N1+HrZxr5d8WS7xPlxm2uEJZdw8LcqkFyv2V5qT7ERnmX64gE1FokABLOmc1tOW6gMf/SWS
fVjwgbSXqQ/ZadlFU6cUOQ6z5Q1iYb0Yv+4LffHSRq+G4bqzGcgDjtO/6kTyqtKged46i4zrfgDo
DVPsrlPtyom1c+V7/rkL1Y2kLVxvY5fGoD5tLPBGghbwXicfTZjwux0H+A3LRgxfWBkoWJu3d6NR
IPoMO1r8akpqEbI0C0br9LrjEHhZ9YKg3UrMtNrZFDxgbQ1H/azRq44Q+WObYwuCmAh+JB4wUwR+
ny6B5yzAsg/ZvqZ5o5+6ZmEPSYvdRtyXvIjQMHYT+Q6aoOtuMHC2VewdeeV7N8F3hTKPb2nqnvJW
51+jGJ8VhkvTZN29FUsmyxbAF5Xj0pyR136Z8fIAkA/67HKKbjUl47cUv+a7LSVdOad6uhNkMWM5
oRmscKwZD4EnCPDL4BKUcaNfp264tVPAStcP2GYI+gh17UAD+877Z4W11ksyJhWCk7I3tYC2KDYw
Bw+IBE9OI/V5CSGuw6vJJxRztW9Y2dY/VwP4EPaG1mLnO1JwEB6FpVJEWsh2vRvb5LtJcFZuMz2n
OjpNlB33pTu4AUMhqgcRe83zfbm08RxeBuyglKub/V7RSY4OZAKDlmq3sc9fRLy5FUHyS8bcY4TQ
LoZYEM5Fh/ETJVTJc6u3Jm/rxe0i8kfMZ8qvVdCohNRUrWED9T1Me0mKVsarwcScx7IpLZRyLIju
vAV8rhEYIYIiQ9eW/Jbl3GzX/KQhjprKOS2SOiJ7sqDviYFAxGW+zlawQ6cbOvvvgQ2a/DFasUBj
p3WrW9jfXVt0O/5UdmcpNWFW03hT5ilfAmDRYchX4TEntfOWvjeuC0f1tTfwx0wnt6Rros/I41YZ
AFKrpnY8LEkcMXdE+Eyw8eOWsDGLC2mY3/ZDKNemHS4u8SvrIO7sG92XAlOiYwjC47nC8mtoZXKY
g2H+0qwLL7iMwgMTFMJ8NqjssM9dUEnLsb8VNWu5cHXMx/A7Ll1d5kOnXpTstrbA0nBQRy3xhzRy
aBPLxxEoev45L9tyGAd8pmsqPwXX1IksxhJ2gh4SQy6dpKTuCN+xvBFhgN07tC7M6ICVOAMKjt/h
h8sCVUuHR1Mi1aagsTQnxQaE8XTBhnoiw2BHT3L6PqLD4IJXUWHbpU+fWjaSO7uvmBnN0J1mS5Ny
bJKs0DNFj7WNCTw9OrlRe9TqE0oK8T75HQnDA24Snein1qwI7klXt7xlezfvJdeqYcXqoqTmi8Ts
BAtf95BPvv8ICHJENU/6g4zSWdZKYpsLxsm2nSo4uvC8NqvohoqAsdwLMElgJDz8MmO1xylxBQhH
YIkgX8KzFbk4xm3YbNXiU/YmWsi8VRP34hLiV1t16DYooqzNMUDb4ROdu7RohXK3crVJhbDYe7dG
/VlDBpBjUnQ+XMtYbYdohAmODqhFd16e2YTsuox3ouT7vD9Fu+XIJUPQ/cSV/kQELYkagDVQhXff
B5g6CsDVnwHxTV+sNlxvld6CW0LIc9sydiQIzatWHEMHO4g7m43kgJyqSgV0ugxiGI75BmhbzGpI
q9bEoLLIbNNnGlu00kmkpDZ09S+SueQrIY0sfDKw87olURHZJjhOCUFBahu+LSxfzoGxsFEo/ykZ
9zsfr8leIA9LHWknn5iFnSQ2O7ul+/ZTT9jP0rqZzzqNZN2v2XqOIn/qpsA9zRblLi1e9QfRyuTc
9nl4XJLF65rMc+JOsOORO7MabioLIuOR21SLcsJT8QaKhtcIQpInMk4wCEU0rUiXYmslSvkrsGJ3
TpIWD32IeCrYw5+RZLrVQ9CPTzOyKgF4uLsMnATkwOYWknkyLhVpEohODG6QlKAuL+sGjeeZbA0c
f9c1uwSL0dg823Z+CZcoOw5Rbn2NpJD0aLHefdv0K6nHpotfsJe2G8SAdfj5NoVkrGm2Gnn62weN
0+Xz3uNL4i6fmyINQN3Vse3vZpLGj6MBHlb5Jl/gR1aF9SQv81Yg2FoEgUKsFQp3Rrp0x0jEmEbQ
fHEYQ1kviTyoXOtvBsFnhQVZe+pgMak8GfcqRu1HGWBE/NFhxLjpTIO6LRqLo6YYQSJUkRRG8+FA
8h2Hf+/NGyb2uM8KMTZxAvMmaF1RBdO00hOamxP13jrB8Mbwpebpst57jNi3Ob7/V3Abro4x4X/R
CUjJMm7c53jqYcrrjcaMJAdswjmHuxAdEzXRwp0CMNGbDdSFx5PjZZ405LOn045PN4UPfCDyGq4a
HVcn5SXgcBzqKDKf9Irhl/WwCIRQUJsVIBlsMQpUZz5uL0sTP3sKR6/ee195n5o7Pu/sbDXB0Z8A
SkyWg9bzzaGN4PvquugdggNKxneZFMoD5AegBYDjcANnLU+Pct7C2xHldyfusgxpGjqs9D7NZzVQ
dxjT2Dy4hiH/PBuCI4i6/LNHP+R9quJfjePTI2uj4ZgmAWAIsPb3ZdPbYWBE3W+Dc1VHEZCaTosr
Yk2bUwjJ8cly/Q4m6hgOpDI5UF2cNZcIcU0FNfAn8UmBelDTc7wO09mYmAR1EAPAFMp6dcDYA4NG
vOD1njItnzVxtFAynWrXSnFa+xHuyF1/jKFy53zMxC04UjQWLoKdfdwvjxTrpeUucyRRC+xQw6wF
E7ZPbV/GAijQ9unSF5lR7FsSxuSIiMwGevfM5r5o8nn9ASpq/973cXLJcpAq2YhrIfDYoFvFamqe
JOShm8l2JgNB0TPoqxEXvBavoAGmQwilodzFEp8V6t7HYBxvwDPOhR6jU6un7L4V9k4hP6vMrDil
gvizlqt77JDjdZo8b94y4I2uVnM2iHLZ0cFbOMjVT55fCzj9gON09lt7dEgxG3GOShe+gLaeSt6p
T6aR6UFM+HRsiIVCQw08WvKopgkaRBQ/OWrxRIt4l6wEBbXeiYAv32Q4wa3eJ4HAbu0Urv0hSfPu
gC+nX8AgrNsXb9N9OAKELCdw/OlZ0mteK8lHmFyB1gOUxiXskszd1JzjtAnC9z631Z5iCRblPc0P
AAv/Fao97ix6VZmQGjrWXCf1YNzb1iG4S7tbkCBrCdkxadBhutzOLB5qbBuiDnSNAYQ9m0FJumGg
D2IGDD6kOaIk4iDFiINVj3IlHGWlIRaGm3Y68Fynv3o2rriLZ1eB1JzuJW3CV27y6JIajumpYy2S
PCSJn/ia7WV/NRVKMG2F27YZEA5YoBzGTZ37DC9mvGDpmLHOo/MpXPDY7MHTHDtdrynBBdzOnB3H
jQ34JiPdPUfEoReuaS2mVt2htmLbbVDkFpKWC8CSDjRC/CAZ5rcA91sRgk12xSgVQLoRrB7Xral1
EJkSFLN4Bf9iDgMwXGkJ43DVYQRbRzG/cYrjHYJSfvFDGD7DpBg/XxmjJ/A78SXsVnnx8ZDoYpgS
c0pblh8H5BU+bbjVXmf83KIYVdefAFeXKl8gfwy2c89IkfiyJlP/kWTh4koLHzTcJ9n1YxmVD77s
17L6QrTTNQSEMAwrOvZf9Kb2t6DPkiLYlmAFaFTjd5+00N62LMPzgfE021Fu0XcrO2HGxhZSM7fR
xWCl+zZYBnnpgmi7RawSf0MxrSkxN9GKzhTdtUnXb6/apPMx79au5KAwT3gW0SY+WnFNn+hRNg/X
jvdrPSbMN1/jdr6b5wxxxl6h3raVOeaMPgHHhC14kuNHn1m0aPCdM5o+WmJ6+0Y1dR3EGtrwUmFU
/mmcxnBTAk2De8topm8czaLtMLKl96jcCUlwM3KC7joj6Q2a7HKID9DTkukGD+I41SZQy4s3634a
csPBBMXRoVEs7Q4JiJR7b+X0hS1hAnURhFuPOUuGD7Kn3yC9pVuVZDM75E6F92loAP9pCnCIY02x
DykH8dki1UdF0F7CYiUdsm8Hmm6XBphG85nQWi9O/5pNuaDPPRjHCvzl/qr6EDC2u3LrITpebUSP
+SxfNtriQUlovXpx32FLdNny58VAtkT5eSX26bVV6ZccdXY5W+60ladMcBMXHE94pV10g7OxBLPd
X7TgBcI+ISnsYICh8x4z8KFg9rqLTXlSNAO/9R3U56SJMfOaG/zAqPQO4yqJkOMRSn/oqJ8PyY7a
YIPU2yy5qjlzVGCV+zEmEzQMuL68FvfNMh9QCI5j0jh22kz47Bz0L6kSgeka+RGrgkt07T7GPJ+q
PsFV0cZIGEBZcQCu4pSB829GcUO2xRxg/cH/xz/5ApobUvI5VEj3IcGxFTlmDyIxnLfc1qwX6UuK
KbDuhLsGppc8yxGqjHek2vqtiuxy31Jzv/EUi0Bm/ZlP0yMaX2gZAs0/ESjFaJM/h3F3N2xxVvlW
gjkXyKVx/Ul5mj42NrsJBrNVPFw+Ajp8g0/tIfawbm7YdBhGWWVN+pN1MC6YKIue+3ZsnkZP75bR
fR8aZUvEERQgSZAAwdLjuJi9lgjcqrJ2EpcBV1O9gyUr+ISJF7Vy7U2LiLESk3sD7H7dJ3JG3DW5
kA4j1bVN0C4V43I4jKD9mt3cgq1uYZho2Pc9BvXek7t+6p5GBvYFDWb4RKBHo0Z8xAfZ0LFEzALE
oHF9w+dz8pu4CRR7Y7lYRBlFMr1ROEKOQHwcdwrUp8659i6zyr7hRcgR+zUhb2Xd8ITukYO+oRPr
ilzGUelEgC52OWQNXmXPHjC/Bgq0s4fqA5o2D4slxJJ1lfYBvY8AbMD5BnmxwFsON8U04UEw/Cs2
+ML6yk8UkLi/mMiwn9fzqzR07L9zKDDq0i8E6bjNDhz2KDqh9B2HMOZALNoENvjIYrCzMkyih3Tw
M+CbasVL1NPcA9yZBMXSCM/s1gtSolosrasExT9NvNGfBudp8Z/0SF2bGdMiSQJA6iMMp+2A6mu9
vP+VXek3J9BfO3/+ZpsL/pdrYh1IBTCf0N7o38bpdL3M1UxFc2I6F09DNOhnG0gMTxTjhKtcNtG0
CIINn3hrDDhoCQeALked84/JzOEDvAoRCgfJMKRHF8WxfZ6gjK8lDBhUF7ppkRel2OaQczDaFKWA
+QTfLxdO3rJkwl/iI/BKhm1whzRcBfWC335Y/OnH/Lvca3ftdzWv889/Yzv7nWvtYfl1etHq11/1
3dfl/wuDGhxL/65B7f/+73/6w3/9l9/70vA1f/alsfgXim0wuDHg+IRTO4af+M++tDD/BXb1iEHn
j6CTXu2if7Gl/RKiwheZOeicy7GPF8Iu9pstjQS/YMGYBfk1OSyGqwy9b3+HL4397fpqQHEMIQ8Y
5NPV7Qlb7O/tWdi16FbcS8/wmezTWbUace7UG2EL0Thy5xv1IkGno6gA+oAqliUO72K4IQjw8Sw+
iE0VsBTaYrpC4WBrjxoSXFwKH6RNSdLcwx7RBeh6Wsdmx/se4wmqRLfbdzrMYNpt1nmEhDUhBeWT
txxGDr25OpRZlxUBBeEMjq9Bn1QT7fJWRlQKfgTxpeGE7oN94085WjXSADUZYO6CAwvFtCCBIwlV
dBR8WcIAjala+heLat/hpolXVsotGWHwia3Ht2qXdkzK1HTti4qaBAQF/A3IMrMbgu3sGs4CbXO7
a45NqyGg0m2kY9HiTH+3hqQQDLaJmrIJA4IS2pB3P0EWRu8SxMJ978YJpAkCn0Sxtc3kSyz0hEkR
7kOWlHSelTwgB8/lhYeIHRcgCRow1tR2E1DpQk+5H6ftyIHHvnepU6RSy94ABnLo2YfNUvYFBJz8
tJi1KQVcCOqQ7Vym9dxA0S5sBA4A4Befh8zWJb+BlSUN4W7OgvbDhLz/HnNE+oCNkvv6Bm+5xZoe
JctH54a+ryCnQ0HxYhvOow8iWzs9xm9Tq/evKQ5PUhAxeazvjW3gS4oTGcrXMix9ZeOu4jYEUEnh
g+BFP7L+FtrACPV+VpjzJLruGiiKcoaiDInzwSIaV6EkJY8FNlncOhfILt9v00wjwlTaERc1Yy5C
EpkMQM1PuIUgYKwrg67cZJxA1WUAbLi4Mkyi3R6YQz8iVrIkE0l4teQbg/0tjva8YNJT7FO5eKXV
OOH8Lno3Q9kOJsZBVvpV/BpAEyAQ+/dpKRB1LYfSQnHrMEYSIJkctAfa8KzN7lUY4tiGcwg+PRd0
WkBM6vpvwTIFj06YYTwOjrQ/slVbJOTlk2jrbU2213ZMw2erU25ZxRDnEi513+INAPaC7ANjv4B1
hH/4vsmHnw3sNTGmFpvsyBxtGzwdsGu5fi53EyeoY8Eb3t+Roc++I3bJpoWhLlqPAo+bhna0edwg
cC3WyJFQ8R3ROA5KMZvtHZ6o5C6fxwBhw/tiAUVw78c1Iq7QtzulkaIHi+nnyme6Hz7p0gaENa6O
z03awoKVp4sYTmj4CeLz7ld/ZEunv3Et0lexQ/ct93UcnliebpCqE2gG9QxLX3+jU2La2hviTuES
NiAcTI7hcI/dfYau5v6A+PXuFMHDZY9j1uyv1iIdqvBLmP+kS9Pf51zu/i4lmVwrxcLkRYet/aCb
UDi6ZG58rUIBtE77lFciTEeEwINWNKsECA8EmNlyoQJT79RJ+TxbBoaNJV0S19g7wF5T3CCTaZUb
+xBT0r3JkVGGMcWxtsSsgfzFjNPk0UIaIUUsFewacGSg0SyP+0/QpiF7IxAFW1kqV8NFzW2GJWeP
x/cwZKlC6jAcNr4MFjH2x0Br/3OZ2eTW29ik0CwOKevnaAFUtOMzBs5WFgbmna8I6JgBdWKUMzSp
2FOQVsK3VabNeNeZCLSKA/qOjmyS/qHRvR4xKlArD4ADLCpjrlYUHcVZR/FXt0CHUwQf2FNEBTQW
1UbgOrDtDqthB1v0WhG7jt0poBH+nlH3avviFNw/1yVdh6M+wtLVtzzrIqy8gJ/7LnHOvyNeJP1G
pzF4TiaRHdh6TbLEOLWvj3O8RBPGaKaa00xmtCcnQ5t/j6m9knFYsLOXTNvZFL4BUYXHv5uwM8Yx
JhQDmgROAeoy8ho+MHwcDnwXZlC1JdgT6M3+RacjXglQFCE6l+EgQe1gchUUYCtOTY0IQRAY4Yrc
tIoPRkpoCjmUjCkg+gbJdAHojJnaz0uuXQZQtmYXZL4EK8onFBSOJA/W3/pr/wMs/UNIo38PLP3h
f/6fP/7zvwFL16/5DSzRX3BYYaUtjTOs6wfXXaDfwFL2S4Z4rQz1xlAHkT+Hr/kNLQESUQxdWGiG
eIVYfPzbv8Kl8Bf86RQ2/hDR/YA5yDT4O+BS9KeQ539dDcFxirVYuOmvgSohtqj/tEr6V8tK8ya4
13n6onsRozkKIywC8Xh+lotVn2GUiOo1T4Z72P3np2n30A6D2OGl0HCfdpwhnXXsq8aw9R7KjPsI
MYO9eITlvAJTLQdjV3+Oh6H7vPvglSAI6xOgk8DUtTZPeHj3m0jTuAaj4rYCzgR/SCT+e+p6bOKb
CHajTQ+3rBXZZdSYlwo9XG1GHVGGVgvi8mop9PbeZ9JHRSfEAplnSuMv8YisPmzMwztRDglbH0Jw
ojedjDHOc/huLonBtA5mONEpVNxlzw6gfdKhpEPew1FoYQTzDWlPFOb1HpQjm+FZxpSCCXVKxFlT
Yz6vSdCOCMPy0dMIYhhGFA2RmUdxKdHl/BhBRgNrH9hq9vFyTlxL0JE1aQgaErMaeMqm0ktwWc08
HWGEuI8SQW+66E9Sh3u06Tt8W48aN4nvINUlUv6U7EssiH1qLDKE1+yb6v0tFLWajzf73F7spj+l
IypZetAu1qUFpeqFCv6D8Hy7SGXfF+gEZ7Ns4YOKsjJKEYev2JpWYZd8C6nLblfoFfioHjIRvbhc
LnW0mYOQEHw8F823rouHCm6A75CaYHGNYfeko/6RJPCSL/DSfgCFfIArO9uQXJDq1gN08wHzoe8Q
c+DmHxNNXiCG/4z24BN2PF54TDHOB3WvkMMMI1Y5EfybxOlWmZZFWwGHAwh52DwP3ZItJz/ysFYk
ek6W8VWNgbyFkPw1Zt6jn5WfJDwtejFQzhScQdsYsRCLk7B+url9RV4owDuDqxgco6VhjV54+nO2
+H2FpECUaoeeAuFAhkEFhNekn4/xNfIFVItkuvtsI+4vLk3KXkCT2t63YUjMD9KaFwVHWjN9yFib
uNTbGmE4AEKefbaGtVwEjO0kUgK1BwqMDs5hnhUxYcGE79mby5ST0Fy5u3G7DWS3fiU0nR5B4iZ1
xgxYcRHCVK6WwMNb7+ABb7upasWK1boGx3+4wTkqoGzIBu7MFvUVSJx/TDuZQ0lbTzZa3xB7g5F6
fGbWI3cifMG4As7DYx88XJ5wxbQHVLSARMv79cYwh/ihqP2gKHeFyoG8p1mMBU1gexrw85jF3MK1
CUsUxD9meigYekdqWJTdYkjJcKPiko4migKEeL0fe0UvcJdlJWhDLN3h40ceJ6EIkIPp10V7WkT9
AoopXB9k0K8IA5D8FhbhCBz1cEv0ruFoAZWyknGrU8g1lRgNbvW5eRlFm50Ruhm+kjFuniiuwXLp
8VGyJPOHHDK1KHJtfgxt8za2CqLLT9TqBK9Dtst6lAn5PCWwhQcyB2ki35YJFgQ4EXE8seDUj2ll
kgytiw6fB4WPv1470NlwqkGGAucPylSM5a7pKuEAMwn45ugUOZ4dggkWQwaM9y3gTXrA7LmVmHPC
D+/y56afTpzA1R0DFIrJfWvG/gnletHVdoxBEr6jWb+s29XhMvZb4SmqLeORd0eAojJbu+8cH121
julaLTz+Lrb+7CX6HoAQm2X9DuDTf+un9dSpSEIVC0snwZ6MUVtFri/x+T+0kbmfgviZkHVBcd4G
R1yEAvSMvlOF15Hm86ntIRWF+B201lX9hvz6SQEbTzy+79JhecSPo0o37+09aoZM3QWwOJLIWEBi
dmm0b+qE2xPUnPQUifYzxboWirLCj7wNAeijVPBXxOg2l3UMxGFswxxCVTsjdIU3nwY+vHUyglAr
ME0kH8gVQT8zQsen0xK2jNc4bKM3gfvzkbEFrRsWIYQ8a74hNBfvbiTwwfkEOKuTxbynG3Yrmhh4
d4u+W1QE4ugBex/qmJzhXwNSdoLcMLpR8xUxPuNNFBj9bXZXhtCFcfwd6asTVol4hNkmAPsbF1lP
kQO7y/SInN4NnlDVZ3fhPAefrm0cpYs6AmmQxvdD3pn7cZsULGGKs0enAl1qpYIKJzdSXaAtnK1C
gkAacJOBKb2Kifk63KvJwvA8JWNJens1EGK26wgGZbflcQFrcXvaYes7OkS+vy1NU8M3eB9xfVIG
gSvjacbK1ikIuwkNTMNmig1HYLI223mbLRI/kp8ElP0Nc5RWjRuSDe6Sa9GPjMgJsBVpN7TnhxQ/
y5pv+40aZfC4EuxbJBYfAX6GzSWfsUpm8Q21y/O+xgDh61fYaNoDMG76iRjPDy4d10pTrau5We0J
Vl5e80wmnxvaz18JG/ZX5A9jD5Vv4x3D4tFn0lpx9v1EjhH8CBeIDOLShzm5J4PyTwSDxwcKbRpI
MIAiuD19xs99hP2wyOrkWSsy3Y4tnT7rYJ6+iSDZX1osf1U0cWs1RZwesjHjj9hoxuYHtjTOK5w3
f17U+w8o/A9h8u/zhv/lX/74z//4x//1n//wP/7xD//tv/+OPbx+5W+AOPwlgH8WLWBgj7Mwugbu
/hkQM/oLHPNAxKhJSmEZZAC9fwHEYfxLGsCPjeXVOIWIe010/At/GKa/sCBF/iLm8r8fEGNj/ndr
ljE2TEFpJzDMAK+H1xXX3/OHrNkYVEtMwg1tjnJZXiNHNl9O20T8UcU7FJk4S+u8gZPXwB/3sKxT
e2M72b8PtM+/uDDz34lQaw9XMmKb0qyX4Xle2ofNEDj4Zlg2gQJJaTvxliVttWztt+uocIi7CJZ8
GLr/H3Nnrh25lmbnFxJq4QAHkyMjgJhIBmcmyXSwkkkm5ukAOBisXr3a0JLclqEXkGRIltSGXqmr
6h30RVWpOzOr6t5Vstq+AxgRwME/7P1tO8YtpBWSK+eRazl7GvsjZp8d/rAxGmvmXtb4MqrudkR8
ES5+mnK2WwwZdfVoj7EZIkmXnyB7d9vUzBdWyQP7AZxmix73dukjOMgrK35XmSCZLZND2TzgAQVd
xUOjeZyK0n9oKhw8TrnmuAqchBf8ZHbXSe0hVcvUcGs4lS421jJX1t6PJ43IE+x88smi+R8fhdFj
X8o6tWSwuVOh32XXjf15PaKH6OwlJz7UCJhK6TkWTrFphUj7aBkmcWpSyrrBjTFTjKVb6OdR2kuw
ZV7j7rPC0sQqtnhNtmg4UGgn7ZjcpdKZTmlfIAWnUfGolewpjix78QmiMOLkkSihbry253rcW7Gn
jLDhtXqSzTR/smLNJCdwq9OEiIVr343wc9gXEn2aLKa9mUyjP1hTk1xx6/DyYSm2MA9BSqaCo4Fi
BFVQT+3pZ+GERqTOwTKO6UFmi9yl6EWiqfPkJZPAbVsgVTfzy0EVj4wME6Yi6iEwhnYHBXC98zBP
8j7OnlcnSE+MfHK8REFghHlFgg7H3dlJ2y2pEs++QkDxlJqV5bOAY5nPhioJhiXiXcVRGv7ty5Bf
XHP8sBD5q2uT8yH6L27/fyNufZNj5q8vQ3779//9d//5H37/j//w2//6P373f/73P/+vf/r9f/nH
f/6n//nD6Xb+X/zpdPPZjeCu98gGB2jx3ekm3N9IV7hszCziibBu/8vRxoFI2AbH1zlKgG0Kc4D/
d7RJ9zd43s/bNuz64Ig5LP+GXl+QcPPT2SZZ3vnMG0iCI56au/XHs41ein2OpkjKXFFZEZNXAv2s
ske5Ib1hpHuXLswSo+69K8ToAD6A/8zYRWK2DO01KVWuZHM7duR/t2qGdY+qEbk3IID1Wsp89O+m
DmN4wIZ8SOL7Qkqlr+rcLLstZsJAHdbKzfcFGubkwppagS1a1GMaRBmWY/3grqbFzHqpa7tHjWit
9PBsOvovJagDJs5lZSUCSGVsJHcIItc5cgK1uJ/NvhhaJIN8aqKZ8xl4wmbt4mW+AfM8kzOz8vbX
20lVxfCETdf1aPkQ1Iezv6zlTcVRp/ZFzYrmwbQMpzh7l9vqrTd6785Jate8c0ZXnkUoXT9H9tx4
jOTEXKHk0G3XHEqttP84Ll7j9PSLfgPNQ+NBfKsSLFaHwQ+mVUYWoorqmLuZDk66GZQV2Xr1vOXE
O9HJCQCrPNt0NnO5Tsm18LuRA4WP1yyvzhAY68U0s839sP006ErsN00POiNtCuTEawWSYENhG+B0
d6BtWocipZu6a5kOq8/06Vl/nbkGKw7bbSfixVo7978hLRjGgxibtf/Aqy4YG8+ICxHn0MPZhoUc
xMf4GyEBqu0uROybpXMEb6FZD3nCT/JtNkvXYeSyoiiNG1zYfdhVEl04ooA2QNU7ndeF4WLnLh3A
oGNjThG8dU3GF5GV8Xj+91XZ36BVaGzQAnWwvhj4vDNsATOu7/ioS1f0n+Us+vhltVgCf+oYrDa3
XlejkA+6/dpnj3bgyMtisgtaIEZHyQShayi8F7m47btoiphNjtYvnPltFCd0COcb9y4t2DlId0bo
2kzTioIqwXNRJcnMFzHP5S0iE5TQdiLj8bWzinK6dCyFd9S0s8mM+sw0gFONrRz9iFF37cxhXwbV
Yznzwt7kMm92+flcj88nPD8qQh8UzigSEdpyGyNfQJTgFPw5s8iKBMlr7r52eDjg9ziZQhJSBVNm
snWjib6djCBGWJT4rqEoaTHKFhvR0u5dsdPITDRI1ry+uVLEoOWcuXCsa4yKzXpTWjTFmDP88bUo
YURT5bNPb4alsgkoK/WOJyx+5V+19nk7AjQfpMUrhJV+0p2CMlXuhSkyoswYJ+nh3mgR8p4dZLiW
qA2aggeXlA5pvGR66fXbglZmevdlH/hH062wqbFEm2BkLm1jfVMmxf9OsDEhsGXq8pwKZRmZ1c82
2JYb1bcNqnijr+5ZFTOQGdDhgolTHb4tljJ5KMde4fDW6P0ZYOHGCMfFaF4NnXZplBfsbOAccHRc
tzHPDLDRTG7W4GyMmXzDn6OgKPyDV6N/3xERamwl7l83DLyB1V3is2GzgrHsQlwC+VWxmDnUigK6
xWW8DtV6oLMg2jaJG+JD2N341pbCoHrRFZNOdp5BcWnYSt82S2XgbM9zl8znVpb9Brdp/TJa1foR
N9K9ZLO8hnrMpvfG8vU2aSb3vkr9lzV2lvuYUBQbDKlCMFSksbFD+F7sq8LAAIC8/NzRc37yhxjE
o3pmc/S6TOzXRk9bYBD8ZZXR969zMLOBzSoj+5rEkwGHQyc3A/9PdEzQf8ozO8QB7LpvTdfed/G4
XNVWWT0meTXd4VO3rQtQbN+YSmAaiLNa7jpjbV/bNWiecg8OQmgOwvqmLcEaRRHJsTEWn9Jrzbxp
W/mDwCS2rgy6ap18Mwfbe/FKlGrhPMohzJbZ3aqhysuL0VVeCD7U+STpudf9Ggv2haynzlYnq7ga
dIXdT1txd5MGhrd1J+aEW9zDSDbr3p4/RqWfBuXqdONNun5h9NQ9cgJY2KekEattVRnFcSTl/t0v
dXCdYSiJfKdOgB5Zy6lkj/R5StNVXJXNQA7ZWCrCu60pv/G63Lvja56PcAKKz307inQjGjpl7fOh
NnViSkKP6kRnIZYRK6w7IVqGFK56nnjZJ1E7W2639zR2OjzNLqeil76gj9GnBLPw3oyFfHRZc70q
c8I+6rvujrltdt9KuyfNZjYP2KkuKPDxMtnto1lATWC1PMU3S2+g9coXEQJlYb7EGGG5HFwOW7sd
Dpk1WNPGjFV3GJF1XtiT6Twpkb3JrsUnNidXRYogA72mM3wSbSu560158uR4Q25U+diuKwwBoeH9
qjWN5qah58/iq6FhoO6Mg7oby7G5DNZzKYAAsXrN4t6DO+Ea94z8i2iom+bGjIsUO5aRMPbRat9V
nt4y3geIgtR2JrknH6nljUaiLW664tguuOAWAN0uxiud7Awzz66wFHxLMvwuXnasO5bIsbBuEWT3
D3QUmHgyJZ87I6OdyNprgC8nJbCo5Wmbsc9vKvNbXJDdrFR6KRWx2KKT6SfDMC2ERn0015U8Bomm
XOj7iy5gLlmZmoMFOUsTdignmSDiUXkEwACHz13f0f9nOmRpuqABG/dBkTeX7VTvaoJ4ukgTXtQe
W0udC/3W1BvsSjd1L+dLihz/wIEaXFVrznQIk8EnyiDD/cwSVyfveKWQlZll3d0XpUnr0ZbdGgWZ
UdebOI+H5xzUkH2hhmamJ2z6KtKQT4DEAHo4o0gcirVDlVCU3ONfn7xXWEj6LfUrt41QZC6QfsY6
YkwCnKYV39oEKveOQ676KHjlXzO/fC4bA6GjSjmemw6rpofuboz7hEERPeohHgIRofIEHjo7KefL
iFWq9szuhCYAfbybtciqh2EzL3NxReKK/8KTYSz4rGxaWNseLSyOWCEwB46fsDtl51Sj86k9ioSp
+igyEIeeWpavTOTGahOAQBhupIzPlPK2++rMtbVl2LaEq5jKzzrOK9SypovK0dUBv7FhQdrrvX6b
LxKTRtveWHnuMxzzPcKQzj0SVgwSipSQ1RUeT/6eJAdXPK1XBC91ya5q6/pqiR20gfVS7xtLE+/j
Gp7YGWLS27gwDGtD5Vx24Jo5TzfulEy7ebXGba9tvIYxhOw2m1tID0kxvQd5UT/URVa/+oVTvCyG
li9znA73c+A0AiPV2u20ufi0c/0AP6AA4zI272vlmYcuV/TtuemfWgHbp3Gnfuf5a/leTZa9Hwtp
HtJichkyjKCGGru6UdpMsfRguOuTPrvXkyS9NjXELp6q6sly/PXCsRzxTE9Koi6akbWD+NDkq/6w
HDIN59L7aLgb9hrdfgiA3Ni0KRoJJJf3lAk9L9NMVmGHOyJ0+86/teo4Pearl5wUkXcUdnPCu9aM
T0XTf2Slkxsh938QseHs7hW/pn3R924V9eNYPUt8clFTm+VeN2X6NlFJHiAM8cD1bDueegeEh+zh
TTXTKD9PTV2ywPmDyKlv53JjzIa3B7pOeerVSwqYR7FaF3nRbGL05CyShsJh52Ci2/XGWU8hRKtv
yEHGY7lSXzDxNL3t5OEECYsMmy+xYew0Lcat49ZqJ/fYFitFQ61qagbDkkf2J5AK6uq8Su8SFRsX
Pv68FjE5S4J+iK2nKk+JvMR2wcTTT8Z4M8cIpwxLOd8cdynfrG6cToCDqBZXqT4vVm1Fa9XHTahy
08VS39ftF0IZqgtRQwR313icw2WVsCtxHUWdoTp9V5Ue4x60MwklXX9bWpO81tWs9oLp07Yqq+He
E5ZzPZjod8K+XhwE0+fUnrPEYTNaY4fZc6yzC9daTfZYpuJOtJVXexEIobE44WIYw7Gt+lDMkwfX
x9DGxmfNC+oIoEkUo9a4IuncM08N93YZoZmCnOwB1rKRq9h0gtyx03UwesXjvE4mlu4F4Rrsqtw7
pJ1v33eGuRy6ppD5hVYZopYBq8bT1LJtRVmOV3zp5eKEkDTOyvS0EPPz2C8nZUFe2AijwN2CFiM9
LGltbylhIAzE2th3iXTZTKIi25TI8m/BhpRHuUBLn6s1efP6Ch8eYz3L2xZI1baTdM5gtMXl0Coy
Ykczsp+hXeWlWi8BDaDNsPtMs0kai1cj9ykCS1c9JnPPo9icqTGp55jfpE8AnRvH+dHglHtORid7
07nItri1ESU1fX0zSs4nPGQs6+B0cFQNqXEzrmNyMw3aZGuFZPdTbCOm1rxgllAx5bmWRTBuU1zl
29xJG9SEwjavM7vwroNGTl/EGTm2dK78qpsmgwyRO9DKyjxWNyWH4lFhqb3ypVs/1qjL2aIklNMt
+hcMpO3Q3rdtAH6yLsvLBePCZ7dIehbvsXs0GaRj5ejW+B2HQxeJip2+b6vpbq1RNmFs76du35Bf
F5nOIPaFm30FtJp8KrB4AK6309PAJAKmMluraOns/h6Gw3rQmcKKDi8gv+oyLB0DXuR9C8GKCVvt
XHSuvy4RAMBnTH/xETnB8rDERv7hDnkZLizDL7GjGZvRHOKv7HChFzl9eo3muLgHJQr3noYRkQzd
0l1qBSU32Nx/aYI2uMuwBu5QJfZbV/hH7NLjVYkIk8Wrg3jP5+OHdV12Dz6o98/D0FUnq1U03BMb
zpSNwrlvK5Zrh7vYsJxDGdcxB0hm5zNEDYelfMwG3mWbdpXbCTGEdvPQI2sELi5EswvsPHN3nN8w
pLt8yfZTGWcXIhnLUIyZo6hoVflJovBBWrnygvbqsom8ip6Q87sSd0Fi9c915/Vu6DbLRAE/JoUM
WS4SFJNMbnCXJG7T8qJtWafaNXienOkJRTXwyg17PfcwUDUBkrIcGUQIXPWXTjXyZZz76akVa+WE
cnagDSed8D+JepWa22kOjuyzUVkua5flb2uDtveQd9T4UwCEC0dr0c07YjeqHjRe/o7Zy4OO0E+3
umYeu9Gd/830c/3aE1TdX84r6LibRjjMk3wK/bOYYyk3uSreekfN82OugfKVzHSxY3ZT8hyQfXfo
kf49MPiI91024xCZENg5R9vpYOuZKlkOEzouuYGCBf2iYqtQRVaysDjPF1VfGI5samT1wXSFJdfM
t7jAg2KvVhtfDEvcKGs6591NzG4fF00+bdmi9ir0qKZCvCYG2s3S/AAwyRCkQTEwB0izwl7ootjR
nq7TlntcyGPror1A+m4tVwx2BoA6SVc94k6iQoHIYySscQUEA7PtnhjNZ/6GeEemXmeGoldl1ddx
EA5UET1sRs99yDD7R2qcjK8mRi36XvCs1WrPD2meySsKVDtiPuWFzN7NayPP8jsBwm5vTTbh8ar2
TqMh5wcYDMU1n5RGzKhwY3HUszJOFhWqvqqKjRR2cb34RrrFj9ZumfDBJUH9n2xXZ1lO3dAxSQ8Y
M8Zhk0O4cBqV37tNnJ5REGWAakdaZkjLVd66SAB7XDWNY54EGIgmhO5LFOdqzrZ3Ma7pat6rMtDM
3boBrB3TjsSPkIimeZjNIxoDCgjDflBt3yS3RtyO9G3cWRO2B1h20v2Q1TrWb2NS5c4OGFg3gMDy
FQ4yBYyx+ZSxV/QPY1GkOXqFuJjjl8EZfWVyF7JJ2FuVTscgglKYghLKvcK57WnG5TFG9TGEOZqF
KhqCKYgvU0svK2S7jKum8HOunLn1v035kLPc8fsYjzQ7Tb1sG5hL6kqTGXpL5yDzJ3yLmOUgbGTY
vRv03rt0bGL/FNPXxndObMcNPjxGBccVQF6+W4eCq2ZJ5bzX9MqwTP0cVofgzbzJADrmWPM9Ott5
0+YSkNDiWLHAfOzxzzXifPsurfK2PAAkMHDt8hrDfLkGYpuMeriUEwi63VTxmrnvJg8sA8uTKt5D
3hucE/Khgc1uUSzy4BQxfjjmQ5V3WTbsv/ekHzGR3KzjKuJ7w3e4eG+A7o58PmiyZ1K46GMS9NUA
Y3ogtsL2ieLY50BpMeilaCYPQ28Zxm2etUG1X6lfwKotaM8PgZzdGGIWgY8bRRtlPjFLdzl26xwg
GV0U/qvCo0u8DdCoB/BdVwa1/673yMgwZy/eZMOyXBkTONIkl1+CVLQXvQm3I1zSIFkjNJ/NFfv0
eQ2rVC8+EhZ6q9CYhIl1zKnc2x5T7RWWGkbMscXsr+PxpDspD6uM9+5kKAqkAUtd0a/VGQZkYckL
qDuqyn2Da5xstTLjJ8YY1cYylXccmR4eq8ISl+6yqmOMhRjfFV18oUk9SS311UXQixJ6fCHkftyo
zOpOzF+9R6fy1Y0Gu19s8HohKy5p3W7moX7v4vlp9ivQFMp/wUs4g+4ILrK2v7AG9OLaRVPtBLrZ
UnWdCYiQHjsT1s1aWDnoQSZaaZk+q5WKQ+ett8k7A/vnYKjdIFcsOWmS7tO5Nw6eVrTCkhKsHoiJ
KEByE6axHfyuCkkamsDomMQrI6PZMhgXt07fxaG2ErvaZrpN46PTa/K7EXsXDFU4wHGRB1u/FtmX
3kY0i66IB71g0x6EXqpt87SqFeFL6WGa65NDbjfVljjfBdFXed/7zpfMLb16U3HE36GEF3ttJsXR
RcV0TJFMPw6A0L4tvpte9zRlasNBCPJu9Xl3dcAB/LYZT2Icu1dMIgMwAguxv6WQ+LZc7jNuRfom
p7ajimfqMoGh+g2DI/IWp+fBdrMCd0Ir3Lc011d6nUsoREPyrFvDxaTYel/tOEcTXOFsOn+xL7j4
BpBuafaAAi3bCCxj10KUKLZZEYXMy/A9oGtk0q9xbRuJ2pmNL3dmmz67TYAqbhDQgzaqm6icrCC5
h6jbHno3+5BFDRwC7bPNQHFTaO9J1EDqRGFwVHeZySBU600wx9+kns4sq8p/a5BDk6UB+8Gq3pfW
dpkxQ9aF0fI8uiCuBJl6EA2p1gE2x5faU+2tV81fKOnh8pU4bM/jGSBbRXKb+YsfuYJxbOR54x01
2BsWM2ydccDbZ85vS9Y3G4qUaSfWtH5Zm0LV21KKYdtmbfdQDIS8o1Sby/u1We7EiG/CmEHzrMbU
HqsxMSJZ1vOmiU0RLWUmYCoVD3laGbBgAqWimEcWJhuMcF2Y9+tg3y/D8rQUxcGtBduOoXkxPNVc
shw9ZAJ+AAqSQ5rb0yuUjfWUjctFPOt1y64f9lHayn0s6uFSz6o5VbU/X0Aeo92grj2i/6PvaSEa
IfDBCLDWyTWC/13S+eKjCwbKOSK5ziNgtq1u545Hz1Zf2YKf17kxMZYsc0N/bg5NyZ7EGoJyZ2KM
ZwUAet+uSK8qkiXSbgKgsndfOEP169iC2ip1DAAEBzgiRVdvx056bAfy/jAEzdmUbURO2pZMF5Gd
MoQVDpZJS9s3vueBS0rtwanooGR9QedWQ6vgeZn2ZYwf045j99rGrxy1azYfArtawCuVz62Z805V
sXgySwGN0FiqiPVSfYGQlyqlwuDYOfWTStyXRHFnQvCcI+SQHN+eeAZuLUN+rHPHls/ohUsI/5QD
pMjQwT7DTvwKzwx41VlF10u32lMLVFud1c6VrEfjPYhnYyMsUMPt5GH4SJuntuAnJVl79EOi6dBd
IjK8cDVuKfBFyfNalNR+89jvMs9mk1fkuNxTt3rV7A+3CqhjlOjKD1uQwAONY+7c2X0/7YfsfJDb
CQimsFqSdxpRag2rFJsZmQAoTNlyHzdJe0aJCfRj9dVYxN0noVoRegmD6zzGzc1bpz54IoMWZkPM
2ZIW7oIgHMGqqoy2eMCTz4JwIYmb9BocoOMFw0HO8JSgibrs7xY0s5f8hvWHXPOYAQP46o2ZpU9y
HPurKS+LRyBfLCmMcq75aDnw4vNw+JsxUE43qIOfrMXMolEWPkMTVkcRwowpXE175PMKY5In1XLL
Hj3pfJ6ZIR/BGDcyZNDZD9vZIyI3QC9FYThaDy7Lwwhx9FtqAT6JRkOR5RLrKbOjsTCwA1u1dJv9
hIXvYs7V8Ayqp72E/4xMxE/bO7bbdVgYmUeJzigtNLMJBxLkuS8MMCiiDSwgohEnyx7KpzXOgQuv
NTdth2lowVPCUOpO1MHdYEBaOVeKbijXYo1y/FORgFYTToUMNjJH1o14ESghI2YrMpEcZ/lgYMwz
3XjbZ26XUC2pot10sswRMJ5dvwrJ9hbbSwowOnepaivrRrN7ZQAk+53ORqZCs60hMbkuW2bVTjso
wJxBeWnpXbssyy41SzJCpM8mD4roxwhVDZ9ayeTdXC6zXhg3nNfuHhDesKVYxb+Gd+bRlfawgTqr
fyUY5ox0/16c71geaRUoj/FTSiE93APfh6V0VTIZdo2WEdUL0lIq32XEDwvZ5Y9uV/QWfxnnj8jg
uwsh/7dNVAEYFEzpknLunQM0vnMBxJODpjKuiPnEm9tdVGAXZpKOVmFG38kn/oJ7+Ed4vs/HAPbi
CeD9Aren657/+fcX8gEUApHP8MCXkIdhjUG0Y7sSv+qG2jEK+FJXyrQgfRSJC874ly8vzt/Yv36j
f7g+MjLbsi3PwULnnr+I764/dYDUGhcyWwauvNzEjGHlBry4D/PCs+udj8OzfUE/keuTOZbiFiMZ
kwbZOXHEQt1Ir5KgNYOTGMbe+f9Q2Tw2tIXVzy7i73Uz//6vymt++Lf2H805cOLPIjb+LWpwzrHD
f12D8/v/+He//U//4Xf/7e9+EN2c/5s/im6EIPOC3/T8oOCXkR6Kvj9KCr3fOJYAx8mqzTeJ4+Fm
+JPshjAMeAQWEVsciud4Df6bP6lu0CFaLLschDqB7Zq28zeJbs6Kmn+93zwL/46PagP9jmlZZ+/z
j/dbjsB9NvG8bnA/V5/LfIJvCDs+An2hHyYs8Pj81/nWq83pUhiq/5X7/ccD5Hx5DPo8aDzbLoEh
zk+Pm1xsTt4S990I5vW6qdeRDiaeHwYvVb8SI/VnlyI1LHBdBp4cIQSM/OS7BsQomSZRuROqVz4y
SnaxKY/np6YMfuVT/dmXKl2fT4VT1TcRTTnnP+W7h9hmJK/UjH/HdBiTD1QNxqYIdOVs4PE3u5VL
Proa3uYOh3Tw0TN5s4/f3YJ/4RwT54Pihx+WT8k0iQwQD/Cv6/z0cftsTCZTYX5YY01eEYKTFN5d
XY7Qg9eMV5joWrVTS7te0LqWr07CsISuvWg/2SWMnx148vUdBQSOinpSbfU3nej88lSK3MM2LxDO
WfIEfvyOMra4qLXwLtXe2p9aI9cXRtVVv5Idb/35r+4hT+PmlSameufnG6wbc+DPAtZrYdQZjmR/
Zt+ArAnqiqMs89Wbk+ymGs9ZE7KupnVvanRBG/Yu8n0iVzO9y9ix3nUdoe3MhnRjbKGDs/kaq9x8
yPvGm8KR/zXSyqb0iOFIsJQg1rDZ9dPN7tHRo5xdUhtre5e38usv/8w/BkedZXkuOQqOKxzC5KU8
cwu+v9MQMFdg3mwafUZLO7cw/R0dEgPQpZq2/ZBOt798vZ/oBX+4IGYy/H0mF7Qt86cLJhgGJr9Z
WRak5l46JQpbujiN7Bd3+2cfuWjjO/u86zfsAF5hS16YfhzBOoNVWCMq4EvswYv98l/FYfjDvc63
EPAduJIKwUS++NMp4tEnOWigq02qnOyh5STbVjHRIn3hX84SPUrZgdT95Wv+/HxZruc6Fpc8P+E8
7T89XysjDbaJAbVr4TdHkj0KwDL9rxVYf+kqkCy4ENAIS9o/XYXpO4YaEAc0HS0Kgmmww9glZ+Zv
/yy8BSh6PBv3pvPTS2BBVRnr+nwVXSZH4QxEHATgm/7mq/CO83mv+dg4ed/9eK8CqKoMelsexaz7
gvNt+iw6Jd9/5SLW+Sv5/uCD/IET0hf4VjnrmVr/eJlZEDAitPNVsd+rN2Y6OTTk2Rq0H64APqFb
M3nuMZWYh0TKs4awWNlgJULT8HcTSrDrcbAb6xoPi8xZ5hRec21XztAz9ciXJJzXoemOgxygZOaz
GrLQmnsG5lmPWfyu0nNXXiIj8u2rxEr4b+WIsOwijZ2WVw9TdmRVfZyPh96GahxhvWEa76W1vFm7
BM3OWrZmFZEZkx+SAj7DvgMug/GIHwT8Z+XoIjrnTLwNjijySEHPpQVh8ZvwYIEUuGl1Yh9mmGDl
s+HYZ4dn4xn9VYkpbb0f7W41n+ImTay9HtWwbqdAKDJmgIvulKpWH82Um1cHYlDtgvm3gqhM9Azm
r86zoDKhr2npKXS/VADyHaBEi1zVs9kamsgSM04GSPqtc1N3qjC3i/KJaYnXVq9RUVPKkgrRx8tJ
tj2qiskCXhw5mcQoJmORPvrwFli6OGmAnmEJQNIKuQDJZOFLvj0kd1bAGC3luDFtOLJhI3pHbCc4
UlB0tbAPpuhNKLdr2dhHzJt8P0XvrEe/AICwMfvE/IzurSmY/0iW320B6hagJJT5KGnP36BDrsyw
XVy8egOhx0BHeGfD0cwgrrCWQHWZtwO0aN0sRrFZESa8zktbfKjJ1v0WkggL7oa//klpxU1QoqoS
Ax3wDf8zlYZFLNxqq5D7zHssHO2yzYp4fS6sDLAVOULpsIWyYQa7YJnr3SKrOj5aPYfwBZaNYaJB
pim5ZSrZwWwsrCKLHBb6HQXGaLwIFTTL1mg7tr5tqapX39bVG+BF7AjUpFl2Wrr5vM3J3Tm/Fs3a
vZqYsPyo8rM+O6iMPKKoN6vuXdsd897AyjRjKwSZUdKhqA0nzJXHhkka9GwBFBTl9bow7Ycfloba
91j36K5EeaLRIQyUjY5thzX+pjcHTh1z5mEIMFTCqsew682ivGxFwUjZyye4afDp3jq61ils1oS5
XYvxkbRbrwM+ngAw4Nyre17SWeMlXxavC+TB7UqJeG4xrDfgHPhEevguM0tdvKxIx6vhuurm2ju2
dlKrizzuFn3rlIHDkwIFgTCLwopJIugUzbRJSgdecQj/8U4vqZttE0CIaDKcgjGZtbbGcI0+Xs77
ehlX73bUvfXqgn9sb0E4JPET9DknuzCWNj4mFfoQBAoa6lnV65pBU4HMLsQ75pLDhk/tNZ+QboeF
nnUT4ZYUetcHff15CbLpjiyCFIAdLhB/2CJFdoZNX8ROviNpAgBDq5n+YuBe8A+nRSvJTAAYWu6t
tHAadjUCt6dCfWof/HrEmxosfnvMkr6or5CUzpRAnJmMev0UF3Bz9udsSEAC28AAz7/s2h57DSpL
tL0riuHrkpicJlISYdRmniq53lr+6IMYtTr5boIyJBlqXkikd/M5Zb7WNCYs7KJ9z+zBw3MIhn5r
tybv4ZE4R5gvQc8kN/fbS1d07iN/UnyK855lfN3UoM9RRPR2NJddd8jQOfLY5gokvXZqto62kkfD
VwxMXLOUJ2y5QCu6mJXnxq3bIomyEj0zM582uLDSslEnDA9UQ3lqK/tomW38IL2VT6zhuL0HxNJc
Gxh8u2Pls7YOpV9iY0R3DzCxKAGtR7bTTt2tjoeVcAK3xd9aO0SVhS5qGZD7iIy+KMdfLk3gRASF
NWjUQ02m3ydkbkGzbTmt9msGsQVCZWp3uyzw+xGhTwUazcamM3iruFmhYSdbMir6KWTSBywtsRyC
fUYpLng2K/vKxYd0WXfTea3mBO0dfDyr2LU1q8VNUk0YmVbPKkkEykWSRbmfD0DqZsv4xrPQvyxS
uF8akH+Ai2GjEq9dpUw/9fx/2Ttz5Tq2NDu/S/t5I6edg6mTZ8RETCQBOhkESOQ87dw52go5ktGO
QjIkWzJlytATqfsh9CV4r4o4RANiWzIqKqoi6laR++S0h/9f61tK6Wzj6gV37IVNvxrGCAxTnMFu
5vuLfKj5PjEQqDEgFvh2ZmC/inuvRSDXUxVB3KDKQCOV7HLqtWoJCUC3GMyM+WiXQ0vujl1BHdXm
2Osw6hbIoimuDOZGWVZ0l7I4lSd2ZMZGIDTa3CtZQZ+NQuTZ66KbqhvKxKitEKqAjGWST24zNXof
/bEOn4oO1Bz41cbUzzhNwRGxsikpd8Bpo6fW62NyrzOr+DSxg/NXZtSKbh0T3kYtJwktd0VLzfMg
LUhJKF3YnsFSZHlNoOdeOvTK2TGGvYnRN1YeCO7Cu59VU18JLS8/VlkLSTAzYxM1lm7WTSBQifVr
EToT2GkdQ8GVW6c5DOVutLPdBPcXvyg3hAAbtxpO4rYh4iem3IkoUTTDY9EjCUZ9ozegeEhbA5yd
NR0Mv1TMFubyfhU6yqHl1Be9x5g+04hpdLq2x92esUx1vL7EPJJk0VF+Xz4rP1meak8uwAWuizJZ
O8hOStLlUaOO8KonVHdjrbvRJeaBcrwhQAVRUWA4rnJPKv4Z2TGTESEISUt34iszcyfCpze6Y+cd
mraCmbEmcypkloWh/9TFtlGsxybyymLTZgn1y/Xzxu7vvtV/4Hz20x73OUr2R5Drn4Gs//6//PN/
+sd/+q//a7F4/ef//qLItPzJH0UmzaAs5C4VHBuwHcC6BZTyo8qkGdYfls6ruMAQHY+SEqfIP+tM
PkmtQBJ9EHccnp6NX3+WmbB2mQZQGE9QD6V4ZYvf8Xa9PIaDzaPGpcNX5Iwhlt93VL+VkyqLcPYO
Harfr1Nho07OVKceDFSvv3WYeR4KqD7nGIPYZwe7+8v9f2sYadM04wHVDR1lz0fzJ5T3W9WLvwZx
l0Mgdwihx8tBwGg1irbVgbUYkjs0rI2WNtM7g7xy0xbsIMcZm7OMYx8NMnYWHIhiOHBzQZgITix8
ccPVaDfhbx3NBOck/s25DJcfuVSGf3SAxms+xOFQHVLsd4SmRjlmnxqR7I9v+P+xiv/XMB4RgHj8
dGBnL++acgYgzBHbkVBZt10sw0AH1LP/6et4pfK1/CV/O/8tg9DNYBL0HcFkayzV1p9LIima/3Ea
EI2QeLXrODED7mkd5DgIIPTDZNXNOzWm5UB5PKBvUpMlVJvulXlUyTIJz5Ed+y3HCYtAcVoCykec
4u9fFZ82eEqs5IJS6curwv1D/a4AAZzYWYAaOlxxKBuA99J5o8303pN67Sb+bTisgy+HyxFc9bNm
EOPgE32UstSpulAf4rmzt8wjzdXbV/dcpzq6hyj7QEZZ3ELaLkd1jpmaRleN5T4nGfFLheLgAaJv
hJkqW0TC5AlMC9TQyy5Hhy41tSbpg7YcO/lRjyDWrSdb9HIVlbl7XxfG5KzdKmy0PRkHAxXQvHI+
thQX21UN5n7fVZnef80gJWtXbJNMhm1bwgrfvqbjr1fgrxWccbgoNhnGcaVM+ZCWEjJZ4qkVO9cf
5DleaHs/4c84e3ukXx+Wy0TH9A5+gFLqL80xBxlZDkinjJS+0azIxRQz9d+JVqbcoWbiC94e77Ur
Yxidmr1Hzej4hc+byWjrSO7LhJM7SrFp53njsEcyld2+PdKvnxZXttAOeOldypxHr+EIC92Jumbv
YPdBKl5p67ykn//bgywzOIsfKwbrwVFdqkPHMqVhtbdGl32aq4F1HijNvz3IK/dMGNwvk3Bz4Tz3
gH6elUwr0YzOLfa9wrGRIdhbpREZjWkjmtN/xUgMADCNkxys25efLlI4zyKBdJ96MjlLDaVtq4p4
oZzwpQ9vj/TK0wFrQd116d1YTLgvRwLraZL0U+wnUyO1FhYQlpy4e2c5f+3GmR4ADWvh8xri6HIS
kTV662Z7AuYQygoHzibW3UNSdvY7te1XL4etCc1T2tre8eUMRYSVcyKv20+mXTVYCcdeihpv37OX
pepldVquhJo4NVA+d/1odXL0uaIXT+yS638VdT6d125Xnw+F6VyX6Dq/GdSFvvwrhkRMxgZi0Vx6
5svHFKMIMUlK3ROiQhopYIutPhjF3pFTuScDrl7SNclveXtQtlr8tS+ndPailsP5iuaEwFvxclg0
WSoiWXQHhS7yNr0z6I9tlWDMbfnYIFRlFBpSNSlz5Xe1urd0mT74GtK3FWEYLaJzdpQX6GGHD9OQ
zRNnoEqeOKMj7+impmXgMQWR0sDvBxoMumfb01AixSlr/SmgckqIxFKhdK/a2LQJFXZld5n2VZ9s
jbzM2muMqB429YbWKDxefGsrPzQLhWwx6+OvIjWIFTETW5sQlvCVBU5jhmD6jPQpEX7TniD+xt+A
zaa6xetT19vepHy2TrJhr88wmVdwm/Rz3eyw8bRgXIkvMorhxDKXk6aBljXatAWmf4OTWYKLvPUu
KihV96Q7UIkvjN48lGMWPjW2aO3dmKnpLu+gIKxR5Hg4/Jo0+q6VgNbCtiO3C305cTARdewM9Jo+
nXmVwjhjumFPmmA5ds46KkbKKn7dQO2qG2CpQRS7LQ/EzTyDQtjEJE5o2TSsM2ToAsaaO6UBVJPE
hHkrhhhp72zf4eKCGZi1ffEUY6W8kExneRBaKrwhaBe4S5SES05pBJ1BK0fjm01dm+jJ1iFnKTLq
eWNAYD5vc0V9vcTI9o2ymUThRFYpBXcyP6HKpnlzSulUz0iMrEJSGJpSOftogkVIb0KRp1NqIs7X
c15O153tdPc+IfYPIR9Yu67sCC1tM8v+FtZ1dR3X4RCv1DDihdg3owbGFfupEffEOQvvrHdRqO+n
Fs7ZbJOVcz7Hg7ZxcHlUO4qDObkBjuvtZN3cOguUe+9NrHk1sAP8KQI6/iLd7GBfj24Pt2GYrj2D
KL3Agkpworws+zThbfuSR4Vx7o1j9Jld/5ghKk2zdsMOX+D460qMzY7SluyGxr0rJq/q8FlEtBdI
4eQkUwOFKbZmSgufF1K1D8TpkKBBPECeYOR2kq+0DMS3ViVYbjHiT0TH1VVdID/M+MQLgY0YquAI
3riGzYY/KTddCD5F/BUZc2Uc+lqEycdaQ0AOGtjh6D8oRY3ZzmV6I4bCUmTi+Fg5M6zSVdAxpbQw
iIZSD7wYUhiyPH0+jyhEQS0m3/xQR2UzrrvQIEnJt6mBsB+ix9L1sfbJcrGC0uVwCVus6JiYq0iq
aUbeEtZf4t5P+JD0jmBC5rR2E7tERBC7l+jGFe5rTad6goWZCmJV7Z2xkiFhUrn3KW8KQqrLGEsa
3vm5izdOn/mfyPoZqeU1iYl3Ckt0HQgkuwR/WXnxsXb5Uyusoy1EBHRYI9rjuHjMKGre5MlMCtg0
8KFf1K5b5GvXKewn4g/Io5wxw/GfRS1Rl4eCHF+k3ly7A8KL6pqVMZUkogwfMbNHICawRvQI86s8
36LYwYqWgycoVq6DqWJtV+b4iIFLjds6QQpPPIs5JYEMI8DBTSzy4dPY1wgc1nXRVwL+IRW48Cyc
LHdB+MYmBT/UU/G5Y7bqxwr898oLlRcWrX9Z2PPP/+4//NN/+8el7PIf/+3Lsgt/7EfZRZAOYNCA
J3KC/Q/Z6+xQf1RdbB02js/x02XJpWCwgMT+LLogCIJzQ63GskGFIYFhE/AXUsf4g+MC7WyfUhur
JuvT75RdXm5pXKwzSNnYoVlLzcWznaOlHwX3QPavR7p9PMmHZLBaknx0BJw/3ZZ3j9x/DmNZnHMQ
M3HqPhrGTNI2DGd74ZKm1FK9NjrIQS1m7Kjm453cm7fHo1v8YnPB9Emhy7XJ+DBNBFCUVF9uLsJM
YXqXBDM3fpXqijVwQse0wtdhQSKgJ4QU09UbIsNWA0J6KCgtTu6TxIEygtID9TJ7obIgzRJxcuGd
2MZo+1vb7qfK22UQbExMFX6ZAZHslUYCUpAk6aBAyWA/Uslas2ML3+joTiF5A1mUS2SmQ611YARU
YqRI9ybOysRwSqtzXbJRatbn4VT22TQ8AmHoe9y36Hegthc6rLc+6HVr7GlH08Zz56VwBfD3XpbF
lAxr5PQ2xzpwiBqNS6LlfCr/LocAaQBGIIXG36PlJcaJmGSo+ndiGtT8yaUyLuHUtPgy90om/P8C
qVqwcbrdLHJ7Bd4H3ycojYpUOoBA06ivl9xND+xmyNErJDrOzUhfFWLM4Uri28+wJ7PpW+uSrBOT
0MycGIiVic1wFCt+C24UT7NxISBpl52NtaIxPYLIvVyTVxxJ9PiENEXNxwHLhdNESSpZnBbCyD9j
RiNvMkr9DLU26XBVvS4EzmdCyvWiPcCcnkyw46hmq6cpVfLWKFRpHjQWv2TV4HInGL6xiKQthTH4
wC4Kz7y1OavSvS2jEgooW5n0G556RwaOrrn6jnuuIbg2bI9svrD248chMz3re1mxE0BcrmZjDMBU
WsWpaixDI+t4EeKgIbN77yFDwkcfJiGpaWubxQSZOTdnB69CP1tGcZHYg0tbw83CEB3K2BfX9axp
FQJsKMLET6M1KslmiBoNhvRYdh0JiVJ3zvO6A7MwpbSOF4Nfpl/kgz5Yp5XBZjGg0aiNSZDTAab1
P2s1gWoeVq95NZlDb9MxEITkbpPWD51TR9G9JQMxrjuw60VZV6daStYm2TdCKHUA2atLygR5Udmb
ceicWm7siL43ZvXUrEkwzpvcrQj1Gtv5nlQHE+utzOxOvy6yltVbSc/Gm0C+JrTTqjH9CxmpekFb
eFlxo5Hb2V0ID2HkrS3x1lO88kqNLOKZc6NDBIlwAGPFhsqiTdmzQSA1awjz8gJKVZGc98kUOdz0
BVAN6KsA+ENI7EDnJJe63+CEhD+UU3+Y6+nATspyTlJHkfXKFiD2Vh0oLTLX267v4E5F87zsGBu8
LEReyTZx97VRO/Ke7XwLtBqjc47k3pdlf8Om1obOqxNMi2GPZInsS0XfTmEKgs/zMYVyhE20wX6m
wnVn6U3NF++kJh0YGndFM18P/ShaaIxtx/aqvyFmVpP1zeQr4rUvmLPYtQTQb6O8g7/ks0Gn+eqi
mHig1aRQLZRmHMrbDqW8RgJsNSKS7BPLIu6PqCn2nGmP4GBDa55kBbbEskGBkDopQRkubsF6Rbc5
doLeqAfkYeQNGv4HQQwJp66Jlw/hErU9IvfaTCfspdCsOtrixgrlzm2Vq4MzSbX0ZCbOQ9tYrULE
JT0RavtRRXmzlqmWkHgJXBBwOBOH8VHLtEbsyjxxc/pR0GhPMlXLUxA0wMYym8cBVYrzDacK28S5
M2FW0bCO4kCil19ZadQj1JftGLkrXA+2TO/hUUEsOoU03Ef5lV96cgiRkBVhjCFuADPQvXNofXlk
/XNVQctuLXpdFu6jVYVjgNe4KFFWWqP5zoFO5mmjN4dWCnlmxwjJtm+vY8vf97cjMuNxhEXkS4nL
AhtKr+VoFUPLMM4OPU5rHiFMUdOgWIlaYl26JEJERaSvKnvSv2ZhPbxzqS/LKs9Ds4guemSAynD/
jurJlT71TgjZC7lNSNDqkOVb7LQ6bmno0W9f5ctNyI+hTCQmpo3K2ULy+fIqWd0gcQqGMpSECxSD
TAImHL1zQb/ey+VCTBpVLlsnjqcvR+k4ALSuNccrm2xrQgTpbm71sBB3tk2X2qs4YNL+jfeEWBbv
PMZfL9ByaThYiFi5lVgVXg7tmHBhEAnyGDsRLTinjvZW7szJ59+9kYxDCYxyMmJtQUfuRWeDy9cV
/jUQzFmNpZHkn/6GmEP/x27u7/v9f0C+6rHXodvp0qpZmlD0av7l/f+/eZi+Jz9v/F/98z8OAksR
/MfG33RJwDDZCNNxRYsollnkr42//gefGpoTyubMtc/C8D83/v4fSzCZS5WOOj7IQfe3VP3HMl0L
LTBSWJP8F9ZWPomjV3KM4AVptfoylWPtkJGQO6yVxJjr1oy9zEWmYldIZg4xG/eVtCZ5YjWGjZEv
4zzrXbeZIMSS6bjPa/mFADEJ12TACOiuSSrXoQ00emy7j89397devDcprsvf9FjV04LfVf9/8Fmp
sb/1Cv3v//k/8Ib8/A49/4E/e/buHzxqm6Y8fiOeO3lwf71EmiH+oOXLdImAn7doOVL99RKZf2Bi
4JBIPRxVO42R/3t6dP+gcrSwqXXS7cBhILH9HR7rcmz72/K0NLn5i9iDWXCmadbqR/NNqsaos4r4
XJOD/AoPq4yWUmj/PaWn5Kz1pLAvhYFlfp3hN4cwBT6tOk3KNH0QlDenQ6baoXxnMXk5zf/4TZyY
OU7zMdIoXJbwn6wVRVE2dB3yc5Jw65si18R9Taacv3Zs5Oe+Hw0ffaCbd0J0xAz99OTePeX+ObTP
WZoZ3oYCcnQ78sHUQkqF52WdatvIxzGKQSBZaWaiX1KqjB9+fzj68aiZmeuxgh21RK1iZL7I03MP
/6C7imPShtMmKb+EXgXHDbnlt7fHW37+8dP+ebzlbfjpzlqp5siO8QxzjjckCLCxa1p956X817dH
erle/riRXBNTk26bi9Hu5UgxYVjVNC8JaqU6T7UMGkw89e80p157UWi9UoNhzeSUeDSI1qZ+R+Xt
HBpitZvAHT3JJpHk8rbE3oaqecBxNDCbOeY7V8fE/+t9pIfN7O5Svzlut7TZrJO6SrisiUaFjGDb
2lrZEF17s/Cu2eb3pyOgkaDIQBGGadX8nlXyz7vrY3ihVyb4To6+EB9AXSZ0xs8qfVPLZNhFA5P/
249w+UuOXhYDP5Uw6ZraLDHL3f/pZcmER+x3FZ8nXiIeO33SdoY+p1cjfJMFTaQu3x7OeCnqf74o
DEOYthB1MOgS3fnzeOYIn45cnHME99WpHGvtrkrM5LLSrfDKM1HUktvY7ujIAHztMn0h0dk5AB5K
Gu9s9l75TPgcl3/xChOPdfSZ9GXPrBlG5wrzJaKI3KaKjVK586v3+tKvjLRsBPCWsGWhabh8Rj/d
405qGaIp96w3VXRnjUl6kP4MfxMm7f6d27t8DEePk/4tfU/siQY6jKPbWzTMZG5qnSV6YtzC3W2/
gIX3Hmo/m7uTwY2cT24Yg5KjOZN9hXsP8GRCyflOo/KVL4diJVe7hIux8h3d2lFQLue8fmbWHdwl
gS0tqDlMn8PzrTeFPs/nSBKLT/OUF4cit9t3GuevvNP0Y6mWsq7gbzreXhczKLPess6qCACvyUF9
C8eNFklGsAFkhujw+zcdeZLloBtiL8gye/R8fTtm4TXPkOc23qqQmQBn6WKbwrrudndDb41nEuns
50TzUOJQaPwsU9Wt3v4Zr930n3/F0VvGRB/SgTbP5KjAUdK1u/CJTQu01HSusC/qV2U69bsJTNlO
AYR+5817ZSlAdrYIA3npUEcczdJOmcXJANlWAcCjYAC7DB8OoQlvX+MrXxI+raVozM7WZWZ8eafV
IEO9ro0zLdTVJhS9ucPzoQctuI13tGDGa0NRkV5q4Sa2Q3+53T99tHAZek30xplfEqQd9PHkSorv
sdpqVg+YjIwyeT6BIDsk5mSS+dJmZ2AoG31VFqK5dQGHXwi7sS7GnPiNlSmk956qcPmWj751m04A
J3+MoTh/j147j2gszRbjmUHj6myQrb2I8vNLNIxgA6J4vJ5dGQGBduv3Xvjlb345srFo8xyUHGyf
CBt8eW/8WGk9vp1T+q/ZhzBPSBvHiEOPDlGHTosroFVgEybrEihRJtMVv6E4lI5ZbV1Hlhh2dG94
Z5fwvA04/k2UKLBn28QicD58+ZussRsqzxOnvazybThl3XlUJP5NUtTmmgpfdC0RMux9Y+rXQF2N
bdKJ/tPbb+crixuVIAS7KLccnP/Hxrg0JpG3KuENWUl7Xhmze2ZGYXgh2iV+WLjltWYDhxnT1DzB
zSgDIo7LS6camuCdH/Lry/t8JxAJczNQKR19jWk3Wr3R2adLJ/5b6JB7H4nxYCCQoms75TW5VaPa
RTC69xYavacaatadjdGOkFdrPsS646wo4soLb5js976sV94eTtTPJyW0ylToXj4psrMKbqB1ito2
0gK/i8Waoo99MLuxo/78FfJ4vmGTVa6ptIebiRk3gHFanYaVihsqoP309Z37tSxIRy8P9k/KaCya
zybmlz8pshVg4UknwS+hLUNPu76ck1aua8XeI6rr/HryofXBUfkaY3aDXVf5hxD32FUso9h6Z2fy
2rvMz0GSxVRHM1IcaYvqoU0TIBGnuDiinXRDnCSS1saqw6W4mStV39r2VF2PPXx+uy4vNIu15u1b
8uvkQkrnUtvAas8MeKwb7eCkuu1gnuq9crdJkgN+xqgAbruxsvtucogTM9r7jBrsOwvJ8+Txy7Ng
TEo7FD44o718FuDfOz13jdO0bJu9ralk1xOOsHWRTV/l0je+GKMnv/tFzISc6Ul4wJ9/cFPPXpnc
nnVR+OqdueXXewFqgPuA69xi23o8teSlNoagxE6Tqpq/6hIKozlPS38ji9BzWMqB7eqyxds7oezW
bz+HX9dVioHGMptwK2j8H70KGnF9meWnp55Rp9fkG01U5s3s4e1BjhgDy66cUShbUWryuO/HOyaR
KHTwc3w6u1N1AYKnP0hQ9kEPSpnrc+1tzuuwS6GJIvcabRpTtRVMbkwTI++s+b5S9iIB8ppo8/Yv
e+XWs9SgAWfjzKLvH70MeVjDweWHcXfM/VjRiitsn+i30SShsHSBuC+JyHy070zly219+RKibWf/
Sgd/6eFbR7cdZYwX43I+8ZzMwyxTeVLBkerLchN3JGyt84FwD4LFo/G9U9/zse54aGSSnHYp6VMa
OrpkRXcBlEd8Kl1RnWGPBRQ/JAqvmfGprZBmKtQym2IeaXM1zukwSLEV2tRuNY4Tq5qO0KVs8LDl
IlQ3hHd/INl9vpoNgWy56ZE19dGj1LvbbkitE+SygKbrxg+kbFFK8V/f2Sv8uhenmA62Aj04WxSm
15dfsysT/F4dwP5m+T5yCRFujkNrJwUN/w0auujq7Tfm1w9mGdBbbAPoNcCEvByQ12VBhznEp4IX
jTqv2dK4LoO3B3nlqvgqKcvit1hOOEeD6AldbS0VJ4VmhJcEhBThqilRuU+GkU+Y82Lt5u0Bf13Q
4WAtmBg+0GU+Xv73n3ajZTbIRSRwQkhJsvbJLIAfazhbTWB/fXsktipH7z41qkW5Qk19MfnoxzJq
QM3dmObOxpwzQsobRKdVQOO+/Kyjr6YDk/SiXmGRmD+bNTMXXERNmhsX63R5cNrQOUeRx5ZXaC1G
bhSf5r6dTFzT89jE3aZDo/3BGHARrtPSc3a5C1nwULRT9Y14oOK7NuptczPZZoburaOVH7RNbn0C
XJyd9ZbyH9uGlIE1wO76K1oPV62U6ZCmYXuxGDYkduSPskagDT4whn8GJSq9qHlckMYpRftbszPp
XUsUhBuUZVoUVAjoHlVkzmeE/A7ENwKghopagfpkwcUBgxwkzy5dfcYt69RW98jHL5+afB5PMwyU
Pf/fAcFAl3f5U1uX46JHm5zvlZum15xQ9ae2HM0rgnzQlMW1hDMSgb94KNWSeKRlNE6RQuTO17Ry
zB5Onh5+sbE+ACwEmW2tQ3Byp2VmZyRhoC1dua6t3VIEMONdmOcoAtOkbMfTObWrIZCYwxK49oBH
yY4BATpqYcrNq3LwNXWHMajDEGwC6fwuOfx8VISOhKt4dMCONvVkEHxb5pC2qd2nzpZEns9m15X9
2jcUWbtpDPpy09hhPEMLSX0yY1Xqwk1wZEIWTBeKJyvW5YlOm+JOlpka1hYLJUDxouSPVO3s25h6
J8gthsKpv9I8azitsO5CnaPa2wZKz9HMASts1q7m1B0HpzIeSOGcfOSt6FvAw1resG+x0CD2Q+EH
2t9KUD0LwFkfCtmTDkA2SQIZUEvMSzvEpr6T9NEBF8p+XhnT1EQBnT6gBFkt+T2N3ubRJnQiUWHX
zOpxK0KQqevEclASdm1c7mIYco9Q/RMberfi3WqthBhxPy/7T3wMGA1GXWBJ9YUEhIe5eTpYrVXc
s60ya1CnTfjQiXh5MGUEwKBIJmJiTFd+YmocCTudRuu2KI34DkfpKDdZO1rfnJLVlrTlxoZnDGRs
Haoq6QiDncaJO6kT8xV2pch4RydxM+i2du/F9Pc3HYFcaVA7ZEjlXpOLhR8Y6oDg+ybbRz166pMk
9tHExFkKsU9rO7QNoXI1UrzdbHqsnWRpuxY5LlMDPekuoadMQIM7g23MZQRTKqrmmoATLS7FquUV
6k5tQkOSXZS6bNB9s2rK3VCNQBSBB2BqDmXBdqkY/BTUK5F2eZDTW+3WzaRCENw12VBE3GT9g4MW
AvEXqb1f3FlYisdl5frWJ7fkzB70eUfSkI72UyjSWUCDe4seKP9QsyWEFV0VBuBdAsXPrNwfmvVQ
iqg5GKgs96OcHPIa0NN4m3nSAONDGJWnFdELTVDxkPtN4unhg+1EaQ0yTvfImpe4Y9fgmjW1NyuU
7SFydfXBVdFwLXAb5UFDQosCSpilRMhYXvgJIWkC5iKrGhuVMizBNfHWTDfh0BGcLBssQ0jUPVzO
Se2hMVdEfmfstfTKWvWt4xYbFkz/sYYuYm/yOVziP2u3IO96qlEUT001EEidG2z555SZxw5r7yGC
v8hGiNL44+xm5kmhN96tlQL1X+GvRFpfZTjBd0aIrmojG6cHWJBFpgsTvm5vHCdx5TqXlAlWyvBS
i2JZyTydN3A+Ubst2+wkMbuPQA0JuzDIx4D8mqXsSzqjnC7mQps/Wh6E/SDqzWIfpRXwER+k+BMh
HmIKBtvBO+6IUbuCc8nxypnYaAfpxPQLbhDSDrFasBmauqquHKsFdumO/vBZN/rhnhQ085w7JZAk
xl76kQfQX0ehq9+YSa5ZgYepmsDQqNSrTYXyKd14Tuo3q9AaW5KefQOThBkl7o3PmXbRo9BLCAC2
mGdIgZFBoen30QyTD7eyeh9MaSYItQHQAVxmXSVDA2Kg9+YCXxorS0DqpvVNeGSMwXxJRTBxhfVe
YIy/QdtYf26T2Xzo9Wp8ROLUOUjPteKj24VMRKn0P2mOPVzAC/AsXDYlIVtlq5PbBXJ7Jmq9IJM6
yKdG1FuItvqVHuMrAV3v82R8dxROIGvb52lErQFvlC/2svKANK+Uyod9Avz/s2n3xncKsuFlTjNt
AhExOteo7sM0aGYkgmv2uvpZnvLk1vaSn7Vjc4+FqR9m1koHXRCwS11vngadPeKeubevVgMW9XRT
e2TQrxPVQiLreSmrdd3JrDpphRjuUKc6Avhq7+YHnXrQXYP2r1/zXXXqMKG1kKdES2m3kwahR2s6
K97l2HQUGGo/xdZPJsLHzOihI8dN6HxArJXnQVfUUbFKR10ZgVO4oAcKD1L5yu4m44ytC2X7VIPH
EgyTxtwtBNCoFRpPBHn2OFTfRxo3JZ5+1t0l20R2gSshWR/qMStP5pTthMGE9yEZaK18F07f7Q1W
nG5V4mXtTkZlmTAUEqRwgW1U3gfQGQkgOCtiSgeuZn2xYd03a7ZEMFWa0iKLKgOte59JJzkMZovb
v7GssgzG3tCuS1APUG9NMyMbrFRTMMaj3209rBneStoGGjK0id01Z+45JR/FyrWg7kTxiNliHLa2
K/v2fJgEfLkI0ei+BF5rrOiv2hYTWk46+xxGF+At6seBlHDgLWWXXWF70h4qcjJ7CiqlTSAOjlZi
XDufGhAyAfLRprhpmHD89MZy1HhRMMvT02LXzqLQKRlD8IV0spqbXD/ROZPMJ2HoDtrnoiL5j1yx
2O8O4VCXzYpgKsIqBrRl9rnB/MPOcOJYcYnCoScoWMurLFrpfhgP65E3qg/atMytTVYrMrJMWJl8
sHmK1SXuqJ5vYvy/nwgBYGfRN0lNKY2m1IYUSHnXNujP1pGLbm4r0d1/TnTpfCMHnnCusmfzQ6hi
Yn6zO3e4gmAtvRUJgka0soV0ruCfG8yARQTSVU4FykWLjG8WKY/dNKaNgeWcfJAahh6p8myLPEvc
xVoSn6Fg9G4Aw003E4XXW8sgDPiglfUiweOFd9GBhnWy8RT5xDhy+vpUAT1J1uA+rc+kw0zfBWrq
eq16S9yObTze+l6EzJliJvPfDCimR+tchx9iujfDFmSHCq8bIbEXZkIsfCpHhE0wWARRgp/xarIz
3BTG0rK9PsdFs0QrpeWy9pD0deUOU/yl0Bq1Vv5sn5PV2m5qI1fxjh09c8qApBxxLya3C80foPZD
w870IOOffCFjXo6ANnRvhLdciHPR9T2QF7BCh1S323rfQKa7ykXl7phkAHakU23Pmyh0KASEZmwT
A1TZ4fcw1hHLIvHb1HbZdGShedmw1oeZddJi+iTjItEK2LzpRFxQqrm1v50LBIVbOx8MYwOODT5O
mHf+E0Cc2iP6AXvPuqh6Ht/kF8o49zPbjLa1b2POgE9no2iAppuh2w7FDazx/CO87bDdZiz5dtBr
rbrv4xSIit26TXHqPVtswH9ht6E4Kr6lU5V+VclYANtweSZrnM7tA9tdDDt+O0TlFrMbhZ++tngm
+bPBx1e2e1dpCUUBzZmLW/3ZDFT17Ng3oqccvYEmHH2uk8E4p308k+8wZp8QtFknXo6BPqgXt5Ff
SAxh1eJBchD3DKRuzg3bn8WlhHerCPfgqW4JdPB3liYLA2IQm62dJU1tU7L1ss7HxfvUPdug6sUR
xXpr445KdJctNpTmjr1QCrYKZaToK1TMsr8tn01WHKcxXHmL9wqqQ38/LX4sMjUR2pbPNi1M2li2
/Gf7FtMr5qJ2Wmxd87PD69ns5T8bv8JnExhA0vGbfLaGxXY7ngODwjBWt21/bz3byEDcmN/GZ3PZ
MFr1tn62nPmL+0ybRJUHUYsnjY50/uTOqT6s/cWzVpmijzcaynyIT0ZFmg/g93Egam4xvaHQXgxw
ZoMZrmoWY5z3bJKDeI1hjhxegHhWTS5KoHUCMnO8+OuAD3S8UX0osi15O/OCbgthlS++PEpaWMFY
ex21zpU23jky7eydS9bUU27g7BPPJr9y8fstTYmLmMyI5MBTGDbM72VEKoM5fvIlnzbYreKDh0w4
CiQqWkLcPC2/CSNOwHu38cZ4bfm9cz5nuu8F7P2gCPXNZHMo6aIHYt71aDGCmQ72JAQdq9YmKjmA
Hd0F3kCkxcoxAfh0pg0rCiW63q455AxPcya1bitRoOcBgpBhpFLhu/cl/+R8Agp63WK3vMxDbs2q
NLMCQJwT+ndtxySxrVvlGgSnE1u8qp240II5AlGGXmkikqqh4b0dLL14ytDB3zbwirh3Hcg5tkt4
SjGS5cmyCTWwaoDrIsTIsvI5D9yUvdoG3lHXb7VClCcCWlS8laJjx1xUydRyRnKJi3BigsDwi8ei
Bz0uiM1xKiBXgepi/4ttyrLdUHvBvaX7WvUhkpFPwhnx6IiqdVlfzMzx2mrsyDzHnKZN90paDZYr
6EPVdqjS/0PdmfPWsa3p+a9cOK+Dqlo1Bk5q2NzcnElRpJQUSEqseZ5WVdSpHdlAp+3UcOagA/8m
d/s/+Cmdc93ilq7oY6ABd9LA7SNp7ZrW8H3v+7zOB+KxOhhscLruv5VR/pQE7v+On/xvTii3AWn+
ttbyn//Lf/qn//b3//wP/0iK+Ru53PbX/iqXs37TnE3Rsol6DMq7/Kc/EDe28xs2KnxCYHdtC9cT
3aG/6uUcKMuQM/AYAGtBbkQX5w/RpWb/hsLOoGcAPgGrFXLQP6OX+1bi+q4GS98Dug6tVVIqXCBq
3xp935Xb9AGmjdtoBOdoKjwtOFLpk5Magu2NYRiph5uZrXkPIee2Zg4cPa2vWhqLOUJ3gu6WdvAh
zEvhl+VmWlGhMkkMsWt0UaFEOB9ADpdB6VrZGiIOG/zRKpQN1TjijGcNuq9clxCLqGlHnaCBKX9o
BjuuQrgH8CeT8naBRN/47WBb7PFjp8j82Sy2uvxqGByuI7ng5GltaGSrjYSfI4MpPpYd32tQ0T89
LyK9foRE6np9E5H6g889unKKmj1rlU+GeaJYcLlOWrPXrvtZxZWUIGP7aDFhUSRxh5UCQa6OpY/g
xFAgZi7Mb4aC8TnWchmQ1Cu/xhqALy/FyXmvZY66lyAIS19dtfyU/1mOO71atAe8xfqzTXrYFnZt
432llgQKTs9jYGKUHtNwGHUJNgyiJP5PxXjIKR2m+3nN3Wc7bVvSh2bTDlNmILxOZJmy+xFZkQXj
6igfNDMaFSoDVv4IncKYTxFBsKfDUcrDoZKUPTZ2r2C4SWiKsAVTe91rtShaPJsAZgpFrqZ8dmU2
4WpOI9OASTk5YSc6+6lWMMDgt0iHR70UyUsU8X56tcX+jaRmij0R2zIRJKs7fNY4CbAdtjYDVUPP
bD2f5jx7JKjX9dngO1MAoDHDcVIPpgzSSUk/d4bCvMbs2Bs+PnXxdWpHzEI0Leg/UtLJdj3+oUfS
ikURWjEhbAoQbhiAkU5IrDHkpU5OKQG+/hQlXbIDA27cWKQYl3AXEhJBFmMeYgZYZfNOCfmoWM3X
Q4tiA07xpaJcO3ZDZHWPJ6tcyfHSkypMeYgeH7a+G1wze2eorVf85kPl81TRgmzOC+YN56jRTW+h
iDvNznaN2V4r7BMCXGyK75idEvaJu9CvTKdzYDHutcYe4vfUhH+NSX762g1j9/UvF09N/5fdWH1h
B1lXx/j9/w910Q69jb892//P//53//SP/+H7eX77879P85rBfL1Nn9hqbRtdEI2G32d557cNUk/T
cfOZgtFw0fH8Mcnrv9HmQA1N/4GGJOKF/zPHK+I32NA4KJmxoK8g2dP+zCT/9iVFgUjYxSbLZrHB
n8u/9rajYhSO3SJ0hjTdZjfAAgisS60mlL0u3mFyvR1pywOg88UiYqo0C2xcAW9HGjCDRVtEHS3c
1Ldb9C+EBekhkVZd+N29v/79vf8L3qHrOq2G/t//O5bN776GP0aiG0XXixvFFuvtSE6aMNuawtOp
ogR6ZhBUQkRy8OtBfnI5rLObERlqGhrDo08uNp2u7aiaYYNt92y44qt+6YYdebp19o4IwfzW7P+X
75sronOIjs8xqZS7Dh7st1cUCXSDsZmHIsLM6Y01YVIXLu3NPGxl4TQBOFUaA/HaW2ERTwR3Yhmh
CNGmK7SwMbJK6KfwMfWgqWKq2k48tAX07U524L6Her1zx1QVIfb7cvIzwKX6ZZz0+VU+Cx0DMNWe
F5YDOono0FnNlNquH1wzWsB+zrKCOtrO/Ec9bq3XFKEYZyI1KaedqCfzNV1TBeUqDMbsZilbBtZg
B30x8HzGoSF0ANoKaxfZwU3hOgfiviyEmbro5ksVpc79OEz820JFNEk4Ykm5t+sG+8V2K7vwmfc1
Uj9zt3Cp5trLJ9mrE/0Dw858dH9b3aaYMlQbFQ0pb7BFeZgSGJU7aqf9V/qJZRTCeVqepyiSDwBh
y9cSjtYFWbkzUniRjLdSkjq8o1Ick0pKnwitTp+ajw5l1sZfYTg992Nr30dGmd9Hg0ldKYX+7Hg6
KdvkdbllNj4SM1joakBm2PBYOvN4tTo1d7py8uYzRrPqVu9i2mL6MGfnNFM5J8yAXelV9e7w2EGl
fyafOH3mqxmfEurGoB3W2oIhDL4aCIPQ+yeqORwpVo0noyrErHngOco4cCjIQbsc2vkT2gHNPCkd
4mThqwrnU0xB5lIXvXvTdfGUcTMFS6HestGSEJpb6nvyam3mhNyoccjvqrHTW7/icPRRm6RCrtS4
tM8pDI0HGUF0aHMloqRvLemLKfL+rqeHW+x0UM8XXT7Tr5GSTEwvX2N57tDCIIAIn25PN1CqX9V5
zl6QuLCJ0zctuqdOXXyjc4gdg9GoqL11pjPlJ1GVaYeWRUV4LpFT51AnQLQQ+U2KlHSHqA5mjlI3
g+qOow8HR2Bn7Rbd9tjHsK9z1rVcb0hJjq8rmDSf89lOnjEDx/YtZu74caQPgA92SKhYcoSin7Io
QPe8dgQyxP9fr9eQDpJFSjfuv86TmdZsvVix+YlQuWpNWdOuow38ktcDSUytlRQrfWK6vrx/dENh
wSg5jQt1glc8AHcngnUtbyukFuebg1H3UTYbNQmP2Ju9zMmXz1OWkn1etKjuPClMsu6bqOArw5w6
FqEWdc0XLelV01M6CNoeuV8zYWVbkhUtv/U+Z9p3A4zYyZeRcpLrJX1ifypFa92wNdMMckNs/O38
mHwlENLtblR6mPoZwewJob+5hly5kCrvv9pgziLgTEhyf43S/NT3Svri4IO+Xpoxq4OFjimtrz5W
SOrNqCt77NlK3RcWuy/6DnJ6XMuZXe7M9/dC/XO5pQvxWLsRT4vTxnzZa3L56kwpb9LYRvnsR0lV
F4GbR06Yx3U1Bk6jQlAmPXYEcB9J42PHlPkZcJEze+Yo6Hgx4XTlqWtF1VNKFJni9RZEE0+FeZ7t
4rqPax+lX0XvLyHFjAPG0hnUJcRyQcY0OVh0EaE0EeJ6L5SMP6CpGcVU5jQJWR2h2+tKPtmjdCXy
fLeGmhzINKIxRUhr0odktBU3+gpRNtRpRt9CqKrzHZl6K2UYizpah3QJQnzc2ruezXhEs67O5E6g
F2/8anFy52TqiXvzp0wX9CPSyTpDEjF/0iqzkb5WklnmcXajpUgKl85kRk352gQkY+x17MmhmyIt
BXSz8dFVsysPQ1GoYOBqrWuCNE3oh7cAmPxCMD/bURSASD9dRnjs4aTZ0HH7WapULGjCXHcTlQgv
Wrv0xeBtpSulk0kdFIlTIF3IR0GlLp4x+hL3mnwqmjhdDpKO49dUW0wjjM1sujYKGhakhxYNMAV1
kHejZRQ1l2C0S1hm0Kj2OWc9CWKqdlM/FQAICLSd+peIJI7ET1R8W4EoGibfXhm0vVvFuuuRd0iD
u7E746EyaIDiFKdMSTaa+hWdJCegBZgIbRrb2gsHCLrHJqhUPSpDYq+senuaGyR1+61mJedTl5je
KCLjbBnNLX6scJ8xgHefNYBJ5FEpfdwHczfEF2SI9peDUBtx4tIYnsLaSammmEmSpkHZFek91Vv1
ea5TeWtoc1f6rO7EtNWgjK5B4JMcbnAkemnymXMfianSG2bkCX40bdIlgFUdtHXLbp9V5rawGB1R
BaMe1c/VXMw3dcfp1Sg7DfY7yeR906mzr0h9pyu2/TLz7y8cwxNCQmaLrfg+d2YH4hghCB7wnY1l
lOFK4Pur+g/UkBOqraZcdh1VgC+5EcF11xCbaQF1p5Vl12b+8gy01QfQByYqUMumALfMKqtPpw+g
5gct6U6Ju1aeW+7G4OMOrAGcC3vd25TeUq+MKf7DSTevJOTmGulYr9JT0/giJ9Lx7uLJtp84wva2
H63TfNEYVkd0paEPZgharjxl7e1PStT2FaqJbH3g3dSearflyL1KjQUkG5d8OBEadcIQZErRkEqa
DZ9WdKM5JCX0tV5K42iBzmXIK9sYjPK8Jm2NNUVfMsNH+dV+Mnn58p291sXNAnzmNVFFczmyUPAe
8fXFPq799LM+bN8HXR34Y2RgdraPhrd6IL8j/WxlxKMr62Qqe6OJzV0qyqgPlE7Mhi9Th1KJSoLs
6M2w+u7juaftpFYgmrxiMQbaJp0cm529oMzxsgzTCn9QT+jLrjE+r07QgwRrQHuf6UzVuKcDxOE8
hIgJqMmLZ3W6qehE5DcaEX3TWa+1bS5OES4ZN7rdzoQg6lvxFNNDTzUeQ+ziM8O3zxP9qEKBjoqe
t9NYpVeCSQOgcan0Z1V38rNqErN12iXMW7w4tSbCYU6n6yzWKbuPsDqUM4kyJffkbCuDj/5xpWiP
UOtDk7Lv9OhmCcgYtLiuhxkNTOiQw7tvKh1qmIQ633uLmYFAg6/CkzeonTxXykyJd8FhccBO0ILE
S/INSZ+PYB/Jd28FC4mi3+g9bqJdPZE+7vXSzvRrdFDsifp2Ye1SV905p4ltT7uUHBAryACpGZeJ
DakwWCCAZLtRalZBsoIlnzrca7pnsi4C11WEnQRZ5kxfOt2I2EEmlEs9YxAA/hKjzDYU3fabxyV2
aPpRsk4Ikx+mgyHr/su4TgvHfasmRTSPFa30NcA8W7uqo55NBWpqfKW3SHmUA3OwSizz6VyAlAnK
2S4cD25g096sUvb9BX2yzA3dPhIuSdzqtC+mMnESL1Ea2HjFhO7d01CgPduz1tvo1cCZhFHh6gT7
dWafiat0KPTd6Cr6elouU86HkVisQGs6VAdUtVJBbDOqQ7lLoyjVmHL0ydgjBRqiJuhxhtIyFjHd
/5o9hfWkJWz/Yc1zCGFdVuPKeu4bW8jCS3BoAP6Jc9e4aB1Yvp4WFc2jFmWxhoC9z9SPUJll8wR8
yG2vc6Nv7etGh5nNziJmDWZfZ+Vfvx3U/jWqE83X6m7ovn4dKE/8G6hJbKLOv12T2GrP//U//6//
+D++L0tsf+X3soSwfgPZiVGLqLqN6rv5Zv4w/Bu/UVem4W4gkcDNanL0/aMsIcB54XXhgEphmKqF
yV/6o/asa6DXYYc5OJKs3yFgf6L2/FbwTOGbfwNKswH8AicJdZO3B15HWdiroEKCG2V4jhT7si4O
DVvorG08o+h3bfrhu5vzbtHgjxFxp4NGIpaKCf3tiM32SXWrHfu57ZwJtT7BC/1OlW4r2n9XmPjr
GFswoKNR8jkGDRMzP0wRzW6/CbJTpJgFnpzX6JDuU+9Kel+5Um+0Xjrv0Pju6a8v78hM8W1sB4LW
pt7Hos8Dent9S8GyjukoRoX2kvRXRSQ84lvOGrIX4i0aWr0EQ0Vw7+ufHZcALt4yk3kVljP10Lfj
ktu9JHjySBoZRJBH9YnSadTHnTNLhKaIQ5kRcos8z7HecV9ur8i/1Ey4YPhwFqYwVNeYEnEevh14
cJQ6XhbEK7UB7EFOHXFVNgcZGvi1EGTUsgF55wH/8NYyJNQD6mh8VI5+7MtDEeyU8ciQfbM891JO
BwwZAztj5XpS7Xtklu5tX2b5O/WhnwzrMqZLqdkEk/EtQey7Ng2xR61dp1myRQ2xLs2a/pxj4g0j
mZ/OyAyEezBYmF9+/WTfVtm+3V9GdQ1q26D/fniwHEaVNl9QexeK0Qt/1IbiAWhlKXe/HmerCx49
R14gxN7AfdBkH3sQrBgte9+itot60r9rcj427KVanc1L/M6NfFvT2y4JyDRGMRXejsWcePTKWJTO
bLPVM/Qkg5eulxKNE+q8X1/Pj/dtG4TiLnZ5umvHovlmLYpaUxSysbuUXYkd+Zy2pvDXg/z0SjZL
N3ZcCs/HN62UZdaN7Bv8LqmjnTJRtJNr8yQyNflTddDf75lBWdLBz055UjuaqcGkZWij4eoWCeBU
6MIQQX0+vncu6Gd3DRk+SxWhkKxAR9OXTZfa0Js6Q9WQfLDN7o623TtDHNl//rgUvqINpCMQ/B9d
ijKjBFUlT2bqtY50M6EjCGjrPV7KuxWZalzNLucJbZwCobj5vnOXztcr0HF6NxEmJAeT/O9oqd/5
YT95mDqbOGqhm8OVvf3bmYyCoIj72Mn81UQlFaMAVwrPoND463fmx+XJoZuMWWRrWmHzOl4CB7Uh
9SsloIzyznOH1nIXD9kH1S3MQCVbDhFS/dW1a+uTCbfOS2or7agWjv0hNdX8HLFFujcyaZ62FEZH
exSvwyjIaCpEgppyVL/8+uf+OL+b2MGoh/OSg5w59mdYdmwUkIK4K8tdIb/Y0SXKjptF3P96mCMj
3re3Ai8r4kzM7XTyrKNJQXPXCaK1INtosg5jM80QC0p56dRRRvJX10+t3/UcdlA1ytmihNHtx1wf
w06JSRNU8toK1aJ9Z1L8ccpnz4YzcNuNOXRujl+JptfVZSQ/rsa64ZDDfi1dIiCG/WieDuVMUkSr
Ke+sbj95DQWGCt5B+jjc9qMbYRGjxXRPFFxrECQ+AxtP0uqAG/UdZ+xPPvWtXwpOhUuzfphRZEoi
OeLb3M/Xyo4xTUTzrqyd6PbXD/Z4GIrIrNEb9QJ9AhWDoxkl0xQEvSXvT0Ol78pNtkIxetV3LuZ4
9ToeZfsV363Na15HghMvF8PZEkcM1NOiXq0znZJbSCzJ+M6LcfyQjsfb/vt34yWqm8YTVB8fo5uh
na3tR+29G/fTIWjmweJitw8P/+0QVq2O3QBO0XeLc6taPQIXwfq9l6f8TVzy/brPlRjgM/jsXEPf
GClvh9HzfMyzCmUdpYr5nBoDJqmokZ8mO5kuVbXrn/q+V3cpIgxZyuteY3Jc63Ht35kWj+eZb78D
ngVRNRyif7hcWSxa1TsEycV9cjJVZuc50cj0p5rhoKtTmLn1O+/MtzXzh0tnI8Jk7BJ0dbymOuYs
THULaDbsUZ4YTRndlKOsiAwQBVjFKbuLetcMljwyglZQURaKvpN5cp1rMeqP7HKtcLTbN1QF2g8c
0/9UJ5d25/Zk8NQ7TK8Yo485WuaK2AzJKj8vmvsXzEv5rt584To9NOudu/+Tl+3NWNv39d37jOq4
NvWM2RfHn7+oGIIWdyfT+p1L2t7ZH+74d5d0tPSrVjkn88rOfSZu5JyszEOeRlRQjSsyLG8XwvEQ
E49PNg6y4E9PQ8amAtRYzDilHD/rNc0HUxGUfE0LT5TsrPys05335tQfvyZWr02FsLX7eXLHmTqs
weoQpzrbmhKXTFpCq+XY55nEW5qNtSMt9r6e470bVYdpxJbgJu9MTD8cQNm68+ZYeNk3bAn07rdP
km5KJ1eHfE8Zx1/swbgsRHGn1mrqjWVypXXDB3UksTWlb99Fp7++yT+8RUdjH82KQw3kiICHzu/E
y0yArK6kniQw8dejbMq7t2/R0TBHL6vWzHU7U0bwUYWHG2fDVtKngRILotTmYJGQkU9gfYvxVNiK
gTehSgKtn05+/TN+mLC2X0HBmZRtA1H+8QEjR9Chpj2Pesiz6zaZDinIW1C1d6KIwqimrvznx9vm
AczGzAyWcXRzEdYtuZBm51NUpCton0hZBRbvlGXuCIR9Z7Sf3uRNQ7yJasgFPBZeJMo09T0GPm4y
erwmPSTmdNNj56uM9kbL3AsIyI23UUeaNNK9hhoy/rv35ujjDdj2Ntvoc/i/OE314w1YDvyctrDW
+gQIG+OHAb0MGnClt6+UvDW6j5UY5+auMPDN7EANNubtr2/68RuNmoZ2C3ed0dHkHZcaBvpGop65
C1V5pSxnLvI4iw7WrwfZ3tfvZ8VtEB4pzAFmjK2k8faTnUhs5sixHXLS03KLZ1ZDiNmeLd/Tr/1s
IGRQWAe2AC4krG8HagrdKPVtCTFkG8ZKdEKUeHeZb9Tw9E968dE5ceeYanl6YGoMqphvB6PcDdui
GBhsUnfUwChu7yCC+iXaxF/fvx9m3W0ovgjwRNzCTbL1dijVJmCd4hjQ/Uf3qop2VncflUiecFd1
Z4VMd455SrvsnY36dre+f2xbkQR+BYsJpT4+uKOdLTZoZR3wubKBns/5AtEqWMmfrK59G4Ol37Qp
dlEqPtqd1RlmY11yZY0sPqEKAg+TXDuDe2up9eMQLf8vl/TdcPrbGznn8HiSOOuwuqWQpfP2IKfx
7tdP6/glPL6ko9smHSOhEEVCArsuE7Fzh3PWDid8XNt68c4FHQ/Gm0ETkdeQjTQ15+OXMO3cOFYj
ygwFzmq0Gq2KhoaA7ioviNCuM+WdFfD4ndjGAyKzof4MCpPHOr9EzHpXLHzKbh6THrGqvTca70UE
/nwQIJU6x2Udod/bp4Qtyu5njIQkQ6EZGNrcDERivAf8+smtczeW7FYNQR553BsYeUb9LLh1lXNV
TrfV/MVIMId//PXb8G1y+/4r4o4xDGr6jaJBJ+JoWcOoRNBQJltfL8RuzPKPfTo/FfbArrA4iCy7
Zsu4Eyo6hgI3r905e3yP57o9+u7s3OtwMDCVG4vv1u61PffvvD9giLZP7PsfSMOb5R1iJS8uFf3j
HxiZipMUZUIT22pVUjEWXQvAxCrd67iS5+1pheIoQY/2IAo3YdRdTVkLa6g1oo1sVlQvKyFWGYZa
DN0NlhykFg9J7JjFZUpamH1o8FJntTfQKb/TV1uS2qApj0ul2mdiRY/3ue/bKAmswaivoI5RZU9J
CE+8JUPuhgjBGfd513bXjr2UtN6cVL+KUHXl966GDYotybiez9K9pY/qhL2t2Pcom8ubWU9m5zzV
+9nZL7OrfNLctK9P+rmvbzos4r6m9Rb+aTrLH9VZnzjurM5yhdSjPJX4mUOVZLPXlE37I6K6htB2
zb7MbGgdSj40eyPPX02SDIzTPsdgTdaVpi34FNcYGU9NF3foDDUPlyKOAchhyEz9ilpBi/KMoO2l
c/MnAss6ss81/VDRyZrDCT4pjRVUF49q4+oE3EfVOVKKmKa3g7nsMA2puM6HbFfoQ3KGNzQ6tFo+
7QpaoJTQOgvNHtksexMr2bmqVcaNK0sRLNl6ZyEju4STO5zCU+l12MTOrh8RsrdZFZ1qvYtqQq+T
cJ6rZNgrNVl0z71ZIM0cxnreTaMBDEqk9lU3DTTHibIfw9IseaV5ooG2KOt4F0eVfm8OsgcUsqaN
GUjHdMvTyanWM8RfSPZaLO1GXoZDrYzoIrsWrQ56qOu5XA6zQaTpWo1e66jtSdnk9qNVF/1rpw4i
XKbuQutj3bebNcBm1l4TaVVCvKCEKQv56lgl1QN6+5iXkkrBZ1qeNOZy0Alfx4BmWF+akqgp36pi
L8/WIlDg+oX2aje9rxuxuGxLPb/WbEW94XkNV2TPq3gh2/WZ9K7VU3loMb4P6JqeUcE+yDmtC7d6
FZNcOCk7eMepWdeoFuIsKb25NnSCVtTNX7E+2yK1PmWFqM61fm7CqNp+YJo3pxP+htO0Ju3ex3Nw
SnzyayMMckfyGfIDW6WwIYQC+65H2sl9JtEmWU196kzEikEAvY2Sr+7S45tAkqY8SrO+WmqeMQsb
GsNFfFhFV/sz7tuDTT4WZAxF2Zf2Mh+Q66kE0EfOWcMfNaNm1K9SF2XLWtcLKs2kDiupartMm65Q
O+nYKhZtP0Oa8zYQBrurtVA/FKKdUM1kdCKxo1FSR1TbQmT9jMwSOodZjvhL2xdBhGHYpkVzgTVo
PXAsy68KvrAvsxwRswlsaYeo+7wW2RlFf2323aGK3UcbpecclVfFsN6TV9BE4Txq833N61Hd6E4i
6xAJbLUjW4M02d7F9AsZNr+bFZrBnqq1+t2ovhqrXgSqMwZW4gZOkXxadf0pVnjNJBsqsjd6NeDR
Dx9g95pnPRjk+55AtkBrMyuk/5bkh4GprZ0wTo9KuxsVS3/BZGvt0rZ3TyFxaHYYI+tTcw1THUo1
4G5LMhde7Jpf7Sk96wvzUCXxbl6acB16PiB0FQS1yTKcChOlrKqvky+0uvSdof4Yw5YPLF0DF7JA
7JizLkzLvqRK5vD35/XESJK94fRhtbqnSWl4mL8+m6O+W7IiGNhgFFhFJqNC9Tc+SDsP1CxlOKwc
mJW/EK/Y1xRA9r1mhYPRhJYc9824z4T0NDKuZxXV3hQFLATeVNfzsJ8aSzy0syaDquofmccCF/Xt
dIB2f6CQ1lHBWl8tXFdGCj0Hb/LHoZHTZWYxLcQWEuN2JQhxt4VEP2sq8qHJ0q9AwLUHozPWCzUX
VrtLMzYWm0/c3U3x2L/0WfvixObNqhbF3iFxCTpNVLZXjTFE4aRkWhdalXMnYp50T4bGVTaum9F8
Xtfd2EXtLbLElectEEvVi65e6xoIBEw6+TPghuh0WqIvTo/kG3u+9VFF9LdfRXJhVNH5QAxfZRqP
GeDixskWVJXONdosGdoQmMgPbK9JwmxvW8VGOox2M1gQGaXkRMqW9ykeXe3UbDXUkt0ijZvSpceh
QbxDaIPUzFts1gccsQ9DVeu45MesCIG3z/IQUTQ5QRx2EuGtRCmpjK9G2YxqmC3pknyoiNC+Fmou
T4glVc5jq4iskxXPxdkALVZB4wQoJO1L46IwdNgCWXwOVxFSZodOoKeXlmTSmweHKBVNeyF95wFL
ndUcaFYa4TjN0YtrLxLWhwQMs5rmdSHKhmog9vA5by4hNywnHJkDhdhCahEBguIDpzAYNk04oHIm
6go7+JL4Y9PLfWrr6uC5XWTSwRid2sfbpD5kRVUbB7WoOuO2j4X42mktW+RmHkPOxyHYgQsBopvy
60kfkQEJ3An/cNSSenSZ9nQlGtfysyKpT4vC6Iixp6ZLWqrV3nZLNx4ALM3IcwEY8d1gRnPiZCkO
kAEWDVgBwIikJAqsW1wJbGbiE8X/r3ennXmaxaL7SPikeTBtFWeEWqFQR+xfuGdkRqx4A0kW52VW
M3/oQeZUC1XiLVkW6e+6T+Z4/eBMY80FEn95v3b4/9HhMZqPeL0K3RgVYxSPJKrO2kusiorM1xVy
TK01j8xUT/TR4MWU+OADV7rLTawr8361yvayUKbMDvoIKoDfY6yATkkmFSghiVItdvO5CACb6wjI
nRoLvxbllKSU+kLaixrA6slIIOrq2SunTO4Ld7T9miIlEjsEveleb+2x97vYjS+ztXU+t10zn0jX
XF2WFFOSKN47MwJCrdLGYErdlvRTE89GJf0ssx57m8AD2Bp46/VJng+6core7E46Wv05tc3hpDDW
dtdYimZz9+Y5hMQyX5ZWuVwnFeCnVHUfRDa0F41NglJFljvBnWZ5AmVbB1KyxFearGtsPszUChpq
T5sApUG3WJsdAs171M10Utu5UUk4c7OLgdS0LUA6foxBDI1hlDrMoWW7b4aKyC4dRo2xLJeVBNWw
t2KxT0h0IxkcEonDARdVoTMgnpfZCw6jKlArtuCUo+VNZEQnW4qDZg7tbZ3EabBQCAyGxMj35Zgk
55Uznw5IPTXaGNhE1/ITzvbTuSq6JGzzmzJyPlRN1V+5kf2AyTGGtCR2q9ngopHSRExD40Mx8ql8
BF6jumcFNtWThvUBN/oaXfa5Ye+NdboC1HkH870OymVkfzjlk+o1lVXeCm2aCGbjW/JqtsAKOC3j
NmsJNFMsRcWfWHdnyED7x2KRt3Gh3QiMKsoiTtAJDvG+AG8TFUNoioojF/Ye6ymfcf2EUSdAg+Wq
ll2LlMVmiE6x20/X6VATnJqZSuR6uVN1z3NStQ9D5HS3DRvfq7avOOL0a/NhXJuzRZnKLqjn5jZN
3SnQB2S2+WAHNcio1zVRT8aok48NcKbCs4Hne21hfEzQrlMr0p/sMf1a4qw8hxYbN8jSzejQ2eNF
munzCTp/cYLViBpMnn4UgpioLh/LYIZB6xHyG3uw0M7AkZlXMdFtJ6aJwdiY2I73S3oZq+r5AG/P
XTUWNo6dd4A72yBLpcRP1IA5r9MnC9yeNTX2K3QUCpFDE1+Vo3Ow8E01jrWjuOFb6GSMsVZOhoz9
QNGK+nzWRLWfanfaWU7S78FegLtEGhu4io2zf2YagLOAld4q/TqxrhfpelOutxd2AdIL0TFqVVOW
wwkYEag8TcHCrSMrmc4EsInEl10E18LS/UIbXmVW00xSlw6UQS3V8iQXw0K0MoeSlzHGszybs+4b
bTLjcGAnZKbxs6VDXRujOGbj3N+6bv25Qu0akk65ludth3GYOWQZ+AASqFqjBk64YZOVDIO8IgwO
UxA2gnqXuVierVHdApYJTaPHTy+C0GggYA1Qxdagk22kzKe27LrWl2tUveoiUU7JK3DDKWszg2XT
ToYww7qA06mj6I2CMwSfoCI3GbArp/0z9mZK0VH6kLvR5GUzO6olbZnEc9Awu6IbMS3Y6LRpkhIo
W+fyY2W4sItq5RLUzWutj90NGXhVsROzW1wB4TX0/cA0CupsBIbmawMl3sCa2zoO+HCqp3V23ZZQ
QhHFZ1gMm+pcVvoCnqhqBfjN3EzdWzfa5F8cMWMifTWHTOk0Gsp8785jB58Bp1Vrey5r5nCRl4NN
pz3CXRS4Tc5vWzQ3tzaSNpVDurmTFqSL6p5KKQr90DREnF0Dwa8iHzRcP++pozrEJmaDEiS2pYVj
sYjlIe0o1PixOfMDMsXtPXrDhGANUNXzoSLGMsa3GT3oGMXSExVQRnuiJVrWeYIUwCfoFF3sZXle
sT0y1eIef7xdhLislnt6h7k4gWPofo31nDTeybCb8ykTybVNSvWda8Xjp1E3oyqMkQLL82YDA/In
MXnPsROXJ1nSOR+TEhGzv9SFFM9p2rjXHDtqZuUmE+KKDYk9f0xGvQojWHg6vnBlcT5OSlwB7mkm
CI1xI+30PBt7K76sxaKam/sQDqBabsl/7nDe1IkGkm6+nYmnhCAEJ8M3OhzEufTJTR96DzMV6yu6
mk4cyrxq3Qe8+eN4RqurqHySIt2TPDfdE9xC47CXCJr/N3tnriNHtm7nV2lcfzdiHgxdIzNyqpFV
rNnZKJLFmHfMo3UAyZcAuYIgT45MmXqjc/QO+oLkuYeV5GWBsiRBQHejie6qyIjcsYf/X+tbAQVC
TP+lHaYbFm8JvzP1L9DXD+foe55Bcp4qoROwqiqjWelCtfj1/D79ONRhfQtvKDorazBIIV1fpsGO
mDcbrO94G0MrGvpdKW8EOPW4Jnu14CBO6ChTQenArfKGLQtf2UcXRYRQ1XqJw+o9hiNTnlDKMc44
mocnrKY4YSxOsRoRI1do4udgDLVs3OQ1wO19NAdYIcN44MAmGiKlI6NmCe60oDFij4DkGZQrzMxN
75mzCnjQF1ksT83Y3pTadGrW95b7NMEGmWsdQLAJyDiMazO7qmvDkXvIg0NHSCHj7qKN7OKqVHbg
zu+4YPEwGHq5HfrkKU3Y7ofzEiR6Pst7YLVAKKnNn05NJwNiuanwJnW1jRLrAwUPsR76CRyEqhUe
8/gsqrT2vOVUBwgAKiQmp4GYB2xqMUaVFopTrO36cdZeGjqSHcGds3TX1C/rm4yzAMn2Kx9wg+zr
U+pz5rVp6NXdYFS35SkFwfrM7YqM1bLkt9fEuXPeFq11hnexzDSS4ZegQW2TGvrFEimvmM4dXxCG
OkT6NtNSeRk74CKMuItgv3HM6djsReKDgc/FWUyixG2uNSZZNYOkUzDiSSVtQTCBPXaY3SGGxeCg
SWJZ1p6Va2Y6HAwrP9g+cLBNXDu5oGUfw3JMsWFSpXSiq0nLTbG16iJqz3NbnEDDefJBWH50wywN
CmNhHIQDDkAC5lsON65ynlUqKLqogqJMTa9PnXlp3NZbMWbRxuCdC3qgRwghs6m5AB8hKeiYEjFh
hGt2xcYt22BLtUg/gc/ahRHEVFU+jql2cGs5sIWzunHYAKoY8KxM2D6qLrqpELCWm8G1XhrL3FHN
vW8rTmH7PG8jl5JV5AQuUogLXWG/VKzNm5T35IY9aXjd+uXWzhwLiGgk7YOhU4KaB8289KamqbeZ
CCsYY1XejzeWs4SCoP5fx7onh6Bxm40WtjejQ17Kh07X5FmSei4VkNgGvJ0QCjyDaQXs0TDfqW3k
KikOnS3O07TRt0VUnwxFf9GTXE7lzT/pRIl1R7M2qtD0AGNbkwZ2O/dlGHTC1kP0owPWXgaOnZ5R
B55hg4WCITUr+7ysQORFbBuedTlgwpvYaZ+4KjeoJ6SoeSkmjGId9dl42auUWdGLZ85hbvE5y6Is
uVIU19/7YEr7NZZcDHNaJu6LNInORuFq6jJVwJzwroL7BctcG+TVGV1FvDPU9PmktxuN7FxMcRsp
i0axW8Dc42bhjCOHDe42pXpRrPw5VTdR6g+HmVjU+yICxHjWREYB9CHNKmMTOkaKh1H2YbKbjcmd
TvQyvGH7NImNL4a5BQ44Wp+1dMqHTZNyPuyFAS2EgunBV0b7EYzHcNOw6H/KtDoVu94T+dVM/ZuN
aS/1IC3TitNDY43LVJMjyJ+Rw0VhtvPtKfyYDq126utJuMfTRdGchOsCLEeGmO9AYwQ7iKfTvtom
jTtWCnQbxln7umzdSI5smrA0DdWq6EpOo49DbFqcvIQ1NiUnKPJgqVJpXYiQUd9GcuZXoAlJheh2
syNRzERlSWHAVnH0jj2UdUtN/J3ZzGqf0uM7xYiCFS3nYKR3psDDmA7JSYhF8ibpGVnUJfSiIcW6
9yzOZ3lib4xqogq/HzOtHGS6SrHGVeIZw7JYCzKfMzyGI+SZdMUMMO1/3Yf4SbfjiyjTAb6P9PM4
+VA3rDmKCnoqTVsHJKpSXc/Xjn8jxzc6yscdbcY5OkfPoXOjeUvf43Xzxhir1rd62l90FVrYVEa5
zvXkPo2cew6tA7xyDgZ2b/1ut/LLdW28KHSlNFOzj3qkEWaTUGR0pvo8z3ZaHaYXOTbiNzRVx6KI
5So2YkL6vq7NP45xDa1ooyjjMUaWszYVdLTcqLZggbakpveHttfUG83fn3xxtLPRpdIidZEaHnVI
ozZv4BZ1FWdEPcfsRlmtn0p1wPylw14I/TcGytJc+74dtDSBDAShBNHAmqH79vr70wfXhAbAicNr
kp0fTuvM8y4S0lTNbtoPU7udovpDm2YPvzs+LdTSS9YRVHtUGUc9v5g3tErdmvZ5mZN64wHtjNZ2
41zL1tv8b1zKsjE50Df1sR68vsNRVanRL6eJnNIN/FUNvYlesxV+Y6z8+CYgq0AZymAkEIJv7/V1
FCVpvylRI5hVEtBKCdoOX7Y+b4Y6CqZWX1axNwbLDyrjhf9lEh2FZoe0EVq1r6/pDY5ZA+4hXEWH
GDqN+q6N9HTZptDO0m4bPX1simYfUnusNPaUKSdrs71OCNt546P8cPeWg1hhMYRhgHB+0GL0Qgc4
uHT27Zi7Na+KQVtTzl+ZNVupbK/eMs38MG6X69n0cbGRuEx1R+PWphat1cWCkd5k79rTeQWzfD3d
t7+piuIBM5MsEXdIOIHDHL2OymGT77C2rylZqRU2D5y7croubXHDQhGvPaMPfj1cf5hyjq5ovP5K
fYgOuUGhfe1kECBxFYAP10wKhaLdJvmbWpPlOX33/iMftBbZB5JcJnE68EcjCKlSBVUUHUtZdCe6
Iy/MJg9K9pEcYYpwb8z+NizFNiq/ZeT8lsHypsj569gz+X287T/vXoqL5/ylOf6f/g+EPaFu/+6r
Dp7b5z9eVBu303ID/+af/vY//vLXf/sfvrdVfvmBr75KCx+khtGNGQSvyhJg8ndfpQm5CSUBrCUk
H9/Mk998lfafoOWYbZAZ+C6ZfUs46jdfpbD+RKnEmHVR3eOhwyP2O7yn44kGZf2i2MXpYYAu8gAP
vh6VZM3HE5D9D/aopG48jHoy4tE3KQ4ND9TXEaqxdx3EQfRdQpNyouetKBuLM1kItuqd5c3C3/E2
d5SpUknx5fG7Z/nu64j9nt50pGz78gE9AguJinSRix4ri4zQLUqZdp/GCGXUxhSAddY2GH620/jj
3TemhdeSFfaYUKJwluHF4hiIJevorelnaltwTxN6xHoYWDB07gBjl1e/vqefXcXUvCU828Bjeryi
RBEKychQySpcYhfSPGkOmXL7N0TMr2fur/cCrgVDDMFhME+OJhxPK+hXGFQfSz1Ptn05aBf+GHV7
5djhKa0mf6NF5YvVhNMbt/f6K/t2YZRuzK2EdaHhez2mqsrvm8GCezUN7P85TA6HuhHpVqes+Ybu
5fWu6tulWCKZWy2daLCj4TuT/21Xc02FVU/Uums5yERz9TyI+bNm5voba+EPN4arjXd7Se7xfCwi
R6PDBwAOL4+EeoyO961VaRvPal4mR5/fuK3lY/9j8ua2WPO5BHp6VqZlq/r6CSbgnWuKvIBWdF3A
LIvzjbIGa1M5IIRsig2ntOSmNwK9fhiVHow5JHykmzks+McRS9LqgQZnMd2HoSZzYR7K7jNEcjgO
vzn6l+ugI0WvSqwcVorXN0edgiZywnVmnP4PtiQQI4zL5MOvr3KUEf/lGX5xaBCx5Gj88egyECQm
o0VfsEKP0gGVooVCNou1i8P0htbGeRYWQZZYuwbIfFXVe4bLPmXvP2vF+eR39B7r4sJ05ne//lw/
e8qLztQ22FJ52OqP7p4Q2CLyBRVBsvwOuk1nOu3lWwPoJyOVpC7CwRhJuEu/TPvf+SQIK8693uIZ
50M9LCqKYrRWdsOBGcoPMZBvfKU/vIZ8pQbaWQdDLMvJsfnO8mUqvETCz05CsR0s70nvvdPGs08o
CoVvzNE/v9gSf4bo2uMOXz9B4Oq6a6E0gzqbq30+a+2VHhf0cIF0GBtpVNVbQ+nH19HgLSRGloVy
ARAcXVHaY1IPOq9j7w/VRRJ5D43unfjFMKyRPYAV2Yn2IfZhpaDIQkk3B2Y60bSpKqjKAqlRyKed
VHIXieItm+aP48lgrwcz0ubrXsxRr5+Gs6ybfGZULVjNKWSxPTdM0ul/PWp/HE9chZQkE0QkQs6F
DvG970Ynb8DjSqDQyOaYTscyolHSE31H/LaE3vHGeDpSSi8vL9fDr8/Xy2zAg399PXOQWgU1iham
VjdA+nqHXloxR+lnqqYWYC+T5nCCWilZixoz7KYCG36vUYH2AuqZxVekKRvS8KX4ySbkZw+ZuvKy
4eIchB7g9cdpQZZ7ec3t56nfNXtkAd24p2GJauHXz/mtCx2tZ0DMyOuKuJCqkmxfsE3Y6Hr91uyw
jNfXy4vBFgchOrwczrXW0ZiBK2hYDvgiwin6SA9qBT4XYY7p3A1j0sX7lrTc6WCRDTWi2igojf76
Ln82mhaYiKFh4GZyOvp2Cz1zp5g0g1XqihlIXORv89Bd2mm92P/6UqZmHN/ssgrwnVEa45r84fV3
p2EVVPS6CGIMB7Iz4dMTa0Oqa5MzOapQC7rY828MC/LQihIrYHsDoQnIdkzA/icdduNtnEslqFYP
que4H5UFtfpVIXqv+MD+vlIf6whRyIVPxJpc0qkiVFjstzDfoVGs5GNbTp1+Iuj80hzQUujDzQDs
6IoWFPDnDiW2dh2NMQuPGqqmptfX0l2l+FWi3ka4NKQCaaZNXVoW2nwBIDG01l3CZ1rDlwIz6lNY
ajfogNoeKtlIrd7zxRKVksSfQhHSqUTKF4KNK/yZfq9O/Z6P0KbprvHJa0CyogpnZZgTvB4tLmQd
tNrY5jtQenV1wntuP7EhMvOztM5qA/iWi+yesoftTivLRIIDYZk0Cwrlfc6RAoUOrZxBnteQgMLs
CpMOQtlTrQitOnlMSqWHLkbwKO1plUMG9a395OujAO1GFOLkBZ4I6+7gFrJ9tiqzfVdC4bxyvZLK
MRlnRR8ktaaBaoutcgrSTJ/f04etwp2WlJqLckmlT32b55/qGigS3MpUh1w0uZRKEUj571K0Y48x
0CZW/66QSAt42+ITI6KJdNCz2ks33ljHThCPZhQH1uD30YkjzfixF45Wn9IX8HRQkO1kUqdkH1g/
aINFyz4JM/HYmJk3u4HHYyNMofdtwQOOrOpEkpKBe8DFQvAu9GMk1VVeh8T9oMqh1l6OC5HKk9mO
thIioIRAHEJ1cPs/VylRgCvUK+gqilToEVKkLC5PaZlPdxYIug4BsJWTLTRKa4/zHm5WaBY5/lCd
IGVe8TRHKVqaZIKtOs8pkNdE3Xgd1SrO10KfvMvEq3xUbu5ob8lamGn9D1Y4NkE9GCWidnco4/E8
cQth+6t5FjX+0wR2TcOFMwJr6A4N9X3Y6X4O2qUtr0SR9WINKq0+axrSSQP2Q7p7o8x51K4HeBSk
GZgEFuxKS58znw5I2Ks7CFddUEJK1d6n3ujUGyhvQifgLMPgf2KhAlAe/DEHYeohYamKD5xolLPP
RZ0QRBV1Wb5DQqW9QwGcfKC920bnxRj7daD6DHlQKjLSKPQmQxTBIQH9DsnUIEZ1HRBtE86g8Oxp
kADipiZ6sSciLxAmNKO/ySgZeYvIB6FpYiQ6qjPbQl+FMATYJ/ODI2nJ0D9do/jWui2p1y6gT0Cz
8QKjX34lBVNYcbAdwYRVeit54UZrDMohH9M90kvDWnRa8xn5TWBAK7ifEb163yZxefabS85yhb8p
3WoOgfLWizbY1RkQUNxwXuPNkisEtxb43zIr06BR5jByuIyRswPNnFBiQZ0TZEi08zMYA/seK7M1
bEZ6V4c4NA0j6FWZpHDsRPkYDcPgP6ZzNTf3lkSrF7SGTD9WGWS7R9oCjrFzQkv5p0WNOu3Eq93S
3VBsz2uMfg0H6DrLzadetpm+rcqZtcb0x0oE0tGSj5HnZ/0OIbe2J5srVpsyqfFHVG7qkIFoGSho
mjqpqi27ANdZRxRWHNDzeU5uWglAaOUlJB3SZo8rAKGF9YAgLvkMsFR6S5MelBKJjMg6o1zPH1Jf
m1Fy50YZ4elSzBImiYDRphv6PlmlmJTTtWgLBDrozu3rsFOZs84cM7XXzlwmRBQMCS6DnvD47JQY
yGp6T9gsDWVi1trK2hng3EvkZ2Rm6NsmrbWa9h+JTSQJjfGlmF1YgSHv2ZzeDY5P0M+eTT+bWKTU
Xb3ItmvX7Nr2xU2kXT/mUYk2DYFcrUcTY7HmDevYy3fvxj40DqKZC0QZCVlNo7RVElC5TNOTqLAt
xYyTjdMGpqIWl+sa1AzU1drMB8cOOIhALtz5Bnq36uve8LcKfv+PhnosCPZ/Han2P//9f//rf/7L
X//jf3pV+1t+5mvtz7D+5ITLKY+yFcypL+eGr0w1nf9igHDh8AIgk9oF++m/1/6sP5cTBi0pqjbA
+xcsy7fan+X/qVEYJIUDCjxcKXpIv8FUO3ZgM9viFjI4i+JoMqk2HO3pCT/Sayi+GnuIcp43JnFC
VKJ1FDtslaCHojtoatjCqUNXu4ocAiAx9u6IikUB8t1z+8n++vWG0F0+ynKuMO0vxiU6c6/3aCyh
7HvgjKy7DNVYCH9409X19eS9ucF+60pHG+ymCAWyI0NbK19vdhX+o1ViRNF1QhbRG0Ucvqjvdtlf
b4pqEUR+Ntpw/o92uaS1T2nDsrsOoevskAkP61FnevbJvN2QIdgFY89qx4naPxWeLx9//5l+f/mj
ZzpbXZPQQdbWHCfiS9Os/AAaWX/tmu34xn5++VX/OE98u1NKcNgXl3rDcbWhGKmh2AUjyScS9qyg
84gRxkOwEqDd09EyNFEttr++vddn8q/XxNhq8yLoHtjRo9sjXTK1SI/V1jTsEeWLSgwbQ7CFpC8m
LkSqoUGL4vmN48QxFOnLSMUA6GqLU5g/LV/6d4WVKawmlXaxvs6Nvrj39K47C6NuTjZNPzhyW5ij
hITrqsV859V+QGkk0w7I2r0eHZaWO3s75GCxyTWnroJCqZm6TKE8RdQWuVvnZZ2i/BZTVPTvXGTo
7huD8mfjnzM1XkmAeDr5C68/f5aqoqdrpEMhTg0ic1OZ7inuEIBlml3xxhBEJ/DjyCDIkEfFEF+i
K46+JQIm/VHRdsBSNc9gWB0DUHPuxvFV4SlESOwAS3jTVkYO1xAa7hnrGXHPbWmX+LTQ67mrEBPb
gK+4oRCpR215BtfacYPBbd1q1dnKxNtC2UIFVd1a0TqZ2/GG3rbOwur1xW0/umN+O8dWHK39sAMa
m9itQv4UWn2/l6QJfUYSSs+Dyo96p6KcpB5bV5BdAjdOwMJSWCCKugROtEfpUheBl1R9GWhdrOJ3
deFaw76svCEC/lTpGYqtdH5SUE2zbZ5QBjyvvQ7dMfm44n2NXuJDl9tRiRQPL33QpDJGf1ANhP8R
kgg+fBbeR51YcYICMZ+AKvcq71ofvX6HUtqukJ41tHj5u8UKJaIWx4UxiDQYOz19aLXKfwcbWy6W
Dau8tQ1WmXP2OQXKwgpB/lR0BfN6Nru3PvLnkaZuZly6dVM98pjsEOeN0X3yKANN285CKUiysswk
JO3QfhkwRGergfNzSvMyaz461uTexyS6PtBNGfVVUSbOCduX+WNjJDORT3phPtipmi/qZAhf9MkY
rvqidg2EMTJ9Sk2voFqjsGuuaEK0Vwg9jYiks9K+mxpfEuhTONP7pFZFty7nQns/CyBaG08WPeL5
0rueXZgZq6w3pmExTrRQ241s3pfk5CH6zAhTxgjlsUmfvKb1ECS6FRY834WDzkNxPyLwk+ihyMT+
3CaWHgeJJdIzS1Y5p58sReE+T5rbX9phY5xUSTyUyF2L7JqVEj0dcdmG260KenTz3ShDrd85YrSc
EwDvlnUSe6RRNCv49n2yw1Wc3CpZky/shVaD4T8ZUuTNhVvfNuA7oChAycWNutAdDlaXoyZ1+2aB
bQMQaZHTJrDsV6qoIpI9EquJjYtB5RxgLOyUQJJrCIabOq/Gq1DD9bKkw/XVqmQiwyBLZWcM8rHI
PpLKHI8bGiZ0Z+pISzq0lX37VA5xV22FELO2bnvXnvZTA+phnQBU81dJ67a3JgsY7mXSKc013NK2
gDw0p+6GDU7znFUy1M8qy7ZWQ5kqWCZzAo6eUj+q7Rz9357wlQGisxM6w3k6l7UTKGySw87qu3nc
IjMkg5AgaIZC6020PjlcEulxamMNSvAKsolatfQgrUA5c+XvkCR407nEAynOjbqbpvuRSky/UWVl
41RR7Ti+YMBNxkMIyYesdNcdnG5N8MOYfTB4ySxs2VlzUVgq7+7wD0f9Jd2CNLrU8B6NK3ZkxakV
Ao0OYgw/2lVZCfPe1jBGEFiFCWMntFCsxzwG2rImr6Bw15TLgG4aml+3FwwB/14rp9I5WNPirZBE
zC7nTOnPhyaKAPx0/hxfI1AbswC2tPVe6eSDrgzUbcg+S1877w1qNuSRUwldkcNJ7HpR+aLD8JLZ
04aYXmYQJs3C1u9BBiHmLsPhg27Dmn6QeRm77SpVUlZPhePUc7suhg6t4Xlk9IvU2cD7nZ9KU1bu
Hk+z07vrvm8dVazKujJKfaUpquyXeSq6yQbrTBp8tiHmnCrpQQrUcEEcxs5N1tkdke/j7LICYrej
XhE5xnBudGme7warZBAiLRdADJKw43Smj+1NRXst2lN+AUOZaR6Q+I5fZq4sd0zvJ4y6Es9kidlM
tB3gGAJswl3BMS0/J2I1NfbN1DbF+86eMFCpRDl3aef0N06v/DOh19E5UUCIdcdUl2Rb21bIGbUb
sZU4mNNDuCyj1vBc0X/eNoUp35MTjhskrHpizbGPdARw5OpZRpncjtRO6GKS+dlEZXMbdVNx1vtT
i73A6++kmEiZDEMZSNfZ1AYx84MYz7OoGi+wvD+T9JrBKJWUMdRAUwDJ3rxqmyxeQrj6LdUAdyVk
CAeuFVivwjrPbpq4xwqEb187ncIGzxG1KK2sVvOQPIYYKAOL6hIh41Fr74u8i7ei9v2HtPOxR7vh
Fa5uG35waZ/lvi/P43mUm9hUW+JBsaqMmnMqai9cjbgUtkxA6YmDcQQZ8/xeTpSsUKU1axVPQ0Sd
0oFllhMyZPWb3m12k+9iyLN6m7FBXueKBNVmGy8JlZAi99Kt7rHcYPq3ytF7bvLG27pFlu871XaH
tJbZoz8a4x5HNSd/GPZLKcVDmJYxq7j6PG1Ka/yo/OI+TWW2Rxq9mcyKJcAogeV5Em+ISxvmnOIJ
8Xmu2ZymTWlSitHlE51RfZcXQ+FT23LlB7YzB4VSgBQJ46M3lAS0i1x/qlIkqe0Us5o3Sbrr8lpD
CpMM1MVkcS+hNd7LxehESLO7Zn/pXYlpNjd5X2DGcLvPCeXBjfCjUzgHJJlTJO2r7Iqw1YMfFskO
vew9nal3AwT1HSCGir4ezyrNsGOFhPEGcz11/lpqkDp19AsHIlDg1dnRSRPrN1AlrLXCR7j2FYWP
ASHsPrGkfYIpkG7AEikRi55KJXsDpG6WpT3I2EQDiu9j2umKfK7EU+TEVBNxb7Ux0OOre3qefVo9
kTEcvVdGj1ff09rKpkUyesbGDct3mTM527bq5YFd7A0tJv1iiG1WHKNSl6hDT+rY3+cl6k/C7D9E
g3GR+PLEqGexQojdHLA6zydF6F7GZJsQcN9g7iqBH7jYAGy1TCs4fKYE4md+VvYq+sxO0fvgUkEk
6XGWKKv9ca0Jaz5NZqdx+A0GRvzeI4KZIOu1pUS+mvAvr3jhjLNo6uVqyiy5seroQJrA/B443mWX
uC9ax8/grTX2MO7XfaF9HpSzZZPWXpZCa9e9IkbFMJt1KfKP0ktqgPdetapN6xLfZ4/rvhEHxLVX
1LzYaVZJR/aREYtAw7OAgZm4Pp2iZ+DMOI8at97myg06j0Rnt6k2nTPaBO3M63EgKzEW7YbdoDzE
uLWCIvP6Taymq8KqQ8Tq+VPY9JielX6SeiVpHVq3yyOycXzpnUubcHsMPZbfc4ARzXt8o4fWnyhO
Rg+tKW+mDmd/X9WnZaER4BWFz3nC+kYVQgexIi/yTGycuKw2qqmi0xKxgiDBetW1mIUrtuAVaI61
W+naLiJdiOCbzAvKpNA4llpLlpXB/9yH+CTpreEYnIrYeSgmmjPaNH0mxZ7AZDUFTZfPEIs/lLlp
rwxpKMAi8boo8WnH7vRkaVG3iZxugzioJdEXNHM0FecWG+JhxWTvEXEfDrceeAbs65Ood4pAizHQ
HFqqUNOIxcnHGmFeR++CXarfpnPQsnd8CO0QgkNkRdMHo6vmxQ00Me1VMvGQumOFzTsxX8XESr+f
4lHdR4ODpN6144qnloe5T9E18tJVPxjai4uoknhtp4urNQ3rhHZtDB8F03aOX4WllEevsoHyWV46
NOujxgDhIey5e/ArArl2WmxX/qGc3fYiwYtubXVpFe/w+ZVoCqQPp15rohPM9o614jCTxYSVGeNh
iZPZi9GFAzrPXcLIaRQ2Fwvq6IeQ/IkMjUfWxBjpzPozjzFzWSIUnh/Cvj7VSOUJPZMdbdC0IiR0
NYcW7Bn6Oe6T3410jBp8zf2hRPJ1QXG45zEKTd4kWt6HJPW4xrU3xUSWmkJPLrR2wg5BDdJ71gdU
re/lQtllUNsN+Rq6k0Yr7jKRm7I2Kg94uNYi/vYkO198uMVMV8LQsQv4pXbHsfd9mZeht/Yp3SDK
HypU8AaeXUKUwpJ/763epwfWi+hzid4sXXUENlMCb0TZ7sKi0iosiNT2deJNnkLTnDbQUYw7MjJb
Y0vCU3M/+KiLA6JceUouWcdYIv3UxXPlhc5ZnJmtFsxGT/8DI2vNSGfpcjnbdfmdQ9PxLg5zBqpu
KPeGKB+WMa9N8alGwL4zWvfwK5D6JjyrCYMyKU4ItsvJVe8ijMlAIToZsTaEKc5zF+/Dk5tUngO5
Ty/3upFN3YEifvUiDTd+ornYX/mONjx5hVUdsq6cTMY2psONm/n2fVvLJShdVfMO10rRstkGwbJG
pmVrKwM3ZruO507/QPCKTwneZz7KaHgz76YC+4c51c5tUwqHjTwDkzwwMxuuLbcqPmE/JioMQIHM
1t1YTWddwaFgbRFrznGlw0K/SWNz6Lea2cGKoONmPWm5tG9MJy/xnRr0WXA12aXEEuzXlKhIEGPm
Ghe3k+1DWHI6RedrVs0SCOb0+rWFE+QqlHYenzRc5Tob2B3QX5Wi31l2m7JewkkCXtB0wyo2vfmD
zLGbTSIs83VF+Mwd2XXVxz7T5suUcj++L2GXMAW6sLrJEwLruA6t8QBXgo8KWwyEJYQdiS3sZRw2
Le08h2bgE0b7hNPSm7hxI/4IFYT+gdQkfA1uqCmpCbXxZ0Vf76oz4YdjhHYbkpxKe37w5oIW3uC5
igN2209q19D6uh0bie1dV7n6JLrOAgUQ1tU1pXYOqBqBf6QLMdWGmyxT2qdKlta8lpM2uOvGwJKy
GeKCjDh8mGxJ5xnhPdjuaTqLzV4MQWmP4jHrydmBUCgQ59SZlPOq98YmXSwshNrmaebxkNuJU5Ut
a5FuoqHDE9NmHm7T3mC9iIYEjrBJbMK1mc8JcTFs8W+zCbnISge7xFGtLbENIevI233kaKraCKOG
W9PR1dhOLa4vDnmOfsjtKdS3aZS043Z22qTdpb3hT+d21rXRyneM5E4UPvmgbmJFV3h9SQkS9lAX
G3semjKoKq/GTQXiOKQCUXM0EnU6v3hm00U7v4C+wwayF9depI2okho3i1g9yKff2mU93Dqidoq1
63Ob7LBVdaXPqLUI9qKQuveoZWApCBfzYjv61noeG01uanzDMQPLoHDcpy12OXdomM8x5lSc1/rt
nPsjwSG0du9lTJVyTTgC5Y2QtOdu2wBaeP51YfJLtfNVNdRH24k4yV+U+0vt93WJDTMbacdmHgUZ
7J1r4ADJYWrQW7PNltZO4L9wV63pG2xXPC1pAg7QxUU5inCrO6W4MZq0OqcViT/x1x9sqbUdfy6c
IIQ0LLGr5g+MOd9u0jQNo4A+/yNav44NOpCAogtjCEqz9obQ7SeXIwqCirCxWEFwb71+DGlY1U6H
mDjwbdgjhpz0oKf6QKPT/IxvxNz9+u5ea1qoBy+qTGp0LkI0RIXGkabFMqjqxzSEg3aOZPNcIWLw
7vJQFRtAO2J6ot2rp89VD25otlvnjUrnT8qqVGbYHlNmsVzr2PaitLygzEhbYWIShwhNFOTUOtpO
KDW80Sv54bm6tq0ZsHOxR5H+ah91MHonSeduudRYT/O2ys00MJPODPTWGfaVysLNrx/sT25tuSmU
QiYdKcc9+h6xO2aaXVLcN9yaJV1G4ynvPTOxEOMb3+EPl4IlT3ERSYNvLHjio0uZ5uDW2LK4VOg5
0ELY1Sib84E56/bpl7v6/03Lf9INGnn/etPyb//lL3/7r3/542//7r+96louP/S1aykM3AfL6OIL
d9giYjT8u2WB/2Sg6oZPTYuSKcREa/WtbUlv0nDoJyBKQETPa8h394+2JQos3gkACPzc4mb4jbbl
8sG+m8YIAsDOxiV425ZgDjqXr+eVRHYpDFoCUOvFsrSCF8WJC6d4uSG7XWMfVKj0sYA9tDe8RaCB
QwubboX3lP3oMH5q0oFqN6U6kFcivZEDhYAVSil1X2tklSRF5j9aqe++8zppIPQcnM8D9k4rcuXH
3x+Dl/+XhYyRvQXSmVYOgaKev1jvaPn866PtVsXty6c/3rfP7Uvzx3nMaPnjsmuzKVbhH4cme1af
mu/H4U9//bdx6WKLwdLI8kXXfPF3/8u41B3nT1qZJGDgTyO0xGDwfRuXhvfn0uJGnOojk13Uq/8y
LoX2J51vdtN4oeiEYyDE/fIbI1Nflph/LLB0MmGfLWYd5ObMXmCgX49Mo2vAkMVO+Eh/SK2WCNFr
vUkuyK84JbPwZSjzTUHFQk7jtEupQCcWBEU83yv4msMGFean7x71u69X/t4687pF+u3zLB1+z3AB
hh6bWQb6YWKa+vARcinVfVBjqy//SJEyB4Jgs1Xeafe/vuaRqoBH6Fu86lgXSEGnNXvcym9MBFsT
4aA3kyNObQBvORL0Oyrp7OCJjNzU1Uihq8rZ9qvozmn09a8/wOuOI1MT3ijgXjjekFUAgDj6EvJI
dTzSkeaQPf0v9s5jx5K0zeu3gthHK7zZhjk2vamqrE0oK6srvPexA82CBRKbQWLBSLNiEGKBEEIs
uKOei+AXWf19XSeyyKOeHSOkruy05z0R8ZrH/I1tISETVsq0UWmq6sJeBH9AMU25QsVg3v/ZgZdj
kkkG44U631q5HxRyuLTjlTsZnSxK+rR3iP1xGfP7e6sZNo2q32vkiVWhngk+AESfzDxmMA94oYXL
ONC/okZOZ17cq1qe1WF2CxvdVvh3efl5v8dq1gm2ve1faFeWh8LHznT1vb6Ptvq+Pup740rwQtd0
LcfyBGf5/vJ75a7e5bvWvql3LZ9anryXb0Aw2ggrOS+983JD72YnPtVHy1NdDCb3AO2eppv0OG/H
2/FOuwz2pSddzVfBhfU43g43CxPoRt7jl+60Nn0G2/Bq7+WGF315afl0dDqX++RE7q3mUlH3hI3v
YLfAZ4ot7Citu+JW3BYeOiEbCm/f4n3ltS7lxp2109x4W+wo6EPVn7+KV9J+uhuvx2vhmB1RBr2Q
L4WduEWWFEJp5xS8mrSvX1/f9LS9sEH8bzffqFfKfnmlzvadb7tjYXc2tQN3eRuWW+2qY7NLnXuM
WB3TUfbh1ne0vX5FTvMAGtzOz8zh15jqj53k9+dJxLVQjUDGmMvz/gFlEFld61eakN5u3OsHCo/H
yim2wW3/BQ9W4Lo0zq3SI6cdj/MOmTI78sj07HQz7yKv2PKrXuXEm1+3VwcERu3auUeCcxe4uTPZ
fMOLPXyreNeoHPE9/l1OkjPYtwt/w6bWmj9aN6SbSGUK7rAT3GCTO8vf7s6gKV7Je6vrBOxD847I
gT1YWXbUH66zVLOh9Xslux1TCytabTAR8q7ivVXk2yGi+VZM8GOCwPzSUre++P4hCw8hHhH716+a
aXjKgx4oD7hGuzSKbim1LuTAUnXo/1ulrUuVuPfRI6X0VhxeP4ALfXmtUyMeg+oq4C1QeGwNLCP1
2ErDNbby4sHnQR2soPn9AxDpkipeYLh/fO/196qRztb7m8lrwrC6MzDbLWBDIvs3BNLTO+PDbEMv
so5vgVccBFW4UHNASm14YWa/Cm17j1wV+ITkihreJXW4+yYyN3O17wPLmxFSkedDLH7Fm/wC3tiD
EefPRWHdVkZ0kBLr2GXtx64YkShGdyv/gnnLU9Nmu2IMXRCHm6jurvAx30bSB8S1TY9w/UY1pW1V
jpT75pBuduQirHExtskmViNvoCBfhNcosnlAf1GAUr2CuguVoV3qWx7IEFdV22OsgUMi4wdre6fk
+f3QFocBiPL7t251Ar0unoWOtHA14I+QTZzeOrRSOjiRWXiLyKZKV9boKeTTmBa/iRR7jlG7lbQb
srPNGFj9mcFPs9DlifHAOAHxCSMUATN7OjbqNdo0tpLvaRraipWFoGgMkY7+vDJ7WtO2d6UaekoT
n8P1nB57r2ETZx96FoRmKD6sVxI1GLNBdGS+jhv51wTxNZv+f7aZA0S2g0ajvEOhfrbKyLbiRtqe
ueWnoxOE01yXDACJ8I9MYsMV165U6SLmnSY+IGMt7yY1uIN/lhylrhHJGAU6JjTn7VYrLgt0j6M5
6i4RP9z0UnYM4Udf6mr+rKoIWEF8QHF3LF/KuGweMqOOz4g5/Pyd6tQIFpohGMrTB5Sb0BtS4oeH
Dhwz6aiGsgtaH5FiHPMmeuoSzS6iKnfTOT1nn/GqwP7HmkZEFdQYCEdyJBITKM2r9FYastqUkeG+
TfMOBdGBmno/7zduhKrzNqwpxXZyoGKtMTdXWRQCNjHyRwrd3THIq8geqs66MAp2/Dpsj70qfTKn
fLiFzFNv6zppnNcv9SKsPE0dJiefjGjbitNjF2TplaKJ12alxrdGW/qPansFMGW6iIODhYHWfYFr
uxMuKtUxcnVuOGrUOSlgH+acvgOF3vbOCPwrUadJHkzK4+v8+VPJOHoB/LdWAziRDPh/LVcCqf7D
OnqjG/Db3/3vf/y7//Hbf//73/7Tf/3Hf/83P6ZBr3/5l7TnF1DAgECXyYMQCGjdv6bjkvQL9G6S
GH4fioK1ZCS/5z3mL9qSpi8yAQtx8XWi/yUf/wVuNgRctgo2LCiDf0pBgPIWS+aPaa0Z+KNavB7J
IJI9nFSrYMWkH9tJqKTVjWKAWhJ0q3EoWuuC41fRSOQoi5SgZWYTcAfDlwOaq4i0o+hCgV8FyaZv
TGUgrtN9P9v43UwSD5FBwVx+9mFbABcKR1TpEvEiD5Y+qV4Y3V0oZ+i9TLQggg29EVr7ghLV294v
InphJR1AigJJYbm92dcwuwJT+HX06UvDigqyIyJhUDG7dB4OIvV00VYqo6UdlUoL2q/p0enIZMFC
nF9WPtJVEj4C9kefUC2D+AGOTvYrWBljbwo5jbBMEL1sKOMdio8g8K1cNR29bWfkZUs/vq/FMn8Y
8DEUbCrGwxOqO/KhT/AjsvW4W6StfaP/HCDBRsN7hJ27BRWoip4/IaFnl01hffMbpX8cDUHTjnhK
qZtuoPhn4xwIfDAq5KbG2n2i49aKjXlPPRll2hBwm+wKmQKOOhGVZ3Rsyn0D81o80IAongHbCbND
e0G4yNE0hyKNjMjHMaVlvo2aFPjNFEkm+pIgJQ27i5X+SEnXrJC/kbunWA6GY1LViOBBRzKX7qxR
3nDUgbwrsnlRFTS6eBuXBtK7JcqFSqwNd/7cmseAdulTJSklMWpvQqRpzCii2W2SC2P5PuvkAqUm
X2pJIF1VFmAPR5ssqFDqlNbXOs4vAHVipT0qCZhHQ87rFFme1igO1EbF+1bNRuTrWirwdjeVSI5L
YYq+uKyWDZzVoRmvU15Ct02tUX/VR+s5n5RYsoMkbnMHI/IBIU04INdDCeHfxZSleRhNa/7aixMK
wrT8adcXGCIco6Bsy608YOSlm0HlKGUdoVCNSoBy52tR/mveTMXXUGgHlMrxQkMtErab2+pTfC3o
RYCk9iSDDW0gmci7NEmVnZ+nccj881HQnssu30+lgKwtOmw6MkAEFx9JabGuMMtoyh1RyvKPC0ge
RdlKkNsNxnTBYwMTpd4EgIAfsnY0iw1dphq2DHLkT9JiieiIQVIKKG/W5ZUiFxFSwxhqFg6Qr+Ja
y/xFfZAMvfG0cDY/o48G1Y55ngxegr1RT7LQKykwIaOW7S6Rpsbuq47esF4vaCBjHvJDPgxdvzFj
XhgRWGtOOVx01PMWFZLEieQ+pDAXz76KcJsRpW6VNAn1uczwH0ZFzL5JYiwrG+o5U0XnuBM+ta2V
ISw5FhCeqqY1ADt0mlxsJmGwPhVIzKogDPIOMrY0SMzDqrkr6gkp/9wynny57Ud0S8BiO2JSC7Dl
sI78VgeV2IBwTVGN0ORMuGkqEV6jL6Wd06qBBlYkz2kJFkKBqnA7Y1OCuqwgPMcwkqhhwKPl5dB4
oaWX6pcgdQmgfV/RrF2ZJAIZU5gaml2p3W4OhzlzsbAvyg1ye8WDNS3WJBOAtuag1FL8TQdDDwkP
1q6TVT6OSWjSp+KdhcHvs+nL7D62NmvwwkJThF1IRmXAzeiTqLnrWxDpm7Ywy+6GRph6VUG7M25N
PYkw+AEvAMKKfcX0erXxN+28SHOg0VWJ4IhTZDMqs6k/ZVlQH/RmmFg7RY5WYFeJV1Gd13DwBORX
CR7N6Ivfle1TPwITsf2Ox89TKwY3Af3CYtMH8cXsJ8FYdGet6i6S5aR2Y4wFPqRpL37K4pTNFfqt
VdwTKFYkbBh7lfH1MLTKdI1uZzptUjADkQsUPOtcYndp3jTpnJm4KafWde2juYwGZBGUGCcEZh7d
Kvi6I4A4NchTIf0HCxDN7Xi6mDV86CDk1+Vl2eS66QQsss9Nwb1yhRYC1gGKYPkBZ4i8gi5Gh2Oj
CATmNs6sZgcwpm8hAU+LmCFyzUj1u1mDQhQN1dFANDMYOnVT1GnjNsbUJvvSSoqn2grFW5/ip3ik
xZxLGDlFmM+Zvik/THGvZzswNe3lNNHeu8lnc6hpiiIQHowBiHR4sZx5YpaAEqoRPr7TR+iQdi72
yGWznQ/YfEBRl8dro219cS8aEBt7p2vy8lqbEavfhGmuwmc2k+ZG4EGmjt6zpU1lHCPTGjVdtxWk
ov+exP+p4O2fKf1Lg7nwbgT3D/953Uf5/ie/h27qL4q09CsoBlKARY9P+WvotrC8EMpY8NeU0CUk
nf4aumnqLyr9jcViD5LGd9rY76EbP1qM4mkzGioucqgj/JmC9WkuRCeFyrel6xTyqemjELiqMdQg
JuUZXgJ5RuzvWv95rAlGiPUAYReRdmsgFmqOVuiB6zqXDL2mhD9EjcvgkoRjFbGjwqWse30iwVUm
D1BnixIr104mBNrlMzpzOSjXPTtxqtj1oLeHLAz6W6FTOTbg3WxTcWgODSazwK4z+FWOpoKqbPQk
Pbb4wjnU+z/1Uxa4YYjw8BGqHSg5xZA6x0j8m0jKxpdhEIrR9UVUZ7MFQhDUWkvzR44miKUgJLIp
kr9GUj+MTkHcFW7A5AK0FyIZq5p0KhfXpenCR3/9Npuy6DM7agiAWEhKvNiDYfxAnXijC6n2LIg5
pGPWfAfSR8mofeAdQqQsIw9LX0q7xNvX+qcIsP0zXZALh+7/3mz67b/8t9/+9m9/+1//9iSVWv7m
+3o0lF/QFqQ1Sb2Rls9rb+I7H9OQf1koSkt7aZF61Jauwe+JlPGLSLpOLsU6XSRuFqvc31cjDSRm
MXIo1qI+ReF9MUH/Ew2k0+IRiRO9k2U3WPhlNNde6wc/VEMj+kKR3gBgi/o7S78rkoAQr60W67ZU
cYC9RUfJuvjhDv2kR7Ss8T+WIWPSb1+WIV0ia7nAVeXGRxEMqgIqGG2VQ/2GSO1M6P1674/yWq58
MwxaczDm8DyCJ3hadpF8gKIY5ImuBlyOLoan+DuSlrHxOhQkoqci+ZikO0q2TXqoZq+yHCjMYuIK
oj0F++pRkBzBOOjpVQmFvHDa1mmJACViQ8dUbfguM+Cj0YFOORROhsiRxH9eRsJ1IV2NaDsW3tAf
y4muHPVgSAoIvjrxc/JVebaKLc4weOICp21mpBjd6WV6qQYbnGMcbIC527rsRvPRsMg/4SABXR88
eJxl4rFnAUz1zxR/38wDnolMWq0vXn5gaFYd7qGOKlHqmQeVPIPsTWYgX1ZwjOP+LtFQjtTmAB3q
Wb99/yH9bCosimPUTsF50Nk9fUZpXmpTgfKCK4bFuBHBHhIyN+UZVTrl9NT5PuMMGbdcIEg4XJur
EmnfyNNYqT72b8a+r93KcNV8GzaXAzrWRf+CjlMJNEqvn7P8Q5NeSdp1VmR2GW9Mpj+mZrEz2rW6
lx6qwjHHm9r6mBgYZYroIxwk4xjV1xHBPqWD/UhbSnnEfcc2+qeguxqTL31+Zv389HJMhH2p+UoU
Yczlcn9YtPUUAvwxYtEF9Srp1wW5g5HGmzC4GCb056MCDZh2qwF+NAA4j3AUtOEmxtrAYCaLu8Lc
duV1hutJdUznZy36JoT7vlLdFCxo3TzqwUVaN1457JPKC4FixleW6moUc5N6xNHpVu+wHoRi2+3f
nw2nVZ3vj2khp7MXMgklc7UxBM0MIyLRZzftKUwq1byJRnN0oWLEhP49q6VSz8z7lerT9zFJAKmM
skkjQbS6l4o2076lm4EjgnxpRc9plPhXoaZeDNpiEojJhRMl3a6w2A67Ugm3i87K+5e9TPLVRkXE
pus6mSwt/PVGBR+oNChqYMJh5EAM5QuloYU95i8gN8UzZfOfjQVqEXk6fVnu1OFOpo4qGBhUNWwg
ZuRPMDhtGoHGBnpjyPMW+837V7a82vrKcFRGKnkBA0jraG8qlWLG5GPCtUe5KGJgBwW1XjvDiwZK
Rf0hMQy41I1nxuaZJf+TjYXzkzhYoui9CP+dXidZTJVUrcYlxmFuD+hKbadeP4dT+8koSxWSto8k
oSu1nrBqJ8o5/trsK21AZQ+hD89XlenM/Fh1l17nqEbB0+Iso7AqrhtzAKcLzLzF2bX61DMBpuL3
SkcH4Rt2GUimaXydC2iHCCOGLJR+zmzSPzkbNIlRVTbOReB7+fkP280Ma7FV9X52o2zmUYnPAKLh
TUz96JnNNKG3F7nM4DOj/mQzWCx82QYQrQBbuXqCVtqohraYDhT5mGxDGcHLxoo9EU8lv4frH/ul
/f5s/emI7KoGUEdQXq9utz9cZyJVCZE0pDkMkbCrkgY28RA+H9QMCQoPcI45toIzD/cnCxJQGyU+
ZZlIlr68qR8GLf2sAPg9Tm4mXWv1TEyvQ37sLYJ1UzkTEv10LLpQy7pnMerLz38Yy4eyISQJY/kl
LitTJHjFCKlWj+G0TIJ0Zgn+bDRGEkneAPeBFlmN1kbwN5kgbtI99vCwMXbFj00GHISNoHrmNv5s
JXIPifQWMV020tPBFDEYsZiQ2GmwiXPkUUCzNIXb+v4MeXtJQAmBvSyIwAUJuwopKfljvWUxip/0
qqeln/s++TJplaPKyjl77jd7J01I2hs0NzUV+NsbPEZlKd3QGJCk0EJCD8gcdh0mKs6QiAtV3RZr
CVpvEpCHhmcaltISD53s24yNdQUQHyBVbNyrtRdO1OYV2EoEGNHLXOePTZylzqjiGNhAuYMejIkc
JeJwyDDdbGq3nptHlNHOLY43K5L3ASQXHWtqE0Smq6fqj4GOe1UtQpJtv0IALLxSVLeTn2wxOwOk
j3PwuXjgZ5dOOEoggBgzrarVI4ZbM2djj9mRkuCpDR7THRAp06t2QB0LHXMjkm8jbI2pWWAm01nq
t7y3PBSaknPvZBlp9RBUbj3ZHxg/EGaraEgUFkiqEZGaAb7GyLVtbbwdD2JcCR8qU7uegjG1YWSY
G0tMH8ZxELxeNA+ahZuO2odngs43hwAJJ0mijMTywvRcN7HFeOqiWYqRTrTgWiYhLQQrBk83udVA
r2uSw0NWht/eX2+vqpCn94AWJOj6pVq0wMxWExE2yyinODG6qMnaXfatJ0FAhbNAQxp6m4Vlp+Jv
MBETQq/RN9b8IdOv1ORKbD6n/Yeu28vC59C6iioaOaV9G11rhxRQ0oAsTeIY+RYeeaL9igYaHuuq
uTfSe8zEJ8kr5X0RfIihLITfMvN2SC7H5ozyMei8N8+XSHcJ/IBsEDxrq5k2CzrC5yV3NMbkTjwI
ZJ+G9nUycXWnGNs8VTm4Nf3anx6K9OibZK0P4BuGcpOFpDDaVT18kAIo3NWt2lV21H7Su21rfDLL
XU5aW2zhY+GJW1VbbZ/hU9W7JUohGQeZA1RLvwmAf7b7otlow8aP96mC3/lt3t0KwVc5RQjgqJTP
RX6pDhssm3aK6Bm62+m32LfScVA+jU+pvOnaj314n6ZXcrvTuguLHAoswxct/DRGn/rZ0YVvQXiP
z7kSb9QIoq2daRgze9Md4K8Ab+xhl+P1Omk3bX2Ue1A6jwXwuoJ59TC8ILSaRXc5bPJgm6SOH7vy
o4GAqHgTzleE47hQVfqmmT2rdA3cf2tbU45lcGviqoe3M3wgaXg0/PsKfB8qL3DAZ08w90soCqug
Mo50Gk1x1z9Bph2R8qVS1rooNPcv0oXmO3p3LcqbLNlPqk0tMhMOsXUVTy+6dBP6ySZq93P/JQu/
jLkHuyYvL8V5p9YbA2+5YsBvVLdsU3kW9ctqn9AKXHiBnj8eqxYxNtdX97iy5uf8Sd5umMwpEO9A
j0E4kfKeHoMmpxMcYYKmsFBMW8JqjpAw9gIh+4g0pOzQrjnn+vDm5KWejGQY0S8lHSBZq4wC/f2i
rsclxucTJ+t71TZTMTu3G75WhdZbAZEZ8vUIkZFLrLYC2vpaRZ9ncof+Oi3JWxxdxonUBjSI+Aut
VfFzWUNVvhvVrwruYYjQ9zC4SrxbxT2wPim3c/zVgNMhWQnes9y1kYdx3yBtDTl04JPq5qcYM+y8
8/r+U3hLY8S/A9KJByAVYy+8JWlR6T4SBh7bi+BgXGYyDexNeMRqTnPp5MPLmyvH2iLAc1XdywaC
hI4OKCZy0XktbikpFAiIStvgqk8vcM7OlA0mi3soz4ukzEvfPpjRfW7Rdf02bwLRyytXpnNUwBXc
lGTxE6YvQ0Q/UftYzi9tsdP8Y6M5Uu+aEybHKPVtrOBTXV+V4U6WPEtB7eueigB+jm3iteO2m2lG
XypQ43OWCDDljWoemuZJQ1f01p8/Fuljhvigyirrpc8mDc42Gw4thOUeMJAOI8EEjXCtYCeKbodb
Vzd9doD1YCi3yfT1/b3/TaxFzgiwjBoHW+Ty/9Op3BZtalSVyvPW48rVov5Fq1ELEjT1OPuT7/75
0RYMG/AVEZEqczW7ZD1X+wYEk5sPygKSF4A+oWRAV1xycxzQ3x/tbUb36s2BAJ6M5B6uG6vYGOSU
oCjBNMFqNgNnynpgaAoE/2ROLtWOmacnBhI1FZ6fjXSPsJJ25vhZ7t5qNREmE8su9DWVzu3p3Y0N
nC+7hOsdZ1CwSRrFiOMAonn/On82yiLSuxAhSMbXGVUtNrOZmBXqVoX5FUrliEVrfy4J/8lE4cVB
t+H4sTy51Tkqp6ihLo4SbmZom3SuEePtodOCiASgbc7ymWf3NhBaxqJYBORQo7CxCstiBFGzrq8m
ty70ahcLB0ukjAavGqxhjqmnxjFuhqX3/p1cX6RJL4+K+UI1oFrKZ6fPyyz9udLGvneVfHgqFzM2
0byU5y9Vg1zE+0OtEw+GYpiFCge3EHbLainE/YiF81BQ1pas7pLjtUxMxdYr6xGdHaizhx6NLkOJ
ps37467PrqUrABYJ8Cx8BnCdq0uUhFmRx9JvXERJAeVkGJtmUoIIa64NjoFa2SwYZ4Z8sw4hixhQ
ish2CLNJ/VfLQAlFqTNBEcGKLnVMG+tLsY9cAyTj1EF7BoRoJ7Esb7uu2mNuf4448vapLgw13aSu
Q3RLonf6VCMcKQshsQrXSivKrJNmdwVhE67szKbZunv/Bq9nLhfLWuSQplhFLL0ODigv6X4qxOjI
jdfNUPiuiJKIiaWmXWJ6uOlM83Obf3t/zDcPFZ8AFgpoQCrVtK1WV1iCBpgJZDFER93aqeSKNYlu
I0xO5MDRLv+WZEV0ZgKvQK8GEvMKoQ9FB5IAgwLgaiZFyKpIRednbmHezNHGSrCd8S/M+tGolOsO
hTuxJGIEc1XnGxOdk7LcIxXDF70AjOdzkmxmYQdXbxY/h/1jjCUtFrKRGNhaia7BJR+nIvYGi5QX
YkkNjK2GHHHTSY+8BpwQXgD0hk1snSbLnwoZgDD/Yi4e37+5b6YP12mAhCbwojJHK/B0+kA1ULXJ
THIgf/W9P9SCUwGLBnVV9Laml8qZ3fzNxkANh5mztFEgWy3MtZPy0TiUkz6G4NMICLA0zQCIVGjb
odSDEEH6bVbCwmnE6KbP1Zv3L/SnIwMeI+rDl4Fy2enIsxTpUltUYBvj5NdwhLlmINLmVH0obFEY
2FjN7JiiB+H9zMBv7zCXTEFwodipEJJX+0MnR0mDBV9ElxJCD6gw6uYGydbUgukEg/f+Zb5pRkCm
Wu6rBIFflKm5rlZLqg24X7XziH5PQ6MKJfRaR2i8GffaoE9XRTNucqvPr2iUBa6Otr+LFNiZ1fNa
Gv8xNFjehEE/lGoz74VmzOnNVkpEr7J6HF0FMFKW7itRsIP+UeqJRmXB7iBfiMNjthOl4AG5daja
RGd7NWy2ebpnwgP3Q0Q7ObaCNyXPWXEhWLKtBVCxwsBhgeT3IZ0ps92I+o1V7UnsyUOzZNNJPsZx
YD1j9N2fab4gGcdi4iOLUOoRqqDAUQZ7/LEGoGeomRHxANtksAufl8bu8lD86f4QdwMMPWV3OshU
P6zV3ehjCTdyX+spQ19FEqAoU8vaY0oigmIoDKZctNHtQ94q0G6LtqlsGS+GM4/kzca9NMu/WxSC
W4Gbc/pERICdbTWTCkiLgd8cid6IqHrZfzBG9KoiVChmLHDen4tvZz4nMd4zqCm8tmZXSy410ypu
66pz53Z2u24R9IgjVMVVyiKqaL8/GE0MLuFk0imUuhaTFw0uPkoMq0sc8q6eB2FA8ulWeSnu2FvE
D5pC9uQlwa0PK27y+FJ4yTOHrgfy9EV30VP0adDcc9D0aUB1Ps7HYI9clpS5mX9daV/52I0fO+s6
nTDp3mLVC2CVDRvjEeV57K4MppAA0o4S6x4cTaTZKbJ58l0xPY3qLgmhgVmUyJl4MDaASdt8RKZQ
1x29stGxVCsHg8M4dK2KggzVB0+THaNC0w75mt3Yuo3lJspOiLbIg2UhBtS7Stv6Meqr9hJ1+w4A
1PxGuZ5vgHWiK5M+GB+l1gaBgEzTJOykfKfipKpu1eBrbm7Gckvteb6ySOl6h/4HRS35HoG+Qt/V
pZNaV6W2AYeL6iOe8rG4L5tNK21zcTfNV3jEt+AsrW0TbPmmOm2sHF/m7dTuE8T6AkcfNvHnJr5W
goP0BGlHxBrjQr4aPw3foDV+lreAtn+tqLMkmhdo1whqQeYooAaCuk2UR396qavHMnmJsltgs5QB
pJsy8ALpIFquELk6Us1fw8v5zA795mhYJg6sfMMSCVvpwp2uDSGVJjUD4+2KeIba4M0hSxoUdZQG
DAtWGoc5S1UnMuTAFenm7s9M3J/OW7obTN6lWr4u0iLugqodVARXE3OvwBQO5Ks7TP1WaGKTp6XR
y+kTEc1/5I4HRJLOHBlvlimXrwMFoOZD3EOx/vTyJS441jH0cBuhAbYWIhNZdffpXFEVycczg73Z
h4jLKfRonE3ish2t9gQzCg3YbErrxqjKIYnpX1Kh35STBrplSp+DlskQT9U5gttKfoHreh0XsBCk
evrRa2faLImqesHluThh+1uplxf8hizbANfVLbs2sHhNWTAQElp4yXjdprrmCT2K2fRIZzcjTPOK
NDzOA3WgvJN/zebcPBC3yfjDI1O5aSO0oP2o9Z3WPyue8vauEUIwOZcIX4URv8zgH7puyPjJvYCJ
F/bm1bHWuh0tOCcaiBmROQGPNBQfh/hMer88idPtlDFljWr90g3DyPJ0TDS1zMZq2oowDa2vWRu3
ut4dkGg60siBdz1l5+BWbyfiomZAu0aGlEeWurpKXDegoPRAomjmtIdU+LLgrs2hE66GqXp4f9W9
vaNLLwgY2TINMfZbzUPUrfrGiJDFFjiLtpVINc4Y6YxYghcb8LoDyzoQFueb94d9e1OZe/CeFgQR
cMp1jciKWguFqCInDOqR65IaD7iNuEXUafJSSfyUxDj4vT/k24gQ6wUqUvTgwKtirrsqbuRaI2lo
QxauNPaKTQ8IhlJPTVOfO3+fywIyVHo6HJIyg8DU4SeeL7LgvZT86W0WsvSC0iJXtVR5ncd1JaZz
SaVkrogh/dhquNJb6QyMLoNxNRh2xRQeEbsdtfn2/VvwdmKdjqydTuV4mDujNZeRDdcYTd/rrchy
9EYzPPxb3h/r7WFyOtZq2ZTUnw22s8xtKuHzZJLvh50CDDKwFciL7YUqx9VG0mgDvj/uEtefLlfG
ZVtlK6BKBuLz9BpRdIaY1oUUAQPUWLup6ZxYyIMz+dvP7iRhPSkGB8VbH4Fg1nBKDNHN1DIJCr6o
IzQ/4HoTYD2thefABj+ZuhYQc5CXZKkIY6yPpnhqNGtGFd3F4fMl0pNvhdA4Uy/5lwMnR+FXXkFM
DV3F2NN5DHa0Qs+czvLb03l5CxoboLIodOirjSKoaVZyOOZu0X8uIV24aDCG9O3j/MJHgJQeeh8d
C4T97FaVnlHNFmDiNOhVIgedwMm/WDQqHYbAX6fTULeNiTnNMCudEIM3qCz5nz5hecMQuZlopF7c
ttOJ0ClarEjAYt0wFq7LHonQQC03kJxcRHM3lKuwIYxq6Ux+8WZioKkJRxjJAQIpEr5VDGUKfgYK
BRumVo/6DZL6nwVw6OitfFSyxPynDIaOmAb+fuEkL2vhh+Ow8E217TFWQPy1Dji9E3oaifTUleW2
oW/7/sJ6e2XgI2F1krwxAd9AjcEtiUMd0vAYg/pLXTX5rjQtZJgNN5cq/czD+9lgC+KMWFRZKvur
K/MRHGzx+oKPpVU7U9e3mo9klEx8ao+R/u39K3tzGEG/xdl7icc4b9X16pqEEVCbRGuponmwMWJs
3yrLfMZc0ZYyo99nqNCe2aWkc2OuDiMho1mDiF/kmj7Yh15PtkWpL5LvnfipaySPygVt7Ao1R0kf
HejduyCUrQNuWLKTpx/nedEyHgX1aPgmIhCKcQa38iYu4J4AFqBOQ8MIsvHy8x+m1jh1Pvufivxf
aQpuhzopAvtfkOXb6kU3uVYS3pjpUJ7ZZZbHerJ5A+5Rl7o8wy457GrUDMs4TDnTmGqj4O9TYf4i
WWfr/ysTGJNqEPw5kPrUq5eJvEZTmWCPAln2I6wHsfJAUQBgb0h5WsyG24Zvfclb/daCvrqbBLSv
O0tCdaz7hDbgEe9vwObDXO5xHXpm4y33g4jMZykp902txGeWwekh+v2dmqxreJUi0Pr1btIhOY0G
axhTlYRRamVXSEQjB9wEMarF2I0oT2EUXET6pJ55/CsxLEaWKaFTUacHpEBlWpfTQ5zoOtpBrImo
3cWjDpdunHZ1laYb7BNkrBrbbaOBKPYl9CenMfSi6ZgV+1yr68/BMH94f4muuguv7weeFfJzLFWw
k2uFxjEWBkOsk9iNVE13FfTUVdMVAqP2cAL1sFEotnNrfQJ5I6K5Sn35/fFPl+vvw8M8QbxOJEpe
IygjvxOxm2P4vgHVME3jAyZ/kAnEm6rB0aPphXOmTKcL8C8jkqUhDqJCs1othXLs9ImmAkshx8ND
1GbjZrHuKMzM1cJJ2VW9sVd8Q/s+4/4/HfBfLq2Ld8hH//Nf/fYP/+a7lMNv//o//It//Pv/+Nu/
+5sfmUjL338nIpG2/CKSlqFfuGj7vBYR/2IMBzFwWafoIeHJBxPpr0QkWfwFXBIKduAtSCJpNPyV
iLTYybER0TAHdEmfxVT/DA1pNVV5fbo0S9OPXY5Wxjp7lAQ8ojAXHG8SoVYo1EifjQSsf5yLpBYY
VmHSCu3uh3t1832H/lGq7nTfXvC90K5Yn0xbQkuKSKenRdmguowg/nAzo0lMeycHNYNG3JnTYb0J
LMOQKyJ1gsOVavHvdBipjFOMIKX+Bsns/CKMM4jZ8YjYC/YMuG4iFodo82UyJJQuzXs9Lc95l6+O
bS5URhV4gVEuem30Opco+YdjsTD7bprnqb4xi7YHv5FYG8SntY1o9cOSSCWHLIOIRA09ggfe4/iY
JNAvoDzsEqmmrqnX07ELleRSgp98DCjCf1H0Pjxzp14hhH8cpMv7hIyGtgV7Bw+EPev0fYpzqMYo
/OU3sZKHGz2PY1vDFXCL6ZC2m2XMgPCqanDRUaqrSACFJs7lkxSG1FbV+WsbBeELNDJMKUQMhDM/
HS9DP7Z2qWx0m3ZQlC0q8VB6TAvPI7G7oaMyfJKUxqSkj4962Ei9k7Ri/hnRgPv3p9rbScDU5vbT
w5e5TADYp5eWZxzKoBTSG81K1EOVS6NjYHZ0IQ5BA10e+dmOU/MKs93Bw+tApM2Tju77b2K1OTMu
qDDqFiRkS5i0rkMVjT5Q74+TmyFv5WOaah/jQM49ZYDOMxnXuDRTL/s/7J05byVZmp7/ilB+JGI/
EYacG3fh5b7lQjqBXGPfz4nNG2kENDSArDYGg3FkSBoJY8iQ0TL0i6r6P+gJZlU1eZlKImVXdaGM
JsjYzvKd93sXt41337/s82fHQobVA2yfj8dGePBZpe53vVsW0eUgpjiYPeNtTg5wEKcOaqS0848S
Gd/QFKbdH2XdWmt77YWN8KGz/WRkOYhQeHBnqUfwszmYg6WBuVvqlv6FSKtuJyLNxjZ8FtdRmQxk
e4kcpPbGjtILhGIDBi/zChF9uDWUifwgaaqTzGriLVmn01XWekdxUuywnMSxSRrvJLQ6UsBaMfsv
EOifLVB0m1iQ0T7A/wVyXRbNR/M2k3Y9jJqJBUHii5vJGfqNnJrwhXLt4JzOtOOvg7AuS/gi8zis
mjCow80AosxFkhb7EeOL3WgwSD2Ib1hTpVtDtuN7q7Y/JEqwbLnod5T3kpfYwyh48onwMcU8E1yP
HYWhelA6aFkblz1qoYvSCvVzrBFO9XnM73rpe5cSh/t21eC9cmoScOfS2ug/OE4D3qRqQQZL0eCE
4DhnceejxZT4Y6iN57TmUtl1qxDn+P4ols2yl9jt/axa6/MLg/zZBkZbjrYp6CctM5iXy9nw0beK
MGB3Wg46F3HhnLZaEhHJzdhKAWOmoDUW0UOvfLKEmq46E4ktQsKISMARPdwQBJ+gavYUG/f0ebsz
TxehXPXWFJ2VoT6/NCGXe3n6qiFl0IKD30PTADTv6b2aPrFWHbHyF1ZaNNdgyHI3NKHogiijQ6ZF
Wku6BN5kUz2+LirSGcLCqCbCDDyW2ibtsVqySW1e1UUqLzRhNdu4pC39ddL+UdT9tKyQ/++iDluu
n//7n5ei7n//5Zd/968//49/4f95XNMtv/6r2QMTl7hfyrJlU2FbWWbN16JOY7t5RSQAgxIt5cOh
8feqTsPDi3Rg2Pyoz5lsuvhbWadR1zEN6RmwWSE7gQn2I3Xd06HGKWBxp6V77nAlaHOHxI1W+g0+
sb24MWeD8IzJcJGiTnKTEVyxD1PZvVBDWAsE8bexzXO6LusluAhHZQ7lhwodU7P8ppir/lb4kxWi
apdLAA5uUcfEmcPeGGzzlPjqaKs3toWq04523aRBvzTsKD5Ow16uRkX2zMryemjriTV9Lmt1V3gO
VPuFK3LdYgl1H2kWFiqhoV1oeD1qG6srkj12K+n70c4iPTAqLOxil64uEp/y2KliYnreCOWNYqXT
yt/UY1PcPRom36hnnW88Ol1IPNgW0TuO1U+ntWGGRQiTVN5mgMxB4pFrqSbrHW4yzguVxNPFbnnJ
1DKc8UiaxowA0OfplXyp560l3eK2FIk8R+Zl7AVGZUTSSUG8SVRXJ4pk1e33n++gkPh6WQdqCgsX
6quvwa+P1lgrRiNexmNx2zaWsTUftiPpE6plEc/uOGa2rqIhwwUtPiVU7uPkduPt92/hoJD4egsu
DEXgpeU4dMi40vUIG3izKG6tpjTP8SZLdqMn/RXBhueV4JGxkBs2teYRXaPPVzrZM3sfxxHaJlm2
yTrH3MhMG3Zu3mZ3mY0d3ATZep+a/nzs+ndhFpvbDt8mBNikin3/5g/Hx9K8YWzAF6O+pho7GB/R
TCsDcES7SfW3rhkRj3tsZi8NjcMJ/9AhogMC6MrFnk14xGANm1+m3bhxsXOTz7Kod6wCuzF98/A0
f2wPPxFy8OjDPrdw/G9/+uWf/vzX//iXJ3vC8jtfNwXbeQURgp0dvdZvLj9f9wR+AiYKuRY7H5Pl
fRndvzqOaAZuJICL/CbgIvjZchr+zXKEn2HrSIcAA0ebnyK9+AHHkacjZLkwOCboOCI73Hi4z6eL
h9bQv7eIUiWyx493KbjnqXJjGJOZ9TGUXvHCqD8oorkcmxkQBgRUvFdpBj29nD0mpHmp2icEMzSD
bEIAAp2qDR59gm+svQdr0/JUXAbwcTFRgu9+iLXFwL6NlrMSGI2PBXjfRMdZqOOczWOdTGmU7cKu
A67FWY/9iGDB84rUtBfW5QPi69e7WHxh6FAvcM6hs0o7Nroa64G467qtPqS5Hl3N2W5Ow/RLVVXO
p05By9EgFx4Xrom9mhH3WxqN+K2VbVZfuiIz752kw9gb6xRzl4ZJ/7nti/xKOW1/q5whBcyT2WnS
aRB59So3TgwNbCcQXbbyYsIEt+RE2fuo70ciybWKejHWw2xDDhyebxYW2MrJnZi0QDwUV9S62yoy
1T3143A/t9Ol7dfhuVtD5PDyuNr6XjHcCs0sA0NrU+LKPSIADUFL5+v3+2M1+Yn216Oh/Gw1+eVP
//jzP/zL46Xk4Re+LiUWjq4ep2Z60nh2oRvnT31dSkzj1cIm52zCYKev6ni/LyUmgS1UYKB5C+ZN
jcCPfl1J/FfEM4CvoKyFVkgVYf7IQkJ/nLn7t2JvqScBmSlV6X5R66EUPpjb6GPkLN13XTsr9zZu
+kbgudekAECnHoiD+BzR/oOfJ8u5q9t7Ww4aXI0oBI85mqzE0AM0xeHW1Uc/w8ynKDwjDnIyEWdo
cvacJ5DsLEua5xaRdqW5DRNs+lZp7KR2HhRwb7qjrGhwt8TQMi3XWijdLj2jAxK56y4cLZJL6fzx
p8kXLAesYyu9IniscQsjxoGv89wPURinU7b1qgnD4+0AkJiJI5ERTbluupy8jNxFdrHRItTHQTnO
Cexjn6jmaudVLlpsTCvHJNoqZ8oj4vEiCFDZSstScZy5WqTyjQwx/ISe2iAVweGFb3msNcB/n9KS
tvtZhaoK/GfCeHVJqrPLZCvMDpkmLuytvmrUmNZBVbaGiXdHWfermaRwAtOqFtJbzQiRQeTV8qyp
orkBSYPtU2Jxlmb1F6vCinNtzU6BVZluRaL5kKo5bs7dKKrakpLNKUsSyloMsJsx71W7KtkwMo7z
Xj2vhD16qDXh0WVfJkKzWTASM/LVid4VKttoQ1zR4DFzQi+AXknTNeQYr7xW6/dxWOKvOUY6ac9t
njeXquk9d0WCm0INOjvqNfwhaZ00mp1lE46QyjobC0/ROcpmtENmM4YnqYoIh21UqclthvKf2yPp
HUPhqtPndpeXpfnJkcLPyYFs2xyjUt2s1zhzICSV/STLY5I4I4SDJOV+ikILOW8TIssMxJQmpEhn
VqSOHXfQ33o6wu2VjUPxQkI1amltk7kQV1VMdCC7hY8BKUkA2dgHuvR4mSVmlyVq1ZkHNpqJpxR9
OftvjbywxVrDq7TeeJnVQ2idNdMZoUQZsaqCcGzIcSjyMEJgU9k5NKa4NpV34dYZh57A9DQLvx0k
GZ+G0IqHnXBLy9L3veGM1nuK68Z6p9cLXIQgUMOWOPBnG8C4rLrZSnd9NoTDepRthUwSm+MqGKPa
MtekvVkXpT+CXbWzV+Fomkbc1JxUSJLRMJQkpCZh3iKE8+slp0aDXzTGaYykwuk+2arN8YxIvQkF
vI8RcjBZta6gn7rYeRpRH10yY8c3jFpe46B3KH+TKUUgoHmDvGjjjD+NTS0/TPuwhdLbY6CAg7NV
3/nW0HSbCi/A3aD1hb2O0lbel4WrA0nO9v2sD+JN3bTkNbGlldTlUWUceSKPhlMVx0qsutpMvFXH
iWxYx8odIV7aKYMtr3MbtkYLu3rlF9Ka1w3n9eRYSJ3wT29wq73t5BVcZH3srz3s89/lTk24Jfag
A34jAoOcoAwzhoqI3f6usVliVkKfULDjgkAqOIHI8xYhRO7dj7EuIcN3thVCfwRekwGRyDFgJlbB
TUy8uNeVx9A7FuumIZ0sPE7g6eHB7iH2LiMJvpPhEVv4QVSXjgZtwU1tKM5ZVaRDFxCAJOa3MvO1
+FqT5OMmgdYM4Qjf1ZxmbITa0W7ss8himhqrzmzDZm2FJi6LUAKdaIe0MBYGozTTiXG3B91o0VN5
foGat7IS3A2gY5wAPdmwkSun6c4mFXvaCfM2FseDXZWYQA9+g4ZIE5WOAbSptx6MZq8vLR7P7avo
I5Vv3N+PRDkS5TlQ9GFRUBna29LrU3MiGxGv5B4FmzZOA6ICW9TGB7IVvDnbl6kWYe69iqxWT4/8
AT/I17PeORdkt4IgykjYr7FHEvlp1EW2tTPdvm13dY6Lt1u8M5uehczvtdKaioB83ynWoWWzT3j2
iamScA4ylcm3KWGI2mmvzFpdl0ha6n0cd/i7ukyY+KaIewJO2zkvi/VoJWOztGBQGxN5qfxtHllm
vDElB7vrCAtJEXh+KK88o3OSoFWhymGzasSA41odhusmHYrzEMKnt8af1Xzv6XmM3TkJGigq9Lg4
73AdqXhxc5YyqZYhSeRuZQa+6Bpo7YNb5mcOrD4Nd34XkocG/Frg+5Bn571lzGymnSNxLsaj3bwg
YD6cdhTAxQCcEoeXiyN6uEr9apj28AF0jJ5d2XzuXLd+55Y0o7ZEqoozZJT1WcTetAwNgk8ISyZb
dEh0Pz2as3AmUWLoZn2PRSG7Z8W+S5sKEQbB7FrlcsZWuZtHQVr3U7ydJ9m/16qi/hT5o5edUWpj
D5Cqsm5W9IHcLoCyYxjwVgay5vOoCy3UjDgvDKi52nVSsQFUK6DREHKnpZWEeaL1xJfUJ753FQ0e
NkeeiIyTxGomMi2EQ8wuFkbjasSEN8eGom6RJmQC2+S4z0GBYiyz4fGbYXZs42g+Yu07I+HGuBkP
P7kENEVp7dyPJGoTgpNngghtcp5kHYyV1s5HepfL+dptupiQcosGVq8StzpmQI1q3fiji1QQXvSN
pzc1yc2jHn9C4dd4gabkdGzmYUnOdmtix23Vdd+eqzJsjyMrvM6bueJPFkN+7vu9hwepNpXvC9XV
t4PWud5m7N0QgxXXTErrjKxcxlgSlcb0enJjLV7XHTHFR2FnmheAiBgGo7Y30os8zuZqn8qJlZ/i
I75iJbHurIr0vCMSvJLPDl+ZF1qklvmul6atXpfIh7EIdtOq5Lzgx+YxuFuv70qOUM1RKQURtplf
sCwKu3GgGGGtV2tXo1Nb8lNS0jehhSmFmQaD7s9nYZuYH+JmjG4ayyYoWosN/WM4xmERJLlS7DYV
wtLNxLu+NnsL13Fkc2LZ+OL21h0M/VNrK1xB2hhG8WrUrfljPjLct8IpCoKYuhwBSSxKgZU9h2wE
qjHySToa1okunYwv3E0lSieqmGFj0trZOwUvYoW8PCHJKbH7szgyOqSPba2jFoRjuBKVT1ERpZI6
UZtrY0ndiKZoU/YdRNdI5tx8aszNh6KNhFyFeizf+4Q3H8M7it+CXVbXRuxixyOmzE5Z5ar+LKlA
7jDclpRZto+LziaRspHrkh1233Ea+9I7TnzaCRl+6UZ8sgmZtmss0iwHbEpXWdAmGJqvKi+iiyK1
Xv+MuToulpgwhG/0ZOi+xA7hum+bNiUMtNHrYtz4PfDV3ZibRX9L/HgmyiCKVSl2JpRFfY1Ugz75
Cwfvp2jCA6TMyZ6+pgfODR63HBEeYYJ+3ziJxkMhRTTxV/C9Os83laF3V4nIZMHA7NsfVO2CnCx8
VsAteHfQag4tgmC8Or3XJQI8OCtObKv2djO5yZspHGeQ7b7bPDqRfQNc4JT19JjD9dBc0j5eLuge
Xs/RxpRNAei8InbeZb8NeMdqgxmPj7MHlqFyxALCVKW/AVjpX5ASPAVQeMOLRyy5nAuJljr6Afl4
9IbnrJmIrEeHTei1vvFdfFBHs/z0/Ud8ik0uF4F9isBzwZg8urQH2GQqa4BdFnNipG2X9HMX/UpH
m3ATZX31/v/nWrQbFzRrMRV6OmRCIyVNO6nclaLoWuNFXbxtBl8/VW2qutX3r2U8G5882GJfARRn
Qz08dC3RjGaY87F2OdOw+rjEulO3FjjFtE0jg0LmoMVU3RjJps2xKCzvg0aPdBNbeCXCs2BdGDz7
LW6G8j0xF9Mxid3t9MJNPv/C3KOg8+pCLaRzcoDI9VFkVdnAy09JZNioPsmPbC0Ntw+v4g+I5ScO
Do9GxXOI5e//QubOL//hL09QluV3vqIsjgtgi8yDnsKDYh0m1a8oC5QtmmcwNQDryY16Athar1BD
u5j8ID1j3aRO/R1m0Qyd34MiumSlLi0aoP4fAGyfzk1v6WgD1LLICojpOjrYp/OlnFRrhr4ZcqSz
NYiUuCZF4WCt5TT6L6zmT0fir5cC0aGPzr/QRQ4uZQ9FgQslvmsh9brQSNKrRS5+aLwvV4HRBgbN
+cJEP3+4ojVVM/VJg5I2XWQlbtvZm1KLvN2jj/yNVfv5s4CK8ccX207cK8Wyqj9aN5XOM3CmjVBd
jvNREVpG0Mku+TqryKCKPlffuMoDp/lvGNjDwzxooXRgMMEecYiBQf5ihSH13hPTp0adNiWSMjyR
VIqGhAg6km+OUaqzd+SnDm52qkCuDR200ls6kcA51aVZ62dijm++//zLqvH0xsDllpQB0DmgvsXe
/PHzy7hzClTuVOcFwu5GFjdV5Eh26HiAmo2vT9glyQtf9hkDGC9keMeC3gIHUjgzBwOoJ7FChmkY
BX6Zenuq6IrIRhPZySi6neMV9XpwGyg/WTrse5+A8dZwz8vYRR8H52wfYzW0ipzoJVsu8/kcQn6C
DIaiAVSLl/L0ZbSDOfmyK3HkJ6l2Wlc+8bBAahqmH2rZiTD+54hhTMY1u8UNpnfIrRO/euul2hTQ
zxlOvTRsd7OII0KLRPSZJhuhkLkVJUAtIDL3oFraCUXSfN2bOLiARfb1KtUSexN2GjrH1krMl9Rp
z4c4T4VtPMsCOynSkadPNbhCEm2ETngSM60OK8l3TWQP6+8PpGV9ORhINF5NOP10EhYR2tOrzJk1
uU6Cfbrm6PMmrzBKnqPCXdeVRegkSOcLi9C3vhUDE4cfj/89KyltG7tAQbhM4KFNCoYGOppeTIil
puElx9lvvUAIGNaD2yaLhfX00dqclKwaA5ZAuDOFum70zFs4ed9/gSQCPHuDGKEsli+4KVKwHrxB
gwCdONV5g7Pt42Iw4P8iPNlussSzdxLV21Y3EmurlMiCPPfERZga5nZ2OSYPZ324iXsx7OvshpCn
msgjWVzGhY+GtdOco8ZM70lqTOi9k3FkG+G8oS3QnZBFqW9yErxWfdTUgUk42x7EIn9h/WPXPBwc
GL6yLS2O1gsX4ekb1PusGlU8xoHMLdI6hMcpf87yNbCsGSh6EGvNJvgx616yZ/3Gp4OqRltk8e5B
c3KwK5qt5XZRI9DIT1Z85FPmrTSVVi+M/W8soksQn+nQUSTB4LA0G0aRt6UZouik+cd+NY27eYRO
gOeoG3gDqEfIgvbCRb/1TnFF0peMcur9Bz7xo50LBxK9Z3uMsSywEUiPaYaFh5fd5L3ZHBE3lrxV
yL230KeT/fdH6jdeKvsyJQbZNUuQ93Jnj66c0Tya8SVOcF+aFPlfCBQ60agX5sM3JjiKIw4ZyyZB
EXWwM3nSzn08AliM4VwGmWmOR6LRp3UNCPjC8Dyo/1m1KL4YIpxuOCcu4QpPnwjYkQJE1jbW+cZ9
TeoY1Ne1q2npbmhpaLhVd8OhvttqQEWXU1vexkUOJABJflcmXr6rG0vt8UD1g8or0x983V9vDlYI
oUAQ782Dwt8P7YYTHzc3Kye+Gua5OAs7/AK//1HNw696eJmDrwoU4Lmz1MnMiP1pY0wKWW1fg87P
0/wh08N43zlhd6oDy982OWhJpZDgJipWV8mIGbZsw48jzlarJLGtfesbasuR/46X722EN0RXvZ8C
dIu0gMycJdsixWbBUP7nF55j+VaPN6IHeJB5BlOWqY9V/9NvycIMJN/MmCJ63gYov/k0urn/homb
YNIr1AfMA7BIoY2jEyuxhIYNnTHpKzVRZ9Xknt3VUoNkbTN5sbE1RLTJsgIjmaayjJu87PD9mCrH
aALlS3sMMqysVWDYfRJhwJPk9tokTG3lKDoeQbMAt99/wIft5uABgVDo9bJTsGaLZeI8mn7NDP1c
dBPdOLW0+5JquOOx8s2YxAjqBVUj55ielDi93XAoGq4TJ6EbWbqbEMePAkj5hZXoG28cuwC4jUDM
+PAcsvk67MLgy+OuGnrV+CZ3rC8aEeX4YM7EH9r59MLlDqnQzFZ7cZuAOOF5WMIdLuqFzOyuZDKv
BvSvY2+cZq6rAjVmWqBU0e4yCsrVTFJiQChltqmWCEDLH1+Ylgey5WXRYEqw6FO/svrSSH/6HbD0
apcThbeyzKLeDHoW3UrlSpxvDEXXCaHKaMzOmYkB1Ik2yzygM9IGkkBFeIVdsYrq1HhfmwXLR11k
x0nbSIJJbf+2zzBxko79GWjrBX/ow0V1cUAhOd4EQV+cCg6lX4ZTWfUcSo1mxoQTc6l9hBY4oA2t
she+0jevBEd14R5iwXgYYSGbpm77ZtBWmlZ+KYqi2dVOOQTk4L3khHi4+/JMcJXQY7NdMDAeqvpH
82Gq7clwWpx60LQ6R/f7EaXetioGepwJdrLfn33Pxjpm3guMCVZMJa0f2i4ac6zI7q6oZDpceYgA
igM/t1HYkv+FueT3L/b8yR5EYFCFoEXBFjooPP26oUMysFiF7kwbBCe5dmOgDF3pudNeZV4+nxhx
lr6wEzxjSS0TjCnGeRi0j7r3YCcY7VmXks5KMJbd2tPVbV+MZxWcpLT1T9IEHwth79J4OKWue2FS
PRs1TKeFFMzpH0AD7O/pnMonR03+MBOySJuNKKg6DNKOXFCBpcePvlwuBZi20MF4YOOQiEswBVID
kyomj0pz3bd+torHWmxK0njXWepgBFQ3cvv9L/og+H6yeIOeMgV5wVBvIAEv4+vRYO3NtoDoJimC
OZTtQBvTdWqU0XEzDNGuyoirKv1ApFZ9UUfSPm3aUF4YkfL3bZS9fuFeFrj22b2Axy9KCORvhxPH
S/pmHvmGwShHbW2KjhaR3yh95aoBn6pQ1EsurX5Ru9uipNDUy6UNrs5euI1lFD+5DdgySP9ZkzC6
NfgiT1+JPmBk3+W4NWhU15csJfWZa9bVtuW4tbb86FPmtCEp6EOyNtPRuHDDutvJAY8tkAPn41hY
u4c7+gMDhbTqP/o4zzBQVAw//+d//uX//PkxBvrwO78pGV6x5tFUAb4BBYW+ypD6XcnwyiDGEpyB
+QTUuZzxfqWtWs4rECbQzwVjp2bnA3eVkvG//QnlKsbK7A9A7xiTGwzBH4BAaVo+GUqLxQJoJMRz
fEw4jzHPng4lD5dkrZyi962ytfmkmDKzOK9tmFtBUaqm2UdJmdpAOLIgpU2OKG+cVT0SS66Zq9kj
eyvZ5YlZYoKmrKhU0+UATaYOTzNqAZLn9NZSuIvrRfuFJOmZRqIialbepoNFU3QF1FHZ4Z6FfKzx
ZIRKREANfWG/eRuZWZVbNm1xJx7JBTCTkUyQtNJ06GVrWnGR8m5tfGaxoojZI2V55pNKK/stiFGu
bto4VfnlFOFv8g4wOUeaUI1WBRc0CYsV5xDdf58UfpEe204sJgAsNbobvxgrjk4iyvJtUkS07iOz
09A09VLHTH+y2y9hrHXtTtlm3944VuvX174adMmcL/I7rak0sRcDKeJHetHrFSbbbvQ+LQbVBOFg
kglaIAClxRZ5BKU7c9hihc2RaW1LrenWTlc2W0/LKQ0d5ZX9Fjswr7oQfaU3qwyDJLH17SnTjmRb
WPlVhaK0xTOvUe46bqVT7xKncY465Jo+4r1GAmtEyiUNIs9ob4+ek71jc5jOrNAg7m9AAfeldjH4
+GhHKivP63DUob4mXXSrdZZL3ppnhR8JgOzSnTUm9fC6dvTED1dQpKYu2yS6NyfvCz227GOraHPv
cwPLJ33nsyO2F6KO/O5E7/lLG0XyOpSxXvTWcTE19lWPJaiHTXs7figQHkQbCScImzUkEtcaXd54
Yxs9tvSQj02SEmYyswOYP2O2ah03BqRpjDZczcg57p0yKW/moousdTtG/a1kqmWclnoUdAQAi0th
htCXUJJ304YidLTW/Cinnqwq80sPqUgS/dL3N+RRAd3OGDPrMEL09qIVg4eVYaKAX9ONyPKubhDw
YksRhJlFwyqGSlFyop28raEnuX8szWZqV5memB0mjk0+n8nS09oNbmmegW2DZjibOCn97DxVRp1t
eyOfXtdKr89iUYTpceHU40xD3UuiC9HBCySqpkxg6tSucZ97qnFx7zXmL3pfe9ZO72wmjN5olnuW
o1iy1ySr5ddFPRjenmhWx9n1ucmX1iN7inaunbTbBE90Z53EVX6di0FggR8uRqZRAq15S5bhPK9G
F47YiijmMF/p/qjnK6eT8IIqZ/aaACdwoe1UTcfkSIW1cZe0eg03IEd1NOM6GTbWvmuFwBvBzHo+
m+mHY7dWSqUhDqs9Mrw8zQkt56M0yX6oHBg8NjaZrxvbRF2hcdC8QhNDPKU3j5B2Gt5Jv7KVW6Rw
FNwywgZzBFfOsXw7zU385leeB4Vq1WQJnAeKgzhfZd7UkXRN7NXIOVQYtyy30Y1dKvgPoadab2OG
4WDfZnmlD7sEDniO+FpX8ToKs2JezRCtzMAsaLlDJY+J/oD73Rs8AJRCxqOGgdA8FsZ73vIwXNJE
tq9SCeeNM5apaTcIxPojHlzbqLL03htDU9V7+kCoPPsQXec69exMYHJa1uUGtHu0tlC+XI5oqkwy
AqyNDKonMHTZHiUYH3fbREgj35qEmBJjUC967DVh3mZ9bxZVeQKEaFuXZj101ZbTOURXe5QQEJtR
S97PreNcFb1gJTdHV4ldNdeDBTMzar6IzjaPelb5+m2hBgMfKCNpvF3S0Lk/zWRZypU1GEa0U8r0
301hWN3aUcfbSgetHk9p183zxhV9LwjJIFJg247OwIAvsBMKkh5rLrxRXDXF50Nfk0VIcLmYNOiF
rvkGlat479kYurztNOHIrcWrqdcQW7LsxglHsJFW063kaHATw9nbozv2WHo6WnVejpV+kwmLTHkH
DXR6HNtS17eJJ8wPfWyRqOBnA1GlRptl1oWObRDfTquxFm4hfMVrTt8aSU/djJG+Dq1oCromG+3P
zQQ4WNHLNua+XQznonHC5RcCxoRzKKSByzi1FeB8WHQJfBJ3xo+E+TlPYjQXuiecS2g2SuuPvVxE
8YmdzUkigzmDznPqpIXWfsDcOIysAEJfm7Mo5C3ZDJpTRPUnU3J+WU16V9kf3azSX3deO2HoNTl9
GmJdpRUhC0svzEZctJGa7KNqyItpi6sEYaMDeuD4KIVxHa3Z+bIyQLlXqMveoYm2S8qJ/XFtt71K
o1WOrq5cU5mk/RQgXDGvC9dTMqjNYc425AwaxjrSsL07T7vYGPd2mhjTahK2oupW7GcB2hTzysY3
GgfQrLCaaK9H2mzsHCPGuDaf0s45Rb4Sq90cRV72LsMCnjTSNEqT3sTUFcowOSPQIbs68NMilp+T
SJuqky7D8kFsqrAe83IbOpon3xNeVSKtgUyE6ZnRJ7ZXQoGZzPJNmqfw0dfF7LkxoAUft97nKYe0
fFOHE1TOjS9lPJ2VYyjCDR7GRX9id6ojH0SbBneH6i3hw81xC/c0EMWoxo3NLteFAQuEZ28A6M2w
W1W6Uatsnfi6KsnPsIwR37RRlUa/mxbmZbTKVK7Pe4ZuxNpEX0zEZ3lhae59I52pO+sNvVYXQwmx
DQakloTt29q0audUwlU1z0z8292TWIMudenJDDdGsHch8oVEOfeXtUuD7bYJW72/k1Wmz5Dhweyg
wwIlItE0wezZ0JKiba+dULiom8nLsb5UrZ2GJ3k3aOXGdto8vAt9p2o2ReyJWwPNxBkvTszrWdjl
h1qoEHeSGdJGfz84Xe4DbYbRdOLXmWsfJ1QD2e0Ut3H/Putl8aEpUbAf5VWf96ejyzTeh3o6JJsS
ss9wmRV17wDw0785ylRVxicTPNriOIS9XCIFgMr+DiY5T2rrSdS+HXFBvWkLVd7hvGeYhM0aaU6U
EMrEXT3rdXIUZc7UB8NYwu8m6QGDbrMfWrU3vCHRbvFqr4Zrom+hpjF/m6Q98uzYylc9PB9uSjbD
NaKdcNj8cfiR0/4Th41FhvwdRfe//7u//ulfEXX/m7/++e9//q//85d/+Oe//qd/fHwSevgDX09C
4hU0EFRk6Jjp2CHi+v0g5PITUHofl2OYTzDPzN/PQQZR4jYckcXeA7YBW9rvByECw4EgOAfzzxKh
x0qFbOwHzkIHTmTgYeCjuBksp6qFk3KousltE/FBo8CHsWIZJNkJqGvGYEBPredJe5aFiy0phSCp
kiLHplSgnmbJmWPrGMP+Pid8TRSv9TFqLpmCAOIymuZ7QHJtzf7BtulG0nwBk3lI8vgbFsBdA0zC
xljAAP4LsPf0AIfWlv1D3PVOjdUCAaKEeCXRhFF21qVXqHYpmeCSX0Ggpx1btGF0Qcey+cKSY51Z
HLCOrc4c32h6C82Vug/VS+MZJyOkeRjaWj/c9UVd3vKhdXsDv2vaSD1xT6FGGASCE/TxsQ2d4bOe
9PX1UI7j1lFW/4F9KDnTolBs+hji26pty5RsCXOLGIYIEGQmWolRTNbNKy+auy9OFnpBDbnz1Mo1
J1AAStULGN0BMgjY+dCBA7viFO4BQz99T9L02Y6X9yTk2tL9c1DJJMjayobOin+4YbS/fpo/QJGf
UGF+d134pz///F/+14H87uF3fpXf+YuSFxIC0AZkKPhcv2Eilv0K7wZ6+s5X+4YFDPwNErFeoXYl
yAq8ZEnTWXCZ3zAR/9USr4PEF1SESYxm+AfWAYS/TzARBgoJKw/Xp0MD4njYpujHBE6LSS3kx71x
5JiFOk3nykw3dtP6gqM3Z9KAwNR0z5YXz1uNo07uaFMbdK0tT2AmDfvOsN5gj9Xsh8Qbr8xG3iny
YKxaG87LPplea4Wwbk2t9cugUuOwq/8ve2euI7uyped3kR8Ch2CQdJM5VVZljbv25BC1J85kcAqS
Ybah52hTvgyhX6kbegd9efpeSN2ABLTf3gXO3TWRGbHWP/rlepysYx9W0PuC8Xh6BsHvr6iN1Hhh
Ao+zQ72O/BSeUM1wjLXf+JewqCbviCWqge3kkKBETTnDeJ0dNU/UA6q2SAE73LT6XWNQ7T7SaJTg
J/4oY6T+GV6UXeHkqLK3lclS76ayUUO0x+m3IvoO5VgTqNtqVgAZ3qMZUf29DvPoYPVWEu5Xuswy
aQDj6wxNkyKWyIJH5tnlLupaVFpFzMfdnWx7Lfi6eEgwgMyHtirwtCV6Wqyi363LvcRZhx5qGAxG
vqZi0Ki9SifqXrKU6WacVpldOJFcUBCb19MS7fuwyO4GX8ef/HFOnSWp+DvJNvFL2t+Ditho4Yrm
W9+sa/hQ97p97OEG9hVl7OZpxXaRlNu0vEcOU8ZVxiW1CTXxmrR+Tmu48/FuBR/+nA38DlhW6k+O
2trmoqyY6eajMDRrsGmMAwYMZti20Ufk5ikpugTLlvF+8Nb03R2yPLjTZZRSk4BdStGpVVHpQsnf
Gtfp0SCP/pmpihTRriuDEKgkaprE4yWaknJQ9XqYo7ml7zByb5gz35RqhCgru2MwlvNRt9PgIGxR
tvmws3FLVF+poSKnrzf/NyiF3akcjVyC9sAdkqVgMEqWqimA8Iqg5isK2va8cgAXXq0b4MqSzrd1
CYrs0IRV4bx5KHmADUKZfsaRlH3UEmp7t5k4sOT1VrHEO5lXb3O2oIALoq2WOLLwMSXQf9jycqeM
+N10N99Hal14JEhxngKp62ZPDIX/NGYhmVRSBDGlBqYf+72gh+cuRRv8J5Q+xiVvS6P7dAu7W3Bb
l5pEdroq0TXK8EEI7QW7og/JQvNrIjhzbq3XxobwzUVGXAd4i4yvlROVFsNg3d5hPy36o2dLYpfq
zm6fhmDI+6RYqvlHVOip3PPAw195OM7xrg5X5+tgp+3d151Hh4u/YebI57IClUQekSay75rqwWvB
+a4suD4NiV0n8t2ET7O9z2jDm3a96Prfc3rLtzKyKaHBeodqM78hvvnMbeVeJeESd2UU1XjOUQAe
hZ6xO3QeqfP7tdqM85BFDmr4dGhBfzyc/t2RdWXwDlKmYDMj5gbcUIrlcD9GVGmA4X4WQ2D1wYbY
1HYWo8knZ0LLpOZIPiqnHSsaWGmQKvCnY5krlIN1Pc8H2mIDZw5fLEKx+riGvv4cDtn4e45pbzwG
Vqxfi6GpXqOO6SAYcJCcmd9YPPLOrBkdQgx/xz4MVyq/y/ZMBhTpKaj/2MK8WaXlcIsOjuTRAghV
R997AI2oQDqpymkmFR03WI0ddjT5twai/7yLmdG5I//fM/r/+m//+M//4x//7UzOP/jXi9j9r7d5
nIuTAHxmSIiiv1/ETNeuRCJ1m65Jl0CzHDCv/+0qJmbJpT6P/3xLrUEGy3/621WsbuGZbMQ30gNY
GJfYf+gqVv+W6YKduPlDWBtQpvxVovPv6AnNwBmE5R+uOalO7QLeF5at3K709uB7G8J4sB867LZH
v21i9yEfV1bGpbhVRXtu8yfMPQBjv1bpc9as6ecSK+X3fKn0e1e0OcVaHqwFea69T2lo5qBQVLGZ
Pjrh9f5OLIJMOMfLMRXHbu/kuyow8xNaF3yPY5xPIUa4kIsqlbJ79ms5zGevBws9bJgKv7nLKLef
bboN7hcX6DM/DaMhGQT4I1+vKqqKuxjX3A21cVX/3ro0oWYJOhr17guPVB3tCgDyrbo1bNRdtQL7
TKovk7bTrk9RmN5iPFa5mO/U5hp9KntcocdVtW75Oko9SPYPfNTpLKR6cLKsuaKfqIZjGXaT3Fdm
uznHucJ+4K60sA5qwhebVV311KG/Py1Yyek8c2VJB9WWujjB8cf6jT0uxWC2p2HGEUk3UKiQaPTW
xHs75ziGt74K0oet0O3tgAznT7UbVHQke1jijrYH28Kp2TVm/NWhrsEzLZR+D8Y1eCzaFRyWnKAC
hITSxGx+AWNyf8VZwcHvyKX9I6c2uzdNCO9aDnI59JOO6qSX1dIdNW7uZhc12S+ZpgRfqjCAoogN
6AJC19rleOkg2XZLWw5vUeXFwQlcz1B4SZK2vzNFlVb4b2Ob38VpYOlFK8v+YbL4V5EpaciJ3qno
Uwm2NPszpyP3C+ZX3oJhq9MhUbiL150q4xKwqLf9rxEzVX5a8JGSqD/hkduFTh7O4PcjhucRluu9
rIdmZ7qtYJcqG65WW2aL2me6T7+OtTYF+tJSfjAu3xfx2nK2E7tldm06V289nBBzYiWrPlm4/rB4
BiG+x0A4X+CMkNDcLFsoLMFx1p3nL+G78mfmnmUL6R5LqUbcEn/Iml+qVyM+K4sDi2andEXVGg0Z
CQtKq0eCGYrftohAPNF5dy9e0RT+AV9896OOsuU+y/O4OqQYqBsutWAaD1tft1/XgIRy4mFgBLq8
CX97pqDId7Nx+SOLMcBvVdvgvQwx4iZ95d9cvrmAUzRawZ+EZqaRrNSy8KmvVtmdqYDIISPITr1f
iiJ3dghYrEjyqhVPXhvIeR+vJbWvpT8td6X1DMbigUQBuCmiBmZBjTxDz+Zzi0/0vk3zyFPt6Rj5
7sei+iYmenmTtag80O5MDj+YoNBAySaiFIhsC49ZuAnTc9R5pjnE2doiUy28WOwZBflRJ+GpN7/k
PgYQ1tMP4gDi/hBKataOFpz3FK8mDxJ+hzA4RYszeMlGjNCYpOmE9H1FPfJOnHjPfGaK9HcNhtIf
N7/MhgdrHUlMgutD5sXt2rzYWeRXWWtyOvHPlb/XXFbveR3nVKfx3g9wRU3zmhEFMLNGbIqcHM/U
iRmc+mOe8/47bwwaZpK7ou7ccqLE/MqpvoRjA9/mr5l69+KyX7BQRKtiImjVzRDaintp0uD3Uiz+
eEsnUA+dOxPbIetae7uC0ojsgJdrGM+hDaebUtCYmQMV+K7FR0zFq1nzE2uIqu5UR8r2v0Ih/3nH
/xfqgP5/d/y//MN//+f/+U//9x3/1z/42x0foQj6u+Lg9r//noylyMCm8oY9HAnAzc/C9/jbLS4i
ErWQSN/EeMgTcRT9h65xLv6/LBP/B6YCl2LL/0vLAFCliMr5dzIlvdGvwyYUc8/OWz0OXnOpKjcu
IrfBuT2knkuSA330GKWI+vuj4T4n5zllOhAvSvRlFfa7riGuYqGXB3mih0gx80dx9fNMr9D3UTzf
nIZbaWX66BQr7Be0TZoHw27cusk/DbWxcn0bZSBLcbCCBBhzgXFrm/yRAXsjB1G2wxbtBjn3GJkX
McmnDgvqetX4BhATx0yz5zIftuGXM06cA1sj4+3nJE1kd1k2bc2hNHbQBypEB+8EfWGb7tIOE254
CrjQEWDL1hjmzlsgG5f9WqYxYjStygUrwZpzNO3NRjnwcWbDeqgz01ePmrOquIwFdHm7E4rU3p8j
1/D0xZIs/srDi/dwQHOYI4tavBylcxcvX4jkQ5J8a9GU+cJ2ZbKNAykPhdYvMWDhO9+h/YjjXj+u
Isf6ht85bxLlpepWvx5ul9G1zEZA+V5+SofJ/EJc3k/3W5Or59HSddtgCu/S8kFaigArROLm60Tf
7x0qVPdgRyU/qgmb2FLgref89AvSLRqnIzMvE8hFCHr8bIyh5LEIpbNxjVZLtp35Y8HGr5Ovk9ap
6XyqDMW26WLkeMGnQadYk2/7ad5EtU8Jk7lf43m9aa5DOx6XEQxCQ54c025MnYObBel2LmGv7WkV
5Ad66EJ4fz5D+4nyzzhHKAoSIQQswZoV4ZOoc/YYmkHDPhluZbx3qijnkiftZ/H9EHl99cOZZXOK
JnI/naJpzlsdMJJ4dCZm6GLezOxAm5T5FnW7vC3Cfa8q8TSzVO9HL2qScQvDXbQJYIN4qZ7ttgzL
zqny5ntEJshxBWeStONww1nZZTpxcAfllEF64bj314FFNhXpsQo3/26t5+GLN6JASEgvHrDQM6S+
N9G4PAOol2xo2haf7LAaPAd6mNY/DJl6OgR+txgyDKDmrdct41O/+TzOAxlSTEIHmrjT/NDm40YV
XkbQxuSvTVJzAbkP7tCIQ26bobgSn6Z4YUoA//sWXtS/L4ZwUOyRxJ3AsZNZXEc7BqZo0oemgADC
e2+6z6prWvPRuLV/dMiSPKfLFuRUVBMvkrTeknq/+QQ3hwzC7gIjNIqHPO3keJabNSRFQcxFuxXQ
4nMTNip/hm9b94j+/MMY+uPxliyhD72W5veCdPdLbIvm7AWT+GrmmWJKLyUYa2dMV18nz9ZvsWZC
gbNtSfmM5/zYMZ3xcs7ekOG1seMT1n/Jk89buSTenNIsnWE7WskNCYNyvyxEzR4QAM30XKdtZkmq
KmkpRrLhH+bZRme7LPoApMiem85+FV2ldjPnxXFmWMIpgCL+CRIyfKn9stb3UddH6zkThvV4EyFV
3czUfr7PbW7Pi9d2NAGmwksfVlnUVxNFxau7rN2X3mTd+7R5y5et2ijnbFi9GcemjAnPq1TSZl0O
PkTcVNQcWrKxDi4GhYs1qzxZVWXPpibg/JTNo0JkFWVk7gi9oA4vRfTQ6bW8AqOi1DZlPFxZY8yX
aCF5D55cT9W0D3NTUZ3e+JYXYgsfWeBTwiZStR672YTXMR/JuWGaarsTKYmQLPMWpomZ7UC2FmIM
oKc6e4ycqqn3VSe948R4430fJHvFIdjIZELGy9mRmFHoJ2PsJBlHQ3sQzWrVDsqV8Rx5m6J9yRDA
AlIZfEZcz4PyWgL29+W2eaQ89N54bYVLqPO6pmvwzRu68tmiU5r3aaXcLaH30g3YGCeTPoh0xdyp
tvGhHNL1rQvj6liPAvkQamL3Ne9z+YTBNv3coloQf2wzRdV+JdBqYglqbuEUebjZQ+6xH+yDFP4o
adhnp5qbrFhpOr4Fg6efxwZQKpHMg/1zjzCNCKtyQMWBjmRaXvDGlurstYs54SsNvtsuRH3E91hA
2bKGzgNkMSSKoMTdo3zh8dH9kO+jwAjQ0EoSHEy8mBlQMfCJL14VytV76+u2+pZyPl3oyBo6pAhd
CCDrpN2LCjRhP0jip71xNuelQ3EdJfUcyJc4pGZthxIi+xYiTX/vUzp2i12LzOn3SKHf15xziZAZ
b3V4zHV9cm4fpqwi7vA48vEkLzHKvWgXTLwkO1KSyycd1No5ELiUX7NZklAilFnig4GUwdMa2NbH
g4ZE5zx2mDJhnEi9uv3LqfvB1nL7FlPD7YtdMjt71aDd82ictSCEk8Yc8qkiq92daAPiwXrPLbne
cXOMqC7KbEX+9wn1LsqwHOcJJFUo627nTSy07RgRzsiPNqTNafGdzl5CcnGeogK70p62+VazaQcj
P9HMGa9anIgzAfu0FnHykei7d3PSzpiT7HGeOCLQhrrHsJGktCShU7Koy8pFIjKOq8ffSrDjZLPD
wjJ5U+P8WIj6qPo9oAaDQVrn6Xbkjnef18YRNfduFi5PzEwbx19ZnxY78dfK6oKZp0Sh+QFnJ6NT
TjkU6J/bxLg71rZ0z6gFizYxccXfpuIipC2vXUX9Htf4Hg898qcxmRaKfMls0/ER62/1KJamxn2o
t17xS7UNUU5pUbV3bl5mDu4k/ggnrtzlDtCjo8VYSHngTuIxxTU6FxbNIEJI6IE0XHqVxtOdDiw2
nD5Y5c/WtTSuZuA4ursB8uZ1rkjvueIjqJ7ZGmyOV6TV67l1/C4gtqX2XrxcY7IK5pvazG1ledt2
J0zokpv2Pa0255OjLT/aXMr43Rksb29Y1+1rDjrxfTG1+Fb6RA1egcqD4SnnqCIacVrYD5uyJMXH
WgRenueZZ8yPDZdxtfikUoVVWHypsjz70RQpYR7pNKO93Ko0kw+zIKXkPrLCJd5+GALuqR4GBoJF
+L/4SvHOBmvRgpsG/Xqi3JqpxIuk/NotA8Fh6AWnvtxrZ2nrAzQ4RenR5G/k0zgBCTejRY6b0w2l
4FMWEgRFbEt/53PLfddzWHrJMGarOC6OWJtX408ZqpEmWpc36w3LL+RH29fNbTkhW7NOMy1m+Iyg
sCOidAYdqxcKXJfghMyHYPytRNNxGAML4IvzpYyPqZ+p+lguQ/zAI57I+RCVOsPgBi+kdngfq9Ia
habxiJ1E5zFMtEERqIfGZcawGizoH3fIi6FbaQbkCC+AMBRtgzjSmHPLUF8GtTbtoWqiuLsfnN4X
/cm31iqaZOMl7U7sl8uIpVwtn7ZZVr/GcBxFAkQt9uNI3RPi3ZzQNFzimhF8maI3403CvbSrrCgW
c5y2Q1xX6iqh+cfxHzebMprUY97DgaGwunZ1FnJpxyYdr5Mru495qBQzCL8+JnDXy34YhKTTc9Dm
eXpBZws4VE/p68DbEyCLbEL90U9NYZEmIts9CAIu+leUdrZ/oVnCckhazFZugtiUHN0d4tHgvbfL
mKGXHPL7MchI+DSq3poTvqvV2aVDw2qNyXL5kbYicC8rFvw20X1LRNfcmfh9yuNYoB9tCX5n5PJv
2FGL89KSTntwF0MlsCh7BTg0LXRaK66k6gg9Jyu4Pqc4b6aO10tdzMsp9ZF0Ak+lDZKxfjX2dVpB
UnetsNEdpS6IGhnqCZwPlFM4x15y4vM4TPCQIrUKeC28hfRPU+g/BUJjNIw42z91txt1F8c6Q+s6
+8U3hTqMaDKi9NZDRCSg91xpdEfHLFr6/BK2XvSD4JiuJ4wpTS9hTSXGrh8myra5lVWRSFHm330o
C3HPtetrrv0hHJ+jwvF/D6yI7Y7heb72K3vCXdhPIZGaVmQfa6fpSDaDemlKIYpj2+FCQjK6FFfW
zj5BGM6V3XWjx8di61gE7mpSCuSDt0StS8pxo/09AmbxS3v57F/orHOqHxIHs/nlZGkzg1QNPuF8
pKUycS6q+bGBRZ0Ibq3vDZTTRdV5zqCWZT/CKuh7Mpub4ItPwrokQVjkn0VoleGrdM2LMkX4md+Z
GAulOQ92hY77jbNpRPQkUZi4O9I2p3fjoIu+1sEUh1TJ58Wc0G/R+Fc3FgF6wGKt+88LXu7iU4Ui
I9/jjHSr19XZmoH8TlV05Axk7HxJa6Oqph9lcZzrsvI+HPDaZfOuSXvmO8Vl9tWnXSY7YS7YPsnW
Os4Nml4mlGlRaR6hcNLvM20rjLkm9yZaS2YLa2iLW0CnwC+6/l6cSQfvcD3eeGrs6u7LKTCnYuuz
19mGzmdM0957Y9R81ziF1Z9lL+x+UN70zed+il7KoSUvzZDCyjtNw9IeEg4FXOpG4OHR1BVokxc3
i+4yBKFi10YaCY8nG6p7s+ocDi16VuDZQyrzkNj2Kr26a1okJDi7SF+ahrdyTANkPW0/cujMNDKV
hhFuH4QNKBrunuBZWeW2B+LD/Ik4WOnbU18UFcFY6iaQ7qvRwbtZhjFlLdH8jTEUXG9WdXd2+m17
oOA4jnYtjU+A/MHshUemZ4q8+2hQaEnxfvT0JWk+0RDPXf0l511orzpwWSmwPubbOW4swwVp3eWn
Bu3pdqw1QdvTvCiTYNIuT2k7rneNiKqfdAKyHKdZ87Y6FK0Q1qvGQ1jE6mld3P4q3allgVibkIV8
c3yQcqdJPyIXJR/jcjY+dYqkznyOilvFg1wfF5c0gm8dxS2XoIx6Ivi2ML+PotHcz/Vof1kfbc1h
2tzmsc6kOa0xVENSoz4dk4hKFaTSYWVfW0Q48NN5EW+JitfprSKEl4zUUpcgvy0ai2QiOfKXRRH+
nvqhUZdx6HKZ6MrpF9bHMH5XqZe9UdrVJH7F9rKzVlIwiGQAXeos2+0DIYb7Jhbpfi426IXsliZK
ukY+nboIFJpe8nxhtO09hjKvtI8orHmiNppQAHsVPuRyUoiCyF9kCh7UQpv6TQ95Em2+PG1IU06x
GYp4T9CuOPINx+huQtZwiC3YwcPszUGKqhuhOW8Jwbdk0zZuUpSD8ZPZRZ/h6HF0qNhNRfU1KAUP
zok0kouqYPZ/cXum2GeW6ij93SKe/gq1zs658pZeUFV2r6WXziSjcfm3e+bAqX3qXFL1dpQRxx45
mlhWbOM7w4lZQP+kH1eGX8m5U2pfzpGSDyKr6TJPW+9asbWur9xowXcSzJ27aDN+sZNT0Xxt4y7a
LoM7QEAUQfwSeXJok7kaqrfIehTMVtvaBedsFEuY2GKZ7yFFoImyBRn8XRq23VeLyKffkUwK9WZn
JBVFjSq5xSjF5ZZz458tCY3vWE/n5TAulI/cV3k4mbsWYXa4Lz1hPoI1QKSmRHpyu95/lMViflqJ
fODUgSkdsinOTmFhsi+ZTp1mN3vL5iW+m60PGVwQQp2us0mN1f6tWciKLkKiqXdEj+rxkZEYK41J
Y/dE4KalpjLMmiPWoDRjMpXr8ILgFOaNTiVRvFGszJvjTmIJqNHq84W7uVfBfJeP7fREAnF9nVXl
52+FG+vE5RUjVTifhvvC0FeyCxB3hBe33aI332H24dNSnrwgq+5kFqYvKJyjZ9otMvy3SKvVWYDN
Y2d240sckE0NcOB1x3Xrqndh8+bcNLPOd4iquXTnJfTRp6uw/95QPut+nhTuo3s9AgNzWMgO75a/
THczR9UtK/IGRyS6jCO+1RCnJ+7K+C0vLaYMp0Q/e1Mx2xdICbqS04Dz9gY3XIe0ZvmPZVdPR2Jy
S/7PSpizqGqU5P0SiW+MVG1zR7xA+0tzme2xU+HowrzJti7EgDrfWwX6cVBIJgcSFimLQ7NHMnLu
XnP6aYJDH3SaxmrpwiG8h1ONWrpCcWCJ+F/W54hbaXss7QYaplrguQW72KOlkNV8IRhdb4nOF/wv
oSP6w4AvjX5Q2yicCPnAGfWIQ3SqiR4HNtFT0LTvfl7Ifqd8NNzEFrfwTozE43bTIQoF5uup4bdu
G/jieIjyox6cZj3mcnRHQ6Qp9OGLHd203ImUAKvnTiPa2TdbOh2ziiV3J20efN4KFT76CLrwMQTG
0TtVCBJ1saa0D6rRUZ64y5xSppBuv0pQloogVvbf4zJbp0RbE8cPDPn6TK1Ju+FtcLYnPsrbe4OK
+XVKM5CAoVjQvUc6NPubkKs+wiPL09ZGuQSKq0jnTIXJDmXry69rqKqHqiAJb8eNQFedu/GCHJY4
r6Kz1ssMEwUOtd5h8l34evlSf+3JD652BhH+s+9tE0QTvn3isXGv3EX+pmPY17T4BEk6jDuaiuGB
B+tu634YGmUeihz/iDaO870eK0Kb8JOU85k0UbO8b240fzc6ar4uHXHrTe6PGWwSSapq8LcLTr8A
PKlf5neyeTgzZ6d3toPfR9G5ULKi/Twd4+3Ecdp2L2kl4nGXkUtSvZCDAvwmspjDe4376KMkhJGo
sIwuRU6BWj95lV5OjdLtd9u32QOKOqhDqHQobu0nlcoJpR8J1IUWdrbgXOSE88LYKYwNgw6rX3Pf
eEfANPisshenyJ/EQztPK0aaObhTgxs8mS52vlfDYh74vfRT7nvibHIb3BMJ64WnNnfFfFKbCH63
EW3yu9pM23lG3XOi4Cn7XYyRfK962+ZYF7rV7Eba5b+UTd2+ZK0ozylOCJbreBgv7ujDXGeeWIij
J7i82XXjEhI6L3B5gWV500iOdR79hCWWP/pKjJTV5uNdr0KG7WIryqNfbeVnLD+2JSl5MRPteMp2
3z3AeD5GYee+IPPNiwuQZocRANcd1rqbl+oQt4Ub7ZupHM9IxNx+H0eEPxFLHlv/OHnaq0+1NN2N
cPZGf0/8DjYL1XUbs70r8xhxl6++tCoVMsE1uAD9eaV4mEu/D38DNDZwpCuhJDDzTmqOTTUDPQ+c
ZmiOlvi0YGa++mLVlBbVqLGBY7Pl2G9qAk8QvoU6kKqHahE9H7lZEapSzpOXcYaY5WCtJgK5QpYN
3E5i+HO3zfNXigWyT0Wfq4JjK4eICCg2UfvA3bz5WSIA20eGoW9NrJYktBZ1/pdQYglfgpz74lHC
vwa7AXmE84dzL/1KML/qLioso6spe+8ZhJ1H4DfiTOq67PeUSijSYVLpXYJCl/pbmNfRxwydf03r
LjwEVdV/jbWuxsTGEROqFSY6u36zlHtEZk5zNMsNtnTGBWcFB4142KqxaXdunaJtHqe8elI2ql/q
Nd9aahIiuO1C6egD147nHgggSblltLPuC51SWSNB/SGaKD5AiS3DxJBIPO7s1BMKTeFTxN3Syi5K
OgLHqx0Gsmh9mzDNnhovCi4IAMYPi1Iw4VPqoynxlIj28NP+OYhFbPaREsV9vaYdgeD1PH7PJxSn
xNeZbcuOZvQGd1/JqSRXy27ejjN8O+J2FL+JZwJOMS0HqS0GQBnWbOzFbUNEyI55f/sRMeQ8FM4o
wHpxpz25ppY/aWLpzrYX8yvnyrpfZN2kx9SI9CHwRFkf0Dj1+Wkse3h22wIUHAI9l0lVb7p8tchF
kLH7y+gdEfcAE5BkVyZr5NTvxJOP+2b04z80cDuvWRd0X+rM5seyNLH+UkwuTQVdI5rq4KxN8DJG
ggA8QErnzyDVdgU697uLbzzmbtVu08ppWMvu3McZmeQsOhZn1Aby9gI0gr8xQIrzHOq8Gu/rLR7X
+3w0OWoV0dF5GAsv+tQi1Md94Oop5d6PhXrGRh6fgDv86LQVYc9q3wXL/YSdAlULFaHZKcoMRjFZ
MAKsc9AG+wHaBe0w8UTZaYr4sHAIp9BdqrqV65o58r/llB6EBxKRSXW+qS30nkB6nzSo2i3dPYjn
NPsJUIW6HwqHbhsQPsrcdwCZRH7ITQfyujAj/0wxlBYIhs1Ca4DG7YDaQkTdPmx5ETnyqvxLLFHK
3A/CzG++Lo27a2uh9iyUbF2FFB3v9wYxpExVvlFRsbj7XlTUl4oyMnvlD+bATjgZpEpgcnYfNR3u
XnC5ki6Gca5TWexXtSGCCES8FCbZatDdROX9clr49L9ZJ3LIxub7G5SvdAolIWlHvMmV9yOma6Xc
ISENv/Jv59e88vXdShbKCW5p/rDe5H2hJnb7FCGTXfcy7dGXVH6GNNvTvpVMSOvaXkrV2/pzvcSL
eEBRlvcvgcxgPb1i9hREneo+iUqrF6xgpr1UpWzavbVj+LCZXrL4h2mnX9o4EuFZo+IWpxTrVUre
PIaubyn9UN13LJu2+Y2fxW4cRCHrv3SLsj32la7qFz9eoiWxeewW3PrVtPwa2libxKazjA7LOpcq
WWHwYDMDqA7kYHH6E5wKuIyBZfmg2QNhfMefE5d1uFzToJryx21R6Fm4akClCL3ihvfH1sVfugX1
NzX26sObNpazmF7WcyfS4Ue3waFgS8UAghS9q2x5NwCTZ3fs4f6FCMG5SALlQXK0Hr1JazWF11q1
xOQ12xyMbNOme4JvcNyTr0FFPnHRhAMojwppM5l8jNQrqMb8jvIgtRfHdM0JS9mqHrNJx9CUJZ3a
DZaeSZur5xUqvnNBGEcU9uMNWwf3eEcjxFtqMzP/WTWiqctIUnl+4aHKe8gGog77ZhDzfqTDR+7j
OmjcTys9Dutl6XrSj/Hxdd9SmHlw0r8A99tPahEB4Dg4riRjLW9t13gHNBvbV2KOWIy2wh/zS81p
Ye7Wvljcuxgtwp3qxaZg68ApfAqlqh+A69iNY+2t+7jTnjypuauuNqB0geVIL/tqRq7GU2CXHwBt
70Udu6+bqkUSVTmf6igMzNmre3mYHWe9+98cnceWnMoWRL+ItXBJwrSKsu2d1K0JS7clYROXCQl8
/dv1JndwndoUSZ4TETtA46/dTi+MCFk/SP0uZLbGh6lpS+dhdDzbXLzIWfZiIRhtG8+9Q5HtfxIc
lzy9y7wma+rVg/fg2dF7xcIJzrtjfOAevK4ChGFBLtzFx1fj/2+bD7O4josJrssEFcR07fCyEfnn
0tWkDjjlEenDsVobrrtR8+HH6/abwPbG84Nj4QfvvQxmPQqFKu+XLnQ378zlxrXgWUJ20Z95owoo
ak0wRE8b0xWTvdTdeqy6cSrfmFSxeRFuSMJzlrPTgRKRqHn7pemAEVjkS9WX9/m0wNnnHkHxwkFn
BVPcvZr82JIOGfvZ0cfNa8coOVVdlGRfUs62TYWDEzz8bxk7J9hxYWEHY9h2zvQo8p7Y0nzSKr8s
NeUSkm2l6bcrFNXwlovNQzHd0bpgIFh3uRf67aXgybSfNS59/7nrZll+RmW2NpgANCPoLT9QRaRK
Nt91Hn2fyTrV0TCbEwg2kvKqrGr3tHku7LYWnSb58jG7Y37D6MDIS6uD29uDMyUaB0upcWmNGYvp
ow2nHgtOtYz6bUCAoZ2IR7Oo3r2gzrOMAVqzs792Re/Uy74TIjRrOve2oy9ipnEK/ATBhiIZTglL
6eL/QDh7FnSUKv3YVoHs/mv51NyocsvWHUquCIZLsfTZJfFxCYW9bzJuCwhMiGWMCOywh2cFz3R5
hs9P4+9+GCgASguLLUemS+iG87QLdJPTt770rNnODrNrtwNd10y0nJaNxyV5YTlPK5tazXQuWFkv
+ymc6/Ku9ruheOLkMNynkXaRA8GoVV5P0ER3Vuz5MWqxyyGhd+S+rYUNAR7M2K6+ZpDRO2dP7HuW
f7tQjvLDi8sgv2eQHdTBtlGRA0yStzpTVtjb3UDNCa9HN4OpyPPHfvlH51TKHGIdNO0BsZ/DrRVY
Ry79kHv1I4u0YDkm5pa02YrYZKeuyZLk74hpR+kUBxNJhDO5yi4g6S7WRBC9ETc7UEcmRdgD4pWV
14jGZOHhrnHYCSIT5wkXiWKhNYNRrqmq4FzIstB3GMiMf1tIA7nJd/hHyj9jhTZ2u6y3WsOOizPl
i1MDNFfYV133ube9gdOjdgErDVo8NyUTuqeCbUzAbRyLCbTtZCBns5Mbbpd9J9tq3ps4NNPd4gxF
dSB5nBXygnphurPEc7meTNS5wWHE2FrvB/hOrKM606zxyR3LCOQRZ4N19Xl0eYhSuvyQg5t6dexf
JBiQ1ccgnkBh8v2J8VJseElerC0X9x8RHdLVIU9F/9+QOwgr/0Q5GBTgsG1DRCwuyxudFYFfdpXa
yd7NeRO5gjeoQ4rGGZ2/40IDdhrboK1PDf6S8egUq2tZCbMKRpRjrwc1ZW2mx6ARfMWFPxbLlY6S
yCFhv9Z0Sm1enTwnQdLyGi362hEU/fS26t4GWXXJPwpMyvUMqtbt7ptScUMVmYFuYfyy8H9XkXIR
uyK2Wd4dffOOj5QqRvlPK/ozdpyDrTr4LJd1ndab70+7oVnq6WGmgezd9RmW92PnJc1/1ULl0nE1
K7AYQuQby5MW+ZhYu9ddNioS7PsUGJVRdlw4onqsWdb7x3lAKDhMUpXuyem6PjngDZvyz67hEnQJ
C2dxft00guiieWHLL47H3kB6bfr6R+bIdXzUA1gRRcUa1lJaEvt8u4PGo6GY+a3f9cep5KzjbTFV
y3wbJmJyb1te9t0ho+VkOyY6d8O0GZvV4VW5FcvvGJKt/2VYhop7FlFcnncJIAjWeWHkNJhSXXzB
J8/r9Saw7WrctJxY8DDw++skQUV18fs0FLVMLk0H8EdUM2ImcGPTHuXm5c1wmLj2Jld2OZ25bNyP
t88+ZK69Dg6+excv1TgkaT9TOX7Bp+MPD/MUivgff10ZtPC0d+aRahyOhQurEYazpfMqe1DknngI
I5vF1cVWwMRoTnOW7Ig5sW5e3Q6mC0l5pgTORIfCI0aqZWaqCBobM8Rk/GgeW+Sr5GfUdsOa7Kdo
XvXVwgRQV411ITv5Hmf1M0iNSJyl6wYhbAZXg23YkWuCWkT8EQfBM7wReNRbOOYjS52VCqxLZPNO
HRtLLdtbD78keOX8wFRxQmff1GsFX6NJYdEbjnMSPWq9z514drl7z6Va956S7fQjbIzT/Z1V4eZ/
o36Y6ldO5A4lqgcGmo6cNT6F82YIjywqa/ODESzOz1vOhum3HIGFiyOIW1U/8SG3w8e29ElzzFcb
jssrDWag4BrPGnPgiol+thJ38ij+8eSqPtcSyz1voGrNt+s2EYY7hsavvX+hXPqZLKOJXwRKQNSj
sTzJfPYJKvuV4It8qlaVhXrPnXVY2ou6OdWPkTHu2B5YBw7z77n3DBYz7jBTxufpRvlBOF3BIt2x
BinmAQcXwLCndYv5Pe02nCZl8V3H5TbPT/PULc23n0mGQtZQZWeifTNz7w/uvbgWC7cXtlbAj4aJ
6rca2sLOm2TkHOo5n9CifK/2HPDUKjSvYdFsvX+yN3n+DZpW3J/pcVtDvDhL0/jFrk2IZX9F85b1
wBhLi1tzh09j3pYjCI4qXsDfIOQ/5MKbwkemKNUMeGUwbjx3+Po8bB9Yt+oz9pMerhXv8Pwz8/3V
kl0xas2R9GcdcVmFDRMvRx1O/KEJhrqXap6KaCdL30VjgRWxB/OjPkRIVGw3bjr4U9hi/JpLHb4o
p4jsLigccz8NfRSmAoxTu2/pM0senaAIMOwqioEnXBFkNU4ZuePtMMYqYNRWbADNgUSs2wGfrefi
NfOD0TvSMFarv2Zm7feEl8u3X/5k/YT3D5x3mQNnZs7bJVsWqROWyYkP7VZ7XslICyXk3qML9nGh
TfBIHxxddJVxMHWWNYY5lwQmc6VTQr2hk358bnWWnLN4QEMfzVCct3YbHxd8YQpP/y3nSUAwNbbO
QbJUxBdh8oRPBU0u5CIxhXyNdRWdyjmIriKIyJAsyRhcPOE4X1EU8p9nDhseYJf5j35KZFpGhfub
62Z40rUA5cVvY+8CJV73C2+i49Qh+kXkJa6jKxpqmaoNXUeXwXM7q/mp+H8Go9kmN6FrExxswOXh
MV/GNvWDLXhI1hykWc8O+tLFs3pzl8XfR0srX33iG7t5S7oGzqfrk30IVgx+nBA/Wibjg6y26VNi
I6ZStGxPUvV52g8xPIXM6quTeMJgZxv7N4amluWZ4xWIskmb3StvcBKwNL3cs3BsPquqRVaW7fLP
lXm0PiHt5NzQxiY8F3VW/NGwicyeQBEJWy6c/jeh1XHdJzEIoyFazXjk38fcmReSp0KUj/EUVL9U
Tl56541afGCYxZcRrhG3g3kCzBy18V5lRXbvg/GnZzjHmOLbEhqVM4Yeeayhx2wJ3PmkM0NZ6YR9
Ly16sM2UAvvn6v/eXNbqCYt/Go52vBRcmlcZO3e2zuRz4ZfIaFTVjO+uEfh2+YKLByqPrL9LSj6I
+dgoWO/sZS4ebpI9ULaWJEstt54olUNVWDyOW5pQwfAYGVJDaG/q5OekOj2wJ8wcHesbUlVLsCOa
CiKrZ0lxbu0Qneo1zlHb5K1kSrNPRBVm1V016PL7IqhLJnXKNfcCjgO+W5YmpxHQzherLAKculpO
QbzRjjzSE72bQiqTF1uVlwVPxhOlQO11TQpu6xVxU/aTuFjNvb/xmDLcqbfGQbRnYxBvIpWDaO7M
WjLtDkSei4KRcW8Rd1lUFgqPV1RPE1MNIBoUnW3BSBA77XbMfPZGe5GDRUIpFO0jG8ngzvohKkW9
DnHq+D09RAzzTYqbMLiUQa3Ps1vTtTywnL3QHTpcJjP2xFZqcynI9KJeqemu5G9+Yp5t3+C/NR/x
FsKNM2yFmRni4lyqwD4NcLnvs7hIHtwNmtgefbN+pPSCHbQbRfKVPgEsZYFwADXNFNNncgn/c9nw
1BwvkexDyD1d5R4DDA4fXeY0725tug+I3MnVX4j4NtpDGPXWLT9za0XVIGNOwZmZ4h+ysVwyiT2H
ufG2+57Vyf1kK90h33jevS2L/qHEzvIZD2BbD6OqgwMFoDGgbgIO8Tk0yQjBtRH1lfgAT6E3KfU0
wtu7B6DR74uQj/tOLV5xP2JnKY+m8XS6zPE0XUMcL3sufmVLMe1iHmsUvc82wMy/SNGdGYzb47hu
HQJq4g/+fjbtF5/n+q4kN7fuKW0ID9Ti1Q890FRnh3wQPYKC5qJaoXPylkCTOgMV5nGLgAy9s4re
7ukHRMsmDXVF1R4PHWbSnFQ428Hcx01cZM38TIR/S6lnEHtSb9VRBJV8DLmi3ifNBvtqIya+ByWW
mWdtzTASIRiqt07G9lnye9jz1vbzo8eZ83fFy9of/I3ZasAq95v7V7Keaet10w6o2WtLsOMMmYbh
dgd6gAbxYSl/Vrxnv8pmLQveN07PvclFbaPZxTJUN9FSprM1M1J+JL77Mcvein4M2ZVwcWHToofE
PweoHlTB9npeDqxCwjaVaFvPDE6WeUCoD41X+C7og+R9in0jLpQWbqdJ0kv7tGFz8XYWEuYHbdDu
Y07MBYGiT14owtAXKAv20iEkEI23OvaOa+aGp5x9818MmEI8L4s2b2wgtXPMy2FK0om7q+UZzVlf
bmsV5tTbEOUaB9X+FSDSqJYRzpX3fzW+j5UKknQu3YGyRI1R99DLPn6X+DChrjeLxxhRFgV/6ix8
6l3cIXpsQL8H+LY8/d8cJt7HzRERE4whhNllhTqUOUHBkzskxXrK/czdPpXpZcVOcuG/P/ODbwKg
Dls4/SHsCkGiaEp0QJR93D7u4pMMqahEuJgVr/TBCRNQWOgdXchlsEgIYj7RqzNbFpRJVb9kLtrD
bcL3Mkh8YloZIzM3T4I7Xnc25DSWCqNBtk5w1H0Hv4rG3N2UqRv2PjZktZU51ECCvNnMjXEx7MyC
VZT3MV8cVgR0QotgzL/9EyO54rZST8N0xw3sxtScouBZLNnUvTgQsl24IvEYXzpWXCEDJGfhlbcg
/HYx4QDJJDGCdMjjhNuTYxf8y1POZtvJoXz9KBwvKzDWYZ8/Gg6dbVeb6da5yvyHFzFJ9FdYSgbF
uAvE0algH/yZGQrBsrWDuXJ2Ob+BVIxDCl+a797puPwAEat5uAYOkV09zPWEiTNf5TGsQlmcQTJu
V5b95UuuboGRrXJN+NWDNR9+xkWJo2GzTgICZHR8lqNOjCDLe4orMHAHWd5N+DMrCk3Dm/Nw8bNh
uCtzQsjvBZDQ+CT8LRn+qXmuHawD/Py5q1Lg6Z9htQzyF7tae2SZgelVSZkUvEr6pv6h1wbDbWJR
aWnEa8Uxx+M7fJOp6Q1v6zXyXvuRJeE94ssElCxZtPTSGwS2u1APSKjpABwQOPNerDAUL2whx3eG
UiprE/h6Vy+J6gJvOlHO52JpTeKRwbQdlqqB9/8PaCoySPuVpMK38MiquxCi+IVsKOgrG7Q8JNQ5
+mVy5g7i9NygNCdU6tquZFMMtjTsd45kH9mSrwAZqPsD9FKbPaGOOkdhxvp7DHIgadp11e98m5lZ
yeqG6BWEsEdyVO0rDdrLfjVVE8H+aHVyBobWHafJrZd7sE8cPjypTXkgbKbtN6VfS7Onakrd9UtY
yZcM+81fDMi2ukRGDQuKHS/oWzyO8AW4l28FUIZvDpgTTEY3OgNgqv5WjrZXxLUoOtPsu97j/v3r
ahlzUFWyDNqvbRnJ0LH+EsoeaafifZOHm+RrlqheHHyDU7iPWKwAxxf8APPvYQuFPk2O1MFEZh5l
FhfhqvQ5oJg3IgTegYVUe0a6xD1D0HD1PiLb4B6pXsscbDD+vDAHE6HCmlXHSVM+txa9+aSSzahP
x/QrKhyEnw0q6yLL9VcJbkjuaq7t/V4pfyat5Q8DnzvZmb8bCV2981UbLqT+LIYcducbhp0CuGUy
B3SuR4vQmmkP+tV373rFcocvGnQjtnAjnA+yHomvuMzYOfnTIz5uD4TMsfvA7cbDsmIBqx+KFlps
6s55XbGy3IzuTm7IFubg8o8j7qJA+tChcd4vZ9AcSWL2qxbtf6ABWeZd7YInM6MczFf6KhyV3NAF
t0AzTR7BVodKvDX5Oq3rXSSdkS0K164JIuaQsfnGnGKbdnksNGmtbo9AGA4SC48JQwI87MHbaU+r
BzGTsnSbNCq39Wekda/fAOc01QHWmsfHmNtLVPboHvPYXOrahN8bP6mGP8p18+UgBvi4X+2I7QAe
MhL9iOU/wNQ0SorRL1MBhWQ8agvtBn6woyyPhArX9snrQssfO/mi8h7M1C/Oi9sVVRR+sKyqooMb
j0VyKkOW60xIIZWxLRzNDsgJVfOhvs9xKZuMrrEiV/9MXXj+t5cU6JiHdsDw684CXQU/+8vQqDy4
MviCyPEli50XSEn4UTtoEvZuKfnxvI0swwFH4nyddllWhxdRY4HaucBvDtlgF/cIYAyrOCk8yltX
ymwvEOPkHWdSDsAZbeqKTx8XYZ/P3+CRqrTGixSkAEU1mSZbXWWRWfc4Jm14DAbp3XfY2uffY284
gw46oEbtKAoArslxCUMI0BjdrLgtPtbCXvq+EM7e5+uryUU40Z+t6ojjbGBafknC76fZbmt58gMl
wa9FLDL4kK5o681YRLekquN5+3yN511ZWchDDeRotj38Ag4inMzD2BB75FDo2hcssNnV70X3tmKN
zQDvjMtjRHb002ikAcA2XbibISvZPUJtb58CZ8Qlu46Rh/0JB+x0wW+x3dVBQKgEL24Dw2DiNcmK
mA0BvVsq6arT4I4jfwtI7mVsiuoJsBJDmFn88pntftTdhdCC+OS7tnwRIin6nZDu+uAPeFIYopFN
gxsKas/yT7tPsM5BCCB94livmYJfe2+OCbs2Y7Df8OTBR25iqA0JwTz3EhQdFT2KYMxwbCP0+b3M
ij7tKUf4GdyglTaZoD0X4GLDQ4PZ3HmMtkafmgkX2yGEEeuCK8ABjwUmAbAVs2vZ6RiixLENvWJ6
2DQAvT1RN71hV6hvUBxCIXy73N2Sr6Vw+ndZqDjfT6RzOAeHTG8XFYjZo5M4sb/XjqwBGRxcOn0z
F+T511tVORUVuMrIII13Mw4ugqBbkg71XM5p3yzhhWVvQPMWVc/7wCmQ2ypk8B8RveUx4eJp/VsI
Ert3AJfmV4C6Ql+k2OZ3z0aSJQs1YSfRZ0V3hCcju6OSJjzrsvIXxmdPhU+aTcoz7K/hOoR2EI+D
NOO1akgKioJbtVHjcnG3JrlYo6OLiBrxDUrSsp8oWI/D9O6fmY75de1B7qrxEJHs+JZTXp0Vacwz
j0pxYFqxXMA0S7druTLbXTxiIQQ163FLHvoRk+B5cHDEHF1wTgTyCged1MHZil0mswjrKinESQ7F
eABqKHxemvPwF5IKoy0zPO3iy2a31BvK/q5iL8/TDBHmi4ZvoPOewuuUZrNm4QE3BaZ3XCAb8572
GRpac+qNLG1qZ43Ua/KeW9Nc35BuAgsB24JkunQTuBT6iCrnbUwqtjrBkLH/UnLietlDR96h0CVP
ndUZ12uClru5DKKX1auI8S0QLA9Nm7srXVPO9Jw5VXWkw1ld1zkbDzac8R1NZn0BoM3NeIRhRyZo
NI8Uh5Nr4bEbmDgbaVNvpjqeTux2Ri+WsCjA4D0NfOb2AQvOFHx+WV/Hxs9SD1+vg8/fwbsZsTQv
EIxN8DFxMGk2qRSfFLGDvaks5+gmv0Mt3ntBg6uIRU/nXsbYVE4aObQFrBk88dOG/HV1sOZw954I
AB9xw2Bw3mTF41vWXbdXRBKJLlU+psDCNejJ/hSJ9VxiECdvbaeYW4YfJqmHgnA2rvWOdVCzJyu8
zPlDULw4JU1U/BIjntzdBszr4k8aQ0yrZSd3PttEdixB9iskV/QjrNXkUOI+xFcSZt2xENNwcMM2
qb6M6wVvwhflhkMAleLH4IBK1kPoBccWtYjJEEgI5aCoPf1BlEXzx5mm6HnINqc5KyLA7r4NKE3z
+9p+q4HcYEjo8aVd+zpVuJnhjdExsh96h7aPAYX2MiDmPlf1Oj4bEzTZa4kq+tRP6C/YGSJmqRrD
EYv8Nih2/qxzcWgZ/7pd6WGf1W7HAGhbFXxTD7Nmv9u2yygoc3nK2hb+IkNIHhHGZsV1BgdEVntn
sJ0+TaozFaF3rBDOuiAZchpU78UAkAUGvBsdPDQhLj+TnyImL6zLMEdXrszeQuExABuiWRjB1FL+
s6M2LgX27Pp39HxyqBJeAfU+ETIshmB1j7CT17eVllm4OZlx4SaNcc6x2VH3OhK0+I6djTgYtLz9
4A36ya28MjrkHcfGfqicli0IV44HEsb9mLLBzB4X7i4/7ODyDUZGFPyAMvpUIQfhygTgFIymodQs
qudXht4ifpDG5BfVjcF97I9LdU3IUiTHoUO730VzTzrJDZU//EQmqbigotKNlyUYl/ZIcEhh40Ve
jasU2ypmBRIB7kPG52M44zyYaJ3omzstV3HLg8wT2e5EyNTP5m4+RkMp2RNU4SNejybfFeHANi1f
On0GPNv+7gJVUwlHb+eFfxw8Bh2sb/43LAGvQLKs99ATV3u0iVdcnUCrs2Nk/8ns2pr7dUiW9WL7
WbDh7nmLkiaRoSWtJYecLTl8h6u5DauqG8h6ddqdq4terGHz7Nb/St0yXfSLGP9tOFTDHU6ZgdBr
kpDUgv4/+9fM41rxbqVxuSiESd5FB9VntDHxALdXRblVe7NOVucmHutnJ4QyeVLqlra0niVG5ZGs
Gz50sW4ljXFGRbjL1OqJ/g+hqeEOwodeKefAt51q7UawELCsNgc83NxGXH82w4kEWy93IAdqLoNq
0mf0u4RMDbCQlLe2feLyOo6fZEZInmNQC7pLzN0pPm9g+K7b6iy/Is26eO1dhUsoyT6blcTPy22J
bD8HGYHKFKi83X7K/PqrWtlfQLopN2iPPSoIuuWKezFjHnv0C9oD0po4Aya5CIr9qKQP0qsz8x3f
IvQFJoTxH7zT7MPfPM0+ecDxV1GoEiL0eDAJMGHW2z4ESyRPEk2EQgaccTk5DawzOTFE/EVzdrOr
FXb74nAs0XCYyoMcaYL0LII7iuc5X0hMnxKR2SIN2hnzXby50CY0pRE6TIeJIMRp88vxPz+a+heD
JwHMYxOydOSjgPLfYDKlPsuLXtsGMjpBwSk17eodnH7uD5wvVbr6MV5dg5NseRczdgyxVeaEly4Z
XuPWzYu7QhZFfwp4AVRsXet1u1gBwuOQr2R+U+Ql/14rVCqHbMylCwpgn6HsVpa+9lYdyPo30Hxj
0CWmpwyr3TVnMf7tgJD5HAtABLy0ZjCNa4zLRpE1Orqzezs2C1gODBxhh+JTOsdICx2dlyqcD6Sl
OHWs44+KGly6cE4gYMjHaLec8P1O/Ow64hIr/1+ee8E33SEvpFM+xaqhRmIBfbjwookdsvPcmE74
NdbfMtP2PA4zUAGus/BtwEDpfYfp4S8PIpXWaPTmkbGS6tMpDpvXBF/kHwtRns8Ti9bd2Dbzaetm
84CjBXFXW9pnSQT0Txs7mItY/fk0LBstvuiFLPhyH/HywM/FeTNGkJkuNtyqVYziz2rHdIcZuCKg
diaBg0s64RMaXBf9W91eu7+g4HupbzaM3t5acisnl6zSWc7DE6GjGJKtyxKpns0NqZa7AqGLWhfc
sdvCzoaCOoOX+21kpjnroZiZZoq2OgEH7TDzixVTaD+OjnNupMe9YhDk9Y8OMTiTbgM7ceLVEb9Z
oWPB9ane+JTxt0m3aMuPr0nU4zi3+iHjF36Pb4iAWUMlEJ+7kUBxsSrCaUNO1ETGRl0ZN+mFhmfz
R0+CROqow4DesHnMDla7qKQANxJSgNpi4CRp8C6UgHFZ9UWIpBRLu6vZrDRnIXuCuHWhG86FmKA8
YnEbjRXc/zI/9l4IQICxxtY7iQDQvHujETGCKr89pHhUhvMcSB0fPNl6zX4yQZGcFavk7tCAZ8H6
IlHVycLOUTJ42LltQT7Ih6SC2Cya/NQ7g+s9kzOd5oeJPMmTAm3a72LLkv/ZlRoHPybJEFcDutrJ
c/KSZR+/eTByxFcH+B9m2VdVtT3li4UGnEcEeQhU/1wQy965Z2JmDMMiUnfYmktq6aa1xqBnJ786
qd7E8bGLhaPvS6+HqjhuIJtRK31M95nphrNgefMTs2r1a0lq6rjxv2GO5V3Uf4zUEqcu7+7yBrOD
kHCyFKFBPvDEiYwsy0eBQkr2tV8wJvrVXT1l9VdpG/kniMPopcnh5T1snrLlHfMARkbe7otKC3YJ
LF7ZPT+2sGa+46ApnzS/zhcs7IaQt2yqGE3MX2gIiCb6mqErln7wIvEi04vnmxE+AztxA2WGEMM+
snheEC8aZCGXiWyAw0c7qNwhN8w4DHOupsuYOVzWk+WY8T/82yj4NajmDihmmZcTs8DoEWWsCpPE
x7XkxkfqBYvJD7lgVz/FGYaXg3ST5LJOVXwKwqJ/6uCOwwCsgIukfDWGSBHmvItuLfxou27TT1tv
/b+IQpsubdaIKDPtWp27k/W0PuUdpoL94m7gEjocUPcyYu30uOSb5acTdDhOZUeRTxoXkkV2lmFh
f9jivHlxZN/IB2cLcLIIPrTy5NhCX/3NWQ/d6kXXJoizb+D18+0UjrS8Ex2WtQeYV2pLV9cdZIp9
t+mu8Jfdp6ZsxxTJMnvpukW/11iKKWLJsHzdUd5E0fyqthCJrsbqF20jeal9opypBUar2Jvl7LTt
r2niB9TcgpwZFncxuOqMCm+f8irLJpJAqjused2fxdRWD93iu2eoS6v/iVgf46uuuTkUgJtJKRsz
mFeHiT7cM/XH8WWtxHZG1QKHB1cpfFvDKUueMEcw0fUdMd+HhPzFxqrfCVI1k0fQS4IW7ns4667W
cUNaf3xMVXsni/3oq/GWoHofW90u6KItACLiWInP/bjj+0Ut9yDs74Oh8N5J83AwYHHw/TtvSuLH
OpuXVJd6UuzoI1QQYnnRGxb/ZHrBnS8Z0r2CYyBmi4dSAf9seIFyvg00cTU1LZKFSziA38pY/3O5
2oUf4L6dBD9eJGyyM7Mb31mbw/fpig5HBZF8ozlp44wRsQTA8McL6Q+SceOKB2cwuFTIQmlBRmBS
GzLWjh2RG1OPSzIJu1USAJaE3Lk+8KAMByE0jKJmSdLGT7C/l+5EpYvDRnGnhhCKUBskNTTrUotr
tXIfp4s3ulcEOwhVrEH+Qm63x1/gcUmImDsfmsyPftu4GloQpQk5lWffIVRyBhhFYgD0AUHgbjdh
628IU6qumR9qmbT+QZKDGtOZPTvIB2+15f3EBFGcVGBYeVcz669dVwflfAo6hzxwZQZ5D+Pftb+I
yYjgYyB/9XsQfKHFqNrq2E8cgoSgNYS1wXq3F46kq6yKJnlkj0udCx1qsMs805irF7mkHS1Munuo
sdgrAe3cesTbZRW/psVG3jk3koEbrxMKR6Ej3htuRSneH0rH+rcRgWsFH2U1ZsJ929Qs7te2ruW/
xrRd9RMBws3POBsq9X/hG6/IEC0hRn1Rjce4D5h2a9GHYaqbScXI63K4hNwoUKT9XgNmHTF08eiH
JFti16rkjiF4m/le4+13xCh7303l+BPypy6fpRXykeXQVqfjPMYjPB7Ur35PHsP5q+w4evhz5HhF
xOQkQxukaktuywGLZ0NgVOJw9ipzHnUdpcCEOtgfGNgrXKRd6H84k8L7BfBa/gZQcBvcbEXxz5dO
vAVRcsXbNoHk/BwiHo0869Bx4MtwhPg+OeYfeGpxfoHp4mg+wn3CJTqwvpWHxLXbdF6ED0eqYbH8
M6gpqDqxWKxZEAmbYXFS233N5ges14CLKuWb78jhZgl7malC/B5HHj4iF691UpUnPecKIDvvPhKk
nnW6y6z5PoGo53MCB4dI6tPUrr55cTyZYZKMohLXqOZfoZPqZnwx+oVHeXmBxeRdq1k1z8LeetU6
NxPfbPjjB7ziJm2WeLsBc7lZgm7D3n1Deeno0x+m20akvOmgxUZk7cpeuPwK+kSKHZH64LEX6OWs
ThZVi/8Q+DFJZWhru6oL66dAwdnEtR0uv6CQJA95jX/ysBE3cUlpuutpCbk1nBblZCGQln4QB6qZ
3B8aPz0LxTCE2JfjAzZnHjQJHK4vSoU3CdOEum7C6vuhaub3McY+TKIkt80JBo6tU6qsFOzjpWr/
R9F5LDmuY0H0ixgBgn4rL5XKqvyGUdX9mp4EaEDz9e9wOzEzrZJI4JrMky8L/fLWG9PyoWXxPUFL
Dr1tjDAEXATatADR4LFHrLO3aPX/4/XHFWV1kurLxg0KsGoI47MieYlAuUKzZcf4tbypxYzT0a9c
y30p2pzdXYJ4lYCDCIYL6F3jM44PwSh8YS9feGG7xI+eu5wpFqHyvvog489MwC4EJ1xFSXHx/TTG
G5taDEDdqbPN1oTd8oWovv+hSShI0utn6HDxBEEqgFp8IaY7PSw0gDdigxfmBSwWxKHHYJbvK9ao
K9kIOXl8cGyBOI5g2kiwWEnRjHNxeoeeA0o9qyTIUJ4JPz/UYa3vJ5vr7xkLk5H3kV26F7dyK0E3
zq7sjNS9de4s24e3RCy5/M6hVIQ2fu1aYUmwPLIG0kCH6UOJTjr/jJzGP2sP4ScEq6ELIDBk9vhi
ert6g9Puf5RRMuzZ6xTqjtTqJd8FPhybGbiUKz7GtJl+46qxTlPXyHSNCphfyGAJepbNXfPPW2W3
27FsW/mEscApDxSlFprAMoDw5KZZOu+T2FLXklrmHnICO4PIcTvNnBCJ5DmshngfxAysygM9KCVX
H46VOrY9zSSC/MVlWmtF4rm0l9WdOzulQkc1Tu7Jxup5qVDZ7+CXqYzmY1rOJgZoTigY5NkNNBTk
QwJuX3NO6ik6OU2UPXke2iOwXHb92iDJ/hM5ZMtItE/XTHXtf5NXODZaWwNjIxHinovUsL7U0YfA
ajltUo0ciafLHe8NwvVLw8RyC3Kkw8DZMHF+YleDQ9Ae2cldopT55Ovs1hnqJgn3pPqeF0sc4glH
JCV6LPinBUilfSoV6w36IQSdFO2Nuk6JgFuajfh7NDMOuQ/9aPkoi6H6W8yjdRG1YMGhtUsuQ9NS
kkZWMjtsYsbolrGcuCqSEN4yMyAg5suHcubxQhg/Fu2ugsUUvOadxRJUjb6DX9FDyrj6LxAO9H1w
rtlG62eNWh6dbNCWf2EjYJdI3YlhKMEj60E5sx2DVqd+l6htnpdsXn4J8HTfrMiygiusxtq6Z2yS
8bKwDXQYe9TOuPcEGpu3kYg2LidmKysWzUx3LO4DhaGHS/FcZYE5J0wA/cOc68XalTgyjlysacIJ
nw+PXMWaTXYSVYewrMidK5SdH4OhHPJDrnNx9UzB/WBRB4F05ImyQCxG9S8jYoijEcYLhBDdOgNL
++60QGDOiRWAHoHfsjzzYvboxhxNRLQL96iM5lju4xpBEuiqlqsQvhlWmaTsG3/XQdpI2cs4+R8h
xnSP5D64AzffUke7a7xJKxP0cG3v75pKY47jYQhYlsURpu4QUOpF1REJa7x/S43hFlMNhRu7NNZE
Nk6pA26RaVu7IdPLccrMLa91iotN4c55LtOe0jye5/xA7hxwvkEM8hEMwyKPdlt16XmxMWfA0fLT
V8U0GjSO3er0nlojuTcpphZwpBQRHPeL2LgqiuonVsaks8JXRHkFEa8Lr1MbsN+r50o7l4atOs8u
6EUkXFai573bm0bfLfNcEXxJXDDeNifCMB+z65q3ie/gpIYA3zKGp+mYdmiHe2cLMgOFZCQSWf/T
S1g/+Fxf307ehS+T5ZqTa42cS0WKkNkWcqpZ/jas6V2E/Q95U2p1QCwTPvaeXb8vXl6Me2X0eGOe
GKQvRDxxppJRnJGHlyx21AAXC0kURm+smWz0A5Z14zJ3+BdmSeV+u7Qa/8Zyxpba5lPwFTQyI+rK
S0Is6W3AeqkcnGen9lqPv3qcllfqZHJrrZSJTblL/G4JSBkhN/PNN3HT/i1NmGS/dBgZ9oZuSYpL
uLSYzlkMcfMSxI2OQwE/dQ9g0mtwIUEV/lOjF717SQpAg0031z5qC54LtqydeWUYyJu573FBPHiW
seNHJIcIEWGYzyyN5yz0PvywdJ8JkS2akyHl5ey4NQIIOTc3NzMIq4QbYV/sRuhROopVvxFZO19y
5YXfSgOg+lPjxPitW45Rlpl+3f4ZvSpSDzE6C+cMy9CrUZaF9AIdZlCmHDUac/VNW6fnv1ioGnJL
/VD+pwmmrp6ClfIBin0g5fFUx319bFELYREPaSg3ThCHl5yT994b586HAxLIHyONf3IiB5FJoOpw
78Q+T3k3qHorgmC0UW447R7AAA1YM0WYZoBgLOccVdT0qQfX1wQYstCjzpkT891JPY7cypn/gdZg
7F54Uuz2HYighh0xRX1PBixTQAzcTfHEGQEAph1TpB8dI3vtt8m+C6LoTlOH9wDQbIBY2N0G91QV
U5We01wm/5C0B/WOk1o+UbgOl6hZwPgTnNH/FrpSnyqfMF3kSaJPODz6lw5QwFGFrfoxQJ8eNLqJ
7haKJEO9Qr7Avd/LSW/4FIJlM3pIYFVUPfkvs/jRjg9DjlAFI60T1vzfZDOBwbXwYrCtSP741ZzK
G//GS+YALW6QCYK+z8Frf3Fy808uFEwxs5/YfdBA1+9nKid5aV2WKoifFsHWZRR2JnYevOn3AsZH
wfAtB12B2SQItnyN9hfFXgCJJS11DksMSzFP9GSRjRuAFB4PcP37+hMTQ44I0DKueRZVy9O/kThr
1HXABKh2dTfDpPH6tDtGeWAYmDVohnbYD7MMWleHEcslmc5+8jJTUpD3TASb1qNtWLIytPDYdq0H
uLVTsjkLZ6k9tK9q+tvXlOPXPA0ZAJs2TwjMKsQPQVOa1JiE1R0aNSHZoTrgTCfgEzHgtK5c0mf6
dJRQXVuwDeum6Tl2gGePW3xN4sQAlQ1KjRXgpwnbZLlltVvBfUXXcXQ0qyd2eBw8kNxiEjuknvUp
5dJFuMwTXfXfdVH79zlWlJqlYZN5/xmdV4ILNS5o2xCV8sysUEgdP2PCasq3KoPiuG+p0vLDLAvC
vSR84gMg/pl4ozaPahAURVz9EZj37A/HX2wkDBD4u7cB30LxEaJBYC2KZjZOLzAr5Y2lX860JYPf
WIggUpuGo2vvujF7CVulzbF2OGwVPX11DcYJi3WG0vW5srug2wbkGD8x/Y6zfWHDsP3Ty3TgAYEk
6vdHShv8JhAXaXqNPMcUNnLH2gnFXji1KXlG0YBNAbURxksvCzYCl+exLmt1pqq0ltMiQ8t6rXsw
3sdwSJNs3dnbyXVxLBB7TjW5+q4bme/f9zw9+lh0Hfkcnct4dpckWX/l+V3eAW11JXeQQoysexQn
jS/sNRwh07+kxA/FRjt1XmDjIP0dEonrmKPwgFft58EeYaDlM+YKh04dclE9n5tJ5BOcMkm2CcJv
hmeYOs5r6iQRr+HALqWSWCg3pR03+9ZpkitLkfxGSDeKEKLKq/eoBGJCh9OkP2yzkl+ongIKyWiQ
ZqPh5LeFRbJFFekAmbK8pKrQsBFQ330XRDOYUz7R7Rc+s899AG7nkLCzwANbBtANIhLb+vcVc5ZT
O/M271tqHdIaHHahPFONbPfIQs0OzxcUMnwWcJcYMK3LeIiRQL4a0rVs44f1I4N4DP5ZWTOODlF+
oQvyRMYUReLOqpkVeBg/YWtunGLReBw6w0Ql9mfR7RfJ3JLnqiXHaUeU1hh+KQ4ksK2KWcYNoqCV
vfgZw4sbi0QqgsgGz36i6pjTt4VzMNnLhMhY0M35uWKfCH0mNkcvbdilF+58QYoP+A3K6GnG86s2
2s1ZapS2CTDOrG+yENDqj1yGmSfWKBZbM3hvYbIgHJnG35DvcL4yhF1Attk2jjbU9nXHlrXnabgt
PLbFuUePgAuuxy2LXtYP38IyG3/gozjqw8JQgZmh5mMkDHUutR8E15wJzT86yxiVYtuV7OP72nnP
Yxk7J6bb+TWlVaY/LchQeUKcIlFKzCPL6WRM7pkXsS/LExa7Hj6wDeNrIsdC47rPfW2BivTsCbeR
y1x8z4nlfaKYsV6aQqIMdTsX0i7YkftpgHySgnNlRz6q5qcB0XXXkbBxoO3CreSKiuhu9A2vaQoa
/z7E37wDHUH+mSbr3d2icSkfU93KBQ82/uFtYY+s/tl9OXu2vHOz5w80t5nm9hUhvC+OPpZHviYi
khiLTwXofy8oLp2nA+vQqDh49E0fsNScEzSIyAtk/55GVfNntJlA4zFuG+R5wo/vsmAGp8L6Qb45
LNLr81QtY7tSfLrsBPEgvk86Lj/ccOv8bNMTbxOsb1tnfzYBZMMfqlA3euyRjLa3iTDr4I7kO2d5
DaM2675akKGHWkVAaSO7IZFNLtRVjwsT311ot/OnJJT5uC6//sE4RJgkNGDa2kdiFQ+t+narmTpD
1UNHKguxSFcoyf7w7EwOE5OG4gbklSfQVAqvPWGsTeS5bSk1htBjb64b/oubksjHb2Ut06dlYTwH
aaVxI/XmCFTE83kadH02lqwZ53l8RLZwc6gfgtCgt1l0md/bIRSaF0gYMkYJ5ssTd8ZCXl+q0LDs
GTj4XwKkxTN+zQLYSRMxSlo6Sb+IxHpXUS/AzbGy4QiugL4e3HPxXxpZEytlAnMexr6uph+dh4js
Jt+fA0g3Q3d07aE0B1OCBN4OiPLJHoei9KV9CWNVNTjGx9ILnQ2zOveRGyK4lXSvCE+cFM9HHRa/
AGoJpuyCiSgn5LhPUIzzXZVxTu+pJJabG0TFbm4Dqz46uPn3tRtjKo3tucBjAomFg0kcBcX2Wzpi
V98kvnG/+hn/N40wP9NEX7+zLfo9ekcrexckE9xwNqgn3DA/aFLHX2j26WmCNsPwvigvJVKZkwNM
kBG8q3KGx6N3DoIA0E+2Wpg3oegFce6sku/sLoucfW8VAaOeKhHPrhv6P53msEb5k7ansqoD4BeD
/JAMExgSDVpyPPSxf/Klx2LbXTE+yBT4lIyK039L5havuFTnXzCTFnQLL3bY8WFekQI5NZrJLHqc
RlHfOj72F+za9okKlVLMBReEK01kz6UZvZ88lwqDQGCi+0gYf75LnNQPjhhtsa1M1uQfx4zeD4US
nKwAV86Da9c0X1QKezdFS78VGvwuzFWUo2Ze7iWSeypNiM+s0pGYmSitWFuJZNm5wjH+Dk1R9tGk
On0v6fo55DuicVXZ3ZTKwGZRzxQfQ9B/Zm3p8XUVCBq6zqnv7Th2vxpALm+pQ7RSHhBwdfIndvqL
O/9VaTge82TxnkvV5sUp5MXbO9x6/ab1ZPCo6xbZjY/p7joIGvH92PsDzi1fn2ft8K0Gqv+k/pj3
Lc6Yg2ySaPr12kr4pCPK5dDADMg3ic5YjyL7RiVrIZLr+LUIMolMfLKmOpI7qxe3MHLHB7E2WehG
eH7TEQwlAuPoTlZ5/CKYJGy4pMqdy9aL3QYJJpdOOdmZKf1+dovxUKUBdRYW8zZn1afCizF6AGni
PpNnBADOnZuLNWTJ+2z8G1Yr6yDh890LVM+nurbDpwAz+XEpm9mcbXK5dpxFin4BqTRZ9o4jCVZH
Rb1FFBDYG9cZXTYxg02Z4Zb1+8wxfAF3x2/Lpillx9Nm4UfDHnM5ucg0nl0uq1OexuID+QPRFYie
WaoGYD/8diGxfnTc0KV77H+QZnavUd4gBSr9/AMhpjzXHgzicpDGQYUPGhKJd/qHTVG6z0gX3WRg
Mjd+x+eqJ1hW+WCjm6ap2jWOAwWrCEYfAO/IOFh6onjE2DDsTBpGLynLJlp6kyXIwiyfjX3ulgSO
ldC7EFRU4oQma/xrJjX9OLldUc723+gNCYosxwmtahVH71YYo1ZLrOdl/UsRQTYzURi8IysBBttF
FfgsFkBwA+qlgx3QA/StORVE7GzB1ck75BQ0omEwDevOk8DacmqyS4DRho+6QMutMmQcQlLqgD3d
doaJtguYemOToPHEggpYNHMf8vHg/snC4ThMWhIROnUGfdCR8zL03VOULCe+62iv9IIcMLBY/2Gp
/ZFIA3atbazLlI0XLNVMK5Xf5/9CO+02Vi+5/Dq+1QW6cnFbZnLOd4M/knsC8aDDyqS3tJ8lFxpA
rs+Efnct2Ia2XVdClIeopJ7I0Qi/rM67Tz1t7sAFJPISJTaHqg3C+kEMyPh7qE9b3PEQTFHV3FMs
lffetJrPfaQWv7Gy+b69EgdSVIT+gaSQ1oa+wRNNhO5/uQYPJrMZ0CI+gwNzF8PKESlYqZ2g3gIQ
5SIOg+pWNEEB57Io5Tlk2vwVBrq5m4IBCzrl8C+Ve/2nqprHcnVY8urGAf9jwo42wrbs71GVj02n
k88QjvmmZyP6GId+dYCMbqebMQHrus29yAgMNg2Xeub+1pZdPnNhTRePSkttRrA8m6El2+ekHepn
iltIck4ALoTYnfUKJUC5fncSAUCXWS7fYNSfmFIIBpB8zEUzu9BzNl9Q9qC2TnPcC4hC9C4tA6YH
1LYbSvroQ08JVoKhCU7IgABw5CUW27zUr13Z0WwSCNQhPvJWZOoyZvvGJyt3A39vfSMqU/5lORXV
e3dO7AdtlkRiaGBm1Cc9tHntwOYas/oX4krvbHj8VsGr7tO3Io7lAzku+YvL2nxXdlMIeZz6fyJB
b1TB3umWNN+V1ZDSsiaK9SzMhg0b/natLNI/JDz3N3r9LxU78bHLwR7jqKdCYEVKBEGlv1nEjxmF
n9J3pstDd5uyxYYNwIDue4ayk259T9XmTnS0/Hpo/zIdjgmddUZgVtOgXgiADaFORdkqPK9QAAX5
ihYdQL7jDpevnjMSsuO1qvzWuZ0eF9T3RB27DLZhmzXHGZLZU9Ia9UKXwlniG2X+kuhhNmpYkBKY
umLUojwv3XIuBMTtAPjZd4uf9odVrrClqxy3xgIW1BC5u7MqC33HlGBFlAW9D1rWmm2GLy4yZrbb
YtbaISbu9o3JNIaGCquqyA1pjtNAIkTehLrfZ4uilG1QV5HIpXYDwEqOk/kd2Bz6R2e0+m03Rlhb
xw+VJh57/BXUgdoJ9k3yaUZ8pVD0Iky+KJXTaTLwzNmz+xxneCps61XOrG0cxxRXETjykxlN+mUC
oc5RH/nmaJfFEULkKj8q+H2wh8v0Ka4Zhh0CCX+x1Th3tqSNIY2JW3J4RgzYeabPYN2sc8bisTla
PeNB1wT+rcSVfQscL91F+N/I5YpgoAWd/Ch1Jz4tcG3WscxE/jsYF8kNt1b1p/C68T5DjRUBdyem
ayuZ969+cYp9EjgqTo4he6iJU7xzx7DdahMy6of7gKED+E7ckyAI9nRAuG86d9WxQyrNBnXK8hCj
QMaqqwoSF6Xf9F8yIYzCLXnJBcZyYl5JCKrzTwYv/GND9Fz1bE6jorpgEog2Khy7jxwaPR6VaWa0
vpDw/WaK+TWJ1xoh5007jmi5EQK73o7oznjv92F5xniWPGlWDl957KypG1XAWHvdNcgp5fjE40TJ
BXT9yJKBqQZB4eTrCPXQhpA/87nQryN8im1RGKfdIkywV51i+rpq/d6xPMzVJWboQTWVpA2BQCBe
rwsY9T1BKN0vBuzIsMxKag64KEMJ5gXOTO8mLWev+mn60+ic3eXAX/HHI3LxQ2VVvLWUDejfxqvz
rUwx3lVMZ5wjJVAInptNOF40HnAEt1llMdFFVwKX+w/0iemD+Yk4hmXkaYKuOud5CJs2PRc26+xD
t7guRh6McGZjY9P6J22Xq2hCTLobUtH/5fG162PFxv5N5tlYfwtj6selXdRTAPPhaUR2Qm+nIxtn
fzgWK6YfhM0ZNZtLqlQkgPXmsDjHXQeNHSuPL1u/eqFxdFumHYobHJFrLk+BU68Uvbga78w0TtH3
QJ8XIJTqcG+gWrJuC7Lb+a/OeAWWIIA0y7QJmciwpIANF5PXd9kccvPyA+Z59RyMgwHCsajikskg
hZnXZL+zTG1uVbTV3gEgjVc+4QGQ434EJ/ZBGh21lsEAd0j9uj7RHaKRzoc6eLRH0Hth7+Y0tuUS
3tKk8ADKGcR+N8HoN+PYgGdDNTE4RF8ie6j3cW9b0RUFjPS3fVl5+yz3xH7U9N3oBeEXFhmRfwca
15RRHRIZJ1JQNj2fCDWX6xAVfhNdl7SuxbE3k/sfe9PmUjh9RgdIsIeNglqOV97CFXlMCAHh2n73
J0Ou+cgUhyyfKnJd9MKxgzYTogMLyBBjkdmZ1jABErAKGOtg898OLkP1gxcGyxeaG89sAnfx30xX
zvUuESSFPo495lFC6lrUuP2m7D1wgV6b5SsZTtLppTusrpq0whkP6r0DGK9+ZZFlzahzVvfvt6CJ
bT5TF3UBEgPFMgVfBX0//3UlsZ16k1VRcpHg1G1lx1RKo+RNuvlMr8DHxByV36CZMI/asuuw+XTs
Q3F5EYHqw5ECtbrF71PHz05SpEm+Q1yVTprSlgF0duJoIF+ZCamTOC8Rmgosw+gj0zc4inn8HleD
ib5GTPL9xYzI+fGvNBa5wGxVrawZuY3IKZRH1AH9eEp5V/OKHU9qLOAcTSyyexnHjgBODdcJmltI
BkRxJrk2mEi0Ise1J2NJt1NFZFafEYS64T/KUZ37NnZ2yo0kxgZGG2Kyf2wjhf8fgdf4mQAtZLmr
0HOU/qhf0jLWMfoK+uPCA4cH+6U9MFoGA87Fs7wgC4lW/wpJmC9RLqzupGPQQYSocJ1saMJsLHdK
RLvK16QiJegcNhhlmYulU8IAGZF091Uk07qXKqW5p8ONQapDvqACw2HibvrW08VpqMalP5jIrb4I
0xDV2SpIKrDxAw07mYsiP9FNk53oz+OSP8C5y4PjrAMnPE9w1mIknTU1J0AZeTHOQI8CpYfFk0f3
egPNA/lxY7mq7++qPmaCgza/qWFshdn0gq8J5XBtfFpoyc0+PBT9FHinqq2j8RBa2aIx2DXmS8oB
Pu+Ggmlyr3Qv46nDHYkcv2yD9tautI7GXqMa0bzaNM6rEpjgxTjDJI+qodvi80j6gw3L67vJBsQh
Lnhr7prKk09B6s0rM6tH3tT5JKecEYeF87lV4JwPthzL6so/6WsiRTWCXI4Dn0hTq39vrTl4RgBl
xlcyirpHPzAufxQxNIBKHEcf665ygNpFTGRsqWn4PeRlFLSlGDnb0+aNYqEe/gwwf/4QUIcbSrIc
D7GTYeC/R6LQfqgyVaBtGbY/19bQ/4tc/CEnPK9IWkskpQ/MEZ380dWSwscJpz2PXfqDuyLozhbT
1Y2vkvwx5zgoj2Ys0+JQE3336/vk5OwyPIjEXDC6TE4FXLcUG2jG54Q/XN0BDPOJqrJk5u6WQsn5
H/P44aVNdDMcCSgOfyHGCTzVJCgyZnR6amgfuIbYpYnfnBs3b/52wEWYKwmLbLpuGcWdYMv2jZ90
epknZb3z2pL+hFqIhLNwyIfg3Hmx/TDStbiH2jbFXdrD/qU6Uxz1/PK5e3B1wYa4ZWCAZQPbPwsM
wo/vS0hs1i7BlkGryAlk342kab/j0PEZ+tMooaq2ZYajZQps+jbpOzRJJLS1DyQh5AERTgrhSOlL
/RMTwnH1PD++DB5Wci7ssYB7YzfYCf2OveUuqC3/dUmwdfD/gQuEqNCkAa802MGVPAW8Ur4FOXB1
6KSGEV7pVzvUbV7xXsFFH0/VMFS/VjkhThuYzfLMZpONfQhA0a+b41HFR2/HwSsM8+LGL1qzE2jL
7kLsR/Bpe/RwJ4aAEg1SZxAfZ3U4HNpaedYhpAdujovDkH2HM4Xu0xGuOx1aJHAGn6vA4Nfh+f7K
ljFWd6UHHfiCCDZN/rZtWuV7qx/7ZG+NWpfnGDhjBimWEDasFpN9A3QOe9tn17fmeVKoDZgAn4N2
0AxE7NgutmVJSbgZ+TJBhSow49xyY/+co9+6ExA3M9LP6VaIUKRnZn/rv1CVADQ15fqJ+0Ewr6it
mjgcLy9xxY9DxPYiFFQOTplPaIsrm3PbLEoGR3wukJs5KXEXd5y8zzgJqk+78ci85enFUJAYGEk7
ksIgsXElEg+hOYjOJsmy5LWdGT3vB/BZw5bxgfOUAQ5rdpq/4TUx0Ll2k+MmW9Cx9r3VZwJvSrIU
16avKb06hq7VV+tZbfvGOLW+Wv0yJvi3RpVdaPvcvcap0R+ZrPHssQ6rJxCgcCJd5PhXJnLiYiec
GnYamx+7CkuMNOXC7NPGQ8c2aIZ/uT5zSX3W7AtRzxBvZiOhxN2b7+pRtm8Aw/z5r4wrAkE2lc0I
7yd3DDIFSk/HP1EQGn/TtcJGMw2LOX3pi5pvo5jtkfQj158iaDwRk6RpaqJuP484+jc21NNxW1qV
mY9itOL8aLIwdI69xThMap6djRp1/xva7LcPfqnGq40oR/0o5skFgoak7c9Mx63kqggU9Y+OyX2f
CqoEIjMyXHgpJydE3dRScmMtzaHy+biGCDZh6wbrhJmszVftm2QUJ9YCfUa6ezToe9fHb36S0m28
l5xhs9iIdlDLqWw6MsacZqy90yzaPDxzW4wMxLMVaton9MOwaCT7UkeAVN8KpYLXGlskeVNAoZKf
3gy1uiTc/v8IamFPw4/d3qwW9eaugxKyPLhJLf6hTJ4eh2QEKq0yyC4YH2zxNGtoBrtphBpzaRsZ
/EPHwJbOd0UWbANkj+GFtJEl+NbQQ3dDiASqh2JI9VCV2UPQukbsDTexRV+EGc5G1rudyzS4ED5P
FjKlFfOGvE2B+sF831XES3IYEJFsH3LBvvPmAFw7lyBxKB/G+s8UIIremLZHQ2I8eM57O6kZDfTu
ACCxLnX/2MINoaKsDCVxpjPvlb8pvk2eAAvHnR0JMHMxYU55GDbDc4ZU8JwvbPlXiJp4wP6eXhtt
fwrNqnfXw298XMYJ7gpZeHrjAXHZ60Ys2PEt5xICGUw4qEmQ39RhbH/gR+3z53kQHoAq5uBbybnL
GsSSjwF0IYHzufIZhDXWk40G/ZozTy22FYO+g7JyAgnX3Ie2RrS1LxmTn5FLpJBGpio6Ihtjr+9E
efW5VAZ/a+UQGXUczWQV13Z2ECoZG2JYryO+CxPHi72HlqYVe654KQuUsQt2pCaX/xUaT1RaTdxI
TVOv1VT4tbJiHvgM+gFEG7tUh02rQupUFnKTjQ0ss7qav32nagHvLjhVBOaUiyud14RR9z6uwpVa
ZewLyimoDU0VfcKP+QvryAXDasYn9Ia8//mw8BIwt/UeJ5qoF7DBEwceE9UDosfkvbd691iEPIbF
OKfkXFSZDUM/pQ3wlFPeQzFA6zRH/X/K64tLrYTP2rVAqrmPsqK6RjIuTl2Z++9NWHIHssjGd9RC
Ct6MGsc4asEwzTfcCcE+85AlAx6Ko43uIwk0DQPRMR1IpEYJjm+uX1piwIuxCe4zG48zSA3Eawaz
DJsUKCWOu+y92OUmBWbwkBWp/5gifLuGNlFDTKehFwWMTNFaKv07UG0MO+q2+dUsDhgkKvHI/WkY
rzqUvPxh28mRjKYaLgsGZepY8giIA8r1uOHb09wdc6ch8NSqmNp9L4dsOrPOFfHOlFUPeJbKAh8M
78aN15q4RUbLhTqYIB3ELnC1Kn6K2bBH8KyJIzcHvAVQoCKi8DVDGYXeRhnYZGij/RR4B4FvIAhQ
j52B9HoMqSfRuPpg27x+O5qPav7shErrrb10Yfs4WUk/Xpm1YOzwcey5PPsRyoZNEmNJPSbWyrnk
JIBapRikONtSjigCGPpEyCiFGx1dZcqVYUvKD9dL4j1Ap1jXaH36X5TgKIMdoOY1AIgThBRERPNg
P2RMGsmB9TlBt+glKkBlETlo9NwDR7JTC0NaHkMz0uy6Co2Mmf2AP96m+1znyMiVtlla6ZnbqLIH
xlcQz1CYI5je1TIJbtC02KTxz+cfum44zuYwUt9OzJpvC/co4gbBw6teOny2/LwT0Zz7Ce0ufi/s
yNhS8cuCDgmDbjggt3Rv0MgiVnMoNxJ0frnKjmlBybPnzGZFmfdpFELMjVHWB9xHvObkMUP1TM0I
izEFHbRza+nOJ7xBo9m29dQ7RzyqMjo6II7OTQTgBWFHagyjE63zK+4IrY99wY5lb3eKNIrI7xSY
lNDqHt1hzccISZ9/ryyFkq/HNvKi3QK2LEhBZMG5CbOZk0QJcSRGhkkiTxKZsxmJxM5dS7aixMpV
t+kfUB1gmOtwjr8FGDPkJr3O9C6PypLtkxO3r4JQwj/L3AHQJteJ+x7BbkODH7j2+tlMGLwvSY/3
h6qzxFHXQsG96LnLSBEkgM85NPNCXhCtiEvHJKnceF3JozsAmuyXHYpYWkTkyZSBpPuaZQe3W8Ln
c/JxOinAFv8kP+x3zdg3vK/n3JruODSxR5MK52K4o8F65vXGzxpMbcjOKiLuhYogyiyCavyVD4By
4TlC6wx9Lmavw/MkivOowWFtTTdHX1YsLbkN8tUzhJK19mCbzq1k1dCpL+SlgNqoEMRhoKUgCEei
RiDauo36g4vGCcGnE84NCoyhC5k30c/s+8aF1yRLUFGbISxhaBgt0+KuYzjiMfhuvOzExs0SZ0/6
KPhMrCqghsaE4X5SPY8QPBJ/2LLiahz2NlX34uVI5Ff36CiA5XH4caY4iIrrvKa9tanxwx3rLE6c
0rYJ0UnwOfrwp8nD3fM9NAVkmli5Z8QrTnJzQ6R1j6zaOwI2vMabvjzbafQB2KccjkUZymiLeMT3
2MsixyJ8K+x+Ui6SbgcqIFhHrgTtbVN0x7cpKwmGxMPXe8fEt0ZvTxHeOm8ZeH7xatNyWRCigyzC
vMDzuUOIUhbXARkgOCQK4UvhW+2fyelXlHk11UcKwf85OpPlWI0oiH4RERRDAdueB7XUas3aEJKe
xDwVUAxf74NXdjjCtl6roW7lzTwZPfUegZFtXQly5ZBpRv/OlCLxC5jUOofT4Opy2sqxgjfr4Qdk
Od8tLlUmUvkHc5hlHpOD65+mwgr/RrdP6aTK7eRnikV9V1BejZQC5YXf++zkIf2h2CmxBAV4gRRb
VZYscMY+sOFVLTKuBfOIqCt2tTgyDEgZXvKFZqA1Sm2NTyls5KmIsGYRqKinJ/6Z9xhgvK23s42T
bhcjRFtrQvXtN4vY0dgwqjTupjfitn9Ats1iNuldCYRVDC63yRZX0sWK/MJ9N0JCPMcpSxF4HKUp
eIcG2WfrMUz7Oz2Q8N9M2E7KLRJT3awjkn43PBHcflMFoc+IXec1n9zprPDot2Bka+8KqZlqGro3
mu44MZvyolUsW0BpYSuEOtnHB9oK2j+zr9Jvo02YhYcWG+XRImAsDi6n9fMEuvIPTFHYXEuLoOyq
tor5vmeIeVBt6t6XUc06IuRlCsxmqIzHaKor465om/wrphn+1+kiCsCaGnMswkBNLQP9n84Gfr/E
kqdbCiUDZUBV06b9vZgHeVyNJL2XLBT/wTUSP3jUy6sfTZjTUsJ+e8tbqLVmZNMgxsIKEpyia4Ts
X7KAtQJP9qzR7Ix5zRGCYZYUqP1GcUuXrhmdnce8AXC+zUqJY602HFabqgbx9QQ706o3CrPhd21y
L6eIwqxfBaVj3ppyjKTdKb9lmZMqVKDFcxbcyGHT1uWKNCIqTl4VCkmCt46wsDa9jTfFMWtV0ghd
XQRfYZMoNBS4SrM9MdI1/IQNq5pdUkt5L43WeYGRecuq6RkQ4zVP0vFqjBPlDWoUd3jLYP2oOHog
LzvdK75SCWjrMTvmGHGP0tJYLnArx8dWt3LHKZMdMGM3TzT8TDe2+fOWGx41laNnfGJgNM+U9PJ+
tnq5rVs6u1LAUzvht9NbJLvnoXQGfAtpurZj2zuPRIcusmzxPWe+cSr90dyYrfsx80XZhm731ACs
2ZSA9/Am0GyHk6dkOYvyyD62IUQTeLF+J6jwxsLe/8mJOj0aHaQC5vvkEOOkpPc5Dz5rCSopEprF
WY14uwqrPOet2re7KXDkpwtU6c2Iy4Ve1VvFtRSeebGHOFxj5/oMfcppwEV6NZbVGgIEUkhzR9zp
eebEX3WkA6BrGWpDWCOl1XBMfioTutw09cYpoy7lsUghNJi5mq6YB2nHUAaNQr6vzviwi3OW9el3
XUfAP9IiPSg6AR8M3c9vkodywzXWIyHkzp9c2acj5yfRhhjs6NuYkFxE13d/vdrszjCVFtilCn9S
JvlN5M/qHDR+c2eRRiIw35YHTFz9a49FjMVu2zwEjcftWkGLNEyve1ZUxYHRIHECWmfiz1V+p7EX
rDtVWC8mpsm170rrCIPbPji6s1/DNJK/PRm3vbJoB8KCIK6WaLMX102bd9v1ud9bFeljiyV2rYz8
iZ6wZj83JoEGUtJbAySKrJt0L4r6tyJVsQUjgYiXI0mctYYLHlY4o11tO6i9WLj2IdwE4i9OSz0P
9Ub7Kcccy6iCN8zGhrbRWSYueaOTV5hAOWZpBkc8Jf2uF7I7uLIcLiBdYfr2EgGALiKExAB1kXQf
uwtkkyP0gwnjSzr4rHhGf8W4HFw5WWQB13ry7gfHf+pJllyyeG4kb+V2OFqmkX/hx72RH6k/7J4c
ThD32GSr8Ug/U/haZcHOQET7cLkOnae2sPYVhggCpqi15OfaA1+gK2nh96TlcBa50f8RAySzyp0x
d8b2yjvuwyvn5C1znWEDnBYpyoIBVVKxCKW5RV1H43odE8j1cUn6h+nf3VtOw3sBwiBpVbv17HVI
e9ItByOlAWkUW1EF+QF0cHOle4wkaDF4x5ls0C4X3ZGwnYlrpA7SDa3fXNq61n2Z8IR88KsYaFww
nmqieR9GxpUB80R5RzEcLTUOnhogfj1hopKq50Ntxc7BBcVGvTekQpbMJbJNNMw/hYgnrP+d3s2i
IUY19G/CMHGN0yYr2cZGkBHCoUen5CLA8TYk05OkGpwKXCN6k6oJ1xOVfc+ZjikEnd3G+4aCMjxk
NlvIValmIgpk4lDk8Yla31HbuhsJz0ms3LpLof1Hdv0518VjXLtgBVp51wAbxWpT0JDBfyMjM9aY
awpau7c0LvUTvxO54rz29oLUOwKzq/+Zjhm8ewNGyHiEdt80buFs5wgzfwRFDO4vpplNOUfi2Z4a
QhyuRcjTKqk9pQj7JtIKF3YKQ27GyOmlL9xB6r1vFeMmn3PYeBjN66OMAJbnNW4Fp0KBlbgYGuCY
D7lrsg5tq/nDHOkBGUMM+SwLrTPr2W7rDLQSCgvDhQdt/diEwfvgAvXvuD3dkshP/hA98U/UCfd/
M6vSnZdIb0PCgKwHM2GI5lp335aHaM3ES78NyjwNPo0H6q+ysRq1DKqEAwRBUfqFMEHUM/zepjn5
Mb6bTAbc/VC+1yoMmkM0FP9fSMlkcCd6S3pTvxPzY3ZnYVWdeBvHn3kkrbNS+tfUuBPgo30mjrDP
jUU19kAxwC4EOrcWnaUhfJTRPSssoqA2O/MNbi1y/bk57cyuK+/JqoCfyBSLlDYmL1qlsmyISrOa
A6/XfHVp6lxSX4cPwh1TLIJGvDZ79xUUbPSKAMMKGsfbg2HkyceAtPA4CkWSsIAR38CivFA78EBr
gX3NtSf2ahqTq20I/WblmHG7THQLlnRBvRq1f278VO2DAGgvg6BN3gukxD3BEpK/stdrNJ7quXJM
3LDZ0GyrILTWcJ30Dr1NXhOeCablmBpELNuk52av/ctCIGDYfAb7xnYmJEiuxaFBGNxYeRfe5twH
1RDRjodPMbxoj3phrtO0I2H0sr/IgBGrGceWMdHpeVuRzjxDWYF6g0tjfAWlVkUbGXDjXLkmq7Yu
sp27aUrqC+lFdvkisjYzovu9EdXiDspkex5HvzmRpWjePMUFUgqv2aIET58qih+BROKkjfwreNxP
03FrfKiIdavCIqIj49K6hWAvdp07tWfbqjl9OAZ3Uvb2UUz5bQkHbymyglCfWQa7k27YTwEfyODl
fbOuh4ibme+2wUrjAHtIiFOeNP6GJ8/txEvXKQk13gRxuA1Je3arUnIBPsvUlQe/Lc0jo7s4jJNq
6Mngen/kzmQydlTWh5zt8JiR9D81M1efgDXDRoVSb3sMHQKbslKPU1V0hzIZxzcS++XB70qgbnyw
HoRBFqJPY1PPl0CxUjdHIz6roLKfU8vnp/XbNEBW4he8ADX6B0Nlxjoz4ucxgXVIbQBgUAkvyVkP
JgURWsOYHQlsYXv1I5b6DlIkaFYn/mrasNqIIQzftdndgw9zH61k4ZgVXhie7VbGD3nVFy+k1rDB
5sBMg57+WVa2ffVZpog0bBvNn8yiXKXsqn6jvCaHCF3Rc2H04Y1KDzaKUI+/qd12viC67AcurqR4
4G3cCVFM+xJOCRdFLNIl2mNvb9qJGrdT2rKnWpD7myRM7HjD/ojqRqyaGBiNasKGHVpOwha6mLdm
3kX7cEQI5ZuTrstU2BO+S06VsGEusGdZ/cSx7vbu2Hmv3aiTH+zB+CtAem1cguR/UymwAfDOUKuO
uuB94tlv3UC4dRVM7jBsSJvnN2SSDF64axpPFkmUj77UGoeEa4Q7WbnhfTLIGJ8314Qt5cavcdd0
VGZI54q/CfIYb/CMiW8saQlwyGKkVGwQy2FD8x5SpPDMlRQvnN1FG9yJ/k4VrrGPCiH+gnQA87EA
12kCiJnNQ/fZod6dEJDVPGFfVtAFwwmgBY3cSTF2tAHT0cPaMO+ZXAd1IywzPwJTM7jdTx7KXp7r
YwJ5iIlu8uhyqP0NzYIhDs6o/3LtwtxVdl3eqkQGCSeIGW8iIVj8Rj51B1VYMR6oJIbKHMgjNdfB
fZN26qvjKLobcs97IYLVb6aoYynAxdul4cnmi9CoOQtWiMnVOkS9/spq2uNZRY13AjH5kJAvuaUx
HYkb2zbLj5S16g+pynhHASZrtszsrm0NhsHK4uSntmxcUEa/lGeFzhm7Xno/ByOllZPhvJZ4XzdV
V/S7KBDeYv+r/TcMHeqF1WR4tO0ifJ2a/r6q5u7UpUD8S0pvviMuzluSHrw2ptZaxUAzFlCKALXj
0wItMqM7YY1sf71W9zv+vfDZ8E2uw41L7VwPW/8EY9ndWdz1SXd5050MxXgsI87toWBtgwRpdfcJ
c1FNeexC49LFv2Eq+/sSgt/FdUmPYfaEqm6ORAzzIv1h48/bPYmNhaOrm69+pEQWQe80AstagXyO
flGysgeuAfXHNGqaaRotypdZW6+E6VAvWroH13XHsB3UXv8QQDvOlmR4iTjkuG/awGdHKN8bqFpw
5UnNaJs65Jwt+yK6WbVu7tOm0wDqx6ZY0b82PIJQ1DseUZPiBcM/oawH3d5DacLM8H+erbHm9jb6
kT51IEfaE52N/YF+meKi4ICu5MA1awUYt4NClpcG790k+sjcnkJkgmhylUdjvkuGiBsmkvCr26qS
AG3KnhZK6y0D3bmncsyHDGXSP0ooZMR8CvdIE7cgM7KyQM/93z1BksPW9OBibSVPxuTApRz/UBGH
4QGXYTDe6Dvp5R0WomxDq0T4BGVDMOlDTKrA8C+9ZGqdA5XeKWkraiH8pZDFT+mDFlb7Dwhn8kBP
lpt86snn6zZyT+D5f2mthB9J2d0765Bsk/Nh5Wtn9uU2dTkWI2TmNx+wKQWhY1StBkMy6nbYupGV
BqdGUxD2YZRlvR8D0X7HHOr/7078TzyCDgXqwCN5hfTbmZBLcZyNRiWotQFLK/Yz1D8y39TZVrFv
fAxJGv2EChZq1oQSJl7h/EVurxBkkMTveOsExsrlySGx0jZHj4y93KnR+wRbCmm+mmzKhkDKHGzq
9fhGxYxt7BoIx9WTacygVSFNSmDIv8BTanFJa8ITawBA6jzTlfM0dGAhyJvF5yAZm99YqfYWBmVG
JLdRHwlvpRNpWr2JKGp9ov4jPQaEeu9YoXZ7QzIPJYWLEXNyjHLrW11yyE2lim3g1OomDDm/GkUk
z1NmuD7GPJyDmBsK3HlIKZJfSWvu4MTHm250k5NtFfjLxrG74Qo1jwFK9HvWpNaWMF2Gsl227n2e
Gh3GTiYzea1to3lPWFTy0kJCqUNnIk4y18lhxHr50UbR9C2tfL42fpc9TPXs8k6g18JvTPEgWklP
tC7KN4c61U0XOv/gW7X0UoA0bYvW+DIGym9GWycHD5bYYtovP9rRQr9fOirCIpZIV278nWH8YBNQ
WmdJoeNq0HZCFp/EGbyOyANpBr7iGsY4plZgI+Ux0tIG51OmjwuAa6VjaqXkwDc7FTV4DWJWLbOm
lftX8tPdM3FldSm549Hnme3qARtvbx/Awtj7Ga8DopEzXWig1F9zmxqwI2bU/jTQRC7wm5ZlyyiF
yBgRNB/98mhymJH3D8LYvvQ1ligT8R8bZy5fNbemYAVO7Y1QBGlqg7TJRxjW+p688vA4x1F3LDna
StKwlIY4klS5DUsDhy9YB5Yug7+ln2He9YXM90kQDi9AVLozpdfFTSz9I6A4HCyvLHfZJAKSQlNr
RXAzXNwdcJuxJqakBG5uQVqZihlu3sStddrtqDx1PxmkhnFX9h1dgfiRxVni9xY7y2DdDt+AUVqx
yNv3NZRkzmznHak2JQCd6AEkqD9ROuFY/t00jB4gjTFxUd/bpP8BoCEsrGEy5nPHi7dVVYKLJxgl
BRhLhmTn4JJ6Kxfa/SOCs5Bb8HDWCb8ZOyBk6MKl9s91zWCbMCI9s2tEeeoKj+1fklLW9k1ocXhE
AY/ELq6Gpl4PuE/Gsx23eHqprIvSK84biwYl7jc/thSmvS5yFikXPP9tBXg4Tj9QIvE8UUYazyvi
PhiaRTa6xbqo+TAQ3GR+1YkicjGlhU1oLRvgISKMY8HnOcaXTMUQPuWAy2E3j8ZF5wteBpcsBjPF
yUYPk5c9ZYHToWaJpGA3k+k0ppMnxsdQBCp6HHAj3WAoYZCIM4MoNHyWLeRAhn7PtstDjbWDCSUv
/RZ/nlCs9wIwScfCEAs/0wvmX4IL5Ib8uRtOSs9iPsGyrJ8BMQOEUyyrgSdUyySWeiL0r0Be2fyS
ouK0dGJYQ0DKMoPftjuQnwy4XaF9lWQZzxZBVx6GpCuoMPKjLj9ooGDg70egYCRAa7BvENrN/SBb
Aippmb0PmFQZCwnNycWTTCecrurgPCeK30piWjOQPri/a0h8FtIZ23sctFyBvSJg56mdGNJHY8C2
2I6Tb/5mrUEVClkp85yABOCuWdXAKflDkrRpk0nAxytc9zQMvefdk9Spee5rQZGyaXjGeRK6CLeW
FGWxUaBR6nMhAu9AJZvZHIcsh4LnjYn4WuimTL9aVX+2O3i7QlKFsUrZLzyzem1nqmigJuwaKtSG
cyJM58/UPVeXPPbrCxAI54GOFu8t4mXOFRYd9LkNuSRtBdZjan2Ble3dogJmE3C6Qu40PoCdmkf4
tBqh1Soqf4fpUvhbr2ChukH2wpFBz9F+aPLhyUJv/TG67IWaYPAtUYCWSpadRIMDOUVPX6CFT5hu
8WSHmTVhq23GJ0gr/pkrDYNHxNX8DfM8BQ7Uo6KqgZkPM70NgHGucst+4+aIwKALY8+kHbwmavyb
7DTZ0Z3CZU/2aOtOERwabPaMEsQcUL+7+BHfBdWrOBDiX7vH18HDALhafk+8rt+AOp1cYqSrkart
yh6uNDqsS5eEOHC4KyHJm7/EFQOGSHK3b7J18S6Og6LTHC7utsBntRG9JLYH85C6xcja4aAi5Crr
9GC1bY4lxO/3FqWIYCllc0+mxbvWHRL8OqSVC3TBNOzImbxjcBwu6NbmOY1q72i6vnh3ui48wcmj
4co3gupjrpvgkunFKxU6z3mPsb03g+TfxMV+b5KxJlcLaqTCYJMHLKQdvbIy/84frfEiIA6u88qU
kENJsOFpiJ8bFmbuyunwh8JAvCEvi1cEQf+CXlf9RKHQV79ahpTwAnYIgCUODv/s5aJ+YALw1TJK
zYducepnTKWjJfzHGPormCi4CYXwsK6ouiBWPzvQKnJgV0Ci3wpf/QXs1XeAbcLPCYzSb0gXNzdj
7VxdoIa7LKzHle0bB7ZhyN6Fz4FtEs6566UgciZbDp6krF4iw33sGTGPArbKTtETeQ/UIWOdyiuK
PdchykiVtEFo7EorrlcpgrXajEDlL6V2izOXWTQ4/8aOMMFb0cgzlOCQMGxsxsyFw5OY88lZ+Qp+
cT5QZFryxtmiKLNzwKm3x2DCdZHdFXpHjyNxcj8UqYhV19uvPrulLWudYkV8/cGrg/DeGK1LSmhu
1ZO53gFK4qNq824zzZ7eTWNQb1CCy+1swBHt3bb+BuHX7bCzdrvWcd7iiTgkpexr5njAkuCLmWBZ
LASm59/hLZUnV2M/VoIKLRXit9OK1LOlg+c8ghlHjTBEGPk9E38E6qhL++xhpD6WcSzfWImf3Rmj
uFBJQkOyi6bai49p0v+sJru0MBDaRls2EqrZnO2wSPe2J4+4VZ2N9N0KTSeMD1iT822kYlTEyp12
VaesK5K/f3aT6QxUD605HJ4B6jjMQvNWx850xmf5GYveI3ajgGPjVt7hefoCAsmCLaJPEhsnuAhK
vhZ7YUQwdLai4dqbaCk5le+8JcwTbRy4esba26jREWTs7MlpVl5cNh8Cz/FuaCrowM2Aa/hMTacn
19rjbODJAMoqxGr0sfCy4HH3MJGsx2bxNjC+Ms5OubNtNeCJYeHk8XrCRa0qed/g/cSPLuKNSR8u
sho95UyrG0EKGje81R0Ii2FNG4RexTr/LWy+Pp0/GzfFFHjyTdUegLkMa+Un1V1ody8Bu8enSNlI
TSkWR03vaBva+9qzx29hulwnHP/OQwHjDgYyCMSF2sFcA6pFWO8A9Si7b6HG7OvO+NbAi1fUanWY
hMla+FK2NGXwKjp4ifK+qRfEJZLlQ0UVPbFXU7N/ygOh7zGQXQgs0zPummxx/KmstrYzhcfcM7jt
Mjknp7jskTcABOwHzxSsMAgxFJQAQI5MG/praSpwyNlSnZ0K6g4N+UGqu+swpuUuPA1P9FzGsWOu
YHt1BEhFct9AHNoBlmo2TVAnL7EwvoG198PJTwzQmaSj/7Abm+Bk4Fbv8fxX+KYTSr6NcnR3s6K8
FuF0GI/M1ZyDld2fodkYh9Tr6ytdLOkHF3r8UUnj8FmityX1VF2pgvDuLFvvgunHqRIHjUiRj10A
Y4AoZrKHFTFFKS151AG6RWr22dXPbXcV+JZx47jBuDJ8NRhv0v2IQPjh2J38p3sf74yIpmmt06i1
jqx/udYnH33rhA+SU+mMrrjDTOBfSDncubZH12paOlG/YWfwVmqM+Jyw4Kk6rgkJnT/FmGPDrnoi
pHz3WZL9S1oPR3nQZBv+JjiZ8VxPZzGX0Vti0Fvth5a3RqDz6QWSX5M9/TaD1o9NTI25A4wEySD/
Nv0Q30c83/k0GDw0NV4vMyrumqJRbEWtDPNyZm4L6nrWM86PfOW6fr2bht5/YS1MmiPvuVL2NJjs
U0txKjVecOcvS/Y+QX2kXQkoRxSZ4lyPigOwdotn9it0zvJYj45Zwe2IsxeuV7yQ2LgRZeP171TI
AanLjgnsqCy8B3b4D9EyNoKHyy/Z3Dcnu+ysHab86olq7pCia2qZNpZJebuMCFgWjGuf+KloK++7
F2VgiitKX9LtV8FLqj1mKZMtcxMstBG2z7dR6JPZj29+E+2CDotVSbhmHu0R7npZs4W2in+RPdU1
3R4GxBWPkRAV+9IlqfeazRS3jFP6YLqSI6tR7qkcwl2usu/WyEHcQPkPQAnKiV8mKTOCTdG/1pj7
M4keuEsD72u4LvreCQIbmT5R+ynulp+hjR6kFS+Hn7TdO8OP2n0kkvaZo3TamkMFCMQpuvzdk1L+
mKNIf/CXQVSJk2pLR131F3rhNUkIw2z7vntv7flByxRxYWSLte4oBohn2d6kVe/7Dm6Jp74jvMhr
VlUpganRPAxuqe9Yji0F0gvQJWNdM8R662JlXHOEfDPBnUCSjsdq5kXjEMs+WmoiMzJ2UbJqFSVs
va6LLRJsuXd70ydH1i/7jvqFLdCTVFlIIiRqz5lZZi/tzB6m9zQFnqikms1hlb1UNu9Vz4iIukL+
PfR+sAfH/ovWPYOybrc5zLFzkuGvTIB7H3lMnEtlxPtxIv012GWYblpE8I0qLYjWST8YrIHZa7j1
i8KLs2JvDlZFMPSOZgGk06W3J3OWLvV8du9J2A0m12ao0GH7EdT6AIajYLtSVKBmgmuWEsfyQhwY
hHno5fKm5EhzXnpm/Ir2I6aJO12+Y+XBht0/G1SVSegiNakjLAqo6DNsk33kVT6Dd9lqmtogjBoQ
9/b9gN2wHLKD2TZi13hO8ajJC26rZNEK04IGqDZnGC7kQ+SkB0GAj2jp2H7h32/2tmNMO9r+GL4t
D1Zf39cXPcc3HzoNIwlE5wKec73I4JZwq28yyslPm7VPPECC1s58fC4dDO9sWd0fruk0NNjEqm9Z
nauLRRaRllGkY8vvP5XrEnZZaZHc4sHCRS2DaFE3GaIygJvQtRFqZFLfBZ1+wEP4WAtMzxOthSuY
Jd+BLqszGJpq200x06JeWsczFsdnZdTNsZNJsBkjEoheydyWRN9ToTgcndHZYdR4jkX5UNeKoxRp
dATCEXmHgXHo1rPNJCc04kJmD5UPib9vtWc8EXdcxFv21BYG3eXZF6/2gqdLA8YcLJr5wXDjx5n1
Dk6crNpEeKcfjbC75hmUXYYKc4tWY25rv0n/mfgIeM3w4HZukO1HBKwtbxAFsQmL0paaS5cGeqN/
TPpeU/NDamOF6TeNcBItpX2JTN5rl8wKFV5LqXdzjiZWmWAAdpqfs64db0eghJteBIaXCzDw7Y1K
nPKg0hiCUwhjRvp/YRvfOXipIZ+yn8n8L64D8jhDH9lbg+1ePF7teyMlATzyvShDDkcIJmKLZ5cr
LWJpN+zq0B+efTeqNonrp890H5watjkX22vsX3I1rOr6NHy3ieouqD0YcHXvb9mpvUa+2ZOy5VLk
k72ZRtw61YyiHgzTwPoLN/DGXIaOjREytRLMp0o7CqITCOL7wHAGVHZYMJlNVcJpJhd9yeHnn7wZ
dCLf3Nr7DAqvvSnDvq+hGbDiQpo/4vjHnxgHXXKOfYj8FgPHCk97+jBn7E36nlaBlKfjJVRFsh5r
0b7PrOiQPyjghkqTnJI+iuSxcHGpVughzPJoYuCjAfXB7uG6aeWxvSdZlW941qo9oANFogWun0PV
HHhmD7MycyeNSUBI+VDG0XiAYccn4+bGO1MoMHyiY2tskvcLNZJNrFWcajyRpEsmjsaz5Y3FkzNG
3Ytu3Oa+yiJz18bz8CxoA0C/Qy46tRKdwi2mc64p1KmsgtmQfuA/INYB4+SwZKo8ip022AIBYBVR
0uc7epbq+6Zu7V3fiq8sKE+u3w0/mjvcmQCg4N1L+GVk22W3fzEfdL7PCkfiK2wauABJOofdnnaH
ge1qGF6xb/fnSEcyveWINc5ucFGDjlK0vPZrrswEPFEhVnHdtoLVTOW9NqQntg510VcvQZA25g6n
N4bH0uEMyNpHz/N/RJ/EaFXK3ufwtLajnPAkZ1bgwmWW49bh6rWbGST2lc9zU/QeBKWREFFE9w/+
9WbZ15kjMBxStxjWnWz+p7uk+ZoK799UtnKfa5Vt2X/HGT7CgmcZte0wg455TN3C+PTrKqRCasmv
Yx8mYupb9PFCO264mOb9CrjsP9i95CstTpuFrrbOaODcc3Hq1k1HmQw/PDSMeLnXc5evTm0V1WTr
CZY7ER1tWKg7az0H6dEtE8xyjdJYYqfmjlcmLALc4lixzX56a3urAjBEioqXJTWX+XNvs6o8ecOQ
YttQJV9T6FaYFbuYnSACA/0wCZ/IDsOO9PaQA9pjXmIRWksMZHuca4q1ZlKoV1phiPbClHHcUwH5
oBruPexZ7HyNXsfLPIZxQhN5rRKMeGZ/N2NfBrwiPXc7F+EH0/Z8c8hRmytC6tYBiUofe/AKz4SW
PeAimAJfG0/D6ceKWNxMPQz7LA6wXHb866bZRn/wJ/ttQBXmiUj8J8mN8jBjYF/MdDTCFksvuzFB
E91BUGnKre1Vzo3pvTtnI+QxzFcIeIEW0UMoldwmAd9LrO4YNOoBrdZK3+mJaU+xZoHPBVeBLfVY
hxGy708mvFGW6eiQLP5ZL7Apj7EhUsdHWwYr7G8yZGRl7di3VqCmqMuiu9EnxYK4hmKyQnPI9iwe
7HSbC4wbmPlj8WJl+jWdSmTIaYJxQ+zfxrTnNn9tXID5BFKK6m5tB296yOjZXfUxNiOen81Y9v49
Xht5UTh1gRgDaWwcFr+TS6cS58G/xO7FLiymmA3Y8BpZNihXOHOQZLjDHZt57rGA1FmIKqe94UQ3
/bxKZp0vtB8hzr0Ze5eWQfhANMSmmwcyKbh6qnQaAGCY14bTKBJyWiyDtjnF7LNdzagIB7NhC1AG
cXzo/Ia0dQLh28nbYKPQYbCZ8ub9ZLrCzB52zksYW298qosCjjd3FRnp3Rx681vpwC+s2gFLm7Ko
05yT8ioyU299PeGnTpsbPaQs7UOwzkvjhfiL0D9gAS7rHPQ9QTAeEgX/k2XBgGjOSQXUEyaLx9uX
b8+kNr7CwlObFZNSSl8ZjW8B7XxNeaaFpKeUMvRZLLXZNl0m0RBaIdUYo4/Sgs1+QzJ2VdkpU2Qw
0BoFKfyhTr2/afZ/O4L8BGogk3QGnVc4lHLclp2DCXSmnn3buZ7F3cnF+wmfEBZnklY7yy8X58xc
8h+c3RcyaNS4S08mHxwkj4Q86VcQhNiBlTPwU+o1s8egfTq8TTBBSCxM3XjP+ds8jiQzpyORc5so
FX+Z8BhMvDXQADsqY5xraolTh/P1gKhaHNK0oyLEoqSPDV6wYT9QseYUWHWtKD2P2DNufjBuYrjC
e8+0WX/n5vccGXvdKFoscyiLzZCjb8VW8DgN9Cp4I6Uj+VQf/ZouKkxgxntEmS/IR2WGPE1yhhzY
iM+y7eN6R7so2JABUmgp3W7PEKpOxYzVi2rM+sFXk3VQybBQHCiLCyxNjMAO2PGk6ZntVHBNA+M2
2Fa1caDg4o810HDzwRopAGqwuauhBR/T0ajpL7jV6bOmdw3kPgX2566AtrJEIvzPytbutB3TaS7O
JszzJw+ptjphFkCv0Ko96qIagJkqP7zXHY/tAwvdKt+OVQbpIZ6Kfti5ciYWu2HvV7bEbgrrPKrl
5d3o5mnMxltqme7GavQ3oaKxXk8atyX6EJNfPdMDCfScUKyKYO7gkYowsrmgBzYjN8NDkQT8AkfT
/Td2QX0K0emwNSL9KT9/MQySh9GEjm5iB4tBp68UgfeISO7IRnscI7TJHHNPZmbYLcwcNlFIHBi1
Ron87M/0u7pTPtxlTg71TXhRs85rv+C0TQfTWmNWoIx7GqxXXuvVL1PA/FZzuRy3avbGJ7RW/eTM
0MdTYtgHgSJ5yg3zdSFkb6mXaLeRaQXP2J87oj7xgDnc7lpWlGZ9kmbjHxkmQF5ko7fFbo5gZ/1H
2Zks2W2kS/pVymrdsEYAEQjEtb69OPOQ48mR3MDIZBLzPOPp+zu9Eqkyyu5GKitJPBMQiPjd/XNK
Wh4gKswZmeQ6IQ8dBjeKp1J6b7mDGM9owPMJsoqHdcuvugM2i9EgdWBgSjinHvQwBrdCLFClO52+
z3nmfasoE7rIJXNfaXZFFajzwV85oKG5iwaqg9aIVSEZkYAe7JyRgAFwAGyyks1Lwh/8VmdltesH
uWVaQVviQlB3x1t02JYNihA0q3iwnDwdxJcYGNvt6AMxYyYGSQtEZDLt4nkisJKPKl3Pemh/+CWq
fKtrxk+sVDvf45Bdcu1aeTxHW3ATgN9r8mgHEHY11yBHPHprcTRTK5vEG+BRWKFjf97YxEQOcW70
XbmkX6CLh9uFODHROF2fIq+5y9vluQRV5QxIRkCZqKexluazC5keGl3ixfZGaN+e1OiLeWatPC+v
QUJEqr++1nNQxNlHjhVka+q+xocVm4UQq5Xu+iaQBxu+M57NrHxbvGQv4/zBi+KfqcciQACfNHaX
EE5AhuD5VY31tRZDaSrCYytZhxHMpKQHuxvCA90WLQM0An5t/jp0XopWBn6bOSwLbIOXaWdx7D/a
g5veLgNp+5bpM5MbhKIqMIcWC9kh5ZSgSbjNTz1t7w/UJpdcNDNT4L4edrHp1JnxDUdnnff7kjTz
TQhg6DOGKQBMGOgT42TD8SNzyns9z+aAKu3gwCKEvky13rXa/9QUfp8pAWLLAWF9z5IDoVUlfAnc
xjs9sUfA0bqQAvPK9wolwaeGdKF+phvUWjW9OJS+8yLMlJVkWrL6y4Q9h/wuJKlol8XaecRZ/kiJ
g3tqr7iEwPHv/MpSd3gEUTMRlumpFSnQ+ih4jFApNxRbOnqDk76jCaR3zRYW5PxS9534HnqYgB2f
fFSflOK+6gX7mxqqs30oTONtVFPm97lJpo1LsukC0FCZ3cw/Llat6w5wsjE5nRE5q1dX6brZDUM0
PqVD5twtScDl6sbJgWRkdmIviELiOQTEgVdedXU2t0hH9DuPFp4Er8664TJqVX3rmlB+YR/TndJw
tvbVIJKzibrOY95hyT2QLfHBED/6tGeB4Z0heTa3xa2esttRDvclQhJRekNkfMzi7LIUfbqjz+Pa
tULoaW1Gz4XFa1FeTVnVMefEy19kAXaaJmlUBYo5yvozjsEBOQ3LOoNYHnjE5VEJC8Y5q6UogMSO
4tLUE38I9yzt7dm7SNp6N3JaSda2Tde9kjrYjVNBjRgNHrA5DM2GKJ/HqIYFyvSqXGZYRgjSh2IS
YUCko3Oto8VqTgasrMdL69TWxAxGBDd1XTj9Ien4LZ4WwEVgOVOPk7EEOE1hD6WZA6yNDd2jOFQC
jeIuocnsFfDIvWgDbLuLYl2oR/hlilIypuIDyVBagz3xEaFa3gNIoOy74qv4GeklO/bZqC20HZa7
wqYfZDuShLv3cZGdoVWZHVdg9jDn6sdA6m8bCFjIkQJjSKqgWY3cbclIeHr2BhrVwU9kn0YRJiMz
ggzfMUP6mVQhA/FOZOO+VdbBUXlGfK94dDlb4IQn0sBAh8KGsIrwvIAKQxIQiCDCs5y9W9V8KSSn
nkCtk9mlM4jpaDWBokLY3GHZA6QxFTi8vcGbbhfyusyCahUwwGXkhymRianrG0hZhVcewhL5AN+0
a5Zn1bWRt20a3X4dKjvP6GrI53gTTJhg1yTiuOkwR/TDKzAlzDay7O0bTYv2ySSpZZ5oY/O2WtTg
WAvwKVv6op2fgjDwoyfDYFhNWJc2A8aC96iFubdKI+ne1sHc0byG6XuXmHgJ9jjci4YZUD5cOwdR
6dOpY34yOW0XP3EAnNwtWEzG2UXt55vWmpJ3FTnpzuUU4X3lPD72R2uoxmQn7ZYqUnhaONQ8Vu2z
M8f1Y9mAp4J+HOiv8O91/hAxwJRPrZLoSkAeyuhx4GFQbk1gquIe2Lbi2EePdF+dBsKf025QiaWu
Q7Topo2pcqzGOHGf0DWJtrh26LcrSCh0EK45h4S7OCCwzJiGImkGYw4F0dWS3ZATdSmzLiyfPf6k
5mFkmEHBL0oVA4xjLnXKxANXJPbecoCiFdPJ7FdyIJKdcQZb6WqZmvPsOSJ7mkC3WPsu1qMdrMRQ
l8xDcGnRk7V8a3La6c4SeNE3IqrOLitUuNzju0yabRO04fzCVo0AP3P2uPjwZase2fTlep9JPyDa
2DNAanPV3lmZnQqa3tPReyfXXFb3biXUskcOwN2yWgSzwfUcwVqpVgybesiHKejPwAoIg8WO5IlX
0gJWra1JZhO3X8eomuOWzd4Lw66h3bx0j0QV1TcpE2rNsbGpDY8Iel+DRPR3MUJidhOCq8VJgzHs
uCRNLu9ECY73lq6E4sLhL1UHDkAjy246kRsOBJjRVRTx3lepD7cKckwP+3HkcTEzTuBpaUyecbdK
h5qBXpeV2LDqxO9sD10qFe0qf5mbtK/fANzphF8QezxYgmHfBAnCe035bHCiQ8wWxzzqwukGoX1W
9P1y3FoD14/eyrwp9WYMeiIsA1/8TR4rOZ7wnBUtJDnXP2ABa51X4r10mkqqQ/cee+OPhIaOV8SQ
Wn3Ek4xvRtWxQ1VoqFvgLekJhk13n42iONjXMElp00a1sipG7Aw0vKu1H0jOKxO1lCLKQofB15Id
6/jo4T5mDaNd2s0tSZVL2RbX427ek2Hy2iAef04EnstNoSJd7zDgTN33zBpM+D2h5Xw82c7opDdZ
p/vj4DExpUmoya5Z9LHBk2yFwanCcWRfsGZPFwKJwACbdqAf28sXoPYU4UScfu4wLznY32KWi8mN
sX8tSvbxTUEGLrmzc4f+xnB2kpOLZbyCThNJVDLOykPGAJEOh0NhJxh9RR2muGTc8BIOhmYClTXk
7fs8oyWyS+YbCxN3h+Cs4jdrKZi0y4J25PvaDSwMsC4QLY+2b32bTIv/1vd4h1fWRGl8wAj+ta4q
tSmmwL74ZVUcVex130LHeBq+iaME5kpyYWezQJmNY/i2UO/moehpdGXiwbw4KeM9QzHq+cYhtKO9
4xJwYGEnbsCKQ7NL1wR4tvEzl19dL+xddgrJQOhvQqs/VqE9flAQ1b8vKRPNiMhb1k9byOHMQ5sQ
7s3VdiGC6hi0tYOlK2sXHOF2bZenBCwHgNU07Bm2UfSST8guMKVBBhGVdxdn+S561Y2vtE+E7S6Z
yuRq84hiOjzqKfaTfTPa8rbhKL5cXIENLoVwpIsVuRtF7p9eHqqNhqp+iGa6GPCRUdq3Er1F809R
MATaDmi1zGCZ7Xfn1up6yUAz1P6dDZU/ACwRO19KDjOQFuHZiX1Es9apZqY94TF1rBegarAIKOvo
fXivV55ytG4EcjXHuNYBInvyU0z6NSOkhELtLAmxFdhBeS23FgUcPBdmMDYFHt1T19TPaQ1fQV0N
vq9V37jm50A4uL8nb1rCk1cDYRcLcRMrzJ2YW5txZmnrTJ18ulx3ZYBrct300Ktu4rF3BjoV3CI6
Vj47hEOPzr/Fsdi9uE0MGK0KSw6vV6PNUUuIDTh2AfxQZKU/2P63W7rfMBWFwDUfjIN0ea4E1r1L
510dht1cOnBJG6RNvH00Ad31IvPJXMckwGnLomqKDoEpd9yS9N1gcC9nRX0cxNUYaF+dNLukMtFP
GjKEf8e40svvsFtKXKBG+DVhYMHknVFkojRhrmTk0aMjuxM7F81T37smjFBWkCs27gJrdcMmNZ1v
po4H7INdNky9MBrVZ52P5Sv5jomtUmG1b5nt1Ns0zivxzr4tP8bsTlCeVegBfcGs3b5URMsjhBfX
29gNiuTeCQMoXF7kH5O8CX5oUP3M0PvqDCY7OFHaPN7oWOSQcngHkkbj1m2wd3bEPhL0PUihCjtB
y0EMsYu/AcVzowxegB6wx3N0jHaY6dtpIyMFGBAPlcQ+5koEWNKK0TYUBIXPRW6ia+NF1y/+2ZMO
DK6xJ7vScS0QfitVn+1b6AOIRIW2X/ziCm4GgsVo0VnifJuiUuZrU8/g8klcco7LWFXWyVDrjLa6
xl1H7J1f416bez4muh7O3f5qM52je4245ayc3u2iPRvvFhMxpRvqvsGne7R8hFmC5hOeQ5CneN3C
WtlIFu786grpvTrRIB7TPkU2H6+NBLd+4zbdrU3XSXHbMYIJPnIUPlYOR7OewqOj2OrAEZOJI7Mm
WppCHWdWvDHEKMOMxwTX78EaY5dHDqaU53DK9Y3W3WglK8prrOx2tjnzQKeKAMNPrPvVqs0t/c7O
VFiPto1M+m5DFN1jdcpeewJ14wemXMhnPM/d6F13bE/2+Nir8VIkc0T9y6Tx8nhzNW+aijIQWm+1
JKOjy0cXUO1Mspqz68ajQYefrSRecV7yZMD/dWW2vvVWk2w5FFcXrolguCGp5zzTPUIDuc2h4Rij
rmo0bRW+E5vq5g0OOcOtxU8enAM4kiQ5q3oLBqSnGGm09Nptp0KiMjkq8u7UwAHpBIYxV8sKnMqM
H6oO4ytAwiX7/8JgI8Su7TKPnwNDANaO8h+e8PljHUyQW/Ss0cXzxRb6EMyOOYK+75D4uU229tzX
4dmdOE+vU3z2+X1Se7AfGGWx983G2gN32DnIeI6dwvkotddaOLyU0mTqfIcMrm7x5EK/NN6WHgdv
+mrAk95Zgl/P2TA5Hl/7orPcYkPzVfsOK5vO8LpiI+KSqWjPYVfrEwOCKFnjhLgOCzzJBScT2ZBI
FDAn/ZXwpRMflfSEORZJrNO1Y/HEWDGDxY4YaW/cEu9abhgBL+9hK+xm38+1x+ilmSkD6heqrMim
jWvMe/KmAJgH509FRbJJ6Q1dCPAGrfWK2zM4+rrRLIZgq9xL6RT19BiT9yyTdQadiJxYWoe+2olO
VM1jHs0j0gUkVEIECgsqF0E9gCFxhyPz2OEGQ5ZDZfIMW8RS6kbDfzEbrMoKQkVStuJrDVre2/QN
u+Z1Aptkxq4iYpOBoNLFeBLmqlGVkaOqelNCFzEco/Wo5n6TjFyTqF/0Tme0cHM7cP7aEQoMN+HU
q+8Jqftbn6v0QDG37ij2W8rpIi2beXA9BoDQOxIoAIWzRBKvbxjIe66Zmo2a4cplTY2nFlf1+B2R
KIo+/Iq+4VtS0hnBU4d2wJ3DIDPAhZm0afcYyR4x3e38ItvD/hHqwowcev2o3WIf1YHFTKAOcqJx
VNhVA2H5g2eTLt0mZVKeMRBk26G29SGcsJ1u8pL5Uz8pmFO6iPSVORnyNS/NLUXE7KVDNbbtFmOd
u2OUPuK5Qgms4eIkff7cTX6a3qS2P5YY3Bf7h4lq8YNBDUTf0nKN4D8HPvi15oZRm6UBZBNOHbjw
VezlSMtdJl9IcsoNkYkenFhhnW0Cz2zqmA2W1qbKfFHAhMsySCAByAV8PE4RfFumdtwOUDp6CY4s
XCB3doXlnOpQ2tecIvp2Txztxcusyvtmt1FziyF8AbpUlXvsCbSfICMlLr6fud9BGZsQ+8ueuQ20
QBnxfSROvwUx2HCqqdpup2os6kwt/fHCDi4pX2C34TrgKTtosoMdu5pKzTwF6sH3/HUh8W7O5YSv
HOJ/uC5pz8TDXFlz+khx9OLvh56t2rHtZKAOfhmK6jm7JosYvYOQ+TYN8wQTsIA0lVyd01V1WkCU
EQfXttNzJljC+BFXeCMfAWiN5MHk4HMYN5EFq4ZC62ocT3AVo4Z2voJtzzPsOM5RG8e7gjBLY6mt
8uIerXXh6dhyrKmS6MHvKCFc9QNewhSLdVqSm7ORoKgKoZKy3VZ67D5ldtXBE8Yzp0b7cG44klJ7
5XT1SxmHZh8r4da70BGRj5FLyed8as1T16fds2hM9DkBVbC/KuAMV9S7L35gOxxxmadqeGDTHoEk
iSYMCamqRx7kEXifhj+lNSWDU6sLo2ern60vDInmiwkTGVA04cO3BdsH+esmgCf3GHBY/6xtw7CI
tcB7BodNG1KWjv18nwFGv61Mx4cHmuDSuCqHPNzKqpYOXag1/U+9F5XNNhcEQ9dSZPPZSpAXaSEV
w/MUNdE3gwNL7PC4R/mDX9kESgJDKmvL7JhVzZ7YR4S4j5/BU1rqNEu/n9j3ZIC54VqpsgD1nVKQ
gvKBVmf3xtySdakqil1rSoNyj1HZOceCm1GtSs0mqZNIim1Pb8fZqRCgAbjRsY2Wx3Nvix0wmB4I
BZl3kiDZC5L0OGwb1Oujzj0Y/wCBLouD9HLiSOrlpxDl83tkN8Orbw/+LYkGa2aE4c90YTtAQk0o
xu4rrZb1WJ2XmplQiYmKZ9VdPKD80RZsVcMXSm4wqGDiWZDMwAwGRC6NjXkMzO3CgIxlHcK5jyFG
llZ9nmjPLdcI80hBUd+O6IIUVVHnq3yvgTaMP2+6G4QZ7oe603dOXOZPHizD4N6aUvppnWCYaE2u
dGfEphBVy74vqEy5daBeRqD26/gQ95V6jSRddUdEet0+t+xeCJ1nTiQ2hg4ZzVG6gp67Igc5gpix
QPULqgUPQSPj7yoS9YuSDYCbZLA/siQzJ2ww9c8utrubJPblucrCMNs7ZqAgyRCOYFw35vGPfG6v
2FZ3CQcKdyzvTgeIW3dtFESGsyFb4vOs7Ma5wfPc1gd34BPj2IJsZKKCkFY5+XENDdnx3K9y6Kwj
Ift2fCWTZmzG7hxIgbg3pI4/S5+H/30uc2a9qBJLaX4o2crkNhv7hAmTA96LIgEeKRjtAnfi+SJ4
9m8K6oPFygAeOwzDEg+3HDtwU5OP54gwJQkIQ4pMq4Xi4IWd5tHzEjyx41wZes7nIbw0BM36bT+L
FJT4ErnuPWYXq8eSypb/NFGZwWvMCWGZwPXHu4HHw6Ojl/me+mCveqBvKPtSFCEj1dGEHsSHuIoJ
oF1/OwC1OJUKksyblviLdZEOwIviIEKKQ0C7z42pHi1pwCBbiQKctxpYc5zyWgucgJ9XkQHpoQNV
4krVI6eEFcLpaEHvqNQE24v3ewognVLfoKo+H94sFMHIXauuIh7GOCqewgOzZnDRjrtclV9JyemN
XbP6YGFkIMcYaY5eQ6ByFenycmk26OpkwBmlTPpFUokGERzrSHIjTau7GF4g0JlqxSPLNDcKyenN
CyZQHh2MiIxJSRlyyM9nalITmA5gIyZZknEGAM/JUqmUtpCOOKZ4y/OmA9syD1Fo33KM7LDuZaQ1
EdHdUqZkJAiOYJXz5WIxjScZi27FbOjIfnfiy2tL75CLgqRG2EwWhXi+OrqeTlvwIexKoMECPvGe
rrHj6hNUbr4PR1Xt3Zoj96dW14ukp6DjqI2DMjlUcf4xJa6TcLgXy2ag6lxv6PHmahz7mkFr1FO/
9n0ZSbAespLjx11s6aq8dxyrr3cN1rBwLYZCZkernWyP+LUs1G0aphgmaeMjeEJnz2Hi+geL6Y6e
/Smx5Gd7kmwsmwlH+7M3hlB04zSr78FW8ygP0mq6LVEMbLNqurD2njMCl/KJ9EKehSvMT9YWaxs2
wgqSFYY/M76hBMJiiI2NTZ6JUYiXo7Kc24yt94tgD5I/LkkRP3lMbDm7MTf+oKiDrZ0vw+ZRtE1S
buhW8M8F9/UX4o4LzGTyu1sOZAyL0DLFlK4UR48JknqZe+e4DPkHUO5hC9K64APqbK2mukNei2Gf
Rotbe6+e0PMBNIEkLVtQUsgwz131OoHwW6T1sXWr1LpvOQNh4RCumu5L1lMUUSSFfNlMrQ49XC/G
fY5BAeKIik2RnWK087XBmNxXmzFPnOYWN22cfyki3LNfpecNPSWGmN7XXtB24zqNbSt4iCwCQijr
kh0CedjS8d5LkB7aWoXwx5w3QkCIZJi6THrEfFTdOpMEaoPWoL4ZGuICIkk0H1Pyw2rk7a2F4UXO
KYfh/a0lgjT4NCVzK1hlLMpgdb9W/KLegduq6WguyG1R37otTcivg2IAvkt6pxKEMG2tt8hRJOfC
bly2pBDoHtboUOBeOrnoG3+GfACeYtG3BR0rGhloZvRhthnzHPQbwJbPzLsi/GvooGxCfCL5JKFc
DlElIQid9qfExzJ0ZEFbvAt13nUIHMUKWvbMFTpiRm2fe58tbrGuAoGlkQ1jVPgvLVMqTupVrqcf
jM+xsXLynHEtMG6sUsaQVGJNw6dr+IRrIWNmFGbq2+c0iwq5zpkGvc+sxcihlhfl7MDm6bllc/2Q
LYPFnRXVb3B05KGuRL/c1GrgWBqDe915YBfCFynsiWHGIlLvB2cMSXgNect5yqLaf1uoiAjDneMs
QDwmVn+wH1qkcLFkkDwXZRkG9z0Z/R2VGQDT23R56gX0vWtH8xD2L3LKRLQ1www7lcqyuugeeewk
GJ7zvCjfnDrk9iQFE31hifHf23nUDFyyhSpaesjlg7CUsQkj1MPARC1bMEzkUj7OnA/sY0c1xtfS
7/34DYMRBLNJNSkN0n7gXoYycMgJ1SlHomiU7w5F9SdyyGRq2a+q8LmD1+U/Uk7KaYs7x3ybh2nY
G1cQUp6q/NyIq+WeIWn2xgZ2PjD+JUXpu163pawZVCJg/w4SGLaB+TZXc/NGUCKenlI/G+dmVQ4O
/+Z1QsrQka3tR4eWfXXue7RewaiBnNRXBOuKvNHbhRMzgZeQs+B66YwbfwYAJ2+mmabGk0hMiVaX
dl61d/qFDShUvmofxX2CKNPU8F0cNq3EaFG96PGdPLkuxta/ox6aLTcJEJTdtMz9L0jO1WMvnQHC
BkVl7bDl67fsm8Losfki4PtYLyMhcWu9kPhaVyzS8ii0aOB/ldoa6GNwh+iHZn+aHZsBXoRDH4a+
YZg9NAeXgPKwATKX440ybVrd+8YfScNx0rLUT+ZPimC3BWmhumR4psut0Jo8IlhMCNnEi0fkVWVl
4YNrQXez44muh621tLV/CZOGSCl7mGCNxAn4A3QX2KqYzJy15f3p6rYa7RL/sc/KTJ8CdMIy4Fi/
CRblfyxISlQ1cxe8hGA38FmkcJfJU1gUZ7IrdLJ1u+Sj2XAmctzvpiDAu4adjEoM98ee2QzjzUdr
gmAAXIgkIOMCJLInt7OoqahRQeE+esiUo5NvFZiuHk1Jcw4AxoXnxImujFptd0RRmOyGu9ElpD0A
MHXXLmrcMx55O90l7E6uCrk9+98KgLNgrSKnLnaI0gEBVqpgT9NYFi951zQIHkk/hzgrr9hOTrc4
+nYRG1QSvj1QFZB6Yfa1ZwWb7v3UOOlZJH3ctTt7rrT1VoHd0l+q3sBl7EKeOyeoW7jzasH/ZojH
+PQZwkHGxpjN870z9Xa6rKSLjevTtr2E742FxQAkhsu2HLDzdz4gFn7i9woA9vJGWsALIekkedQ/
lbQGPqHdTiEVCn74E8B2nz7WtS/Be+NU2GcW3yG7Yo3fiTJPZb7S9yToIHDj+dvc0W8cZSEqK7FQ
d+XPIR5sbYccIRAortykMExuqz4sP7PANwwAhOKvxA28necPzJqu8vd8wt6tmrcmnoJPJDy//Dby
oKA0El832yMraJrnAjQD5HhmgJdA1YwGUgBBPD8cf/mWWlFFKI6NHcE+OsnprKlYdFSPLfXWm+zx
kC12dW6iMeieMftM7uUKCWj2ndOBLNhUfT3TJtIHrCMyIjH/RF1RHj0hMTm8pp2SOXUt2mr2lFV4
nzQTcRBN/C5CWkr6XW18fV/LIT06Oq23tUjs75pYH1l6nPnY0ei1qW+8xaGnirEYBq2FW3JHTsG2
MVHFy16UBYegnnvDn1yL8Y4MGKkwcAKoYavlsbGwWW1krsb3Iswns08prpxhNwWGzgQ3YRqxBsle
UEXI4gGeAYp/4EzLe4EIhlFUFEsyE4Pg2b5Gk/Ku8Et2GKvBUX71jEDnL8eQAGjKoWf2Qa6xLtaH
SA0N0tFc3SJHFg2RHFW4H33kVS++1QsJuGce1YLxxuI/7Ip5ePCKpr/BxKMPNOZYZHdSB8NFMYIi
mI0215F/AeLVFMPy5nZVDMTKnsY3mzy0YsJEPNQeci7hmO9VHtgshZQSFuYJgYnvOLf8xGIhM4p4
J71cikxunojyKTRVTuEeSxxWyb5kfx3ARjnhQGW6GELIzrZstxZ8GEZW7jrFhVvsyx4VNMSDLOGj
4y885N6kUu77oVFfcFeWSce0IamZCywLxkn3IIkb8ArJbEf+Iw7Y+HZp86wEbOAP1sOw+COFZrXx
7PupFp19Yi0jRMgprPna0H3zkNpWFbzqqrfUFTnhNMcocJxdTRDjRMXufCfljCZrxd7tzNGqfR88
NNg1kzjnB1OWMn6hjWF5qS3Nro2zoF6XPl/rI+2I8UuLirPGB1upH2gPS3WiO9Oc855enTXMU4MO
lVBERJSYZoMzyP30gecC0SSOBK61jXVtUK+TnFzjrs31QoRljLlFp1MNMg8IsGTyS/Mdnag0SQuP
cgdQqGZM1iJj9+BgdBlIUB7SzvZ0sgm5P9nq5qrXT8nIyXLT9svI6d6drYfKny1yxvl1oH2zYCcP
92NCUocaJaOGrwLsYvo8t1MagqCzW8YSajTEZAhaMU0OYU1NO2uga9Neu9QZ5NaqlxU6TO3TBQLM
vnKCebgQBgiX+qe2m34gtjhUMzFKYlHdxNyyxLdWzJuhjorOfoKXm9D/HVhI++1z7ILKe+38cphu
MepYVfjDsNlOgh36GTcYnu8Ju/ze7/Eb07CWE+m946y3UMMhtW3CDJAFIIgDfSJEH9TM6fOOmb6/
bPrSKb/GjSiHfSKtGgFJ1K7s9wkPsp643kRAqFjrHAune0AuiqIv0SBZsQ4z3aFztRMF/jjV/fz3
v/73//0/H9N/hZ/lQ5nNVBn9C/zVAyaQrv3vfwvx73+xrF//7+OP//43xxAolUpDdGHXZhQTLv75
x7dLTMcb//b/ctMw70hfVd8Cr6vrDSefcZ/ZmXjzHM4TpP3IaROcp5S7tc3M6aXxUe6nFF0rxp70
53ejf30zjmbITVeEIdPpmauC+uubQb2bvZHn/pdUYPfYCFmZd0Gmpds6Qz7ne4pUiAPXacSW4n/4
yoTylXJs7Xou1H5X/vrKjkQDsiJrfGOvmO6bfKaWxcMcp7UX3hCO/BABgKs/v6Ywv35cF+Cc6wvJ
zBwGnKbc/dcXxTbFKEnj96YAZGxvfbf3AEd2UuUr9Fikp9XIbcPSXLVKPCiH3CkgfGUyns6uZixU
oaZuaH0t7YPHmDZhiNX0bAoo2Lz6Ey3qrtMpqYanUfSBfwpzDjY3f/4Qv/1krm1ckMK+MtKROK2M
/+tncPiCFhUO9mXWYsCeVE1foecN29axQXW5bGreZ8cJj39+1euf+per1hWOLShYYYrJhaKEvF7V
f7lqy6VNIxV45ROoR0osqsLPb4aUZCEx4qVbMw7W6Ms0zh4jn3aOf7hM1X94dVdqydXq8Dfb+fXV
e7yyTdva5VNQjt0lzV31FLZXmy58xH94qesV//sHdX3luBjzPCPl9RL6ywdtHddCEJDlU9txsiww
fqwJEzW7PjXTrtG2//LnL/b3n1M4kgsSv6GvuC4d+7efUwHsqSfiDxdaJ8ktROYqszDHACwXFwcG
/uhGHtvjP7/q379QXlUxwJfCYROu7F8/JTMOPiji26VM2aKvFsv7HrVMsFHNrOXjf/xaXKZMxnwl
4J7+vsZwbdY2I7bggnTuvrBRhFtCHC2+TqNI0/35xf7D1yldKbTvCInQqn+7UiQhcI/R9bUY6Brn
h173bb6mcUABOeTXOKxTK5nFYt7++XXF368byQv7Hr8i66hxr2/sL9eNsjCPOiYLLrivTpXlNtmu
cWHxhsxaqNhuQdTH49J8yz3xJq8dPeu07egZCCBWNKy2HsGHkfOcgf/yALLk2ZhB/sNN/B/eo8eB
kym0x9DRtn97j3VUhWMLvOIyS5pJVlHuMZYjLy3PRUvvY5yV9dufv5bfF1yubu2wTnGd8ZWwhPz6
rUSclhc/suTF4d7GGEh+oGMogD/ag+DsQpE6SM9CvSd+0u1iCnLXf34D/+FCZ70UvA+mW8Jzf7vQ
00EQE+lDffH6yTlmsmWSVGUBZtyh/4eX+v3Jzhopr5Yg1lkMbeAy3F8/bJhMQe/nlXcBaGc2Fbna
HfZ7zoTI+fsiqc4VO78V+Vd3I0QAZaMsMQc0S37482f++1qtjDCKN2PzyW3121Ouo8wFH/+kLtZo
HHi3ky+OVZa9k6Znp1+CYh0ye96QkY3/4ZX//nPzWPJ5Ud/nkc7X8Os3YJaxMaqS8oLlAwXUUpPe
TMyfdv6SqhtEqfsMr9Eu6L2rOcSvzn/+4H//sRWPJx6NQrClwG3x68vzhPLJDLTi4iTsZEUylhPQ
p2jZuHE7fP/za/39XvK0timqkw63PVLbr69F4TS9G60fXGzsjDu7NdcDXaT2WKS7dWFPyf7Pryf+
9qtqvJWuZpEhkWyDkvr1BXMcF4Nv56h8oSWqM+WGiXsYUDwZDceBanZeN9rHnJobIFJzSM2dXjz3
OFNqtzy0ICe/l5jt3VUhW/dGLen4Hiue4iCNGoLnVRUldyZS5v7Pb/u3r8nzMLVzQ2jP5q+uML9d
i0M791BjRXF2lmI5AA1rDqWViw2KXHYJI/ufbsK/v55rOx6/C+xew9j2t9ez8R3RiZ7WSJSGmtpi
JL0OSTQA9o9qAWLc3/35A/7/JewvGwY+IaYl29cgvXyWAPPbojpgmihxMdVnxOTuxUgr30vpFGsv
sqdj7C7uuzXKlDK4CU9IlXfpfkG+3tgcYrbq/3F2Hj1yI9kW/kUE6IPcpidLVfJSSxtCLanpveev
f1/obZTMRBI1MwJmoemOZJhrzz1H16cNz762Qv//ewRhA7cSckN39Qa1DFKVXodTCdBMkUcIezbG
rzGpgui/oKIP5zXRJIl+1Cw5F6BmYBqGHvWjiUqR4xtInn7e2KBVwvPnB4FDcgwDm0hrZfUq6ddp
YCY7jiTMs2EPKzRIBROxJm6olahv0ZAESUx1FkYj5Bpn42T1ivpfVulxdBhyk3bj4190545ownVd
y1F1R16X65fkqspI5D91IALs7OQm2vwRgqn5TPHB+K1qVI0er7d6uXIDcAqaa9vAnXVVX93JtEcD
p6fW8VRDGw13MFRO47Oe2nS4awNg/sWpG3t6aShvf0Jic2g2rqguTcPqihLM4vrZf41AbBW8t32G
bEwbtU/RlM1eh04d7KDq9MWNmxcifhMureitFK/9lcuGDTmwgXOqqZnbqKde0EuCYZzmzrQTAKFg
Btac/8IBlqXQHpNdENnxx9kQ4hIbGXCQnDIjuNkfjzdxfWgOeTMHBiOkiY+hvnp9aK0JoSGpe+ZV
/HQkb2wLBhsRv8UHir2GZsGHx+utfIntOLbpWsxHqzodcVdbPetIbyIBIbjiOY47qEx6UoGeaDbW
IQNvuyyf8eAb91L+K/8+JschJcVvG3ynpmr26uXaDChQ8Hc63+zU6iIoe6P7MUNa1Jnt3rbq6Qjh
YrlxOVYum+90hEUyoNm6JekcV5cTybw5B/OJKIEjHNqHOSNq1ls7o2dyqdWqmU+wfimKN7Va1dG1
B9ywT3raPxsfb9z+EFeFd0THoVoOocPqgAsVfE/D4JePvI86vqHZFnUfcjDlOe7b7tt/zF6zme3t
qfodjBCmnhyytW6aP4khtto3HV1X9QvlXYsqCVTCavxtNKRkDoheaDdfEpB+6YcaWo7goNJcc3+2
JuybRw3cPoYn6hv1QwVza0QaW4OXg9UCJnuw0V1EmFbNMWrR8VhpqtfCD4S6T25ONE7npFRkIhqr
sT/2eT8g4hgDsd8zLKWEn4wRdubPCQD77B3xNZyE0zhNvb5DRAJu7sd39uaNkKC7lmHAV0NOp9ty
i//KQXQwe2gigFOy24IOaRqM9o4WI5Q4+lL9orDibByavBzXN5YFeSEafxxOThqevxZMW+a30SPL
fXWcuvcQ5lYfEUYNN1a5cWk8MZYht9Z5FHja1XdVULgkgM5zH8AGWs5UDr3GNFBrMQcDyedK95Qc
okVEwCNmn9Asyaq83YtoTjcCzLUl54eQV1pgZDRKMK65MgpTakB6iUSAH7rm+Nmss/hUoE3tF6jx
DbDMSx7IuKx8Ut56YxPuPA+d0pRNuUCQXKy3WoOdr6xiDd0Qxgv3dlHEb3O4jI6jvIUTgx0emB+B
WCQixBklmXePr9adkyapMbhXhPWm8cfF/HXSUd7qy5yDpgwLDdgrmND8lxLn8etvsA6wTcVNguNV
7VWsMIxlL1Aj56QXxhOhN53sZ8MJZusUJmP4FTg/CgCPv+zOo+FEBVyJxEyQx6wuV9JGUxXlUeS3
JrI45tA+MUEIrL4HXWbpaGI8Xu7eZYaDWVNBgfOH63z9Zho1nTtaYpE/2hludEob7FuA8Zim9ATV
A1IpWQXPxpxUb8KAFsHsdNpbtal/Pv4hN1EBl5kSOXUnYcsy8DosGcwJBEET5j40qjr66pOYHJ9h
nSn9x0SwdNnV6FYZ36cW5N6eDEqPD3ZJxXi3OJYS/krFpFZvg16HchW6lmaxlR3tDcs4NJob6sau
JJZM/CRexuplAZY0vK01wbi/q0J01O7zoHeNS1mYDSgcYLUQdD7+wBsPjjM1KLUTehIKG+Yq9Ycp
EhFpnWqMA2L9t2SMPXfDAMUr4CEEAB8vtq7/4EfZTf5Y4IiprKwTD5ANhRPjJGDOy4ziFMEt9JM5
T6iyU2e2Lxg1QUqKCOdy0sEO1FKda/hUIcmTveEfLT7qAGKCvXDa+BnVbK06IeSr/0yIYbWNK3jn
xpOTUXcXvDCbMuDqBs6lymBvG/vwYS4GYG30as1QtJ+tRXfK547Oxn+Pd+eO3bTZFbaFFNDQ13d+
shOderuS+uPsDge0hSxgsSL2E8zYqTL09k1rhGgdVmHy+fHKN5cAUXADLlXMNg6Kzsv1t7aZhjJT
HXMPbaRmGeXRwxz0Zx8/5UC9nx8vdsdIEuBbJF+M+RmUV68XMywmArSqRkrPcCavY8hyr83p/+CE
sFO0j4Sp2yRWq2h+ROVhiJl69tslpaQJyhkAqaopCHlCrASbQo/q0AwYLsjy4+MPvHeOhGaqrWIv
ZcX6+gMXwDluZ5aJj6JQRg1PL88dvMOHyGH5vGVylRkpcx/qy3h+vPJtbEzfQdppLiz+QVs9ZoDs
xti7aep3jlmKt5FCDeiIMkr0UQ91OrsTco3oW5RT8PqrK2Mp6e/J8hneuf7kpjKNuVGCxK/QeDmm
Y6XsZiDtb6YpsX9P6NAhhxGWDLZQcK02fP7N5ZXVcir0Kt1CqmqGPI6/nC748TB2+kX3bSbp9iX/
r/eLHsAHmKj5Rnp1s79kOLQkNXqBfCRP9HopC2BHQZFI99F01hnDQ9hJgDvfhXY7HWf49+j7qvlr
DRGbKlfFCwHyJ269XrTJwOzPqiH8DAKPJ9IsqKwQBtoVSxefOxogG/t563txCSQ6tkMRTbVxDdcL
6iJHQCfNLVwe8wOMR6IgniT/1TZaBEiYzLsizvn6qoDBPWLcg3FH/VROENe88jZL16QJag90CrhW
q0tl2klqBmFg+m1Xu+e2A94JN0VxMBth7IDrqp8KhtQ2vv7m8cpF8VPy/bCku9rtOIAXc1IDw8/a
xI5A8PYLiJmReH3nErr7sBxCSS2sXFwa8KuvjexYnX4lkYZO+IMtvt56U9UarHtiQbtEN/5rI1AQ
gAKkLF8AZqUQZYQtAwev32aaQDY2kk4e9bnrNRcFHcc8HAjmkA5jKqVOjoFSum8dFE/OoeR7AxWb
Jxu3+s6rdWUkSbvL1DVOd7WqRpdjDDvTn9XcUKGkalvYncKAiqwWAaZ9/I3yqlylYHJf4YTkCeHM
cT/Xq+WZ6BNFKUzfrLAMXSSKPZ177RRH8w8DRkP/8XL3Po48gHCRwAOHvrq5PeNsMQxQBqwRc77v
9BixPBVQSwFFwUbKce++ytqqoRMuEymvAvNaq8fFpMviZz1SEarRuxcFyu5TIQrD68C9f+5iTTtQ
voQd8fFXanc/08E6kXORcK4bGQ38B5DIRq5vwL6eO0Ccl6rcQ48zNbua2ZLg6MZg0Y7obagI7CLg
ayIVEbqzS/2rM2yI+gPG9nf8swlEmXDtzeppKSCe+AzEItA3MAH3LoGATAHrRo0VM359CYIuCMIm
ZiJ4cUAiDiBAocsQ+aVISGnmKFU29ucm0OHSSfgEF460yRWrHGYBiV/VcwjDeN51vxB1bM5MpeYv
j0/h3iE4tqo5NlhFbsLqapudM9Wq2ph+V9bdR1SW8qeug+IpbhdzwzbeLkX1QjMoUhLCE+CsPgh5
AkuBmkIQoA7qPog6/djXJoTP8WBsGEJ5ba8frCyUqIweO5p9C3xJQ6ttGAkU4PcdMFchXMhCj7sv
oMSHU0AEfgROHxxmo2JIRoWZ5fGm3jp6lhc0yMEeAU3+c/P/iikMGJcgnihcf46c5U1Wmc9pBdst
JbYAOXqwh3oEjcDjNW9fMmsCLxLcUSJjZxU2wsiIKOAsSSso1X1QlwkuMzEaiDSK4sUq0Vpux4Ep
7FL5+Xjh23sqYydujuxISrDR9btonbGqayBBvp3ktvlcmS0s6XAm1+mXxwvduz8ym5dJFWWENZ5i
UKyhng3sRQRJhI9+d/UmtqPPjcrWPl7p3vVhG01ZteUA13lmGnVqPOuh41dRowBjszskKeMmedLG
Ed64tKiH92km8m9jrya/LXzj+8c/4N6eyiCCAo2tkwSsPAC5a6Uo+Wz70EctbwM4AlEzIt9/vY0h
XyM8dHgpdGvWiKMhEaYiIE7wrShJBuhNu9o5p5QXX21lWAf/CSaPojNNkus7Qvl2cZZKoG4J1vS7
MJfiiXmihhxO/fV45+48A4Jdx9ZB/8n/yEv019MTZmQConYtf6pm5RioWn6ixj3th6FGYRsAGjE2
0ssWrdKNM7u3MqEfJscWBocn//6vlenzSIw4Noe58fwbvEnJwS06Rj3wp/DWJiI/w+3XHwCWbTWf
7rwMapO0v2hIgsBYv4wyHhgqjXrhR27BLJZCd2vusvTQj058fry/t16QcMtl0hNjo1JQWfmLKFGG
P8OXPgPEtLGCOR4vuUlRhToxhCsKcoGPF7xjS/kshwYRfpf/rrdVgZmqqhLMixZCqDxYXm+5EJzE
BjKKY9kcBNwfj5e8940CI6NxVblFlnF9kuQNYw05m+G7A0TbISjaJ1NngEEVpQnRTOpumJt7xwfO
gTKlTQ4KhuZ6PWixF3U2asM3TB2IAb8IJrIFVZLReb2tpitLsmtQkbota8TdPNWVOhj+UlruV22I
hoNjTeXGa7/3EuD7sCgKYVLEusemtxpMgFCw+FUNhXLt5soXBAGKQziUINytVm/30DF+j0XwStwm
hoU6hCEcB7CfCdxvFaPBYZ+i0kegrgH+LXbMwtpf2tL9qmsArc2J4YhGpmWvvi464SCcmTJJMGxp
zP9++GUnompIqYFSsDp3YRoeTLcMPvUwkxxqBjTjjcjwzv3UoUSkcu9ykICPrheEooAp7pEkc+ha
E5HrePD0Qg881IlotVvt58ffd4O+kLsK2ysJJWzAQP5W70FNmtmK3d7wYfbp9laYwHMD3vAQjyOz
CROxwW6IDVg3BlOQKgzNcyknfUZ6v/A7RO24seF33LNOgYEmEc6L57k65Qm1xbm0R8NH17ala+4g
8L4Dk8Kcqo045KUZ3erUMsxwqYFjfXDsJDs93pI7L5acUyJRIM8BVSdP6K8jN4PFCeK+0dHDGYNz
TDfdn+qmPUZ1GW587B37Z2igV2k5OgBf9JXrhEPQgKW01/0kd9QnJk2gRe17+0uZLPHvWSTzc2cM
6oaVv7PDIMcBAJARSKu7Mrqda4lBTJbpFypsvtCKu/2COARELrusRlZ2N8Ar+BJ2cN/sIWgXT8Ic
o37jy+W7WQXx+FNwPBb9MN7y6pjhn0xg7iMBmpFc/Ba3Y/B+GSJ9ef1rAjdjUW6VbXqYZq7PssxG
aPhKzfC1QNB36SE1LatWZzyfsTyjoNP7+rvjYn1BqnCamKrr9ZApHlGQpfvVKFr+a1JM20dEXnkp
mT/Y8J13rqls9OsyuyeUXCNDofALlcbMTF+lcruH8XVCvbKDRDnUIwjMH3/XHatE8AEER6YgIOjl
cf71Jtw0WQajwmvmoNU/uQNZ3Y4hQKSWDIQc0Hp1nWBjyTvfx+Ukx+IR4tPW15SxmAR35ug+A1zq
m6a0Kop9LRR+Nhynj7/uzouglGlRnf7/1sPqlrQxym5BEqD1pEmMjgX9xrgLkQY/MD7HnLcxTN8U
Y7RPI8QGpJiz9eHxD7hjBxiUc2i28RqAYK6M8BxnooiDivnKaFwUZuQNCX2D+QbuDX3SICkCuZPu
mc5y6o0Xcqeki7VlzgnkNUkRGe310TLIXLd1GWWEQZaYmRUMYJtTbSSYFgS0UfBSHEj64ih9GXUt
2Q8Oet7OEjm/zU7Yx8f7cMcq0EolxQXqzMX+M37y1zVLJ0Ulq1bTp0VJtd/cjHxfZYn1+mD+71XW
ldQBOqIeivz0yVKT4KC7k4n2B9TQnZOXX4TlfljiqvH7uNgCc987ZhyL4CXR4WIW5HqrzQIgp8vk
+tPIXJj5NDdwOXxyQ0v7SNMy+95NKlyAQsvEtBG03XlLsvlDuYREHsKtlZ9JOkW3YadMnuCBaC5O
0ernJNEQrgjjLf/9p5G0suyO8yfSdQQzQusAphv5OwO5iyfRZCaKKqBake6J8xyRi77qu8pDwq8P
TiFakYj7TgVY70tdM3W8oB/NWNGGO781XeAm6f7Imr2OmVy5c4KedAnmPH9KiPtrdEKbOd6rxHzv
58oa3/ZdsTXqc7vbErqNsWRaQ+LZV+aE0ajQUpUEXdpoys9FpsbH2srbg9DNrVjl9kYZlkt5Rg5j
gaN2VweLTmuH1BCzbYldtz8iLS6g8+SJQutTdAyeR3p+UGcX6sTHD/XOJ0ogIR4cPA/jMyujMdhV
nyAmG/gTrHQNnrTJn/s4Ksp9laa07B+vdptzUKmhHczd1ZiuXa9mMLiK9gjoWthtnZcMPrRjUPUI
xqD0DYXu3PfdXq8kWJ1yd/Dz8eK394d2npxI4HsF1YWVbS4Z7xAjIpS+FedU+LJ+3jVWNTBob7u7
LIzrjRDi1gbK7IZOPyVGvMHNeKORw2GHMo/fBTVFVCvTzyMoluPjr7o9QFyrTWFYxoFMMK1exSh0
eHwRMvdngup3ZessLwqD5H7WFe5WSnNvLdyaStmGUjeR/bXZE7HIKvBOsw/RkAR25HBRQwHOsHK6
VZy9sxSJk4TM85jAeq3irwQ5+26EVNyfexH/QHAre1ckSnZQliXZuJT3l4JSj04guNO1nUOWo1Jh
vBqYwyind9CKFBe9NIsj3OJb+Oc7V5A5CQk5IYiVTc/rDXTaAcE+Nx/9Acqvs9NAoZ3HI5iPEpbA
Zez6jU/7MwpxbcMt2uYSkCNo2kP9eL0g48RqNNrB4CMqmKO46VixN0dT8LE0a+ub2gTaOYzmIdk1
OaUTO8SPHapcHy96huIMprxCjxbl3cd39tbYWRgcMhfASNTg1pWwvEEgTk+QvYLwAGoNfQ6Pog9S
P4JQBjaO6QxB6Csnvig6MEAIeplCsTTn64C+z82xyGDn9A1YfP9RQDR/meoI+kwoIU5ai2Ld42+8
c6tkaACAgFkvG7Oz2nl3gl8nj3u/hSzaLyBF9qjxLxchWu38PyzFQAzABXJtunTXS8VaPw1RpnU+
ZF0Z6XYYeIYSmqeIxGyjvXbvqzAzpiyjyNri6j4hw93DfpV0/jTE7TtH0dwzAa/2iUKHs7GBdy6J
oBBN4YScSFjrpmcM00al1qLz1XqCdl5p3MsokFUVUTI+N/UMYdVSvj6lpuDGaRFDg3Ih47zeytBt
G0fkauOX4wLc5ADnSQAULUO7MUejOoJxGRW0KTrTuocQq3SNLPgFO0vVbrR871gKYi/8sgYokcrE
Kh7o+wyt46YEAw7L7/y+Q/Mg8oqmhpGOJEeBCLU3g2z/6ovkGBgmCWpi3bV7Fu1MoWExW18Y+XSe
0d46xTDBXEwF9qTHS937PrnFpKEu0aW7cltIc00p4lFE55J1J1DdX8USB0dwdzM8BspwerzcbeBh
0fXCO9KUooO+RtPq/UDaGFmN7/LyoeRnzH1GNONSFeV7RIbiSyv1uuD4aTfe5t3vJAwgAaaIcAO8
gLGwmBUUev2pteJP0Htk/4y2FR6gYJDcilVzfPyhd7JAKtTy1RD5AglYu5iEMKOqu2rwLaawAKAl
KWrlGZJi+3ns4JppG2RKwjl24JfMl4mEKQ//TRsl/T5paes9/jW35oK3xGiRrLeCVFubi2iG1RxO
moW6Wz2GB5TYlhd3SOv5rLZauXWnbg9ZvlxYHOR4rbxb1493iJpkNrNa9bW6RM8sSSGDPyBXZ3ye
IRL/5NrwbiM9laSHpk+rDcTjrbmiLfCnm41dxN+uHixQI22GX0n16ZHUe9Em1XdtbOLfZaFALeNK
vWCrS5wfr95goOgE1JRWmKda4ywTCFtNa0SaN9RgljOTznlb5Hp7cMI237jJd86SAifAJUpVRIBr
CJHTWnVkWhSnxjI1vhdimj2YU2AgVGHge/xVcq+uoxbm1eWMlkn9XOUwrw8yxEdKYv3ZD0FMn2ir
WvA3F9YlA/13QfgWYECrgIFJqgmqiarYeEN3vlQAf+c48QVkCysn4MDJm8vJUp+QqTy3pCK7EXGS
HdRyWwHanaVAD9ENASDFGN66qdSqikHsmdZ+BRj+qLlz9jFHIwkZ1CbeMIF3LihFIfqCFKdIGdb9
sobyD/LQE18FPSrw/klpfTDvORL2UEV/zSse8lPDcylf7crot0KtoJFfMtzuyD34qxYEPjaeowgF
SAONEOBLoZgFwbVYlkMHYd7Pym3G7JXDtmCdwcvYhklILwepVmt2CBOqyGIXfu6OVX5eatXNT3WU
Qu2Y2z1KKCVV3w1jd2+DwWfJpqvkd1hjOKkLVgND3bm/pGimBrX1I4Yzeuf0zAPqdvWrUNwtCMSt
d+EzYZMA/iA96bqTpk1SgsgNcr+pjfbZXtrq1E16zhBWnZ9Hpd3iEFivB9xYVvXkVBVFPWcdlWg9
nLr25JjerGVlCEW9gZQlIrdR2L8knZr1xU62qNSNG7S2B3JZWguybS4Jg9Y5rlqWRcS8tOEhdtUO
l2qGrXafG40NI3YPd2wRagzC5ZZziGjgH0dnGo+PLdKNW+XyQ/ZIAQqsCSZhjQpuaqR4lzzUPQSE
Ooq59VSMnxoL/NLJXeJafTch22mfAsUNglMFdwj6WVmVhs9jRY39GMFQH2/E4jcFOn4TBRtDwmeZ
hWJc8vphRaEdAmKtZi+ramtXhmHzNNFZ3VuMzQCliFC7YcJ176ArRQ0vDc8VOmuvTWnlj8DVyhCO
SSUwKtc/QsPDKzHTJN4ITOcoHBZEUXzyheh+qigab4Soax8vl6OwTuoh5+kJU6+Xi8wZkaNcH7zI
HqfmXZq7GdNJ0Ywc+KnlmiRiB4Ntinoz0m/xTMsTaYSN6yg/6W/3xG8ANkZpgkeugvxbuSdo62OU
NMzBQydP/89e5uxL1kTZS9NGw8bnrmtILEUBkpsHyoEC53omdUHuT21Hq4cprxAoTtTt0SYB23AN
t8+aUgv9QxlHYMDWMaObWwWd+HHwhqGan5uMsV74KpCmySZ150Bxt3v8mu4couRewcnKVJy65/Uh
ugnzmYW29J7B6Y2fhrQkHu9zY55yJA9zO/MZcdMDZBJRL96FWWeqG52Dta2mJU+0RCjDYDNgOHV1
jewqFVCPh63HJUsQKkjMYs5OjNcxTJLWAvqrQol7dChzAyHvLWalm4EzuTyfjouiPEOgIzfoL5fY
F+4gUGZfPNS4Qt29DA2JfbpzEIHKTnBqN86TQ+9P/VyY8OVRTne6yh33zaIOzrceuRXtZVwcxzhn
th4r3xRY9qqTMcCBflRU6AvOLQNmYbMPJ8oFP6OgSbJ3Wp8IBDpKOQj13XGRY/7Qol8OmWYcQcX5
2hMGVYKb0OjP8EzWIZQZuzF435DeV1x/KqIePegOZZtWyZimGIbiqRd6dzK0WNmIUm8fjAEeV8Lx
sBAyi7/e2dRAuXqy58BTVZCkCbnXPrLn/MurP49V6AybJHXcntX5NUgHl7rZBx7CdXqyC9teEkaZ
w0jVsLcq5+zYgMOPYkp1EyxpHn587foASpjfIMwAN4sGyvVXRqIsJkasXG8RAbOhWKpm1w/0nJYo
DX6gERge0jDrXQi77G5rPv3WWkBrQzpD6Y5RQsLJ68Wh5augt1lcbxo0RIJUK3+T1E7+btBgfawd
Vn38sXfWoxADKZ+c+2F6Qf79X4/Fhel2iJJJeG1aI2xcGsaA4mnDcFlbKSQAbVhvRI93PCukOQQc
pCES07B2arYdEIDXhfDCpZOjIEieLyXphzrTIxd1YEBhWUcljQzANHFM8DzHTKuOWpQ/p62bFRvP
6d4WgC2nQM3rlNxK11vQZPAB0KRnC9Ch8JVw+gRleH0MBjV9zisl3oh27ixHh8RmcAxgqxw5uF5u
LBLRIQFleeGUQIvTMRhShrN91EJt2s0q3YXHJ3wb3wF0o2hB+q7L6uLKH0wme4k0Tej3JXoGu6XS
0SRlDF77YZdB8aYeLBuhr9kcPkMDjzSRi2ZJcXn8G249At6A9RlYhOXixnDkNo3kwGjBZ01aeelb
JNvTOMpQaqBIUoTQHGaYu1e2c6mh0s6F/ZH/lemmtGZ/Xe2cJhdFgjH0odRzDzk907NbiuLEYP8W
u8Vt0MJSMj2R+Qk9sNWZGip1Z4RjQh9FcUU/wUQZlkdLZU7zOGSt+1qwK19G3VIm8DCOyD7O9Zdp
VVohaKQj0CyU1kPwUtkVuZ1+Q9t4qzBx77UCCqK8RL2LG2utXkcVGIiIaj26bZa1nIwUFc/CRq+s
0uAQb8bR3CcT9KhwyiFqziQSMrxudHp8fe5sLx6HtJoEQcJgV98bZEqoVoPrel3fl6dxtN4785K8
CUCgvN4WEDEQvGD42d11ySfOXGuxoLHxBvbj7OSFWu0aA4GEfTFkzT4L8/iVpJNYHXh7cKpUf0ni
yTavDzNeTAj6RwXutEnTn0E8WEzma/WFibJug1fizmHKAh5lJnrg8jGu7qkejrkWIqbgLVVLnaCu
W/V3UNXaP/aQoo9SMzftm3M3IfQ89+rzYirJV+QAzQ2TdGsC/4yQcYmBZpHeSJP118usyqUzGFuu
valSHAq1HbxZTZo+O2XTeBoZ/vnx/fnD8nqdVDCyRshCIkWrmCz7esGyQ+kQHZPKc5GvgbLEznKl
9CEmF/anBU0KPtgIcljKJTfNuXPNWvkwoYpSv7FGNa3/C2pltnw7nhX7w4hCKgI2TZsbP0TS2yHy
PKMRxXsz6OPcm/S56k+uNhawNMcNYka7RNcR80R9EHXf3UQ7V413cxi6xtfIFSj4nLWmbqOTZaYD
eH1mKfRvKrJxP+HYQmfRgStcHLMxCdN3TlHm/S4OmkI5Pt6iWwsNjTG3AlfBwAXh5fUOFUapsxH8
/ritgrM7LR/omE4XGiP5qZ3B86pTMG3EHrfPmlBdcvhR85RdqNWaimKidm2ncLmi5niIGzSc1cKy
0biiCPnazwMuRVjF4AWZHs3v1eclc15ESp55Uz3rX0wkLMJDlzrttA+E3k/napjAKC8N9nRj5dt0
jJ4+Azt0Knnb4FevV87dMG8alDM8GwagiZn1UAV9ooSouFAMSU+OGSMeWQ8IuC7YuA3LeXusZICM
KlDYoXBGFfR6daa+6ga3NXnWkBvQczNLSCVhOg5Udp6LzFneF3IQ+/Fm3zlXl5YEnTWKr0yMrlxG
D1Sanjti1EKfovoyFIwNXlS9jGDIbl/vC6FYEwbsm7LrTb/r+gvjEAmIWWsHT61V62i3iIYT4Li7
JTG26lQ3m/kHFKbDDSBIC2h2XS8lYG6epzLqvAqsJXKaWX1E7G98mUJV84skS5FUTbcwpTebKbEn
1H7oboESo62/WpS80hzLuPW6IIT7nnKY9SLq2a3gT6vCz49PTl6HKzsJwxIROWglAKUc3+oL4zlB
dxN1Fq9vR/c40d96ycfK3YVQlB1nJhcPc0r06PSFVOquzQ3ve+ufZOIlkRSyZI96wMo/pTGwKDSP
aq80GFiHFt89m8WYwTq9NNFbWI2z/UzfyeQXoCp+QJC41tEWeTW4neAc/B/VfPoH3OQ1Z03qlsgo
O1rj5YsBC0XXW8gfoAa+y6C0/fR4z2+coVxLsocYdIapua2sYG/pcGzCxOtZswGStUA5M9kVHUym
JyyKdTKjOtA2Xui9NcGUE+nQVIN8em0WTBg2Gjuovbq1quhS5Vo0fbYbBVXrkrLQB8HY/GsbP3JP
TVqVWCLZKl6zpgYim5S0t2oKe33522aGam8vof157uH4eLyltwVl1iK44CITWxF5r/a0SuLAtvK+
8RROOOnpzlZFFu6zpmsp2SrBrF0ICNz86FSV+5lAvbKOURrr7QcFFdMg2bVGXXYbtvjOphNYArkC
9S6rrKsfBatI1yFtnXsJ4m5fgSQO38nvI2UHbG84U5cK29cfM0VsEk3JSyTf9bXtqIrFEkpp5F6f
5XVLd3rS4kOEQtvyPTBT84vRIR25EWPq8o1e2xCmXSg/MjRhcKXXyYmajkZsUSbzFoAdudgtPJy4
2luoFs6QmMgymR5l1Rz5hoFe0XvbLpLxVKPSZr3MtQ6ZTWfNY/lTQ2nH2FeW1oV/1BYTFH56myqI
G4eq2x/HyHXhnEMHbLR2UYVs2SdVTFNzqRe76s6Pb9Sds5OEuMQQjg3oaN2hiEqjFcVUZ6Byy/hS
KJZ+SZVmOuqV9blyomSj+yBT09UeUi4mZZVc3ySUKztY5XmpVXHSeir9PT+duvapEPNWHfEPJepq
Gcb7AE/g0vDU61p7E7kwbC316CG9MgiPDLeAikVFYuRUO4Imd6CA5bcPk4JSwqcavlTND4nVoJM2
siL9li7IjbxDKXoMvlCecaO3iYkG3Hyw3MLQjwgKhuj9pUTKUrd1qhBmQzzT9qxxwqYzD+rADD/X
mXG04jTozqDsY+XCyCgVt6IpaiYBgRzol7gyBw0x6EpYu3TJZvEeWlsVhpwgc5fvXYlSLUqYSHv9
WyiaGh3zQDerl8jV4viYQdgx7uMWZaBD5tTL9CUzTShfYl0f/kODIp9flkLr+qdsjhQDmlojWjTi
86goFL9xa+iGdpoOrUa6A9dhuS9QHgYO9cgZKaLHl+zW1dP4IFaU3MsMTK8BHWBZ+A0kAV4Hme50
aSt9Qqk7jOJsz8hM+/vxajeBKSBhIAfEwrDDcQ1WgQUT5OHs0rT2JjsTdXSAU9ys36FXL8S5mKc4
/d3VYdJrBwfhMnGMJwRWPjz+CXc+GFg2A59MKlNZWNsnZWwy4MhzTW1hKr4ajFR8bRCeQfoUeZX/
YSn5kuj4MMmx9nhukYvZjovG66CF1r4uDEyM35SUCPW/CZ4u8/3j5W5DRbaW2URKin/4BVc17LGv
kwoggO0hCdc+5w2KcEy4epnW9M8Ir2Y70IPWhuW9s6YsHJPWY3cZ5loZDTMBo4oyFdKwzVz0B73v
9GZvK2b+eQhbZQ85Tf8xcpG+efypN4coR8fAPsiRHKRj1sk8YY1N41jYANkK81kgeu3HdKsRtey2
/PqNFf6zFDyCDNbK2bzVlW2SKGgh0LAvbaTUP8zWXZojWpvpOx0yFC83lmHjRd5dEKMvid4pxq9h
kkYZtdTpFftim8u/AWzXzyOSXQfNWX7luhp/fryTt+EvFIIYfCZCOEOgANIt/FUXQZ1mQWNSmJdS
VdL3Wm+p38yeYOKYpIUdQZ9clIglJ2MXeLoiOm2nBpBGHdCf1Y+Pf8pNImDQ3qHUBjyUIRxc+fUv
UZ2gDZ1W6JdxQG33tzJHcyuOueOMSfemmqwklHxkmfqyJIBc9nYN6O+UpEY+fn38Q25vl0vSDKuG
7HUJ5n6uf4jbtzQwYzRXx6UNd6ERqWfdaovzAJbGe/VSpI9SuYfrrIKOvV4K/Vu07CvkQFG9dUrK
NlFm2B/1JrSnr4Rpjvvp8Xo3BhgWJUn9A0KT/gt37Hq9hJ7xPKlKf7YTezy2uR39O3coSlH6ac6R
WTGu7XThk2lW8eHxyrctUp4QegJALWAS0W5aHlmxOA0UN905Ei3ibZCKfIiR/H1SjKA6skXVgRlX
GH400QF01gSUieXypm3V2LP7EjU5E/5QgAn5AX46yLzyqvQymJ1JzNwaydOht95b1Rh66ojSYRY0
+oupJWLD4N28TvkVyFsxAM60O63Q6w2MgauEJqKHZ/bJforquvayUk32CTIQJ2TNtlhjbwD/BEBg
QiBVJRcHmrA2dQQDdjFWCaAu04yqE2zuES10I+gz6CaXpdbDjxNMo73fiCAN3/Yg7TMiBeA8bxxk
OtRP7hQ5yhlxTUptOwUyJXMrs/sTiV7FdPxGzAdUCqRZQI1XNlKBI9jqpr45t2g0+Fo767umiZpd
W8flPhqV+F87142juozG81QGJJnwPBy6OkHftkqSs9arzkEzQxSpoih5jwy3eWotqz60S5l6sPmn
b9AgRAoUruTPblfpJ7eJrX2GcfSqqLV3FuKqJyAjygXR4Hnj5t7YJfl1uG8HzBKEa2saMoj+IBAq
leach6I4MF6VvfmjGl5WjX4I0r57nuCMOqhd372hGRa91kTI5Sk3Qb4jG/BrB5Q2GrTEU9Se83IG
clrHzjlq6mU/2MZWHnVrHQCX0hUwCFlIBdYDpxozflNlG4lX56rbDActTURwGq1mSk7GUgbli6Pb
ifE9CKNi+bE0lP/+j7IzSa5jS9LzVtLePFLRN7LKGsRtcS96gCTISRj5CEbf9zHWQDtQTWSmgVag
sXZUtQh9B3xS4saFIYS0ND7S2Hiczo8f9///XV6Y7LOAAhYSp0uj9kMgA0Zrdr6MuJeTKuMT4mQ4
Bn5er+geWl8ZfVoeapODLjXTtH/fN71plAFD6hIOfy4u3iPgWtmmH184ldp04apqUBpHWdzMrb1M
j5Hpz1hV0yheZbFe1UtK42fXDUJA7C5RHgH1S6x4OuSxrwo1V2RvL/VogbWGBb67s+INeaZ4YXbP
TZFJpIZHEsfEocwlQgIeM2aYjs4+r81kTwpRvUNBw1pNtONduM3PHCWXDIlvHnoiv08u+nRU/kgX
ZNnynP0Qh/5WThGJszvVPMIH+FzFavzR8g7myDVTQyM4EvXQU3PxkNNsiT68+wSi/EZGTX2VIKa2
lwJaZUkFAsXvbxltNpXU0EEUEPG+lC94n8yibfKYsqdrvXSpAxNJQYfmZX+Z0nAm3gZtZ5ekD1ML
QV7SaX7lVpZcZE/0/O3lXUyXSPNo97qMuiz9SRCahbEob4mj2+lrwaP0F09KWrVGkwFmeeL5Gm10
MzbHnQE0YKrXNJ6KL4c+ls2tMhRx4Doo/5crrxmGka5XkzdI1w7s5VtUSfR2H43wFVcIcVPx0D2Q
DXsrKoxhPRWl5+/CxrNSnuCpMmlLSI+ZQ4FhC75DtDwQyB3x3D9dlc6g9TyZH/9STjRvV1XV564x
zEfNG6yVpbfmOuos8Dxjt5T3mp1oDPPAJH6Dlkqkoeszwwqv2Je8MlJlPkIasvIdjo20KeNGvVAC
vd8LMY/t+1viDZsIcuKjNbHxEW85HSwNk8PCmOzycvBtc++H6BVkbWEfq0gfERn34zXwuyWa8UtU
/OruRQIcoVVMCsAm4pXzB7zfcb0blTEdSeDo8qbr7EmlLU+T5NTQlDH4mVde/1TGkkZT5bxO9JWN
Hvm9T4tjBBwieParsjTr2h3RC73WyzKrtl4aWNaVX/j2Z2OqVP9LHqVS0uCJAfMh750EGm3K02As
aefGVBSu49Ne+RqdrCZad2Nj2Y9yqdjZupTzprjT7GJSPld93qWXFm3DYlIq3hjnqywBQ50iiuu0
7EQhGO8jD1jRtYLGDj2o03sye+h1rOTSLIDoWIUzlGvFr7Nq3dJv6FjXcNe23CPxl65Aps6lbt5f
IEM/yZuQa/NmgEr3M6a53bMDQdF2a1pif8zTsQLUZl5k3Ci54epmV1buBL0zIWl9TB2lQmdM+T6O
Xnitw87Zj2GkLUSgZ9sMcwSFBAMoEfEknZmrwMF5A5BGBCON6Fh7nU5xlr7gHmmr7dQaPzPH/yDX
UgwROAZHCcw7oIG5Mp9DPage4Noei7Ya741iyp8ata2Opka91hFife8fpTPnigagaJQATpz+LbzG
To+SgfBo6BMaXpeBMe4QVosupynId4Cep90HTXHf4yhobkhTHMGGOTU1xV6ZQQ72Lkve2w9yNYwu
7Yuar8kwLBE2XvSJXp9V4CysGmoiLwI/gO1ObcWpXSo8LesjvjLnDabpTXow1F76pkmRXrhAPMHB
95Hm3IOv6tuVhBiPs6voyXpv0/hXsPfog7JvbDLZMKAQ/SjHVvnSjI2yhMue3d/CrwiVJZy3wEMS
nJx+6+TnJLbLTjuWuT5+zaDm/Elgod2PavZdiqpiIVcmhv56asgfQSUh0DUguZEbnjnPLK7NtM/0
6Qgcpzv29Cm+6huzXHDR54MSzxROjehlCRNInK1XyY68LehTGRf9EWhFTGuGUQ6vlcJobodwpBk4
V8rCRn7TIIEJRWKSR9xHpwajsQMdMqndUe+nEQWRQnFWXWwbOwRz/W1W5eaSvu+5e2AmIc3xEMNF
AHU5tTiM2ZRLGbGzFZSyvCo0lM5DTwvT1ZA2443s03SoG514YWbPTixtjkUAjVMSZeq5V5IUpOqh
qCnH2pi6tRSbpsuT6lczOUuq0G9YohwijioleEhys0PUQLuMs6RtjoaH9JE7dpBwDJ03oquYQbXg
HV6gErN9Kbwf5UoWkZL4bDplCFZmk/jN0Yskb92q3O8rqQKd9tRqVlO5Kj0uG9fux+Br1+hd7jZO
qzuIsqqe5opIQXn0KYR1+7JtunKtt0ZM0w5V+sI96OSbtDHaw+Q0tC0zldBHUK2qFP3SonU6JSsK
AtHGSrv2h56ZcrxCgie/QwBVjbeyPo4FSshtRcXEqoel83g+y7D4eZPQlxFAPwyf020Eh28wlLKS
jwa923YpQqJuZ3ndNbWLfiGUPj8jODMy5Oj3oNmAIMypqaruFGMk+3/Mre5XVvLY93puMEGuj1yj
kPM/P+jxecyDEEHDSOjO4NpO7XnA+noz6NGUTFT910DvoU3XqOWwHS1/XJJ6nSUPxN7hAhNtQwFg
4uRmHscaNS+sckc/Gig9r4tMRzWAY380ct9Cg78boy29PSuwxmoy7bQiWBItOZ9dUhZUnF9UN7jk
xEK/cnkpVel8pGnvUfft4VC1rV6snFidftpmZdzoWRV6C+t5vnW4NyisABZFuRA+xKlFJ06jhPbu
5tEr22kT0Aznwm97e+MP4bTgdc6dHf2qkLdVibstGeXeU1O+0dm6r/Ca0rxY2chohu5bfeBWLJC9
kGmG882WaEn7/v556Y/32ieIa5w8KqRADgfhg5jyV1MaVbnn245XHImYkwgEo9Wnqw6d52lTadJU
XKL4Zj3BEPNk0L9eOe0K2Vf1FVLfab4OR72I3WrKbe06CnprW8iw8V3SeZa6jcoslHeJp1bd5v2v
nu8D8dFQy2hXChZCwD9PP1pNUSAwRxhlIfFhdJe1sa2sa+hjP4ogKIrb3u+ND9ZOREtXEoLw+3iU
C/z5zIlM9mB0nTmWxzDukh/EPHa6lqqmuHKiqK23jteN3z46Su4gAcAglw6bYw4msuDAJuPg1ceq
K/MrtZ7kPUnw6kvkyy0CjtqSfMb8gcsIgX3gs5DKBck/V4xmPTs1T+m36YNz93mBK2Gz9m0t9S7y
ik5YrolC6CdzKqRVr7bTlw+PFoAhKgSoNJLymIvB2EZGdqpXymPSD6a+6fTCsFdOWzjB1dDn8iZK
DD7kwzYFwwnYG6UacikzhyaaXqeeZdBKbEzyz+GglmhyN7bsGkqd3oW2VN+/b3DuTrgjRQ1GpGAJ
iM+e1bVuci2q0ngUlNh9QvV9WzlAKdukXnoLnJ8RHgLAofAk5AzOcH2F56g1WiHDsS8UbVPqer7K
R0fe+Zn/50RWcuEl99bICGGwBshO0H5Pj6TAd/Qa3PRjhuhlsKqgxLfrPtCbb0YRflRwk67oItwQ
QGxRYaMT56m1zhlD3QZ4vUuGqd9Yavqlh1m27pDUu4y7Vl8oY76ot732ktiD00SAQ91U0G5mkZNN
uNADOS13udIH0Ih51aTXTWs7jQv6KoFGpYbFbijoKOn6Waa9wND8EGBzY/5qAxntdVQowGn19ZDf
2kpsfymlqlZdD9HTB7l2pGyVpdJAvRlWo72iXXSy8SPkPcFJS+3Gz+CLk2CqsmA1+mjqrQKrSD+9
vznn1/vLIEWmXIAnYP/NPBwhHT1bu7La9a1UXft1FABflsstBbCMmhBtdwaTzK6S6cnOcrxx4ao9
NY+ajNCFRDGb1BoFGBz76ZpmStKoNvWn7TiY8d5TU/UwSn200ci1NOtekgo02MIMbIVRfPVjeUkl
fAZ6+/0BgEYga+DqoT/OtrBllI4fg/fbajXtVDMVsnKkTPJ9AOJ3TRvk6WpQbeOmUdPuolJqf1OC
8lxHplQsXMqnjvj3h9B8hzyYoNDxNaczkZZBKzmTLdMq3AMDQMIK6Ugf4dy2rNuDB1H6tmwtfwur
Q9+9vwfEP/3PjY6rEMlNwg/BsxUaarM5mOi+DdAiUHexZfqPsTd5lzXx+8JSnzqLFysUArncyNuT
/JlnF5Mwn+RWn7SdrfMop1Glcq+MarV2Im8pT3HqBv8yRQGeoJw6MU+t07n0AFLlVqBru9Bq1ZtQ
ari8KmX46vmDvZ0mbymgOhsaGXseGqhdUVxDY2s2gbbUNU5FAmoXZh0EGBm6C/1HpW1PymD1/lrN
vBJjQ+WTy5LwgNWCYT87MYbPLU6DQHVXGU1zO7Wtt1Yk23ZhmCo7uYl+xmlQXPA+Hj7R93ByfSOw
r2Q7jB/NjEZLRHf1jn0IMELL7fVIuHUYTdqdq1YUXodBKt1PZgxyqUfFuYJduOt8O4X9LHpLImOw
ycy2vHt/TLMS8V9jEsoYOCLxKJ6NSTHqkRxzq+5KdFIfuJ0jJAKsaa/FWkX2GfC0rGfdXu0qaRUk
k7VPMrOiBitVG1sb0TKwEVV9/5vOthDTLMCLVLTEG2A+zXIRKFpHeWlna7Fxg/DyXTPW477KUHTN
8+nX+9bmh18sKvEBlxoZUSZhdvhzcxqonGraDjaO8xg76JexB0hUy7W8KyZdcUtIY1+jAtf4YcvU
nQgAEaIjBzx/JscB8Rl8Em1XcDQPgQJWJtICz7WsYnyQtVA6BvWkXnhSvVSAOh8zXAcSIVAc8XdU
O04PqWZ4FTnS0d8npInXStN2Wy2ig1+uJzws7SrfJElKu95WW9JkPl9bYmuGK1S0DR4Vs9nuCiOr
ALbF+8mB1lTkVr7JDS24im3iMzS5lmhCM3tU0kTbBBG38IzA+83sJYOO2IxfQAzSCmjz2z6WiMlS
Hna2g97xMKFySma127+/tOdmSWhBXONeZ1NBAjyd4MoKEVU2K2WfeppE80caddEz/ade9sM2nPwl
2NfsKmeUItNts6gGfFWyhafm4Di0vo6i9J4uZNW6dqx2E+ed9kXLwuCbITnNPh5sc81My27Kai+E
9bPt9GIeqTj7d59yfnJq3qQ3VDui0bBPuM8PLSBFtwmlflcW0U2YNvImCeOvsBe17fuzfPqCJ9tD
kgBsC5EpNwDeeWbXz+TQqX1d2SelF36x6Qq50uPev0XyTN1NGtEdVd90ITZ90yipUTBXosvP3Dup
IUJ4tpOq+6EytK2UmjZKDDhMvQ4g3/OQW5eNstRg9I0FRnGG48L7FBLEmQYWUF9zSnV1H4Aq29GV
0HMjRSl3WoQchcmzauV4bb338txYQ8xRf70/0efbmcS6ovE0hhKGQtXskuiRelXDyTL2aD8Pm6Q1
0pVq9dHODozIneTgY60CxcLykdAGCfzJHp6h18dQ1eK+jM19ROViZea2fR2A4YDlWaI3uXCtvzU4
xIu41ekVKB7ip7sX2YtMmrrW3Mfs4T3tnKtrtRegyV7vP6ccnIWQb0Y4+D06mH1wK/C8JLxnp7XM
pwEplNDaT5AK3DLSpsui79MHNfdETljRdlVgZjs10WnsBlZyN3IHuhFv1l2XNtNl5KndfR3RVJ03
Qn6rFVl621hQRApFCVZAgVJQKDIhUe/5ffqxUFIsDS8znmT8F2zGHN9IcrXTci+ic7PSp7dGmxor
TUGPt6zaJbmbc7eC2xbNS2S0DojS1dOFmTpPyWqrM/dlbkd7R4UQo4BCue1rE+QBjNhVnoT2NiwR
a3x/v8+CypdBwmHjigLoKDrUnlo2a27IwAbAQ+MU42ly+AC31Eo0dzJFeXzf1hvbT39ta3a2CsRa
6TbeWHvLV+gUbsFSH63WPJhQCFaV3ln79+3NWsOw/QQzHSgYyDDOF6mK08GFU9GaHpX3PVdTey8V
3W2mtPFarYPmsa+c4GfpREe1LYyLDtEQF2W2YUugIvinUrl+/2POJhq8ORhw4nZuSxQJZmfP6mgI
LcOp3g+WZK4QdjYO0DSvAqfWHj5qiSBXKMcCw6Yf3VyBF+SZbklEt4TnyBtI0SRt+sJSL8JYNT/o
UCicYQJqBZNL6Wc+qNZuprzMHOVCNcv0mDXBd8kufobJkN4rqTxuPjYwUaYjhBUkRLKlZ9oK9Pcp
LT/RdDhHpr6qaie6dDKaNSZdutRIbH71YYpHAleeAIFRJZzdt101VrSYYWOEcj26xdiYYk9Mq7Tx
lE0waj+qVLcWHijz4/Fik5eQaB4IIUye7RBjjKhI6rVxEaC/v1XrXFnTUzRbhWYVbpqJLNv70zl3
OsKeYDKREwEAhLM8PR11gsR/xqvkAjh5uW6VQlvJA9jB9Uia9M9OQo1eHlJngpvXcVTfNy7+8VfZ
ALQOhHFsg3XmCpiXmGUvs9puMAwwlKX8VSsKed16FV2x3jfz1jqSdeDRAbmP/81cTp4WRuvYvXFB
ozZpa47jJ02CuRNZyFKjqeJflb5VLtx6b60jdQ+SPahAnVNnTJRviyYOzYtIs/0j4vHdXWQ6MS58
zFdq2ss/3h/j3LOIqXxlb56H0LNCNWMySRf5kH+Sq767RKVwfO5Cy15CO7xlimcGgxMejG1zumXI
KUG0q3p4LCWZqqTJ02uLi2otyBgLXuytWYSqDk4MtKJQcDk1Fcl95tlAAC5sr4sj1zN9e1WGSUzc
gLiV25lZthDuvjU47nrIdiSqhDjaqcXUr3UtkQPzgmYQ1Q5HI121qmdcxOBSP2wKPSdRd7Fx0gqv
4lNT46i1RlQF1oUSpj+TRBuv5YjWWYVXDAvTeD4oagIirqAQx3PphdfyqgjXdr1d51ZrXVA9CG6g
yWu0KumFMGP5MUgFb1yIs9R2wBSKTCcv7tNBxW2Uj56vWRea2h7MRHRLtvsGgJoNWM2Clq8F5vTp
/b1/vkuo60CRhAYjcBzzfjtjO9GU0J68i8avVNeEznqQK0WQ/2t9B3jzYzJrL2MUIjQk4CA30PBs
di+kXjcMNRHCgbvUXI9Z5d9aeqwtpIVeVHNOvaMjakeEzlRPSdnMzGiKnxijPvh0CnTSnZUk9aqe
ku4+lMbR7aO0uy5KSgZW5AX3pR5GK0LUPlihXh5uIn5w67pT9xBxWmqXamcteNUXrN7Z9xE7Uq9E
jeesQYzeDShzJYp0EZmd79YABH7S/qm7rNr+c5IjfCQlpraFVK2ttaawVkaaOTvDyOr16AXqoeuH
Zp8Nsb5Xo1oTsjK35TCBCC0TH3F9W1tRm6yeDLoVrmiih+NOENGTJNPfmEZk/oyj3rxCLCveFLre
X0l6b11kQzrsu6J21kYFiLqPLH/hvnzjKFGsB4gsMkoc29mhzc20JlBvpQuQosMhCRBLHKPMODS8
Ehcm+G1TAuVOUYDS1+xqzuOq1o18lC4MLuhr+OfITYPlOfhdVi2YOrshTYF6oEhJRQBguDPbaglC
bzEaKOHB6upgHUaSeuEEtexaQS1daDY0Pl1HP+r9Y3s2PowCSqLYhkHRaujUVcALxI1oQ3RAeaze
ha1R7zQ77HaZHi3dxm+ZIuUptIIp6pHSPjVlSfBdAtOLDlKT04hmMIerXh2a1VCn2QI1/MwZMarX
pma3Y5t0xmgMdoSqmd26VaBkmzHQgjXz/8P3KWC+P4kznCTOSNizBeKKa4R4cbYhnRG6rFWiB9i1
ubHKpDxf+3FQbNRhosWPlfmXvQHKw8gsaztKWgvoX5rADSOfoEZKduOgtfM4+l2BDgwPk7xI/I+G
tHyhRes7YCfsLhbhdPI9KyuUSEN9Bfef3kSt8WVQFf9rgs2toyf5x/QLf88I1QrgkRRV2WDaqT0a
vPg9UvgxDVa6bBtlU3UdZS0aJZkluegXlJLbq0G5mgjdMnfQ6+ho0gluIQCckUVfPgNyDiAtqCrg
/eYoP9Uu5Syr5fjgaBPCjZKMPu5QDJN+PalxSNOlpHK+m3UXNmR80unPWvUosDhw78uP+iwBM3wR
Aif7DcVktiWB06PzWtjxoZXBG04+8laQ99OtweleMDVP3LEbKTQTRkDp4PU5R1lUTd5FOW34DkWc
qNd+mliuAex8EyhWfzV4pbmy6YZwG5iBfPR8+ny9fxreOHwvZCwDGN5Li+vTpR8QFMwbJMQOmdIN
W7uWg0MeyfWmGPPxwaCouWDvzUUmQcSVANJcqNjPDPaTNxVplxw6c9DY4HEPdmVqSrd3zIByvBMY
qwkOgL+aklZd5QOyORzKpfaHb007OGhR4yAEMuYhuVdUTocWYXKwBmt4GACBbX26ph30pP3M7/Rf
NMlJVuZYhyuzoTHPwvXxhnsVUSXYBR7MvHfEsryKL5up9EevmJKD3iYeSaPavq7NIjwAnlhqzHe+
wmxhXv5kSkHRkkc5NVV0EPe7wUkPUhmMbt5bPelhR/qOVuej2obxklrzWfpI4M8BWYNLJBiDsznz
XpDNQM0qTn0YcsteyREiizUiwlCWgtyVsgwBlRQWoNw6yabTtHaHNI19R/nR+GJ1+lJN9mzDEXqQ
j2TLCZk8gMuzqS6zxkxGaRj2sZU0jlsCEdknFNVXbLUCbZApvQ6Zh4ux6PSvlPnLXRhKf37slJEK
FXlKNCGYDvhK6uka2FVk5H0OYazVnAFMeJe4hpUHR6Q4huNglUvp8Xl0Qmqcy4MMAZcHz7J5oEAj
Y4KtzFAOjp4Zax30+1pTq9alL5GKFoearGI/Mxf8twh5XkW3QFSE5CMgUKIvLpK5HJJeek0O8F26
tMdcO2SDFdxKjdwh8d9Slm06Yz/kNOlIs2wpQf+mZaGDIXjCKP3N3PUw+KSHRthySmzIh9x37B0d
AuuLLkc6ukIm0W1kJeBhQ+e+9xd2lo9hzAgykcAjiyc86DzZHaEnEnRUc65qcFHruFO8bdRXH6xR
CiscKnCAPEd5Js5l3Y3aqhsnm9KrYVDafSA3mus3Q3BV1fK0ipVJunh/VDPv9GKPfIXG81AAYOfB
bQrep/eNMb1KbCtam0bl76uhoQ34pC6Ve98whRoZORG4fADx5hgj+OdhlyZ2esUrl3Uqcs+y3LRH
r9QpI3vpgSii1tMt6pxYm51DANKTVKf0rKQQolmrsIID2/ZmQhk/fyCQ1265ocvHQq+cKwTFNJdO
zspC/Dnzx2JyRV6BywXHBK5p5h57GrbESWClV3mlp/46RbBqBU9Te6g0/ahLKXKY76/m3CH/tiiA
HORmRTpj9lYZG4Zsjcyx4U/jMTbGK/pMOb+yVioPLf3z7myFKLeInC+NY3nyyjfIdCCEm/FxxRJ3
coZvxjOJ8fNE5z2I3glXxKkvbIO6rml5nF3FkyFR+a0Sc9WVtQ7/OgbQ1kSsRqr6O7W30pXkJY3v
KlBMr4AU1xsj0BGX1sgS+oVtfm5zRCYtxAG0tZeOymZh4t7aLgp5Jk4dh4FFO/3Uplcom0tydtV1
NLCMIdKi/O+bK8vT5ctQIlJpwMd9K+1a/1Tnkbbx7c7uFpZv5stf5ks8MVFlFykveRYwJSJatiMz
u6Jf1gQiojc6iudmsTPKLna9qJFcS40/WE/+bRUWtyWktHgqzXapJ6VWZ6eskh9r1jXA1adsUHNA
LuO06UCSrnI9eM5L2f40Vd20cE7fcgpclf/P+OzK7r1yQF2izq4KCnnXDQJ+a6h55iFUi6/vL/Fb
h5HwS+VwQBBDsuR0he1C8oK8GLOrsfSybwCS440Vtz05IC5qN+UltH3f4PlVhQgASDtqWkh8nFUr
KjMqWhI/2VUVlsVNFdDmzAvNdtePzS065SFipvbw2LHSCz79rW0E1oWanszjigrN6UhlrR9rOXKy
K4nWMrtQLsO10UOSVVIrOMoWSvmTDyrk/dG+aRQAsoUwI7XsOXkVBWRqIKOfXwVhOz1EplVcaj59
CK0qNbae7ld3YWEuaSPPYaMve5f3hZBJBBzGvXk61DyRPT8eCrZPkOjfR3T499xc46Yuo/q+Voxf
dFU1r+1a+lJCYb+icUdFEtnUltjTb40eXQ8ICgRGogZ3+h3eoETIuJTZVZo4ylYfzfanHDhUpvsk
/DY4hnc5tm2/sM4vCzm740RKCignSSKUiGcLDSjBjseRNL9aId9OP3XpoWwNeP12NHzSRlluVn4p
T99TPTG2AI+CnRU6I0uS5xeelxdbir3BJQu3lOd5YzrQqib9y0XPS2QeiBcmhdXWTIMrajkILLX2
uLaMSttYFaqIo2J7u3FM+t0Hd6C4ZAhHOW4gRc6Kn55U+GlMB56rugt8Gl0BqXblNqdJA8FAet31
LfIxRmUurMLZWDFL2M0PII+I+WeLUPi6ZEAID66SRlF+JXSQvgCuEh+SrH8KhVPThnEpFp3ZBIYA
+ZfsCZuN0gpSFafbrRjqWOuTMrspaO0S7irP7u3EBVWbG/mKcp7V3Mpe0yZbR21G82MpK4yL3C4K
I+CeYOrOu61HU5CSsLLam7yc8iPvuM9kuGAvDbXiom0yLFyKM78NFJLHJUUgcB+CC6bN0pNt0ZlG
rhsNTOZmV7XwI3sjRu6dBjd7sIva7fu7yGHqXp0pzAHFB4gpeDgE+s7sNqxyS88crdfvZdqlrQaV
F0waIQJgotBGoDgOm16u6LgeJNllnPfSw/vmZ5fGX+bZUrzkxTU1201gCOBya6F+X2tTtHG6obuQ
0koGDjk662hQH43eNldQuKv1+4bFP3w+7n8ano1bq32tCfxCv7ejOF/XSF/dRapqP75vZb5xf88u
nBgOCuKN8/SjT5MHvSxq/T5yYump6qAySrw0t6Nt+fu8TJxjWmndwtDOdxBLiu4RGQrEj0DZnp6W
yqljX/Yn/X5q8n5LuzhzbTYgmmmBZrip4y1hPua30ssivuh6o6PBSZ1ryCShFWbmZOr3ZVe0q0wx
yxXdz5Ch1/JxDV3I35pRFW0TRD0ecxRtV2ogV3clui0LKbhZdCU+5KUzg0ZEKdomiEV/lXuKa3tU
4jAy7gPTzzZGW4YHtYbHPeX5kkLLG5NM4yz4K7CegI7Pxa1MPylBg/XG/dC1t6XVKQfNN4xvSReD
lLKGcons+8ZOovBDGpVXK4jXOW4hU2vHm6rWuB9hVe+ztHV+cQFI6x5hjo2njw5tAPUl7sQbp1ND
ggb6o+jxhu87nU+a1mlRrLbmPe3zAJQ6UXPhDC2Eo7zRryYPPkWc5/e6PIxL/Rznd71YSrL1hJEi
qSTQdqemvZ7WX22mGPfFCAU2MUtKuDqa6h6Iye3oyTSujP1wY1i0G6JU3m5zMEBugDTtjddE5ibI
Cnlf+9UScP10HcCNcNETegnIOi88Hian36VEcRCQqzF/CqKEcyTZmahHL5Sr0ll7mgbgt8uaqPuc
trlvfEys/8U4ZmFFg3uCZjKHrwW9RnaV7mU/h8IKtzFdGA5MYrCOTWuJ/nx6L/w2RZ0C8ik9FS0w
c6fj1CMiFlsb7J8jMLVdYinVtleTce+YLdILkgWz34ll+ZNNBzA3om/ph25dUqIYB64mkm1gS2BI
ndo3EmVoSW9Hz/kAYWTvoK4o39Zl0Jlf4jJQes+VUA2YFlznLKEgzJJcRJmOrC23PiLSp2bVsMzG
Ri/V56lOJRhyTmDGG4SozPLCSqqiq9cAiOT2QYNuaN8CA5Wj67FOg9rVVQ/IOwIS3qbxeEEvhF2n
/oYvEn2NUekm3U2FD32o0w8j4gKyZ4byMyhJ6DV6HCvbyMuabm3UaflkZ0W3RME/9abkseG+Qx4l
my9w12dgSVtCva+zjOAX6Y6aTtlD/4luhIOrpGnw8yP35F+mRCAiWt4QzM4cd9C0HDg62f+CrBdq
l5HTgnWD3mQnj4oaWbdjF9CCkLNmGQsrPp9XdjogekgSJOgQ4ZjrDJDbpteUM0S+G3dWewztTNuN
qPprbmiZ0h7JgWxJ6f1sXoH1ogVE3oPWj3jW2VJ2Ht2gUiegbaxkUWaX/MZYFT5evZVzf/f+xJ56
cCYWMRrhusl1UPXjUJ1uGwkfZklNWfluZJjePs9S6vpJ3rtjoYQ3/WTpN0imxW5gTen+fdNnwwRi
K9JybFqhhDE3XU0deUJ0Iek0rtvjte+M3iblzXKjlhQBP2hLwPMdiFywp0DizAvfdSi1gFoyj2G2
XvQNucPCdEGLtZfpVDv1Qoh+NjJ0j8iWQowi3cePM98YKxFJ8ynuAwrGwAxBGcWpW0eJ47g9l9SC
tbMl5PVDbYeuU7gmFCZn1uRJ9ydfTczAlX1d7rGGWqhbGYGnU/9IjFiAeWElOMaYX2mjbj+9P7ez
MhN7iJn9rdxAtpCa7uxw9mRuE63TvMClCqLKiAlr0bgu+tRODvng0Neryv2Ipt1yZf8MbET+3bhx
5KemqZuP9fziW0SfX6HtT4lRdEKefUtAtDxZTm8Fbmtp4a5Vk+bY5EXHklsZHYmmJSmGs9mnukg2
i8ZtELfwD7MDpHatP5CYhKyQ9U19TyW13SIuJbl6kngXQZy3d76p9WuDIGThAM1DDfSNRWMeTi/D
Jj8qruhX0SxtTazKTjtMD1qUfh3T4p7my9qnPJOpHlvqeBEjN7/gMF5kgP75MKLSRMxFtIeMKOlR
cHuzG7DzQi6hXJMDVyeGrx/kEh75uhrSMVvxa/1RM4Mh3w/JoH41mzS801K1zb6bidJd1ugx9q6R
x+MnQ85CxR2sdCwuwyjTnwDtGVeKVQ+3VRtAWg99o5d2NYTL4RvesL9sZCjHq4bgrbq1VD9ufz8O
/tOfw3/2n/Pb32Oo//Vf+PWfJDar0A+a2S//9aZ4zh6a6vm5ufpe/Iv4q//vj57+xX+96Z6rpq2e
/8YfrP+2bbOf35swz+Z/5+SfwNpfX7P+3nw/+cUma8JmvGufkXl7rtukeTHHd4s/+f/7m397fvlX
Hsfi+R9//Jm3WSP+NZ/P+uOv37r4+Y8/QFC9OuDi3//rN6+/p/y9f/9f/+Pf/8v//I//+m//8d/+
7d//+/8++5vP3+vmH39IhvN3OG0CaQjLDKSUKK73zy+/ZWl/J8dFuZ03H/oLgDz/+FuWV03wjz8U
4++knPkCsXWpWQryX5234rfkvwNdFHpQhPTUFRGht/74v5Nwsnj/XMy/ZW16m4dZUzOqUyeMqLwQ
0hBvaopNL1J0p6eDZhstfeFGb/35ZnJT9+e30L0N3RvfvQ7c69vn3afDr6efh4dXU/XXV7y2+gIO
++fpOLcqzuyrMzmlnmekXe+tv5Xu57vcffTd0n3iFz+eL313EL9+3m2+fvl+ffx8ffn906+HT8ef
d7279B2Yee8zhNd69Rlyqg7SFDP4PP+syD+qYCH6dk7DovNxznyPOuiNaohx5u7T57vUzd1vn58+
H388h/z0if9/S93Jffxxc39x8+3xwncv7t3bi/v7i8vr+/vL1fXmcnd/sbu/P4ifbQ6HzfHbw/Xl
6vBwWH19uF49PBxv7laHX8eH68Pd+nj8tfD9s24pZ98/V9DhRZFbNELx1lffrp7uDvurbzffjk9P
u93j8erJdzeX95eb3eFyc39/c3+zvRGfeLh7uDs+bK4PC278xU+/s1imcrpYeZjHRa29zOUPsW2Y
yx8/Hp9vffcxZzYn9/75MWQuQzfkp7n4cff8+Mz0Pg5iN3/hT34p3Nuvgfvr+9frXz+/fr8L3MP3
O3bX19tf/4ezL9uNW+eafSICmodbST3Y7dmOpxvBjmOK1ERRJEXp6f9SDnCw3Q7SyId9EWwnbjan
xTXUqsLpur3/fPz86DOQ7uNUfj4OuBDPtxcXL28fh8/7Krv9OLG+v93iv83pKDMQgA8WZX3Mqdhe
FvvLYv1zm2Wbs+12l2d5tsnxP9m+2Bd/v4C/AQ9/G/joeYIuuG3A41kWmCGO4e3H5+H9usV832Ep
s7srrFWXXbycP77dvF2d2Mn1Vv1t7CPnQ00BrZMZk4bIxBA9MecVMo8MHC1KaMiJP/59qr/hw8fD
IQeMlhFABlFjOVrjEJ3NaCrm5co3fMmmCz36+zaZMhN8DnG7mfz6dbFvjPibztwF5ikIwGEcnJPl
ba5/TPaB6gfqsxN8k3+0u8iAIPmAJCOchaPTXDdgYIynarUMD+89rN8dy97fb94ubt5ebq4+7p3s
8ePUdT5yQf/fdf7voEdLsYC4PYkMBh0dkimgqWKwjboHO98nKc2kKosuObjqBHr02xMD8EaCWhOi
ivVJO5a8mYmHGrkelqIfQIYcuwwd80mLuuaszPLz77t9PBbytCuQC4xf8PjQY3Z0tqRBwqtXNCmq
JTaX4zT7byaYvDvJWXvzPwy1UvmhYArKr29+JfOZkxqeQDdCLffhQhXPZwLyFyjSnOL5Wb/2f8/w
Oi0ArbGQqNitsOSvti+GE6MDGcdFoPrwOh3DcoNOoubEofzTKMDAAXeBKBd4tCOjYKS01YpyAGJW
L7tyWlWR4iUt/r5u307hOhmgGpHOB9gNRfyjyQikJup49mL0i9poC6IX/2laGurnXRiX56wFHivr
kX0sBrQpFUispj/RDkD4iYDwj7NFPzxSQgh54aMdramuhqDu57jgkNcpqtR4oHpaVP732X4bZaVH
WwlRV/AZws8jT2cMK2BTS8BP9CjZrgY7NhCWojoRbnwfBbURJH4AC0cNHRj/r3OhEzdTFcW2sCvp
qkw7L6tQSD6xc98u1wpFBd/TyjaFeO64eTMao5GHQOUW3eSm59UAMlmtkDd1Ec6d2JzffEJfTvzR
WEeeU5o2aYv8ogWsnmd+Vd+1SZwPo9qDMgdqguOmIe1Tn6hsMHFOF7HHOduQYWWk13uET3toL25C
u7yBXLVAYnbLfWMzoAN/WP6PhgC1mhULjudlBSwBC/R18Ss3nTRVShea0FHkSd/bW3Cu+/3e6cvx
FJHiHzcBNLdAE8I1QDvT19Ect/T55GFh/I73W5X4z34CQUXGZXdiu/90qFY2GzTKIAePWOXrSDXY
fBrww1kk5Nvosgal8QVBqvvEBTl2kVfQGa4Gwg/MBQmC9Vv8xwfvS+Tf7RDYgoGybRNxNm2byXhX
0Qx2XegMhmd/v5DfTlay3nVMCkhUZ+1KPLr3TBGkMF05F+6FvAmv9SOgNs/pR3CF9i71JA/8cb5Z
rqq35ZPdpOflRhbTCQfoiL4BcdvRVziaM9oRGtJM+Ar9o3/v3MXXwVX/Ge3ouX878Wy6QZcL+eHc
8Dkbzsa9f+0/BCdM/fGqH3+DIxtsKj+ogO6bCwpa+0R1e0mDrRdO5/0Qb/++4MfHCNcDhRwQ1K9U
kWuZ7+sGEx4KBykssGGYlmTQEZP3ErwrzydG+cMwoAyGSViRI3hXjtaUCr90RbygUlq1Z8kgpmI2
7nNiPQ6lTANtRTcn9XklfvjutLMqyHT6I4aaQCVKLyPJksXJIUyH52Xa6pBlbnVAQ+6+DVCqIJde
H+Wus2RJSjKfv6XAyc/ju5peXPfFhpDfEGfuPO8W58PDBjqgV/Yb8LirTTzZvGYfUCF4xXu9BZux
d8JS/mHea58ACCpRzUAub/W2/3t/eJA2S4nptv2SvtuaBq9922xOrC4+5L/WGHsIDw5pU1j/td3r
aBDko7TyvHkqgrl1tkaaW2S/7QlQ3x9mgkHgHaCFLVpzG19nYiMoL0AfHUlA1c1ZWiddBmbPUznu
P42C9YIcIvLByM0cOd5ROoVl7PGpqJvRv0CReM6DWScnrMxqG48XDL1OsDAr8RfqP1/n4k8YuBrM
VNi61pmamvQ+9TmkmoZF73rK/LyerXei+3ndhW+DggIQ64d1hHH7OmhJ275pGxwFMyb9eSzl29B5
PkOfDCEO1LBScJQvVQ1xMtDB/fsBAQcH7jjcA/QyHO1d6LeQFa07rGro14WSICufJ0Bt/n0U2JKV
PQZuG8KmrxP0k5k5iySmqKGFteVho89dvPEn8NfusXFcTztANKiVgRxyhRF9HYY0vZH92IIoEmXh
rGtEmA+zR2/MNCfnUA5Jsqq2LXpWOg//xHc3I1o3XlLb7AMz+ThOU4y20vZBTGDiC9wT3ZBHxdW1
IxEZQKjXrpRzwDAew+Sop22t8VoWLuA3Hkh/ZfceWhdgUdavtqgu76LIdPsF0TDCeGSbb0fbhjKH
VqZX52Txup9/35d1QY4OHipkQKvDrUcjwjGluQx4JBJX6yKedLBvZx8tan5cAapykvFufS2+DgXL
8FuxCju0lqq+7k0oEircAFJ8hiVu5pWeBdZ5rvcmEl1eio5dLL6zr6x3JxzHnvBVvs3TRSkd+Nq1
kg6wynEYpmQJNIXDhyIF8JfmMToto1zGpkEDbNXIU/Dyb+cQ5xxcWSiXIFBaicK+ztWB/rrfzI4o
Zj5cN0Q9C3+yWRnPr814kmXgm/FATytUIH/DImCyjpEihLSdlQnk7kseq40zE3PZ6UWfRWoEVVTM
DB6YqdmVnCYnHIRvtvL3yKtHguXF2T7yMxuSagPSmbqI5lhkHhFodxfo7hPVq0zFvuu7Ux3n394A
jAgXepVpgs1CPfDrwjJ/tMirRzBUg4RGxUybDIQ7/1ZkWwk+cUPxKONSoFUGBaivo7ShBj9uvIDF
w+Whf9EmrBnvohZdjbml8Ox3fWVrceINODqiGHSlDFxpClE1gETkkbfVhYJ2iQLUMBZi/MkaVe9a
vDl9psPKf/v7tT9axnUsEJ6ttQu8NaiuHY1lEBaUfg3svVLMvS25KB/Y0ooTl+5Po7hroQSoeKAn
jptTymVWoRgnNKhJv94tbsXfpA++x7/P5du64TygdQLvPbBhsGLr3//HjWJ2oFG/YN1Codtk2/pj
9+Q5s2i2Wg7jCe/7OABA0gN1OrCwoKc3AvPsMQR7bZNqBsPbAlwyfnIWiwCZkI76KcsTGTbBrTOz
MNVZN8xLdC0m2b0sAkS12RDqmW8aF9Cx3GNxXL22spHvBHpa/BdUq+VlDzK6CbgtplBYD5iHdhhb
JtF4MIs3JgXldXr796X7tkFwu6EuAZo96PqhHezo7Sej1pDbhEC4o6pqmyxIcZRufapL9chKoIaK
UZA4Sn3Ai8ALfOSCUgpkGkGROTcQ5rrzwKzwOpDEvLgMwqQZYBFgMQQFzcM/zg0bBfVTZMTQlIG3
9uhYDFPKwLmLjQKuNgXTkNMBrNyXJ/yaI0O/HgfApVbiBmClXNB9fj180ZwOZiayKdJ08KKsDZTt
ignhUpIrZyCvLhIL4b952xgTCs94QSGXihX9NjOFtVNL2LUF0o3DZuLpnIUQPD9xeY/IgWEEMQz6
LeARYn5IHx3ZiNqddGlS2gLoDQ2XLqno1QSscO6YYTl3p0TcA8Dq5VB8p9tR22qjkhHYKHewu3gY
KUheZ/fpX/d09cwRYqARFc/NMbC3TaBE2/KqLVLo4e2Bc522fBVs/B9GgY8KbNLqMBxjliGFyCBW
h1G4DNl9UlXVzcTJqS71b3cPywvTuKZO0LcIl+jryQGvL+l8GTQgO/eWA9OQVvaY2/0PZwXeDmi+
4HWCV3/9Fv8xjnXVh6QRaQOf3vBtYidIHoEA5N9iiN9HBbYQSCugRKJvCJ2FmHmAz9rAXrnNJ7AT
UIimQ1WfGOabIcGSJVgr7AyyTQhmv04GPsFI1DpMM/bklvAaOkZsgayfqqA05Cb1WQxGvxM3/Pvz
srY+wDVeOy8wtaMVXJiiPYM/UADXoyFsa519UBOSL1y2/2yyYECg6ApfDrPEKf86vzoMRxA42gos
rj7CMLcbugu+NPUpyvvvU8JZAAXWCm8Fsvg4GzyNM/CMPZLMHa2jZzEh5BiycWRetElD5fm//n6f
vm8bMLTIPyCWBo7yG7axcWUETeYEwwFNeS5hJcLtPM1phz6dMtiBebXeO9ja3b8OuxowqKysgm2r
yMrX1eRzx30yNySPnG6YNpE7kgGNlaS/BuxlDjMXNosXtG3liazyenP/E+jgNqznFKcRrd14+o57
1Kx0jbJORWApp/JQ9XF7VseU7xY7zznt5mFHmppcDa4PqaG2O9UW9f1JQj4JqE2g8tfi3XFFAYgV
aRsIbuaxw5jJvBT9O9u2dTkkz1of6WfhJcYt/r7Y69E8njMS6b+hsoi7f3cG/8fOJMbp2yAqy7wM
E7IhugbpB+f2xCjfDy6mhvUFFO03It//uqWA3/MRecEyt2hMnS4kkDPo/wd3fl/UHAfrxEPwbTh4
lCvrHeozq107pr+j2gahThYCwrbF2emWPzYQadx7g/o3zhC8tTgneAV+h6Y4Nccj9Qw/lNpL8rq0
3XkXgdR2NG59O0lJT8RsR9HiOhTYb1YINaK2GM3HX9cwYvgRmDPjvPJi+Qg+KmtuI90QNme89h16
iYg2DqAsrGibZkAbdvZfHXYEHWt+BqlefBLEOr9+g2YMJGpVDbiDJzxHRPidzVKnVY/9kAT/Guis
YwGCixIP/gMw9utYM9G8hXhUmFdcC7CTE2g7BexUvPjtoGCUlcgWjCh4bGG8v44CsUboySCzl7e9
s2o9BNCm3VDkWZ18cGl8KmX3fbj1FgD0BfgwipTHxAo2gGovxQuScx2ZAxpUxrzsrHsdt8GpXvE/
DrUma1D9R0LtuB0AHeJd1aAhIG/J4MyFCYfgZR5IKLaD9siJp/abEUFzK2Kr/z/Y0dF0GSSsAzUH
OZ3MtBVeN2UK1Ewn3oU/TQmpcLzpKMzj2q1//x9TBUM1e7Nngly3MRTTuZLxHa3i5MKXSag2f7eL
fxwMRivGo47I/jfM7D+DLQzqbJ7G+lV+GW4D1TgbqJSQC2+O/k2DarUhyB7gwQNFD8ZCXe7rvJZy
Hjk0jYPcjfV4Wy1+UkDt2znXrJkBUO5OceH/YbeQrUBjDJhoVm24o3XUqZE+60fwvzAVP5jWofs0
hkzd3xfwj6Os9IJgdVstz9EFHt1U9BOvg5yxgF93vPHOWs35PwfCWDvk31GKR5Ya4f3XtbOV8vpV
qzhvY3D81mNX7dxpOcXW/O1lBtneqsED2jHUKfFWfh0FH72MQef4OVE0/sAOio2OKIA8w4gKpteN
pxoh/3D6UFlzUCtZG8a/cZ2JkkqC9D7wGaQbu9xZxjgAVGJwfiHRjVLl37fqm5+H6QEo4YATYFW9
OM7xM4PmlAHiWXlooQcf8UrxrDNTekknwQsZpddmcuiJhAxC33XZvvgeKwUWFICAu4WzhWbnr8uq
DIeKUu0Z1O8H9SDccpj2aKlVF4Dz+GPhiXDoM/QPkhe/65tLB3rByL3PItlAnZTH2zqFLEkW94rd
Ue6jd3sMXAuwGQ+WXMswmXLt0/a+FuXgZxHvLUDakQSlANw4JXIzBNU9dHL7MIMyUH8A8UQjc5qs
zHIiQi9zpon1fnhDOL60ii8MKHIhTK7Bvril8VICSaOC4GeAX76sIQeTFODl4H0Ghp60KiBgUqMi
qWNltlXZzw+tMe6ZrFaERR/S/tzhTvwrJaAc71q/VLt6KPlFyGaK/KFfpjSvxpBfA8rSdmAHmJq9
JBMoIdTgRO/QfBlMpjVSxZka6/5iFHIY0EU4EBAkytgbMs45fRmgfaqLkI6YE6gm/MMcOXNzPpUa
wowM0vEiFyDrfqorgxaUiJf6AQFh/aKNKpsMzINtnVHiune6F2idqGc89xkyUuwZzEjjkiGD2M9b
d7HjB4jwe6i3TmP9kCbgAT7rOpU8SbJ0t0A0BXXWMhI8QIeAPdmxUeygRRT3OTexkdkwArvR0KVO
M88V7ZJ7pbImc8RAbsJx4c/URbopVxX4PTdDNCYoBfDQKpSRXXRO4LJMlwsotUAkq1ZN3ajxpyWb
LIXmc7CIaU88IW2WVIE/bWhUsZcZ2sEvPhlIlMnReqDVBpeNKdDpWwEG3+kL+MJYtHmU/aUTDlai
gXOhF9C3U+3G53Hyxp2g8bKaUnDiKMSfft6MLK4zFTTqPUbrRYUp18GTAQP7G5g+wsumVNHrgMp2
fOiNqCBVZuLhBn2qk4f25si4mZMotGqUZKK5F5QDz71xFnazRHHpZr0YFl7Es2mTjRmFfxaypSKF
ggeNWrrjyzCnNQbLfQjznI1atO+1Z5ubdDL9h66a9KlqNLc52P7mAxWyfXVFMD6hkkZ+sMENftIO
ALSshFApzyMk/YZNHBvnrGIBHDGQQgXzJtAgNs0cdNLYvKuMc63SZYryMfTdh0RB/Drru1TdgBAS
XLlw8JJoO7j9iJCxipqDjwP0WREOaKilBNSs0QR2iyyqfXpvYOEfzJzOzyQBxU+WjnrWGbQ9J5E1
QaImqPkN3sabedhuET1Svu1RHRVYxGp5bpBqnrYzqKR2KVi1V6xpHXfwVLVQ+RQEy2PbmOFAEU2y
DfFF8DHHpl/Zhm1c76PUDBvp27DMJXy3AMnNcrZZRGV6R6p00ecO0klPyCYtIZpoQKc99E30Sjpu
1RmwC93BKZlgBXShFBQxkybYjqWiZ/UycF6gFJiApbVxdL0lQPeYs8mDR7FdQIR8Ca2M8FcTJfYO
rCSQgE6gX+hlEkuAzsxWSafwvKV5IENSPRJQ8V170+jhUs4t6IrR3ayiXEFQ43Vx7XDVctzHbG5a
mm5Qs+zDbSvd9txAFzHOxUjmdMN8KFoXPigWeaaiUsqMgZGNFy6SCQA7wg/B2oUmfDcLnWRW8cU+
4hGK4p0eZ6Mz65IO0hLEC5fM81rbbW1S8xsoVydOMekwfNCuGZdC+DN6S9Ezr6/GpW0tNmTs6lx4
MQ3yuiZjnQW49G4+iQU106kdXKdIBiUPsVPRD6bCpM3iplIvGuRUN4sv6G3fdeTVQyD+uUR8gNWw
DRoftds2BQ5OXW+cBqKEOQvK7hdjQ+Bnsl+a6nqATjAgAcs83/O2BR5ECU5/iom1nwJHay4snHKz
d6G+bTJbRSnmrcyjp/R4TkPiNRkfLX8IhjF6gwM/sK2v2+kK1X/3s7Rtd014GtpNMs/92zTgUme6
Hv33tO1XDStEnSKrp7p5raDd6gDcksY7ahF2F8wf+vZcMaZ/+mUAQXOxEPsOrJJ1tinW+zLkPdpH
TdDi1EZAU2+jFqX6TWklPtOlxDeQk0mneue1zNxWvCS3qMqSt9lZpqu1OPA69aXBG9H67mMH9iiN
QirTqGSALNbfWmaRH61CiypIsAyoNTZ1FZz76NL/CWdKPUxW47BFSWfuHcaDn1Xl40Ww04S+zLRx
hzcamRmmkZd4SUK39fA0dw2DWR6rLjeODiGHAur5x2Fx0s45LB3DO7xTqm5vfUeV7aafR78rhG0E
z2uQTdzIYFQfxu/KM2vV+LOSNciJdIeNw3nD4c2E9NQDHrboPa38EOzEo2sfqfH5i2giIbc+XqIu
j2nYfkIrNHpNm7oxW1oLaTJfB4KhUk7MK/gWQDhpiRNtcK8WINBl31zUMacUTaWTC0WXfpJYnXga
E8Qcdf2jXhLYm1QRBhZ/gG0hszfA8oEVItCPYNGOp1yU+KZZuJR1tQ0ba7GlcqHD+VTNQ5g5YEAC
bTGcWW+7RLSvsiReApMttYtRU2a8ahtEooUm1SjCxzJZwnkfEa3vPQIw34aSqnfyEgi7BVD+ng5Z
CbkgP/OH0bz6yYBZyKTq+90wt/GYg9w87WF0g+QJ/G4JjgGtUlnozmACATCyPJsZ1InyAP6Ig9JX
qn/Yeok/RtSFZUEoKG2wLGNq85RPyc9m6rynYbDxIYCM+SsyU/KajHT5Ce1h8ZNULpU5ihymz4B4
L90d3n1+OXSk1LngoiaZnKvqqgwYXCAP/J7ztqwNS7cei7iDZgFRP9So0DoFdAtFCE9gglwCCXry
rlXjvQvl9mCBryUfsfA2gdFpgicHqGKToWGznHdRbSacw5GWgDQ2ta0y4LQgvFUwOHwcs52MYj+9
tA7iLLVDTba16fv+JUX8xQqC96UvHCBu71no0zRbQlrhlyo3rHMo+1X9TnWG/poSRwLduiRk2RLd
ts9wO9HRhAABgu6jqnFj3AWlrYu47Fm5t2aJcO2G1R7qXlfzxvqBAImzl8if3KApf4saY7PkeJZ0
k1Utn9FKw1rCzw0ysEFhJ4Dg4J3BjMZITKBz9hyJxBGTbrjDD3qkDH21nZx4pXM0FIv0LhG9SzbB
pLr42Q4tfYhrK6cc6VNZ06IXMqJnqHGQ5TEhcoiuFWpuy5noBtDfxl0DHGjNNLyLnIGzuzmAA78n
G617Ve2sceb6FmTg5pxyMkP82neIA+Jun3rnYQvKn4+ggpNpMleSusnB3eI0G923es47rfi8m3TC
gABEkSwtN8RhDi0qIww7BzdAMr/QZRGl3aPQMgiRBX45p+eA37TjhXRnOH4wJ4G+b+Df6IMFlVlw
6yu8k07GALaBwCUDXHc793RKfyxtA7AZ2PmSdD/BRAR3PlyeMp9Qo+P3vaCy/ZFMXj1zBN9OTZ9i
DWmjTMUscZ55Z0fu4J7ohuHxDBEy4F+GydkYDGbIurZSDkICIIayWrSqQs6t424eebUMMzhprYMA
URsQesV4LneyhZ1+cAds3IVe2io6j9kozY73qnSKeYC4yg/XrZflJqiQARRntLECgDxwVCUshmBy
XJlfSVl2OuNMTN128EnrABiuKvIYeyNrrgdQzLWbWFJwixWRCEvnHMGwn27RCzyyVyVQ/27hEyFs
cfM4QPdjHkIg/rGfgnbeUA3wwUNCITCVNx10pnaVjGZyyUwqgiGz1BBYA9r3z6N2cbVMWLn11ge5
Czw9iBkgIBsVTJovLMXA2D52JoQmcKdAYTm4mQvvYrwSTmdgXNHg0Qxb07dmOagSOYTP1EnnZgMq
fd97gySKTC6hU6DMnUia0N8pyZrVaxwH87gSf6zP/9Q289PsKhCXZHEM0Z3rdumQss8GwnuZd00l
EfKlrFcfTp3UcNUUSv3ISITVVc+B3Mu73m/OesPMcuZxEnp4syBqPhcVGbpmy6qqhjDTWLERjS08
NjeuY3sJvynQL7FBK8O1L5E4z3wpHf2BRo6w2yShMU+WezDRSTwFQxEksh0z2izpHYpEYNL3Zxb1
OaSXgmozOHzqdhrEIB7NAgXJvgz0C9LZLlbaWGUus0m14bIcBFy6YTHxZ9nHbnllRwL3zsyL/6O0
hk15B69+3mrI9dC71mtjv1DeYskB6AC0WDit77RZSgJuAUvkxntQ2MRuO8GRdIuy5J3z7qZNAIm4
gU7ocpZKxf1uGWzf3M5j4spsDkfVXtY8KdnlMpRAD82OV5uNItMi7pHLtwO4mv2wPoRGcPVjCvqO
R1kNPVSeNdUg3V0KjD47oxpcpxnzJ59s1STFZxna8dmFZlmflUSuCi9zSFuwBoDxfW/oRO9SCDm0
GQ1QvMsHB5RqB0oGMCUyQdHFppHzPkdJ1oeAeKsRRiGTRtybsUPhJnM9i5hVJBCuz5xuKqNCR/CO
8BNMcRX+wW1tZsrw0qc8gpMRepxJkJzP5t3OdZfe1ED9le9scbvqnCOyTA6jmZP6ydZIahwYd+bu
ovJHL7wy+OLLFQm8abps+zFE9Jk2Uncb+LRBkwcVUJt74Vic/3ESQXRTtWHMZWa59WP4dgttH0Nd
EfG68MH+YnaC0si+KzHOXeIoWK6WISu+aSFJdh4ncoHhgg+UzD/Qmd4PnzN1/JrumUpH9yZymvbR
NTguG6ud8iYQHWJ1prtyowVH3wYWjH9SXKl0w3ue+Nuqs0JCLkNpVmDqyaFxwJZ4SKWD8L0Bv8J5
aTlPs9qG+iIKZYirMHZJtxnCilYZoBreJwhaAetCggEvw1iL4WcIPWQEYmNsb3gMJB1uTzNPWR/V
ZYiMXU+rLT4PKDuP0PAZIW6/7BZtmx+gNaiWTTsnQZsnwzCWYK1WwcXMae9vetN7425c+50yBCAN
GMsJLg9AI7FXbSTIrD4XyXdm9nqx05EwF712Qb0n0kq/4m2GTvgCLp5xA40FSCnYmteHuGOSFZql
9bRhnhg27mCcd39knbfv+XrPpTNI+Gw8TtkWFcq5YGjZesCOIIsAt6G8U1WDfF0VTp7M+TCbn9Hk
Rh82pl2TE2OXO6FaMF7hWw+XsfRjHNjFC5+UhKAEwmWA/wbbukuumMfeoI/aj9uBGZvsEFN24koS
R0Q0Y451aFY2bP6I4xF4V3gnZcRzEoX1W7i04YWXltOSg/IqdTYgeDD3yJAM7ibgrrwHO9ISFK23
MJtPrtCPC/EbgG4ngHuLCQC6FwnuFZpHUyC9fGb1OGSuL5zPwXZzsLEuahb5PDlq2XPiIu1KJBe/
sHGQSZhn0pscrWb0NQkbqAOiZjSZDE33/BkCUZ7IY0/h8aSp6F770a39Leh/5jLzIkNepm7hpMrr
vnbdvQq1525mn8IL4QgSdT6OEHLMjDUultiOoKXvu168xz7v26IEa+wm1bb9BTHQETFsr5/dqYJY
AkO8ji/sEzjmFUKGH+jjm+osAetoUIxdgJOb2og9OGClAlOIgvZH7s3ms+qQ4MlnUS9il3IafEif
dlXe4Oxc+6UFgjGCZ4zsZaLAJIVkpD7MoJv/AMukthBNiPWDOwFYZuvZh38xIN0HknsHKnShboV7
7jVT1RXpRPuPTtVxj2BVsmcQKcQ14h04/QXhztLBiw/mflNBHOEFxDDuUCNSgL8RMOCOE4OuisaL
D4svfZFBNISzjPoucmcwLOAkh9fRv0CpRPZ5AOJNFE9YQxGf+cogKG3baCnkRGBsXQuvNsM9TjzY
2SlEMlPOk8zRksSinC1z+WH1AHtuyiAFT0rFIV0G8RL/Bs4QvNkmKe2SwTkcfw3MYuSgb2mbswTv
NkBxEqgFpVxan9XBRKC+3jJwnUlRsk/Sai/MwwSinRZK3iNoo/WAyw7OX1KATgkJ4mEwsroyoPio
NyVM2nTJEiiPIKxNmimvpfDgd9VCXMBXHKq8ak3i5pDMWJ4CHxRC23iWEDplMHoIMpUedEHR1JWs
2aX4F9UlBKdQaIc8cBqilnoIpERrG6P9+DYvo0Wu0YB0KFeBquBVKH9UWY3i2oQGlckueYVMCzIy
YdDcC6eZ2ytCqqTeeFXKXnEYmzmHKiF3iwhB0c6vBNdnZogU2SRI9HcwHPAhgE91qVfEvWjpbkp7
sWxKCAbLrR4DhnDHiSEaQJUV0JT1B9DJIa1uYIo6yEZm2sq+ggfbu1epbD0nG6iSAbhsvMYWGqW0
DopTkqkiTlXkZ30dVHJPyi5Iz3RPwl+aKYLIvUKiqkjB8nw3Kc/ep217jjTUIAp8PDCNAytHtImm
UMvKAh2COc8xbis3wkvNXHi6l2XhgVuwLJJ6iZyNCUGL1ZohYbm1i1+dgTY7pFGBaMXYe1nWo84N
oHBIG43gsy4TRDA5YIHOr6QtG8T5cBcPonUsFJUWVeosRvTlFsqHkC5ot/wfuB5S5WCaCUGN27ug
iCSNvkJbK/IYpK0NClwgM++hGkOhC8xwfZD1+sG93vNwFhLnpUS/Etuk/YyUUAXCQJFDiLNpdsy1
+G3Luxg1kYUjE+72cWihg8QcUiRNidQusiXkXvKWUTzuvfPTBWV0khFkZqqzZVKN3TFUP5LMM524
th2yAJco+joaEYOeQXfgmfQA9r9hObTQO1M5gl+n2wsVtjSfux62ClqWyY9EpATPH/wpVixA7Cl6
h8JG9X/UnbeS5Fqa358Il8CBdoFEalFZuspBlGpoeaAtxhq0xqTBB9h9Am7Q4xPN7jvwl3dmljPD
ICPWYARpdt8WtzOBc77vL4u7lm3jnNhM/yvbUECKwrn6qhXbiGj2bPJfbtMsjyYs1eL1pdQ1sLUk
PybZoKG7moyb1d6MX0H0MDZnfVtu7dAxEy40PuRbRbG8TH2/kLZfzgxI6hRnh7bLGzcoHIux15zs
PSfn8tqYeNm8JaqxSjPjjcMGSFXZdpPexx4hSxR+WsrYxn/Sx/27MnFOyRemkOpX9/fZNn+TjvP/
cx4OvOB/+EvUzP+ah/Pf/uMf/+mf//Uf/vGP//Bf/vUPf/iX//SHv43E4Tf/KRJH/GaQlmZBsLns
2vrvAed/TsQxf4N8hglGvIa9GDkx5PP/TMQhsQrPlkXMHKpKi//050Qc9zdARl5EGMqbagK90r8n
EAe9xd8ygRgDIKLJP8MippNZhbL5b5lAQMdC6xvh22OV++xzzXLWC1f/6RTysoYcqMNYOPOs0rU2
xZCJtxL0vxnirULsFkWkkyu8hq6BOOwClyrB1ajEvec6oL5a7XI7htgHozwLWjEba8S/ybYmMsCr
5ggdUgjI3sm08kvjqW27/Tw2tZ+LOAlg8pptL13rUMn0IVaWzTjJoV6FUXhJKqrqO9daq60E2Aqj
U62IJgAhHC9cy6TxuwrmSyXJWVDa7p7A4mhVz+F1nueXsBwwwdt+h/eziEGrLC2MXtwkJKrKLmk9
jS2KHhaORoCk12KSNKXcdP6cr5wDEvIltEC9QlU+FUNqXjiw9R0iJyBzq/hFYZUbwKbKO9VKl1+m
krwLZ85XYkEOKass3QkMGUHBX3ohsdA4lM6YXXEka7si1rniXDk8JWgCYKhITN+bIZU8gWaa5r0R
0eDdROa1TrB71qCrQ659T2nOrirTCQdXqdXqdZ4AylaNNMKjI6Za4281lhOpDfqJfNKyCsYotdZR
ETq/WH3NAFy5J66yY6e5DTfRW+VIFmJ9EvIuyoT9kje3+xpIar4jfbg4622GA74tajTUkQ3bxanY
3MllKk9Ja/9y4UQML+QjHALRjfNuNgHdp7m0ZojQzo2TjRXZLLr0PBHT3MNXpb5ewmTpfaoNqxEN
1atIDWf6lKCJKwXu/VJjUTD8Du+R9giloJ6H1r6WlmIExaIljW8BOcJIplAwXTQpfHZNdqwSegfp
oQCiaCmT3k8E4l0GkI5VnCV1EHXJcqEt+Ixju6BXHk3VmQFd95SmmPfE/z/bgK4ZNQtGuak0YztU
ANjUhM7rqBTvRR6vKiRHfjctyQuoWrRaIOCYESKvVs1Ns5jUcAh75xDCe5lbK97jhAgifokeXWvV
mL2iL8/haByNTD2mme0BhnhpN7/SgHSKFuRQTnIokbitCHwJojgKgMKZpSKs/aWyjWdtFac127Tt
E3bCRojU6GTb2UUf7E1eMB5nwDaFfARY95G45RvIltbLhuk8RcxU1q7T74fqoTHbTT2gsxRfmb4E
N8mllauvqkk/AHjBJRxCQgubDcdRv251MgVDgV/Y8NQ5PEVQCAAVk0e6mlenIujKYgjcxdkmSRpu
cxVHZtvwrSruwUnqcsdXtR7y6ZDXk4/5TWyGDKain2b4KEvfpUks94NhLncmxDgkGGHpCgbIoLHz
+oHX5qild3MkPEd9TzLnKVbZcBdzMzPrNL2704vFc5dyN3fpRTiVX5OtPLfLAbn+Kk5+GZwq9qTF
O6kn09PY6hbRpB02h2aDwM+gy6QNwth+svMw8TNZmJxz8p0AYe0Yo1nzpyz5VeX5XZ4yDqKEgJ5Q
G1bn8VsJgVQb3sadMEBHmefYpM9lIz9y4uc1ZVpQWGifc5lN0QkTs74aE9lvKP8M82uVqeEKpR2b
hbpUdHHBpuOK0T1H1OeOokkwsyTaSRo49DXWI2WVDll8IER2VrwiT9voKXIH3bMVdx01GWx9tlKo
Tp9l/kCb4w/T2Gc581FpjMfXYhn9ZaD3NByWoLQMxUtBbe6NOZTf+tLeAyqH920RJuwjQjnT6cTa
HyLLaryBFJjbwJOhEVHa7VhXtuXZfb6Lolp7JoNWelUhq1elKgd49BaUuQR9K9NUJqTvLB+Ukron
Q0/WUSg63wYoYxUhFd+prNRjLTxhY3iIw7b0zcR5zRUkN1OeTrvRhQHNBxUFa5rsY712907k9L4h
UnYPcbOp5oAptePLunjU8vEOmcYq7urMb5cuP1Jokl7IvuXsj5/smTeD1oOXpqjWRvaRVEybcfRg
J7NA1cIYnFjbyAr3pay2Q5JttC7hVkEJfIhYuQIla76opzkRFvpFUS5aQkmxOsvztdW0rwZziz9H
PZePlmwLaFt/tEVQkwrstjOe1SnTvGUx6oA+qSkIIzvxlbgEq51LFiPdAijuBaR7WOpesdRfoaZm
67wr95Pqpt/DmDsbsyq/3bbajxmApU3DbWEaPkWCRKmrgJZhcZ6L5NI0RDKm7Wz7QxkHmT37gJmr
OiMhwHiGuluWtxuJ1gCWxXzaLerB20Mn7erFHcZj3nKrdUYadP20NZW3RCk3pNnAh4jlxXayTaq8
Wa2EZx1PtkF4FNMmZEhTrnhKPJAkrzIhr9Xy2kIDGtW0WyKL10FYvgGiG3X1RY+gkethIdKj/MTh
BTjpyJNY1F0v291YGtQj5ye3MZ7CJn4NDWU/DP0eRPlaUZ9HCtGhtAhmoa7R1yP1PWRXtYp6Z8wL
urTTYvcvyazshaI/KkRke3arnG23/FmGh0bi2WWhzbyxTiJvmI1fVmiiLzE3ofgw+oyGEAVZSBT5
4WQ+II18neWvws63Q4Hit+OYaVHh6oQ5V7m2rcPW8oST3KW94Yk+vkMCaPhOjCzZnFVec+ENtuzW
Di0YsX4Y9TANivyrUQFlazMQsl6lde33s7bwkY9rd3pHzeDrfO1ePJl6MAvtRGHHpikUZeeocpc7
GUtP6qXa7Kkp7JV8iafooIPLj/HGKaI1thxfERocujrWe1VMkFvRcD807nZYpusQD6W/uGXQh+43
L+0qljo0tIw81Q7nndnoqp+MyrdV17vYddd8YD6Phj/n8Q5FKFehsynbOUgHZaVaj6bSfrSxutFT
ZbVwbCDmangB23Oo9sC/3b1oC5+oCJR1zW4eEIAUrh+C0msNtv1K1XyRZidH2uw0efGWyR8nt85T
KV+FBrrezJhIzLVZL2xjYw5PAmGYb8Yu3UX2QDDVohbAvC39mCTPPiDVWrkZAiwz5qgyjljejrC/
padq0bW3+6cKDHxVjG8LxHxh5dVWHwr7ALaf8g91531XfPNV7jLBZwLINfXFiVfLg5haDZmxtyQY
qjtk57ZRkcqN9tUayLu3byZwvTdPtd1k3pLYgYzFfQSrxjch7xsGjaEb7pSYa3HSVmY87tolVhFz
o7ob5UabzJU19t6oy4cJcfaKOtKSd6KowcsATwxjGrZIIl9ddygfhxJ8QTele3AVHj+WXJXFTzEf
wfpfterRXaZzV+sPhPSszEGse6W7xk5zIDn2aHcjukbBxGm4K6OV+27WkN00V6DHe2qUt5NI3kfV
uev6Yq24RwEkFKPpF0nIWlutckMei9F5REQ+rBe1+74d6Gvk1NwH1bABcSj8tnsilGGnLhnO/Fpd
Z7XtevBBT25M1IyDsJIqRnvoQIlejDRGSWXk6zIxgZSdfV6VHpvzdujjOFDtBETSNHnUa2dlpkWg
uOIraj/LeE42jOoxj5KhB+TKPpd68QZd+Q4EE+5NOw8cV3AEaJwXIn3RyzJIXGuHbpbvLePO4FxA
su/6KCW5OZLM9HQ7/OhM9IZDftarApSHRqAyoRpdBqE+rmVmeVNxQit4NqJzmLyXFQOJcckzuaEF
eWfK5k0SsQUH6jcgr0qtvutRvs5UlD8gnWO0BJlaBWbloDspFa9R23VVOKsuhMHmjPloLH2TTjOU
Kl+IqTza47IrEySDVrIRBt2ROkCacHl4YN2LWmzQ54SbpOLWSI2gyU0ryCo73HRG7TVGeG8372nh
QAM7pb2m5kN3Cj0w8ZR6Y+asQ1sHuJr9ITG1Xao64Mj2kQVvHZpA3lmf+U6ePTdDt0pme5tM7tmc
G8dX8k9XQ+ugfSCSvZsN+1OLvnLVmjYWeVlek+577UWvxIeZ3aAQ/TFp0WYUi82tbYceFPbv9ckN
wrVGf49DLXxzooaLtHTS30uWCZlpWSQTUREa2BKlM9nhc1yF6e3novkkp9pco/FhhrC6atf1CDIK
tE4eCj5K4yNz4ZiwDrqRfRLm9DpyPntRhJ4vIgnVKy06naPkTsz6ZzHZEC9J84AobV1V47J3R/ki
mvh+NI32JVWz7/R2l4bZkfCAmz5i0y7J1ZwpbxB1cg579Vs2yr5NCt23SsszM7LWwva7MUZ/5hFy
J+eExeycG1S/4mXyXVnZgIvVhps/GCLlGHGV3qUu657QlOxU0lR7rt3W3aJfFEyn1D0nwZCnvUvv
Xlq0ZzZdZT3QxLPrx8x8yDsh165Txq+dZWfvobLACxFujShLSIS9jPVdrSzvZMc3/jgMSkCOr3Ma
FsWlKsGsKD8TNYIlGY7WussX5agLMN4VpDRMj2InCNW1YjF+oZ8kY8hOy/GcpXp/iUzUBqB1jsML
VTXW4kWyRyATaaB2Kw2MtwpwytXasWLOHZtNmSl95W6RI/XOKuyyyHwu1MKiLQTGqt0oNdR3aEX0
slHUC/2OJmJKUuaOhRH8rh4HotNnjlzg3zA5u9CZLN9Kt0PxlniDHMoSkDjW9o5AAIRGL4obr12y
BC6yMrQVH5Y2eMpgR1UwAH8AcTBYvPScowiUMsEqakCgbLEDDJJBLiTWKF8kGrHQLWHftciY4alh
bNdjxrBBL6JcMaR2WwK9auNsNzVc8pRayW6R4NGejOZoO7d2e3BpmnysCm4CqVtKyUhWLYWv0pva
QwkYaemV1ASfw45i7cRylRuz1xDyz/SLGiguTz1CXc4jJ6uvQEj57ASjVMb04miKaa3bTC5Aj0aS
wBBPpsIGCX3rza6W7ArMKOHKUML5uSkrFGiWwbvUUjLJ2ImiHh1QLQ/RonKB2bCFTeST5axoXw7X
srqDkk7rxQOMbTN9my6ZirLb1BqtPimDXkYakWZ8ULsQWDw/puOkTky72jL4hJxr4OUNCHB7Brtv
xl2+2Nb0APGWaz8scLH9k5SUrg0jnNA+NkNrei0S3GowQssWA0fRM4NNIx42J9mKpbK0+8boW6xz
aa8dQgpYOJlINZg39Kjk4cbs4D680cgBKhpOE86zunROKbU1SF470ZurYZpSqFB+ipEAyzYtAAYy
H99aUnmy5JBD9WTK0vp0lZifFWapCP7B7XqI2NIs1yq0zK419Tj09WYazE1Bk5/jzZ1JLWbVq/al
nhyzXmHdUe4tmes/Ze32nwId3XXWJvlTdUwouZuZBAgRkQjYK/e1OlRvlLGWCbSoKZbdqEL001YW
2gmXySwCIi/KblOKpbmPk7TeD2kYXdMwDGNQ5sVKPGuK2rUF474r51z6ZhMnr0meysMw5WSNS7UN
DHWEC445BgaUTSH7QxZpPyhS3Z05ZO4DSLhz3yQOvq+uN6/4JYkII+5I27ey7ltqvky6UcfUvDbl
KG5rd0pteW7KtvOsRkL8F3M6762iQLKPyIKejJqAhzv2J8gWJMg7qUF7NbFdGZ4ZZraxnmzVeZnM
uPulwoAO3hiqiEn1uHyACNAvsMPKuslmcSiMiH1BOyZqDOplZ8wQhVYXO2uZOemmVtURwueReMg4
Ll9RUNX7VKuiB3KDmEeMUbpAWQNom8kwfi5w9iGpmbm9iyRM3dUMufhRol7ZDKhjglRK7YuibIPI
FAiX5xQREjAj4k8vrePqvBCt96NF5YXnKPd0hG6/lNTReFDHZag2opNcMXzO1tpykrNKE2MXlJwv
DO1R3d+nTaGNHrlGxpteybD1ECNbzrGjy/VFm2qmmciWtG7ogwb0o7G+LYboIIKgYCyvIQwKzK+L
xycw13H2xKiipHXRh2aVwZBsXHQr47jKdWNTq3poo8Gk766fpNwCwyFiJ5nlrqVqkGVNr3b68h63
9+hLUz90dPUI8jnb1MHbg57sG97CvW4tOpoqYlm9PqoYnxUt+UE4xYgDNz3Dq7bRXRQ5xsOok2rm
GIvEo5PIR7y9LL5A0HKNQmo65T0JfHZU3y+ZMZ81swlv5J6DfIX9is+7u+qcMIwdbRmQSqxnIAQC
iGGbkxmBWKdSCFEwpWe1QJJ8F+p0yHQN/MVphzXaitBv9IKneyxVfzBDENXu3I/xSc25Ts10w2uV
r9Q2e21m86GlIGOsNsrkHqYi+i6NfCNzw1MYbWyZ7wp33vY3F4WACEuWMFDDpT+ODqqIKkF1VhuY
UjhlahSlAM5a1Q4noxqpWULzx/KT6d+IqZSXNNJxFavVaD1n6HRHorQGcReiUX4lavQwO037OaFO
O1Ggp/8aGRwQQBrqcGhqkb3m1Tz/5Iaev2lGhxpkhg2b4jZoyzCjPiFENbodYjirXZcrkkI+OoWn
Dc9nEe8GyxWvuV2m33pnxpcsW/QvY7EIQ2xshY7VzMifVCL33qzKrc+6VPXIH1OpfERtY5NzpUw7
5Fhw6uhwCFBU3OGCzGC5jnYXArurnfWZtka2F1Ra4UjRNr05qlt1MqzvWsvtY8yEpAWI/YaPtkN5
lY5dc9HLvNg6jalukgXnjLTtZVOS3Kbo5XWawIf68DDP1JPlXSz8IZ6gzNpCI3uqEL6r9iXO0QuE
47wKa2hyy0XGG0aJu1NDfS05TGn1RNdFcqqXurdXckq6dbw0p2EsJNhz43jREB2AtVLf0SMrMHJN
84cIjHfpXet5XKZgKvVtLZT4u7NNZLuVPHTTjQfv+25bhWStUtqMSFSxj7YLYk/OEWIsyTJLjNRW
UjfBrBBzsQ/02BrCy6vwidiWdIMjMT3S46t6U91ZAUae5c6WqAWS9icdplV6U62JJmXJKst9DxTv
i2HCsa1F+6ErnpVcCXSsVR/23AMsIQhYWz1jQdNvUPyEu9pB2QSk/qRZPPjtENoXZNwgLfQkrsG0
grnvGOkcpfEBeNsLgsWHYcQ1BfpYV5yr4adwygNkxGo0u2WjVspbU4NgVtOENYLH2K0HBMewQ12v
24EzfBMswnLhim1dysIn7PoaRlaDhJPPZcgLO+gdtHmYZHiPzTOgTfrM+JltKjR7Acf7JkzwJaCI
yvhj5nsHoz+80DrK42o9DG4VGFo1byt9MHcUf2k7F7B3O5ft8DaLvGC0Jtsq0SPlLjdfTafayL7d
R0C7wXxbbnRrvmqZ262HCNUuypZtt0w6EZeIPj2obNufCtS5WY5SWxoCbSFqvIkyEi3jXaqcluut
XFkAdc745SyjCeCBT2CZiMLEv4D4hjxlO9PucU0EnUrSuoiGKVC0hpz16H12qhmUrWZi6rsXIwM6
b9xmHY4CLs0wxzvFwXmSM4f5nWKRFxMiAhq1aSenbpsbYI9pnLTXcbwJW/PpDKXQcdZZ9CMWfX4s
2qx+cEP15LpS2/VK8Si1+Sii6XuCK27qBiWifUzr9Nn9HeobuwcmeNUryM681po9fUcAdyKN27Mc
HOU9TTL7YqkoiJFC9lvO3T4w8zw/OEWZMnzwjxn7armit/1EDoAUnjcNE4pOpI+hIu/JkArL6Fy0
8ROiBNCpqgC/F0z2/Q63lL/I7ApFSDK9vY3jNPcHZ+J2Ghm/UOllsg2k0l9KrMX1lL4SnG5f56b3
9XYur6lszI9qGpx7UqjRKoScdExLan5wu4ixYhLG48Qm4Of5IINxMbzWoq6cIFUAN1iWzdDl3XG0
9b0AxMMoMZ5lKPtn183iS6jItSlwNWrlAuTWOZPf15Phaag9UTA5H00Dreg3dBqdxlED1ZFDuFMr
A0AMfUSuvs9Lo22JIfScxBUAgeNmxBWxrnr9secoQUY7tfu+LLrPKZ1thlESWcy+vNeTyKeK6Oho
1r0itU+hRzToLajPoBgUrt7ulkvxkJWwNlGCy3sUuzlUDlFm7ETJfO5W79Qe+kk5HEal6BjE225l
1FUWSFJe3brOgdY52MkBysDI1S9UDKuaEAM/TZtv0iPu6zY7UCZ/QbtLCF+CLLBWrA3bEkaIWI3X
g8ifZ8DHIRb6U1+4+x4gr8zG3MMWfoMFeRGmWMjnaU7ly1QoQdbAujgxOdHtOIu1Fi/mwW6btzSK
D0aVQhbAcC9+Q2X92iaUjCQ++CJVHV9tab/Ionpgnc2f+OfQlWWOjV87u7HG2mmAGE9RverT6Kib
WDzqQwqAdDf2arLuZ/OSJt+IvFBkkX5hXJADru2y9CcWwjesHtNn207mBe1u951EY28FMiX6eZr6
G5KeNG7oK7yChlcpgKTouQz3WpQhGRaZM7nPESuIcoAhVy767JRvtDaaH+oNc8v5v0R369zeJ6dW
WwX3itbKgEqaZlUjkiGBirJARpgSFT1sirYxxQjqTHT25daquXLqWD1ptIOhDrMhpIxcXb7smBED
PKb4YRiN4BHTwUew3HOA5dhXDpEOeQkY/KOib5HMQQktrhvBYObHnZW+6f04j6fQ0GfATURP5PoS
fuDnVTf/Kf/j/4Y4pP4/1Crd/r5/a1n6f6MiiUhnEj8Jrvnfy0L+5b//Z6Qgf/yv//zXapB/+31/
VoRovyHpIOfG4Ty0NaLQ/tKRJNTfVM0Q/DQNfKS/WZiy/ywIMfTfaFMixJsn4BYc8FeCEEP7zTFt
UkhviQnkEyHw+Its5a5CPE3V4N/9+K+7iv4chfanX3grgrpFrKJyJyGDAAFhWfS4/Z0gJA3TYrGy
0hcobu9RcC17hcN817RpyEEvsxUi47jsmVDminhkynKfbbP+jqr8fZg5VfsOf27pBuZcLEE91xgE
KqjJyrQQ+y62fp2GqSGQ2h1WuZAfEVLrNdOrVxEqzUzrUnHYjJco7ZY1VrTn0R5WEXlEHnPFVdH0
ZBs7M4wampW5jlxfjbQLhsu7Ar7UxwDFQqVoJ/Z/8dCS8O1o+wl6dN9C+zEB/oi0bjwlGftzKTjT
lRLRXNhLTmKsRvyHtvcQCyLIH7ex1ZzLyTxiU30VtrY3IH4OkdEg7y/6HVtnFAxuBvlo9j4653vS
TYsNcQtMzFC/W2oezotsxC5U8oNtV0cCfQ82kScnXBDXfjYeyiV0INFxJMxuVbFDpBcw0TwY9B54
vJJ3haIre+N2CbXzFprF3BiaXiKJLQIHqNnGjoAuhSmsBvichPXcSdVbWtdvdU6X1K791J1GquD0
hyiazg37uGtU97g9gqavt0kzBe3S7pIJRzGmZkeNjoOqAzqz39Q0ezMjh4VE1pYWPk/CY07Wjl82
9pMrccbj9nmeGXx9TVFzZMSYDIr2SUxibXIzMWGJ8jQbRh6kKvlGNELcsHMcjNFX1k5YipdNPXf2
KitjsYsbYP1UAnLH4QPOWTw+uFwNNhUWvWyFjK73AGKDNAadKrB9zz2ZZsSXKX20FWWzbUzrlOTO
OsmYUOymWkVGlqyiTB7qJjqMdUiERKq7KKahYPg2XjUNm3RWdshGhsZvNWstJDiUE2L+rcMAfpx+
HrZIlC82QbD910C4MS7JyNPknHqZwNZbZBujgaGutHyjii7z7CXepmRd+qo+f+Tq/I7GGGlCI9dz
Xx6htZ5x394VVn9hn15lcngMC8QyRNplUxloAlZRdB23kbZJ6vTGitbTajScT4Q3G8T2KKgoAvVV
jcssHROutx4O2Fa3odbRKg3VoltHHaLVUtgKh1lTiEFQda82MGbx/DyHpX1Wl7xZOb11rzmsc9lY
HZWEuxfidptNeu2HahnMCzNcwl2FYtpdFbSNLqkogtqIHuoyW0d1Fdhz+DLOTH6Z6D4bspDqJf4y
hPI8l2VDszXU7WB8Lbb90cruEIn4y1Zl7CuT+ShaO//qreTBbPGa2hp3+HzUcdJlc7MVEcrxeUYz
Yiab1NIubVlvMNFdXcXsPGd2j8hNnuImvUaY0qHuHxqBoAaYLSFII8JBLJo5812rfBSpriHV1tZO
jkNRXVKuUxdGollh2jgbMvxYiF30F725tk61qsPu1NX1dkkBplQiME1F3WrpAF3umtuwrr7tLt+l
DqNFZHnkwT2MmrKXYYZvLTKiVdv2w9opOSQyfL5mZzG8k2bq4xz+cux22BHtVKzr6ZnMqEMYUSFf
FHzA+AJBScQjP8h8UitQbfT+uAjy9uvQzzNxLmzMZWnTkMDGgdMoyl6z+nWoC4xnqYampjXXVnUL
kJBPYiwuA3EZfot6N6u0xu/UDpE+DqnN6CJOWur4yVHGlZUwyGbuS5LqK0dUp8F2kKoOKBYOY7Zi
A3bLp9h5Khx01vR7rGstnlfKqF+HhOiLaBlOKsBRMYnnrG03nUvRkjN/VYQgdEYkQZUbY52g6t3K
bhIB8c5+FymeOQGEpbdMB9x9mCdgZywbx04JqpWQb8Wr66XjshKOeDLt8s42edn6JeUtETVQNjkO
npBgV33/ltio4nBvlqLYarp1h/DmhuL3dHgQAE6Si+sVLcdaYZyxfKV+vQzfstLrDdkk7IRVeu2n
4b2oIqZciUq+bZ2ndiyvbs34NocVyQtm8TEClbH0tteqUSGv0N4LkyOXMIiXsedH0ogq+O0q2XaK
+zmaJfPwpO9HtbzjKCD5QhlfLKQvD8MUPxNm82lF1tEtm6/ZEHdRkb9ynO/aUN3lgwva0VONrfXP
KouXAK71w77d2RXKjCHh404Zo/OadAbuDmAfq0Rxrg+Vr87T3mqST8WCM7BijFiLPTLed6dZ4B4e
iFgdxh6bRqs/l1aBYNjKu4AU48uEAA2FYos62v01UjmxngV4e9loKG9KNNapbWHhaaL3aVRfnTTf
L0axaauE0JfmFofg2l/LNByqvr4kyE09+Mwaa8mER4GTwcOA81JqKf55qLZEn6F6lJ9Bi3HbjR1C
De2+m8GtW8vehq4NppSBnnV3Rd58VAuX6qLZnuMMZ1Bon4iaHr3odHCcESleZm8rTD636xxJ5eRu
O5sS999jJxLc4qkuvu1U3PF1PnFwtccsq7eZjs1luHnmMUje2yNMlqNQdqES0+rO1uhX/fSDI+Ch
C5Gldspw6MDEuDqwYdUdAH+oBm0Kvga262FaXifKfM1bvH032yUil+yObMx9UTtXOvzASZdeQyeQ
5zQaNwl6iuhTTrihBpflwci+pHD2sUsCzIwD58REAy/panyHrv0yGmbqd4sEKx/noIrBk+qkuk/q
4lXTm47LHTEKzldfcbOapBIcuNpwLm5jV9cfRZ4/5ZX8RY7wtkIz78Wl/quoQCVa5zA48bIr6oJ3
a1Q3hjEM0KUw5L3otVNSv1m4nvubCdlqVnM27DpTPWedu4m7kUB4wBPP1haOB7kei3mdgxP7sdvt
zEjPfADhdxT5nzPwC2EAPYi7qV5mO9249fJWhXxPlpbyR2NgqseUryT7kMKIka5MhzjljsDWcK8L
6KYuLTZ6jS8mpV97VZf6MZEFSxEJeJ7b98DOuFg3JSQH9sP/wd6Z61iupdn5XdrnBbnJvUkacnjm
KU6MGYNDRGZkcp6HTdJqCC1ALyCzG7IkR0YbMqRXUvVD6DtVBVRXASqoDAESIOB6NyMzIg65h/Wv
9S35adtLvu4TfWHuSQpCScLUdrfDN39L5GvSqUv6Ir3iMDflj2ZUEBL85NJE3IWIFhFo6JO9wou6
BY/qrFOZPRuJeRYyTHcsZMMmHB1UQ8bEG7K4ySo223FNC3e6bekl4S7WsdhK59wUxQC+hlUjtY7z
yJwqxmKsp2bYLnNj72yIoetGjGlQ9Ga0jYlrYaWFRFPFzSrDxsDPjY+trO5KV3xaNdIyvrIaVbO/
Y507jfZ4ZiWfWRKTi+uVn27OxwXjxwyQpZkczpy3qBQbzIjK+743tkWWMBNNJ7khw35V5F83ufRe
ejE/qiF5J6p8AWNx5m746YJNClqMeZzYiZiKGB+L7Dt7jXUbo21DP8QSEqwxSzfdQOr7Wdvcn1kX
kzXjkSuyduA06X5wmktThzRxjPpqCOQ83dgP/cTCbJXmnQYJ1Dt2f/KmHm3QMJ4KPe3mqT8Vwj5G
FTn8cLC/atexTu6knwCCv3SOt2kN7xeaDjm+ScpVXm/7KtzGqs7Wi8TLh8udV8twN3nBFm57+Po0
hsvVWLnYr03mPP6s3+cefcrBgRD7+jy3ZgirgBWfkPY6UYz1GCE+6nnMOSSnHUtm+plNw9myCB9B
vNW4m/SdQhNYdWnqrGxSttsiKvcZWc0VufMHnj6MQqH46pvqhdj4IZ0HNF17U4/kZPGmPaPq4H/I
m+eyi+oNKbVTJ6DvuOBYDBvyQjvNzyJszySyn4tQXdEpHztSbjzD+EpN/Wx5olmllvze4cfsGbKt
ImM62mnOeEOfnNg+RHQG4jVKOXG5csNAjjh0NdxDHLuZt42fomouBUl6zgP5HIypzxwfmaXP0Y/K
KluJhQcS/+jaHBa5NnLZw44JsQH69+I2ZeiiX6EdDzvp2pucXQWzXBmEXSWPTaFfkUDSXR4VH4OB
ubz1D4ZTemcYS8Wu6DMcfLG6c/yU0DloBtYiICHppW7knmPXxq7jt8qdWHVMBEOytP0ezuK4VYY5
7Eljk8M0Y3mIJcu1D2l4j5zNaZxl9ThDBtgA0NJHuy2Pi5zwDTqnGfd40CT+5zhwcO3w1G1mtG0w
mEdS8gWtJ51BPNfIOaaYNzQ4CIXe51HFr36cbNyXnmMma1PPb11eC67G8h7wSDDAD9wA++MWmnWv
dl+cRZV885rylDBB24QV2ji2z0+75m3EX+wRs8CW1/qar2o5BgJtau2yBcmtajKH2BqaNr8fFyyl
CfbPlaWb5KGN0+8WgdwT0a9jAR4DfhpL4gQmwKnwS5j01xNK4Drq4oxnyHQfxxL/UmsHiZve9Qbj
y6attobEaXP7F7V8cFFtYarcOZxi8Zzzl8CVb41mY3oVfjsGvmER1QGZBGaV0i85Pc8farQJ6yUv
vK4/hOde4+R2vyD2xqm8/fJr/EmYTp5U+WO281dltwV2cYhRnK25wTZLME/ke3tUsC0zKOsjtqoS
i2Qdb2iWmHkQDXs1Z3VOhtb6tOKaM5zFV5GCNEmBxE/9EsWs0fGCQdBbqyw3adEwuED4m8ZiEleQ
0KjVefaMtzR+KDgI9rl1kqUlA5LEz0tf4HGPmZHDrrMjl3x6tOqS8curNrc4dzhyBLEPodPf1yM2
LCatREOcfTxmj8q++mXarBr0m0BAaCnmDsTCfHSq5qhMnJWGB24iBL/Uxerkm3CwLNG+lVGMaiLk
LbenZvJYzMv7xXnozbdJN+EBa+IWqXm1FPZBwegIHK95xU6Q4NRdvjWYq8HrXUJW71DPd1Vntzez
1lVABYO+uPPL4jBV+qEk0b1Ct75bquqUdCbcNPtCZDGIVfnSVe1zwYTHzyh+1ta+i5mdSwvf7uIQ
/5ifkRGcoPa7e5c5HScTvMeV0PkmF+9hxaBo6PBB1MXwlqZ3Rde8tIU011HcZXuh5q92cY5Nx9XU
4QQW6ts1PialWg+4PuFUrMJFiZXE7U/FGOKuXR5HkDbB0mHGjHiPAztMjr3Q6Jc/bPHKGGozLs1D
Qon9bozyt1Oh/EtVFxcgfkcTn83KHMNr3I75QXpYtPl3Wlp4VlKBj3Obc216pLwLhg3cpuHHnd2B
yb9rBBwz35bisxnuZf3p+Mx8+qxkujlu+5ozCVBAphZYgRMrPBT9XQcOgcFq9XhL40FNL6jLmOKn
2XaNk6mHft3LOSMKNXLWd8272XWeK6yNdieoTeAPBHPbWvsMr301bOgW/JILuRq3XO7ahMTGbTQw
tFQ5Kuuu7nAfhuMeB9hzElfM6OZPmcpPt3HdQzb9SvPpkKIkFKV5bephuZMLoKvK+LL4jl4dXIWm
6b2BkKn2UCi+qpCfwhvn8W6G5hBQTQp0KtZrl8Rg0CeENHIfM1vthxbej2IdzTFqXUqGUilnpavB
2FnofPZU8r1XvCh+mYhfbQwab+o56GBCCHEhVulllJ5xlJ2bnhThBgLqyADMebM1iedl1Q3y6fd6
6v+Xl/9O3Np7/4q0/G//+Xf/+d//7j/9l9/9u//2r9Xl33/ZH5RlS5AoxLHnOxBmbYansFT/kDXk
/yArEhckq6xujHXyiX9SlpnJ+RZFu7agtefWqNdV4Gf+zd8hOns+f5UHo1y4LoUWf4uy7Pw5RBtd
2UH2lspCV6bRhLqxP9eV+1SWAq6BRHxDdy3VlOx8D9KfLClqAUXm70TMlonccjWwU1lNciCFXG8B
nTznPLJDqZ/A/TGNmeLm3FbyG4IRi0cxDxuYZ/km9huu8KPdEjHibpw7IUe+Zqy2kGTYeJmO5ELj
zQdXho2W++Fkur9Y8QIoOzgR/PLVjfIaY5g3BWqwnkZl7g2XTbAxSE2NBX8GHGkdDYey+RiAHAVW
j33ZcEL4ouIPNdJ/04OOEZD//mrC9n8vh7v7Wd19Ql/4y7/q/8Ipi1AA6v/Ka/BP//F3//0f/uU/
/MOfvQO3r/nDO2Dbv+EU86R3e9h8XoM/TVfEbzz+NmlcGuUAc9/ejj++A4bHdIVGmtv7QU+q5d7q
dv74EhiW99vtpbFMIl6+K5i9/C1vAaUzN1T7n+YrQJlhaDsSUUuQ5LVhW/3Fe4C5dTCIlwTQ9Xp/
HRdFmRx9UTQB05AE8YiIFqzywAIU9qtrrem1Adbn45VPrAgPfqJd/TXZ6dzvUrTG5ugXJlibVU9H
3E9Jc3YCVhX+Q3yXx0VmQiZxq+pb4gOhQ2WOfEI4KarqB0CkLL8vpNHj2UmR8FdeMpsP4PPs6OAb
JSGhMFywnEa0xbdrp8mWYVMM+g2YTTlvF2OYva0X5RRuUZKQIWS2IrUA/ZX9ZIMaqH2zPWHNwCVT
Wxq+QVBEs9E8MFAoETwTAx/1xmxU5EEoqwb8FrFbZju1mKicNnJTtYgkqASbf9KP8fNiWOMplia5
iBamJzDB6Y3LbH2kFQMs8dANT2231JzBqncHSEdAuvIrd3OSarOlT5pfbgAovae42G0+3Zs5iMKv
5RD6Bb04jW53cmJHM83haiQObZximAMXD+PKgoC0yeLJ2YNmHk5dx6khMW2ukclIC5/pncqic+9F
YYaECQjaKUZAodkM+3K6Xb1i+5Up93iypRqPsWOWvwj09EeiWPYua0c62Xxtk9jFeVM5mAbixu3f
ZMENse4p3aCBSTfNClMcRsBA6srpr32uMohZrI8NdzbDQ556mRQhzm3mdnxQQVubVftgYAf23zWZ
v+7kZx1fEpRlKjgTcLbxJx9Dc9E6LidH+pVv/opovKbwY0nSRieHXLret1nR5Nj9q/uyMcNo46mB
6UipMpyx1YCTBbIEDAeLoSKzi7IR6kXURBxwrjxnSmGKS01owh6j8MlwZmYvLb7KAl9i2GKOIVPY
Y4Z0+AqndPCkY+Dz/MckIavLfc8fLl1KBSaXaf2wYIZiMjB6jf0Ux6246UrD+I6+4jl7rlhJeFxS
LiwXinSq5MgHnrln/GffMS+YzsGwwyE7ytqMa8x37UfHBP6pUvSwb6OZqRTXVeyi+5DE3T73ygdB
bhXuRN3/XGQvD5lUzrfMwdGY1rN1X0qbHMxc7qmIJLfll1ZxKjw6rITZut1aVnbZrHMNaHGIDNDE
C6ep7keHrzIJbMBc6Yp0ys7Sbgp9cHQXyj/yub3ZtjPlHzxY2+JexbXXcxwV4+09WM7OGN1ksbtm
WPIdm+NPu+MyOmIED7jN268Gf1311nlLU53qLkvdtUFy8GjMc1h+p/s4biHWOFSmuqCXFG2tpWxO
uau6lmq23KBtsZc6/THmWcaNdnDvjKrC2Q9ZQgqkwUFDxClHNCp6eD6AAePur2b3R1KJQzZ29ZkF
CrG2YOjZYwdqCObVUZN0B9AI8tUhge3wc5aY5gfz+ziXtiLnNLaJwXtpT1+sBbWLT9/lbuf1LU6G
FELsLao+JaQARgYbG2Oxx+6YoETdit64bMW6jNvvYw6fJghJRTcbUDWpWMNXRHylwlxWa3YMNEcD
aEG6abnjBmNNRi+imuncgzXioujSnj4X1cVV7rCro4QRItC49xkHZ7LrlTbA0HTmGl/kl5Pm5A0x
0q66xgHQDIWS8KBeXnCUXo2q7YLErju8F9bCzC/H9e3Op4pFfytCwz15kIFOfQHpFTXY+EGxm2Th
pC4Jf4tqzIPlDHOzxTfv2FsqweTW9YefWZT51Cgl80fTl68dx6NtUrjzMW9uU+MOyoJVMrBYKn7u
DJ2mtOWXnozkgtXJCxZd0q9haedV43QLyjlZjirBOqqBwXCwqSZIOIS4srNS7rKWTMP3eWn+BN4X
P7LehmffW+pVA46ABNVMOrX1mCVBO1AHNLce3UwtH3DgUBhMd/lwsMnlZF9Aqqd5mR8oKsgevNYp
j0AKroSsfk1NQVrf9ULvqLywOkNNWY7wbvttFUrxiC4xvDUKBwsrrXdIsjE6emMdvthTHkEqqO0G
87ijDxai8DVhi2k3tba4ApZCfmaj9N/tGQOCLxJ9T4omfZhJrzteWGxdsob7KU9uYl1jnGsDfFQd
3yL5WvFLxK7e8Z246jyN/SlJcvcOBO0zHHhDru3G75yNs8hfXjw9Slk6B4zH4w5fxDme4ZeHI7+L
qtpXtfisLXAzqruHsEQWiP2yaErzSWBnJof8UEzwsD17BUJs2i5IkieoEAvB7ho4od3v03ZoGKL3
FNrmhL/NhJSTqFDk+djQmudHrAvcLzO1bh18cbHpHhxr6Tb8/p1vPtU7Wyy2NaQwB8U+caMLpYjm
ll3/ZqTNw6OCy7eKHCP67ljDcARTKHZcZjNgoG51sYizuhUKA9jMJMjl/AOjrH7wiKC1Sfzc0oUV
lIa40r65n+tKPw9YqgjuGkoDEYiXXWgPv6DEPYCFQhEk/dnbH13bUscYH7sK+BXYpiCdvPW0xK/w
9dfjYF6T1jq68P+A1HlbO0miS5qjJWM7eYy51SMZHGNvQW5rIwsje/VNaIlFo4I5a+ASlqTNiD2d
0safDzSNChEkXTnvRLW8pCQGCJjPxVa65r3SHj/LtPUpXVvLWbHztu27shmzpNOo1rKfMdMvs4w3
iYoz1iXHfIyz0H/O/Abxe0xmculNdNP5EmNlO928bK06En5QjikV6jVBFxvHXdLDI0pGg9FLHpN7
bTuVfwKnvNakODYqLqa1rVqGr2PHzHRYeA3LtI1/CB3lhwbirtlfwLQNQcOkAy3XzvNVzIx4m1Bx
yGKdmad4CYtXT8PRJjcWojiQZoWP5CKZ7XiD6q1Ff9XBm+l8MtKhuHbLgN5aOfVwFH61vLelMLey
nf183Sady/jKNx4MtA4XG5leUK2YwKidZ3rT5zjPHp32WhgcJJfUugnQc9kwUAbnDAdCjO7riOfX
31j0SxCyHLvoHldEf106ofa4Fu3r0EpinkQNMUjquSFGiRE1Jdx/S386uVvBZbCWez+dnbs6biai
tna2WaaswZmNIWMa+NBFYfmkwtS87sLc2fQ6ARAS9eZFxIxO8iJtsUyMw7eK0/SDhpjbYry8ZoBU
mGPz7C6c9nejqGfiBrK9zHJ4TIzpHXGEB4Mj+Ioh3pUj4HR2hsbLCZYT0pkQjZm8Fk9RR1YLnlq9
wmT9jbBjuwblcxbmQojHiYsNvJUbG9aNrpxaTLKk5Z3uTBxNvNDIKRjjE1xSQEF+Rsr4zF0rPsbu
GG1iNyEkZhw6lepPmGzNWnbEU7W59Gh8DT53wcZJs4Iun/lYx/ciHjpaEfwfMKXguTZ1tgd8+Vpj
tbnjCmQf9ECThqHKJ8vkQXVnF50nq3HXOhWrK6lUUC2MJRNII/ESnz1KPyriEnW6z6fRvm8pq3zS
csmOdmwz/xHeJbdmuZNkjA7csxERk5lyjSkuX62wDndaYcxh5sUluoYtjcFVbvzRYHP1+y892ExE
p/qtuBmL3YJEbG+h1GmzeAjh422sYop++KnA3+Et5hthoF0cVZz9VFO9JctiUgQXeY9wZp7MpCze
QDJ8GRNjc48ZB0Oa+d3sxm066oQ6i8L5XkG4PEosx4/9YLXYW8IIjrXrfq9sOVzb2HFe/KztPERe
F0UgCuVTqXnFqMbtnwZMMieDzAC2/9EffsnZmLfSYNiYkfbbGb3LnkY/yk6Jxv2YRTJcIcwjaCpT
c4ynDGRjO/kzTFLuVbRaPZkjsbdkEDuzdixCsmTSUF6Mdyefyo8ua2Jw7J61YdCUXsfaZLYknOKa
e7P5jvIotqbKW0wR5SuNAtZusjGlGNjcKx27OAMiUvi5ag+D4wP8dgWhz3AJVxVg12Nu3miynZXs
mjGhNMcENsyK5Lfhie7JccesuHjw0TM9+r5XRHiKNlCVudxn5BJIoAzJ0UiM7GWhqQT4jMKElruP
cZ11x9mUt3xS+BDPmL+ruLfWU0pWV7uxBBDt+euKFNWY4BM23WyTDmn9lrSm9dC31TPIpOY02dEl
KpQOMgW0zOOuubd7L7tW0Gw3dYtqbIAD/5RdzPvmDe+eM8X3BejnU71Y4snq7PgM4tBibGoLLC0R
xJ9wfgkr/4gxWZMxje3HlCPSNgLjjrNiyteqbBF/8hasVSR9qiPKcH4exzR2NtlgYe0YgG1uLYcL
38xG85UyDmPSaSX3FR2nj1zTuV2Grt/dKTggAGpI6KUAxANJ4evpVtx7LkO43EnTdQFXGIJPwD5Y
7/BF5JTV3CNtjydD6uQ8WM3jiAa36nESbbxIIgMYhbzLmjy6eGlFlJZLFvujdcu3Y43BZOzvmxlH
tUdQa52IvttCz5OP5e38k2gGEY6ofwBw4A1tCGVmPtHu0IQmT6zXPejbfFbUOFnstvuWEpnELRJx
D+11zd27rvbYuJk2lERvV3JyftJO9EbyWbwsMdbIsmHqlVnz9J3PSx6N/vcX5eSt49L/xuN8CCvI
Qi7ND9uUloWdMY7YLf1FFQenZtpHBUTRrlN/jiaugyEBl9bH8W3fplAynvKNH2KdcbJUcoyOMEeS
k4lGz9uFMrw4wnwUApYRfsLkbsCbVFHUbpmVf6h972LP0E+wLBJOyDJ+U6X/4IcSYX0YsfM1ySc6
CcGVKu93as6cE6HUPamYJUib5WBGuFeLW+Sq6bvuOpo+IZtErGjgdq8zx9gTeJ96XlkLkej8RyzK
aB/LfrjxKtReIBZ8hC5Sf5JTrDgVy47CjxNhyfrJIBT8fbztzr09MemusyfywOdcuXBrCHpvI0xh
z42bPSMcdd+6wdfXgX1gPQ+j/cX94NOrjbvKKn+UFDt8QkFrz/mcVeQNU1JWVVSrlWWWMjCMrFvf
KkaObg2ihvTwKwaFZOd6Qn2mlpJMnBxzByntnBOnWrHIMBgUC/NECF+wfIg47rmEf1ANwmjT6d+U
M33xiNwohXZ1rTth7KZQm+ekrOBp2NGmwkO1lX3u/CJBrZ8Vok7gpyOJBZ8mDhBvLVkqDJVRkk24
o+wfI7YeHFF0asCrNCXEsrF4mcasZ92O2/u0q/sDVzZA0Y1nrOuBGFNdgyh1rMg75qgoYB/mauXL
vN+qAm4U/EdjLZ1Gso9hFKt9q3lpRqQReEsO8Xe9PAgsqMc6E9yAzV/LBPXFt3BdVCbvw7pOje6p
npevNETk9SAeB11ptpfSKNgrvYY8SSVKbAcSxwvxxV1lNu3am8fpJBbf3EXw8iwym3p2XzkecSh3
CkDrjKvI4bXOGaBYBSv3hl0mLOd+lAkXYL+Of00ze/kNcrfuRlWe+3SqNy4GqHPFDwd1ct4wGqPZ
IsQqDSEkoJkpxfLiM5JK7GJHRcj0mffWdNfRh7OXhMnWTbG8DUuDbXoe3HOyUOPIHM/5adBqtDJp
W3zIh2bi7bEpyo0Aildxp9YwLdwj6FvxlJRmte2E2SMp3O519kLwfaAmYw1ltt2RCHa4V7PGu9wz
NkzkH5paA0FrTaBJwiv2c7g0h6YAgGH1Pt4ahkYoUCCNZPpEcw7mNmAKRJ9EGLhxOT2MWWutUTd/
CewHJ8p91L4Qbr8XVoqtrcWTWvjtvRIpw65ZmCutEske2BVHzfnpzvduU8NbhV9QKOQOoiGWXjso
mitTwzjg/ZGrbiqHBzJVFVEpv0SuwxTYFnm3zieP01Go8S0u9uyux24iJi5JQhLoXBnGDBor7F3Y
AHV3M5OaqzY2PtjxDIAP2jx54AMOkdD2toACODOIrWMvPVnRVOOOA3oYhlQl2qwPN+ydl65nR4Oo
z0iwY38kGWd61s6mxm6dgUbAs9DgYZPdSxVN32Cij2ToEvER0XefV4qBb8jMeZH6Ww9h/PZsdQdh
JcMOEfw6LWAUM+X8ZP4D+6uKs41uVbaFSdqj+MzTqlW6OVLslZxDQtibukzd+yxPUV6jcddFk4bM
BONk7OHYg6j9nMYwtI/c2fvwRL8QxLmx6eJqlykIdGfRk95v4lLKLWyQYbkPI5R4IGo4h8G5CMzo
HR6C+drZS3rGFMhvVoW2OVMzA0wc3cwfY4bbeAsykut43/w0Ld8msCrcoM3JxhemCu9NL11F5gcR
9zW3dP2cjDxvQVPWBFKpouDdaTEiY3T3MezhIrEA1gad3Y1sljiiuFd6+pb8KWqWvM7MuaXoOX2q
zY68uwHB2HhwldbGMW0rYbDp2Td6HP98Lx760eTCnTb2sKwtPxzqi61bIY6N1fhcG/3eik/1LO1x
I602q9YsmhZJiVSJG8IQP+WRsDnH/yVWxXQulDnYwWKE4tqn7vxrVCDiEb9MWFlTd0PCJEjL9yj/
/h6s+LxXZfRcLAOm7VlxTCsu4eC+5FbIUBWeP22feftYRnhtHOt7iE2bWKDVb8YiI1I1uV9jby3f
eBD0C/oteVNzIqCoGFO8Yl4nP5UidVCGNG27aRHORmSFpFnaqy9+2plRCb53KW/HclqhsP6M6bcp
bNr+QXRDyfMAhmXvEwUUBBXH8jFBQEo30Uig96lsdX0yEYSA5yFbdm1UvGYDeaig0PVw0fXCWCK2
9uB4mlUXgzPMxWJs2Dqrb9M4vubMxIoG/E6L2f1xSAz5WFvUz4l4Pk9gtQAMqPIdJhlni14+kQHj
WsAiCYrXIH1BqqG8pxCkPmS+QaZkQDL/tnShe8BFKLcN9QJvYonnX3ZYgtgTSToHdq2AzVXhGwQP
qjh6CB/2GFlwK/EYkfFLf/ntYMyrmBXDY2ZQddbFm1r4f3LSADihurCELLWcPws1Q7KmDypnXumg
FuztwYmjHQ+9n35LcEMXAdGsqTskMbkwO4jqprVPk0glrF5JDePKSbDqIPcy+OGKrCpE3NIRfLv4
MtKNn7AgwAgZu2oL3wf7ZkWvTfmcUVwxoallCbsq2L+sAFm07pt5WZp9FBfMWJFmXK3PXqM/GQWF
MGz4bLb94mPypJZuswzL6xRX90jTx2jGBcU4lorHuWr31oJSW1BIQDqDDqr4Zkhc9GwemVEkzg0d
x6lT0sqtSiUpgULGlqx2AAky6iAj7+KPUNKYdwTwlt33qG2v9F6CRhqnYsdMNtpmeaf2ZjUZ11YO
GPERJVcjnGjmCCkryUpZY3MI69rrgrorxKkkp/xBVt59iwg3nxvLSTbWYuuPmLK244RECjAoRpWV
zCXOfbGQJB58j7z5FB3x/hfDVtdwN/h8EroUB8FuX8dRZqxzHhmw5o5Nm0tsCmoAS+g3UCoeiXV9
LMCDnhgMnAvLOug5roct42hN4UE77SzwGLwReQbeqC43o1C497u+c4kUzmLF/llfR3yeWIE9A8MN
StUW+JWNHu/MeMwFks8rthhZBxFRB7ytyfgOUONnB889yNtenWsbniFPE+HokjNMWuPbhz/afx9r
79prLlwpRPEtJ3QfjtM0Hb0kJi8ZFeIhruw76tWMXdvPO2z+d03W7dta+SdL4TFnP0qbq++N0cVh
OrDCEE9pUQbCJcij2lpVY8fYp4fharBFPxtueMe0g02Ry/QDbM42MBEBH0nZXvChb8dFHhPGeS1s
Fgj3cfneGBXNPbP7KWt0asdhyhTD9n+k+k3tUQHih5wGz40/OmKnCAz4Iuab9kl+z8LPvtcL2BB/
/Cxrcv4AbfYgMEgToQbQ9vdQ1Ob0g/W2eB1bfO889eEWx9rVMTrY7W7vFSuqEuj0tTNUJNu09H6o
W/lEsa1jwTMt4PJqy97b6QRbl2bUZ1TZn1pFL1idGH/x3p0lXIY94FpaxLylD/zCv1OERO+jms8w
gN7tctDBrA9SyKNLgllTC9NjnYPeDcIRXl7V28bdYMl2jZm3ONH/pjexw/rMC+0ZT7lXNU8jXrOk
4BAbVmDVCLtA/7Mya23U0GCiXLbQ54vqUA7ua5naJukxD9MdwfBLYQgugWG7y4XTfY/anjvrEN25
t19qa7XuhgtcujYLm+oMTnN1Yby1BIL3YzhwfEurb3EGFyHzrBtRUH/qlC4Mz+Dkvp5jrEGKJeRU
Uk93AduoqFhVP0qyGQxRbfMZXpeg+nK8KAnYbYESdbCjcMsPiByt0t9LZXelmaEdl5jgJm18uA7Y
s5pF64jbrYAStRTlusni+Hl02MVOGYSq9m7uOCZFgexCdcJxp8OPFpqB3PT0uw2nBh9ygCvMYd+1
gXBqHU1gPGzsWfRLQTPmtAtGQx1VWIjkhcFHTAkB/Rxqn8266tfcCOPme+ia6tSGKsTQP4iu/j/H
S/9/LBJrmdDE/9dmjf/xz3//L//4XzFrQEn/136N33/ZH/waQKl+czyLGKqg28OW1q1t/o+AdGX9
ZnvCtVzLpoQe2wRJ1D86NrzfsFAI7ER4NohO+4r/9UfDhvUbXyBcE566JyV/yPtb/BpIvH9h17BM
m0isd/NT+dxpidf+WfU52A6PMCwnyngaCytIfPTcFbW/zi1gBTIpgIe+fIyL5bwsdQxrEwhGmkBD
azBZ6qkfnzTxyiaYUfI/uhhAqClarsQcn43nmXzjl15qX6y7qDwyYK8fdR5BGuuNifKWymimk11j
mKdZhOFvFTrEDiHqZg/D0Muz5dwOwf7Uym+AiVsMA8uNt+HltabT5raOB3lmUYvT0Z35pCPTJ7wU
ptEbQ5n+LomTxF7zUln91iTARkMMzRBvFuIR16jSLpqNwCP12TpDxFUvRHKMBzv7GXWoxVSmRAA0
9JS1ww3ogv7Qdt1na6LiAFwuIqwKiuz9zmBof+LKJyOKb2jxJpRUcMzHdhCyQgkCugAvregdQ/nA
wBJUfBB6PjL9GBXzQwwLywEnqLtjYQKVXxfFyCFhSQBFdm6fkpxrbj0cmTsATi0GX47r0ma0fvtc
CnmoF1MAsEBsudNRzJwooj7h3ZJ9GOEJjWpjHSKyxwdDl5KopwvRnd+9LqmJSKAhMuRtwSDhBff3
NeMlebC1fMqqMXw0UicayI3Z5FvIWVmPKAZRvm5cz704fH/RWkONGVaR7S4vUUtpZaDM2DuYqghv
wOXGS4MYGttMzWLMOeM2scN1wqn8u2onO17VSvbf4YFO3MQzqx73wizkk+wT9mCPQ/kzvaYuVX/M
n7a40uhtmVioV8DNbjvvstE6Cdl0Br++jAVtVuu81zzH0GqsXx7BYkDEszsBKW4sdEqctqBwTe0b
Ke5q4ZBkSVtGLC7+1npVzYZ5TQdn/rK7qvo5Lsr8NVWLeVUtwItdWAoqcHpuA8Wq1lxQNlmW+wAk
HKPnI2vm5HusNMDRVsDpQvagM3OcwvrDhUQXkeWV0e1sAOwtV4pALPfcy2Iywd6YXYlzRHspRgjO
Xe1Hqj0P0qmGiFOJMUGmzXqAl56rjlSJ5z7eBoQ4WjFi7jVFU7RloASti99nI8zvwsXPB3ZCtzsM
CdxlXLJ54QAWFf+TvTPXtVxJ0+urFGSLFySDQ9CQs+fxzLNDnMw8yeA8BUdbljwBciXI0AMIkCMB
/UTd0jtoMW9Xd1W1uiAZMgTIKKeq8uY9++y9GfH/37eWy0bb7uGJmF5nUz9s3bOViDzcRlVVPTk8
N+W6iBWuwcT26mI9xj0jAYzhzPrKJunvm2DiFEG/G5CdV7C65Ok5y29YRy1v3TikOKiBWSVEW8Mm
shwn83BrWTVzFjPqsh/sQtrm3AS+ulRexg3Y4fhm7i2vmuKtFrMJ3nnmd4HesKx+mnmhvlI7C9/i
tpw/EcDxZLOJ774XeI743ZlO9Z5hMzNWZfSLz8tx3aDk5nLaqOcgpkAdqvFJ2j0VswET/A1UR6Lx
0Wx1Hy61k88BMhfEVwrXRKko0dwW82zQDnLB2o+kUH/4LcGW1VyGZJbn3NdHwdef2qpW149FnVv3
vMcEiC67WipDGvfBNmwTutacagyaW8KjKhGyylmTh+CE0dSmHe06X1FkgKeKYhJ4aWCdOrMaRmCX
MYgYPfhw3rHudfoErIqXw2FOhOnStZRadzbVAqikc+M9lbVKQdUTkPKYMzpJwpdcnnQp45bYIA4G
eTO9cSu04dtGtZQ7ep360zUZVOTcWnlkfjMSn/t7yAhO7rNsCbHPsWklG9fT43jLtrBMDrWoTEQD
blMWGKgr965DTabvy7ll2ei0RQxcYPIc/8GxDGWfGgUy4WRgaQpPTZe7Hs2j2LM4gDl9PXmMGAkD
MkJtrLjdtkwIn7kYe9BYZrgr68LxB3OteNVh0ShRdDe2jKYG+oKps6/0l3Q1gGGB0oLfK4euWspp
n0YdHUeLsf6r5GR61/JepJ1r8+c3lHetb5GL5TXnc0/tiCsWZjgR40q2ZK6fsMcQssmcugh2jG78
cWf8Usi2i03WNdPh1CI/fIuTHNGstzhnZ5AX1j6Ui4o2oYkBanTAUIs9Z/7OPrO5LcEcfHAy889K
edZryAf6u8VcZ14POhjRZv0S4HJz9H9wX+2exS9BLh83IgvwIBDnMs/HDVtxH202HLG5E9opnl3R
L8pdrzHQ7+o51+O21gt65Zebd6EkfHTDrNiD/LL3gudGE5kQmgH6FZh0nP0FyhX7McZfr3Cmw9Di
AS4HtkjrZOwmYm0Z770+zbiAtHUE7EYMpI+40Avb3rHXyGeY8pIXsP7lHbYQNSBw/uUjtnqbDBMZ
QjzFuCm6F/bGWOsNiB4hVYyONWM2SzLJ3SASaHV0SdegFeqapUFgkpBD4cA0KgA/Owc5+hS+j72t
4SJsZWJQ2h92t9iVmUHBdITVC249yQP3w2Oj9NNHqc5I55eh2eiQNRfwoF9wLbrdioae903LSj8J
m93BKnfGLF+SqAFP8UUC7bPOOvbMHH8QD03vwG6hbme9bhebBmAqSADqi/fT73JpnraLarrIq/Cl
S8J6WreRrkkk0Iz+mcIM/9mbtIwtpzL5dqKWTeoFCnPOGvbWZeQORX0qr20+6rdC1gg2hKXLp7h1
F5b2lJjMwh3LPsa0e/2DhDvqrotQsg/RIqJCTP9fb31UiN3GmjN9YAIrOuYCNkzeBRpSrLQS5g8P
cxji8Uo5bLtcjA8bkZC4YEoZpCxVbPtJMrZ5wgQVIUieEDSuBpPZ5tqA1H6xxkQ+6TYsPAy9KTMc
0KJGuQZehTIDpPBbAOtcbKH5QtWHWyGAwAnUlESFLRTKXcfwx2OUvoqrLLnpnChbKrvJAAw8yaNn
nihmeoQzYb3Q0aKJI8aWhmMLQnSFMVtDVVDSjrbCB2O2s8cCFBzGVu+ZCCeLaa6tzlsDR59siVDp
0wzV9S7xBuhSvWmYaOGjFDwrX+ufOnD6H3mXRj84zU7fsi4pP+ScLtVehtET3XxGgzTIlm1K7JFp
QehTQSbwvFDfxX6ontsR9dw6Yj8BztCfcKGEBKqeBvpoAAQCy3ufumQ+F1HsEmcSQxCcKl9T2G6G
UFvHNgapwDMpsl7qvC/vIlY7OempbPxh2ZZimcWz42yFgBvJOS2If/S6qlwx7vNhPWNSXWmSy4h2
5yTbiDbxTnMR5YycYkFStlUtFDXewykPTbuHgtHBYd9LVucV9RuOB0SN3QiWxQhjPypH640zAoVI
huLuuJHEvV6V9ox+3YYdfTCulDhaaATmUP/j2EgOQdjirqEAYDOka+bggQ43N2I2I8OTk9TqtRQB
2VADdBR4m8JWr4UxDV9YH7JoUyD5owdhuV2AOcKIzylgvfuubgkoRgNuy7yCXLriGR/dxI1EfmmZ
FS01EMSjvTKykT8NLCq4mX0rFtAh2M6KzngjBOkD6DXEzNCGyObJGEgXEOuYyLDWnvOc9ElFQqaZ
+AeU3Kxve2Hz7zAUIegMkCERKDsx0OMOOoXr8v9agaf/anTXfP3h+lm1f9gR1v7UcVn8P9Bh8LnD
/vO34v/x7/713/2Hf/vf/81/+rv/+N/+8Lf/9T//0/vx8uf/eD22fvMsxzdhMnn+7x2cP16PXec3
zwQJxt3U9SCn/sn12P2N5qovAvBNfhBI+g7/cD22f7NsFksUHTiiAUoM/o9wUdzD//J67PskNnmk
/ypVuAJTWfX9E9JK1P6rf2H9S1JqdlrjLyXTFfYp7MEZq8vkYM0DcJ6iyJzsxuSsnrlcCwdi9u+C
5A33Js3OBPAsCw10v0O80YSWScKXJp+uSETR3pWT5eyE8Mm7JVrnW+3Ow6HUdg1AvZlkAJjeM4Z1
1eEUwYWkuDQ3KrptsDPHOyEdrhRRpQ3Q0YBDyGFZ82xtumk2juXQtD8D9ogvfYXVF6p7pd3D7IcO
U+cmL2tyCl0IFmFqDZZ5STdDzAtVOD52o+WdhpZdIV+DQfOuyfjptZVI774uR3HvRWmfH/KpTH6k
xlQ/pGaQvgdW1AMHJTj9Ftna78jG9wkekmIYD4Mp0Gknqp6+crs07U0hS/97V9rqjUQgjEOR4cTO
CfLYF4e4ABmPGfTHmqCX81yj5GHYnMIcBqZh5HxtUgN+MSMilC9tNuMbDA3HUwsWQiCLyEeXJQCk
dDCfMAep+GIQW7PMi5cqs+GxAIcJxoQij8BQpEGKqpf8IGHpSfUczWQC8e+aUu+kJ96kc7PvigYO
SKCooTAoqX/YgMXoeAJbIcTsT5JSPSlO0ANhY0/bKpjLGyokLDispG27kzDZtbGkQQh3onUJoMHD
ywjcMPdgXYU0C26Lqm/5ddoeBgxWy0S96KToHyoY7ebCw8ugQ5uL5o3rjfyErez88BSksJXne9OL
kxjRawbRnJ9GFss8o3JYZYx6Mbmiuet4QFRDy9i+YtB0dfza+YqKushv07p1rJ2KDSswV30+Js+a
xaKz0cC/8QnngsckZy5P0WSL0yvSONjt8TJB2tFJga3k+6SXVqbhmcfAd8Gj0wUZE0SkXpVvMr+O
CNJifk568v3TMK7qis8Z39JdhYbH5A4cNdH4zS4VNRDSBoubNZ6at7zGGjKyixvZYnsSC05cGjvR
g5a6t/Qy9eyCcjCOTuYMPxvs7vEpaxPF076ZoJfASBb+OW8J0QLptnS4Eb7bLjf+wgt3RY6qeNW0
PUuGnMk6yWWNbwCCtNLBqvcZtbN8qLOKPW5Ev38mt76cedRXXfhsngvGLKSLuHBh1BWciPhdifIw
ulFxr+fGGXciqyveTSnvdyoHzqw3VemAdajGQopNnDCg2Bh94Pw0Uu7dvEvAoW6ChKTdxetJv/hW
W6PPcETzmA4CcRXOPODTjpFJMEBQmusrJwSO/jZHUKbm9ItzEu52dwI4QfIY6260s+zKjA+jUYDU
SlyehSoz+/u5rMM3dkCMG5pMy5uc5Huz4ZtPPxGJU+hZbZE+RVFAZByCpP8a5WbwQITSvjMno7km
gho3XCjWV/zrKCBwTgBoqslzfAK1Yk3Hh7b2PviGjF8DIDafoTtJiR6uiwh8eAFZEwEAGEdTGha3
A8dbevHw1TuyrslwN2UVIa4cnYKzJgScgq1vaHSuZ8MNQt6iw0JvIiE6Ilgt/EMEww/I+2S04ykL
4Rxt5NCBmRG91Nm2iXt/+v+P9q+IE8efja7lX/WC4gL9u3//N3/7X/6Gufc/+WN/fKQ7v9kuj+WA
uBocT/7zjxNv+zcaKR5PDmqyXhDYPE3/2FG0gt+gHlAZpK39+//4D890Fm4cBTxBtRGwJLpRurd/
wXz8awxIfqI/KShSz6XpS0kYFSjTeMnZ4s8f6UTLpM3mK91irHksLBsgouAChTDZ3/zJwefv6ZN/
Spv8X/9Nnh8QPzTZtP1FJZjKiWcZTpIuZrLppupM924ACL9lQV7+/uYEExp9lf+bf9WyLLA9XkHa
l3/RuiQD1mlb80OZyrpTGYxuw3If6ib8vbf7z/49f34e+v3FW0SqNKlha/Ma/vmLx8qixvLJpp5U
aJuRPmKezMHfOtPkclduEqWvf/01XF6jf6yT/v1f6EoPhavLg+TX/uJPDmA93bnYAdi8dYsmuw1K
yYQ0aa6GFM4uVQFgIdW2v0Ne/9kf0pL+8nP82V8rncDkdyZ905K/L2D+9NxHibNGjCjUFiKpf2f0
09J0mgDPQnM8CKXkIwCw4WZKJ38rdAtr0oLOMlY9chNmiBvgJNnGrdL8FTcJEdaoGU49e7i7GQ36
GtqaS6eGZWpgGtWBuK//mPSgukuLAHPbtlm4nvMAWEVeVpiq+4wmESbw98x22dvbiukFx9KyZYNd
6Y1JRZCRScYNL5x7ME8i9d97tr57JYiwrlocKos4Vn4PzdD5cPjVxaAceX5D1iaGoTs9Xfww159+
mf0gtLLwHf2bfuEexLCq1kTvA4sYmU54PXwfWw3RxDoXgMqaJjtI4HcowWPj1XKUvHF9Fr9WjvbK
8zqYYCNztReWqe2eJ3x8mw7AXbIKe4zTBPrgmvmnWdb2Aassa4maVgXTo9L6bLrUeqw04zsiP6jV
eaBP3zn7kww1B5ntGKJ3ey6n7E+RgfYbg8SuWgVxxQuc2Ul36zJQWYwdY/ZNewGXd+3VF5W5DHja
zkw3aW40byiA0wfLyYYnX1UWVZKECJ4xe4h3C/sbPghjncTQWVtu+WIzh7FBTieSG8BZC2lGdt8j
GC0rTs/Wk0FI2qCIE4I3mXSeXLyySQ9kQjGpxBKR0kyDP2yC9kQkOb1NFpuEzqCkWL7GAWTxXx46
8HEI5vOMxko5EUCLE8djYzSGZG/t/sRxUT9OuVt7POxxljAGyP0T9AH1HsHOgotH44wSDzjCWaWc
SGZTnAJfFJ92RFqJJX1if+9Dq1uEPG13GEIJ9lnpxmMq1siDhdaUETo3kG3Xcaxz8rKHjx/fUp+Z
23U9d1CfKB6Ao+tqlglMEVdCNNaDNnXz1Zlme0bZ4h09kxcXewA+jZZdIQChAdJ0gTl4XdmMM5JM
15Tg+ujo9QnxApvTQIcQyN+Irmcku0iOeiQ5G2LPwyEYLfeF9U55Z1devVVRka7DsgpfpQZ6admJ
92Y4uXmSuUpfXLMnlFnX2cdkSMSqpV/tk1l+aaiiO13E/htrCsZRnp6e4iCPHore9Th/OcEzWl8i
l5EnCQ2a0SnQ9MNNPn0j6wTLfBao7G47UYU3lhWz39JzMT6qEFpMihDjB6UudTu6AOvmiapWEI/p
veG27ZsUzIXuHYb12ZaAKUVZQzlggewpyJODxlxa7oai1+bGn4MZEvqkGsAsTdqKek8ztK4PcqTU
dt+T2FGbmmuK+aMISGpzNO67cF/MtSwIkUvAKKCUy/KqON4dgMMFyXOaCkLxZPZQeNH18HeTSYJv
G8UMXNa1LFMiMS7aOJZKYyrXIW2qj7k2PL0Z7dn3dwVpK2JyYeoMFCsrlC2U2u+Abh78xLTcJZAR
sfAMKodkSjAxOCqo0OSfEnsDmcbSIS4VzKm/ZdnsXKWcub5k5IgpvLlDWJ5QI/WvRW46PesgMX5C
m3CJKjiMReERteP3zkzwYy+u+RfOeIF/Sn1MOnnVTo8UhZR4SkANMCrlVtXRvCEAd2xIizsbQLrV
gtxjzLrhRJA9NMhbwCkiTAlTmFAV1hPPcQz8pvrimg2CHMB33BD8cNPpJsTMwB6VpRV3s3I4RVLt
aib0EN6m8EX0wJRBByc/HYWOk/1SBt4qqKD98+Pzf6wk6Vqj1PvIJWtaMEpMu8A8Gx2g6JDX42j0
xlfi+v2ldozqTgMnWptZx8KqdO1DadDS483/mPL2Qqa0HiIrPZj8fXscbrz3VPDUdu1t43mHsMhl
xd9FCTKvWxq+3smGN7+RBbfgInSsW9uZXtioryG30TqSW1k3ZwyJZ08ZYBL9czZmL8NQv7llHROC
n767tfUp+nqVaIfgV39hUfdMXq1/5jm0Z5cD14eZstc07iqrl/v1QFGfFjuLZQgiZUElx3aNVe/N
L+m0GCDDiNW4P6NHbS5lml55SrJ3bn62pbUvhXPrONUmR4GM8Oa+EOSC4FzQuBL72FfdR8d3A7Su
sN3ADz/6EMQwNrXOTV+EP6nKYt7TtxAb911Q3Fd2d0NHiKaMCl4bg/tTwNgddRUF2aht72XF+6if
D75Zn1XGdneqe/C/6jv6WcYt6NyDr25hkNYu/Io5eykrIN+Z2/OVSYaSEGJG+Fmsrbq4uO74HoP2
FI67XqYmouR7N7W2GawzR+vPpuffeEauDDowdxo2ZC0NmMnivAn+0dH1rm2GrZ/4t7od8hXY8puo
tHnui+7qOtJ+dPxm6waSbtP4lEdDSje9Ka+1DA8sZHgfgYZ1O2s3VfRg/Gx6D112j9iaTsOgt04M
idMG8sWXpWGvBzwjm6E0nH03LgTp0fCokXB9s4Zmn5Syhl2DgdIOGpQgMBtt396zZ2QlPDV3hkrq
V0tSfqiE09xCjb4TGPoqdL+ivGQUL4kqkFro6VM5IGc2DIgpQafZU+xyNDTT4sruKtqnWbHr5hhp
JjqkVn1mZfqjECa+LyfaTj7BcocYcuIx0AeCGbFLeAxyeZ7qSEAPTwCqDQj9+Av44WlhYnLdVI1A
8qWNZmeM8nUKpy+8EBxQXA9weYmhZlIdro+WxImnLf/e9pPqJjYTBhVU11am2dxUC1FjDIzu3tTQ
/4LSfcOUykvWTufAT0jbZeaxnnMaEZXWD33ThWgU62GXG+EhAJj4aRujutb+7J+6abiDaHaYTJaG
DpGAa2q4Rwof5SFeOsYRmfjRNz4Ez/qDxdV1lUsLT6F3X4xDemgQm6wojCbvKaQvdtwkioP2TXFD
Wg9NZq661t5P4fAAlSPd6C5+04HX7ppFIETSkf9P1K6B/Nxjnn8preEhl845GNDeBoxbeHOH+2qw
7RvLN64DO7i18kgulFo9jpMJf7M/iry6D8R0Ijt66a1mHBkCNeMmUERg61JeWT7NaJHyjwz0uOc0
aHMG9p5Y46aOMZ47PkGQ+JnGAyHG+qFW4UuWeQ/CFTf4cS5+pu7SAJJ0D3DFmmZqIoTH1/E0fvfY
U0/APZ1UHgPdHNqBIUztXAw+rqwdpl3ZprQ6opssSZOdxDlW9tY3gYt87uJ9D1V0FU98BVmG/LCc
+oEeLmB3x79N0mzLoHkHtoABKglW0yeTp3BAembxpGegJpZn0kZHqW2MYB+ykjQBR5ZTK6aco+CA
eIjt2YRyeOVl0AjUgDV04nXhuTRfmFpdkFa0G6rWfBeWhEyA4IsHv4Zoyv+IKqyzDjqlujEigKP0
wwJHVwDYgsp+xodyLEpZ0f2Ge5ab/XQMBkYfRmP/MCW/xJTdZ2AwvbVS43uVOXSao847JWJAcqNa
MLjA9lVHBzYGumoPBToRqFeEmEQT37ugCdeu7VMqtm2C6yUldGxF3/uoREvWV9cOAsQJE/J25qPN
WwVnXFZ8jA1lhzaZH2fWYKtKNLh50ETBjKSNWw2BtdN99urqntpDCXQ0t655xvPG9+jqEAB1FyMw
jStKDowV2+SH3fvfbJ3tmTqfp6b8DBEhbUc7vOVraut4vLxZRO8JoGSwqj34EolimtX82jhH/WNT
+jxcKu/Iz8+P4hU39N6/srE9S5OCQe9R8DBrVMsxafSVjRb+PAYO57dkKRXlLRgOO2vPYd86O0Zo
xnHOOkaDIZDGg5ekxb6ccURuCrNKOLNGv7zNZGlLJtdzV+FOQvLIBirmK5P0s53V9V6HHdokm9on
0HwT3zhdlBOxEfd7FEQpfXqEQ22Cl5TA2OPcAeWGAVlsBhXaFxARXERwi7EsL/AcpDnnYzNvh28F
6JdobefK2uailI+xbXICiLjzLZ9F3nVRFOED88ova1Tzxahi96WP3IBFuOr3ehCQTrw8qTZTnJKS
UHCNt7IN5nXUZ+qB7ar3iU5oPBACv84iVLvBlCnmSjv+YhXga/reLXM8CnbrziHhuCYqoYCbhwTw
2zo4FlKxoSNUMh1jCp7sF0Zb7uei4NIUWbl9YZOQnLRpxQgJ63pTxJoKjfQAnA7ueEObRD9q3bq3
7D7yKxns93IW7GAJ9XyFSMoASsZQ0Blleuso5T1aBrq8NHwL7jHjpZeqSb3HZqKTYYrOvdGFka5K
ZMg7OhxYaAx2u6Hp9lgVHe9l6lvWCY7quERNVXv1ht4/t7HVUquhJnBf4cbEO4ZwD0wjH6e+XpTq
igi+ATqF4UBFLU2JFGd7Hj8ZEfyhVWiauHpSQvM73rH+d8Iv5bbiAQrZ0ht/+j4SyT4Z7G8juN6L
mUIX6bypOqu8ieFiueByqRGqdiEFDHmwcvnsU+cF0YNVyz/gM9ZXN2SMmcXmV9fWlHtNDKBAhORT
Mo7itqYG+AhBnxJlO3A8yy1gsTQw017+6Bv8OBFfJKd2DvhFs0fYKLMqoQFEc/fQuPky1fDpPe7p
Hiz9nOU3dSLQZwwRHzDFqcm+y0zet9PFzCk+yZ9FO8Ea3kqXt8Odr+xp6q4mgBfqaOhw02TjA3o2
Mw2CUg5ii54gwSg2sKzZjrSbSiZehnVtGzd07jwi2K/ayUlALjkscpBAXh9yZ7pYrsOXaz60R1NF
PUlOAON79mHytaCIxGWLJb8TDixnUFtvcQraHEQRvbJ9xr1kZaAxpc1MOZYtnpXepHFeI/bCjbC1
6jzcdzntDSvwhgM8Do4nc79txFSv+WdsyqEqyLgUtDqtBK+9FHrDnFBehAUS2+nCu3rgtGSNAWmc
KRj3JQ/+GbUUrcrB59eVVjjB/Ww8EdWp9lz5H9lqDMsvWB7DCWZZr+ttoofomrTjuyPnLySmCBAN
F6Cz0Ma2N5Q4KRb4TjM/gH4/pbYwT1GVLwzgqL+M0aSRwFvubhwbtYXx0500odhrpSWkzYw+vyIQ
e4oT1NTGJMRbGHjfEdJw/zBdGgkk0XaEZLptHHbQ1gvnKbQ5BE9uuyOfE3CjsCO9rkYKMwQkvLO2
C7l2XaO/Nrlf7cKqaI66dFkJ5Qv3oZhH0v45I3xp7UaMlRu/mkBpu/O3oFG885zRXOcEj3eTVfPB
mmwwpbny7l3HOTdwSbZSzNSEO3ftTgSEERgn9apEFLOppAlYpETRXdPtGxufJBExX2JQyrltqupm
jOlEK8/UlIvH4FQH0HFWDLGSV6okhObaKhqOXZN9q0oaoJgA0i35Z2zYMi33I+KGrdNG7ApNkcOb
az/jaS52Shb0SWNp7KCZx0c1y/q2LrGYEq/d+E300pvEBfxpSLdNPX2wZKPjAqp1y2IzOPB5Zykx
wsAlsMvTujcRnjOG6AtLvE15gQ2PBjCdlyEEYi5uGHVONzWT2g23ynzDFaM7uykxLdGmBkci1512
ZDhWGAmndW7xxozMNCRECAjKZyt45qL2CTvyZ+MVZwBohLHnPLtJxklegeHdSpeck9vY/bsg+nYM
JnLLKzxFhJNsOrfYD4pnt+dbMMuj+0qb8UUaBV9qswh2tJnUQTqu+U7nqDhWqdlsNFqcK1/xydqt
ZXvgGpNteRB0UBqogY5JbG+nxkde2LrQYG1rfJsZr25bT04X5uD5Lc2TiYtOUnwzwnC4J8eHcjIJ
3OTd1UW6rSRU2pAfftsiYtzWtqZgxQg/PHYsp062Ofk7s9HmQ1C5CPUokNMSzA3zWdYdD0tDeNs4
L7rHojDEeTF4b8vGr18japL4e+qa5GMBpTsM6H84EALPqGc6LkcJZWXKxzK8MTwog21dv0xdOuOe
S8W6Z3u4dkVTbWzbhtE1wLeJLZ7DpcH7La9fwFjd4CIxb6OyNfleCjiV+XWRLDv+IYs36RT4L3Zi
ZBvCRtF+pJ90ItdAQ4okJ0OI8jmtGLNTwSzDUvn4nkv6OpIw5EAUHliaAN/hzm+8HfCMNPCM8RJD
2U1KJOl2zxFU8fFYuT3vFIeDcmt95A6IJqEths6CbSefpzuPPt1KyVzuuoU8kJAlWAey8u56tDs3
TiNumgpE+Gom47QJYtM7EjF4hi39bEmylG2huMiXLue/iSI64j2+JXhLSNgG7NvStdDeS71kYQsw
EGY+72ZuiUNaHIOu2Dpj9e4n8pCE4g6b3Ec+9t84SrkccZN+Xw9S3yp6+E41O7vEafNt6PhcO9r2
m6Lhij5wOkIS45JXm/powfa+4zPXXOcy1ZeGR/whTyyYRHE2HRSmg61XCZgDMR3uu9Qu0xPhiysc
l1dRT58GKSJubMOEmspsH5yBAUeNVXGC3Zx7W1vbtxWuPyJO4yBJBVvDyomHM9KIYYcUO3gN22l8
dUXFPUpI41pSm+2y2CEjx54/kl4MxnB89Hr54gfeubTSjFp2uslSlydcg1SnGet3yD71xg6HfdWP
J99XBw4NGwa6l8l35Ec98RxNlbnhPnXo/e5xQCylgUnlMPK9iuU0E/idmzAKic3yKmdiYjTsN8JN
IKM1cXxP+mPDAHzT8IdKl/di0tXHoYiP/uje+DHa6MY8JzQoKqpoc0QdsnYOcs6fRseUu4zstBl3
h67k+zKI7zFVPvWqem7Q2TSlPDBT3akx33aMQ4K8P0WwDjKFKj60vjQLgtbyiQq3d4Uxux+2LTYN
0b8MUTq3i3ZjA46B6Q5EaJpfEz8/zH3BCgfVQb/kJ6iYZca5qfn0FsFZ+NYuD/thzdRhNxojjYb2
DqbvLnDzF4ABG6Sh7xPd25ZpzLBcbeboFBWKuHRFR9DcOYSV3/t8EcfbjzQNKWRhbIFHEkDV9J7D
qlvDBt5mTse7aAYuV++mlMxeAtTcZ/LvoYQit0Q+n8JFlP/IRVXfjHnQHga73PDUoKg/VG+DEHDr
m72CgeMonupxOB6jSGxUCY/XSTkiFP1Fl8Weiynv1VBcCj0cGRisR9Wue/5N0wgxOmCnCPUKz49N
XlR3bEPffIOvQRnx0Da9S+4WD0XLAInILKOVgi/vUO/80mIrgIQFqw0uG3Ru7V55/ZqZx50QtD3B
kq1Jo259LXeYVIoLL+U1cMMnrRtOGd/FYF/aON6h/r1zBudcEyPftFn75IXZ3SQV0+WRfwjTZy47
gd1DfIwuUVCyaIrzR0Cg12xi+sUTXeD9mMk6wjQyKwS94j5SXb2eg48pN9YZH76IhwfzUeNAJ3iL
zsQmZzReyMdeW1nxfSGvRledsxa2pMtn2aAKGHLt7/iMBSOLv1U10OXkKX9fZagx++RjaLu7KcIo
DyvmZEObVBZ6dwbrE8eAbFOGnaZ67F27zkEhaSwDTOgERdmP9yK1GWujxSOokdzxwL/PPH1tOFLO
ZsoAwWa0xk+f9iOH/UCf+0I91DEgnMbvz1XW4uJhEJshmIlVsKtQeYxAWdftAIiBsRMMzfxC0TZb
e9HwQEDxETbdBmPPOe7Mfl2Idth2osG9DkqWJBP1GEqs3U7H5gE7AndP3lfcbbdeArQEmiATie69
dLqXxuGrk4jkjGLNPzs2eAd60z/MgcgRMKdRjcdmSI7QzjYojt575d+zMXq23QJYxdR9ZKI/z6nE
cmEVTw7fWhW7QXacVx2ob1M/nVQf7MLEuwNccIhkyNclyx4rDgiqhgGUweZhcBkq2EMQr614PNeO
dXTTfIk0PcvZuPVtzsmlAYMW+ftjFxe0FxugtlF2Hfr8KynR+dX2vqIQHXjqM2h7A6JJvLgJ0F9x
lSv50QejvOVushFmenYzBaFmfEi9+qEzWeZhRz8VVXvD8+8DV5NDhVo+Z5Ea97mtOT/5chuxFSTn
U9z6TXpp7C7dA21/ZYO9GvLxTDoKE2yBg2cOzQtErvgR24u1NrpkvFkKtsdBliRXpt7uHuc4f0oT
cCEqZEySmkYEOYqb1lERWjv6gQpIr6bTZbCAwWbBfFM1sT7Ils8Fn4/s2E61v49GR95kfIccdO1b
z9OyFzQjxYTekhoWr62DYzbSTLK7goEPbni1h2Ep3oxkAuPT+MF8jgk+Xm13kZXoNqt3ZW2ordU0
yxFoYYlCuFwxQU8Pqc7UYz6HybdU2MldNsEGIPI21aT6Q3PTQaB96KfYvRPUwPlh4iA65CD3vvoe
U/AKnmbHF1FI/jcKoQ7XpvqWqTFsDjTiHWyXSdS9G0MN98UZyuHOgkwwrMcA4OdW26l94J/9rctC
ex3mRXNfsz08lKntP8J3ml9Jv8nbKu/ljRHUVrlmbtQs3X/kEr1jbv8neWeuXEeWbucX6uzIaefg
5nQGAAcTAYJwMkiAzHme076eXkGOIq6puMb19USth9CXVd1q8qAaUMlTyOmOKFZxn5z28P9rfStu
8/mG0qH2JZRi+Xmikryvps1wJfKwDuCIhm5KGy73k8hu6PL0BakRyXTX8GT8TSrphzW+Dtx3o08C
TfLVBsZBxWIdPGPuZ5euusZ+HNO6kfbzhRhmLaCdoLKxC+07EZIF7cgd50ZgewrERknVAoUqCRP7
OF1hDkiurEWQ6mWhyHvMS1IjQ07ux1FM1te4gMaF4Wr+BNFPJ9trgJihE+mHJxGlvRZ9jzJWAfLu
E+wPEwsAGrx6T6zCcLQGzkRT0r0iaXs2e9FfJ1QPfAWJ86eh0EFNEtI+XoK2rg4gMrP7VlBYraeE
ogx1VW8lR8k1K1G6Ga0UuaDyEzJR0pSkgCrM9VtJb3BysJ1PhxnO4a7ueuYfeTUD02pq4F5tyQfE
1NZEMokuyqmi5h6AoTDuIDBmF0kvdggTbmkNaXcxqUgLbhD+dRlVjzdbJVgAdtufZ7gbh1zLqJN1
fdl57GEBiUQ5BfVkGf2eEqqnapSaRo1iQ0OazFVYmdJpqeLKcMxx07KJBPRgXI35tbpMtMxKPbrQ
W7zV+3kC+JM3KC4cjNDDKcGF4A5CSS/CWE9v5cp8blq1Caj/dEGUGfmOvZO95QQRwShXLOxD1Pcn
GRhowhvQ0WzK0GIeB5HZ93af2Yjrh6p7XZVQbjf9fxE05jRcW7VMmIRllLE3rOqwGycbq4rJ9o0j
vqnvVr0jkzpZUprpSHWZaDCd6FdhO+vHzop6wF81RMKqWY0NS1ZnY1DMM1lSNEBbz47SkL2/2uqf
Ntpm7QkS3CFNyVQAcBfZ14h2MTWC2l3YMfbLac4GulqQjp6UTiFWfExizxaYCea+F1cJjTr+Tsk4
1WFnegL/E/eUzFpkruRE/WUtUezUgNd8AlEWrHFWJAMu6qKQo0SVh8oTznYjftIQ1EZYL+lseaYx
y9rhL32sNEpDKxIoCgIr2htWpNAb6xv5ZDRm1+/+khVZ2hlooamLkQYMQ4Ox3IV3HEBTvcSPETTj
JvhNK/SnQgX+zxIDrv+fFd+rKLv+tfj+b//5b3/7j3//23/595/Vedt/8ndxnoGonnQK9PQWfVJh
qEjW/mFH1/9qoYNC1kXChtCU7Y/+Ls7T1L9qtiIbGO10i6KXgm6v+z1Egz9SdWI9LeztimzSmvsz
0rwtAvon2RXWShm9lWmwViNVMcQmEPxZdtUMhWRwlGqDWckoaWa72oKhHVLAxYimTt4s7lTTgJq6
nCIr26Mx2vGjWMIJ/o2Vq9TMdrQ3nWZ5HNG0I6Z1Szh/Mbjvou/2IUkcnK2PRNohB3jV+2cbUiSx
dXvAhp/rrH0YhpIqMutonO6VVnYJiAEdEcz16vVsk6RQcghuJiUQri8k3BnvIrpaJ6bbG9IVlmhX
p7N2icFJs/dAqQrH2jK8ElwzosDCpZbpJ00WlObGuzVmeU/YTbCzBDqpYePpOSsO/D30Yz+QIv6q
23t7Y0mU+PnGWrIx4svu2oDItuNWp5uMG31I/bERv3+E/1I896ty7u1I25//JNir0YrFc80jZGKX
1C+jcvHTC/0HSkf97aVYWDuMDaqgG7yQZwM0psRKnU4t4QxXNHGpMd6vGce90DV0J5M/RSoAvZpT
U5PB2L3QKtK4VMNL0+ues0eL0wLIjEM74dhBvTbGz4PWebLyOPPixBUzYM9Zj/8+7SvitMjIbJZL
m0gBA1y1qd1KCx1YOjcppipkBT6EaL9LO5x7EeVkRDRStgeo6WglXQlxbOgsvH8DtuCcs4+EG6BA
fti+YxPJ5693GMWtGdbTCCmboLi4Qq/xkkYydqbPnNn3mbIZjh3dREGfgwngpuRqGIT8vPd/xx8+
h59+xpm6taAfbXD4JtwNfTZqX9id7IJx7EOt+OCd+lVIu71Tv17xBrH46Z2qan3EgzEzLVAqUxXE
JNQOsVp+cEXbxPgHd9bQaQIw2RnymYrWjltIBxl3tlM/xbUAMRRyvEtBltY7Kf7c2pe0JYn/Pbby
cLdCrdxqJOtnlVPQitG1rGWnCv0w/EaT8QOB76ZK/qcg9R+34J8/7YzToXfoBCAzt4FMSRKfrUfG
wpZ9jaQu8qOu2Y2G5EswNP5vHvI/hz2bkG1pXsJ65CE3BnpWtFEVKIeuHoM8/Eh1+8ev9T+HOpui
SpEg3cQ8EyxAGzq4BqQrvn8xH41wNnPEQyvTkmWEaXluTdRTH0xNf/xF2HBZuApSqM4+TEPW6Baa
TLKDct0vL4PJ2xEJxw5f3r+OP/wcNkccgBiDNffsc0hMjORFxzhYiOk07GpayOv9+2Po+h++cWQN
mUJB7K0pZ993JyJZlgveOETCzHBTUHN4hIV2UFeZuiydcqw7FqLloZgCcq47CsRUE2lPaI9zRLW8
Nn+oAuHoNHCWpY06SPPD2A/IBxNiJJSEf9VKJjcjGI74zctifkgzea+jDwIJ5ZZxfC3RHsHB6+e1
QKz3GvVTIFO0Hzhg9+aL3LxSHXMzsz5KtXxU4tPIicCiNiv6iSR0OiK+pL12+gNHzJXmlSDbBDEi
fIgDcAuvJCE1px4pSTZ9nzKI1jCYCnxOa30IZ876sokpqaczRXVbOVJs2qNU2fcUbmuai11+Usvv
YJCV6lvSmj+EPj4aYr23wvmuN2lcniDj3A65+SMlYj7GyoeWhkhq+T4euXFpTE7GFHSxebFWracj
s0oGmyBu2bdqE2bMTZuTljo9txnsGV3biUnsKkRjdUEKa3SizeTzitwQN3qCRXiZNa8DWwg6erd9
85KRUsDauF0C5JcgBB6zSHdD9bU0XqL1edA/03dncfoqkuImpDVkEOFKL83L4H+teIaqKfV72/aX
mdJuB/dgti6GWd1N8QM9/aDJqqNBpFlBUYoKH9HzV+kyBSqN+u11kZLXJimCWU53ph7f8Xg8cBIc
ZkJU3BDLKnFJj/3VGuaA3Ir7aabQksi01tE4XoIbuKp0VM/0bk7aON3XDTgzqppzcx/GORG3hOhS
Rm0Sf8BArkK3KhCB68gALHSJoB6nbXmgcwGI1OE07AJgcgbcTjOMENF/kwpopSgaEH4mzSvtVIfW
ESKfxbO+9bbkU67zySAgo0A/mNFFxVcmzPiQpl81kJ4UAgLueUlXcOyvdPn3HQF661Qa4Kelmybf
VRHiFrXmF1Xh9aNNgtp1JyaPfYi9oBJi29cP32hWt5Q0bfVUweuTb7aMUoS3LgGTd/QxMYfq2PiJ
YNPGJ3wQrH5bP5CvjEzDaiDkKCoDFYddONjMx+qVHY9ek6uBqPJTa+o0/9PnRF+vS6M6Vet0103W
ZcFWVtZf0AQeTUFYHZvQfngZdKLky/ZRo1MVmg8jPIIKInlUfevBxOnIt+vR1Tmqtia8mX5BmtTB
CSz9GA4IqHUvvhkS6rLpq8LxUetZDxXFT/j5Zu+ycdpBKeM+1Ah82UnbCZAYCTET9m9gMsAKyOfy
c7QsNZUrSvQXRUNQiFpfQd58JvjIHVTVt6prKKb8AhpYKafV/hoCPvdh8jnQOgbykkSKvSV9zAVn
h6bYc1rmhURCXz8j/bgJB82PDbQ/E5y8qHZpViBGvqeS7yMXcWH+7mD2OLBy/E4CEc9mUu0o3ea3
5IEeJuphyaIdMlpMSUtUgiG5QkYFjPyNc7Jn8fYjfnbK2C8g2ujNfGkv5nUukcJcyY6oixp6Fa9l
0WGYXOnQ0/tALNrmq7tdYWb190Y370b1mRBkPy3vEQZkPBxcJl1V3iQFLemyeCZo6jahbg814VJd
cApE026WLiXwLQQgOR1JNSrRljwFwXSN8MinKOXyjfU18dEMBOQgQHt9ID4waDuCpcLhMCfkIa1j
oA+2j//CySoUQ/ING01SYYBgGauToB8FALSPJG+NpkvNanxL13dhBuekjT7bTFASHblC/SHPttPJ
N7E9XCzwmCQDOBh0wSS6NcHwaM2zUKO7dpgP43gF8BKBv+1LGdpptQzarfBWHkq1dqo8IxqdwSnH
Urt4bGF80Lm8aI3xWjGLqzXDLIGlFLOFDxfnkHT3xHvt318FlTM8Gudg2cSebuLpxFWuWGdLOpTk
Lk4GEktFUh23zivJQo5AUlyh4pPVPIAGjayOtCb0LBJ9E0O2fd2KL7JRvqLH4bbWiHT2MUMd8P5P
e7M8n/2ys+XZxPCLlYVfBknY0zB6ydCw6H84onvMeZZ2B/20z733R32z9Tgb9WzroQ0pRtuu3pS2
9JD1RzAVO51wnPdHsbe93i+73W0YRTeYmNXNxH/m0YvNTsGDlnFxZk1YpUEsN7vtob8ZZGTdkulV
s01VlOR1NgAoqWBo0iBaCRBvrKeIR5ETRk6Ay7hkrjlcqIQFCcxB2xk9xsxPsxlNj/6gNxqHRrwL
YvE0/lZcFfQi+WqMw2Q89nd98qnHlDrbEbhfBXexP+41joRwl+lnuAJPPpglX9GfyIzTdHYnUecP
OIBrIEVLLHadsZxarb8hGCywtO9JFt3EUnezfXMgXx9FVDxJiHjJQ7zJO5vYWkDIIwD1aHoEHuRb
9nTb1erzRPqgGd8bEeXGuZ2DYlnvO0kmzogMPqwI1Eef8j66WzmagN/bSarq5pzGajMljIoN02B5
UQE2q6KxBwEkYSEBBLMpn9z3n5zywZP77Yj101GNKTBsFznfXsuTzJwYt/e6FGxlHGu1Lkfu8fo4
HIeu2jH3hvbL+8O/qR8pKvWtrRgFTVjnf349KHaNNYtWZ/Sq2nXJENSH+JQUEHLplf420p+qNf7/
GGAq3kVi/s//8V//9t/++9sI0+2/+kcJ0vgrOkFImBxUf6Necgr7ewnSUv4KR19lrTBpYVmwi/93
CVIRVCcNgoZUZgNZl2X+6O8lSAnD8Rb6ayPhwq5OreBPRZiK8ylO4DO1oLqaLG82GRFnRQC0NO1i
x1SNOl9nQXus7vAGPQHyDdYg3M3e4q5BdqItNF+2B2tXH1avDoZT89zecawZf2SfGoD97nH0AbT7
i/cwefeX7Ag9eyc7QIEdAElu4oEzZPIgTTBgax5kr+9/CG8Wrt+vQmcW3a7C3CKRfy6ZTBSBzWri
KvKnwa+99oAowHLYPKo3KjEij0ZA9d6LD8WF/kHJYDN4/zJ5/zY0dWRdM1TKKCqP6uehu8ReIkVv
2Hzt1mD+koINeLKuikfyALILyAuHFYOm6a3lqfwdRfsva49/MDJ1bcY1FVkWtrxNTj9NPok1T7k1
sPDRIQ5KK7ucZnOnxPMpH5UPrvLNUJuznYI5iBrCntXzmSak5YSHVCT0zbaIPaB2uR/J6b5qLf/9
R7ndrp/XQupQv4x0tgUxJpk9fMtIo3Y36fc0Et//+387yP86ALOmovEF6bjreWF+vWvWkCZ90bYZ
6WiAWj4v3Wio+CR5ez5bmVQ0BFEolSAdag0bXHc4EdmpChsGPSKR+bHOp8aApL5WS3cBdrkf8YMM
qGZ0jITjI6kUmubrWJSHm/d/+JsP1VCYQQTGDBmztmGe7UXkuZJqGlqo9Uea6TcG7o+yvnx/jLc3
n+9Ho5jDvg2z6jksIJ+1pBg7xkDu5M7iKKqPCnvKedFR0OmglKsqisqOGTTBr7d/gPKqzhiLg1D0
r7BwfY3jTdaHxykcHzDBobojJlAPPan84B0+30L+PrJJmh4jwyI++1Dl1jAjbOJJYFxFd8tVeNMf
k5t5N31+/x6+nRB+u0K4DUzr5LCff5Y4YEtajjaYG+e5cepLzcHN6I4edXp/3UWf7F3rlh9tRNQ3
nw231ZQFU4FKT0g5mwBL2ww7LLJpoO/yQ3USe3h5wXpMT8ae/JbD+5eobuXXs2/IoBona7pm05IQ
ZzMPblNRaqaWBJNr7OB1X1en9qC7s/O996dg9FG/ubMfOpqLdcjPP7hYbfvr3w5P9Leh6argU/71
HQI1bIZqoiZBfDCODRc7X4QH42B5/Z7imo/b8k7c0cMY2Ls6BPJabvo9/S69ajfWyTiZB/sQebYn
X5gH8cGd+e0+v/PTzpdTGvQyOSfcmZkIwNiPeL+7fa/sCB6E3D+2IA6QlDroxYp71FQEB7//aLQ/
+r5s5mn0WtBHaGye3ZuywmYQTklASXKPdtCTAuuIEGFv+dlJepKekov+OsTHiIP2BjNSoF5IB9mb
LqtP1Q0xJ3ukvs77v+ntrEJC+zZtcbqxhXX+uAbyk0w7HeKg52gfX3H2bO9SBU/GBwXpt+OwBrIP
plXG1AKc6tdLr6Q8jFUDq1xSDQTDLcR4YXjmNZ399y/o7VTMRESTwmLlBQ1in71/JBM0BfZhBor0
F6MYLKTTMpqMdTU/eJxv1l2TKrpFNVrVAYJo4uzYixVWIscFj2DUSDt7E+3axzJBg1x+tMK/6QYR
lsp6iL+F/4M299tH99NuIlaKLuy7QfJBxt4tp/5a+tbfi4v2OjtSHrnObkq/uV4fNnvks/zN+uBC
37T5GJ7gE41WgmmbKnuaXx8e+fK2pE7gL7HEHdpDeITR7tHIPqhBfSq82n19/xmevyyGykQpq7qw
2G8wlZztexWDDEpspUlQJi0AJXcVkvf+COfPjhHoWmhCtjnWa4o4+xLjgVi5IV6SYHEr17rJ99UH
NZE3l6Dzl7IbIY1dxpdzfssiFdGYuUiZH2E7crBEUU/vp/qDl/18FBoi7DGxybFVYkqxtsn4p/dC
yow2H7A7egsCx0BrGqo9FnK/92/W21GI5jA5h7A5wNConDX8AFwSd6LhW0UyXaNsUMK7qMir3Z8c
xWCnzKolI0TiDT/nG4KQ6MYeLKlvd6viDMBIIUK04QcP/s21MIpKK8myFA51hBf8esdqrFZz25e4
wUKT/MCWEFzTRaYpfzQ7nM9DrPOyxdYfZzziFh7TrwP1IFijUG0Lvxwr01Gwt9GYRT+VFPDF379z
CGLORzOoCfKhsDEEOsnHerYBNVFcdblNgkgYRvlJi0rIPNcGWZGLlXhNUbcQzwBZFjRMiRR1RBat
aEaEhG9f6tPpU75GGaiTopURgAtEeBhg4w4MrK1hSajNyfjRL7V2zRYVeW2Z97jPxw7Dc1yZsS8v
kQz6FjOCF5sRRUCk2nVgEVEOT1kXIx2RhqOsgzm4itx+UC0KP7E2kF2/jOKT0cbEIKatpexhyk75
RbNKmAztftiE18OCpAXoTkdrH/7NemEWyOa9Mk4Raaq53MyPZIeFhltkmj2TMxOthBbHSjz0bkqc
LgX6vMfQIopiRrTYZONtF0sK8vC0QY2aGQN5QqtuX2Pcnj5Z2cIPrZF9FE486/zEeWzzrzh7MB13
Vt5uXcKwuzOGSFyR9tl3fm4WugkiwFRGzxjyTsHJkAHDS4w8vB6GgkofT6+sPbTOBPb2IJwIMKWN
8apFNcFPtjyZJ6MeRhSLE2Z75PSJcTvW6arDglhJ0hSxMlIuXMfqVPKjoEhwDvwcNlqbcR8jjYzU
Sm7QnbfU6APEigUmmxVhgav09LLdFUVq6eELA6C+ruLGoihYuvHSr42z8i3OTq9TuKbjR+LbEfwd
o01rBEqlGGRk+wa5XQrCiql+bjChJ+peWUy5xQdGS1EFe0WeBfjjilSHATzImHaw9iMb7j5+MZwP
QAzhLTCbS+FNtvZhTwJzGybJgVQFtIa7dqqbr6m64KcslaJPfJPsSdyQqlaj41gXPAJdRX1+aqD5
bYbxNPKGVFSm3+mpLXl2O85f4mylAJ7OVPyIPdXYwtGMyXA/DdXso3C0wEjKkp57dTnRNkoTypWO
WhTtQ1SPRCSp+qZ4HRcdBQ1slzrZozEMLV9MI2mpkDBpFzdNVgdCqaAeQDyyHKuj9uDkejnULlJ7
OKhSv2qfTfA+j4pe5K9kNQpQVjLYlorwX83tBa5O4BYQGCYtUe75pleBPktLFT/l3ybYjFRtBKKm
9TIktlk5UWeOP3i31oY6BQAVcgBscikwbU+IQ9VOBjE/ixhOc6nDooo0DS1ROlPAdQZep8VbKGFz
vya5+WKLaub1tmtbKuB0d9ZDo8LCxnmEJmxja8nlXm2IU3engdnNkZewsrxYHUlYzUOkY6Mxyogn
y7pdr7SxrK+Bxpg0Xqc+n3eRhB30MEcclZ2SE8pLlxZJ5KM6l+5lrafqTQeDEFG1MgW+8DUN6aCu
saW5jdHko9vbaZ7vEo2UXSghSwZ7eRmVxE+JJ/uCg4pSsmTO5oM6JeMXvHd15EUSIm1JIirRLSIt
35VSPpyg/UDE6rj1JEmJFBokeRUPg6aOd1ZfjuDDSsOGqVIQYrhr9LS/AD5LHgXiQvm7OoNFdSez
M09pzWGfarwNijsiHwbA0jxINFtpWYr40MQqlPp0SdIfGdteoFpgicB80qMJvQZY2eIpo1IATRnE
otIniEi1aZMQTBXMAT31bPrVtRcWxZEYxPlelIp0q3bjVHhjgtDbHytJfI+kUid1l6jIdm/ZvQGI
BJ8TcmW2HaWf91gUiFlOOt0J2wIzLCuccoKqVpPUXW55LXPZEeWYaQ26xbifa/QOslkKb8hb3nQp
tMI2iCrADLQ16yLaUTGLVI9IkpBMFsiYtKNxgEDCiOt0OJhxGEKkqgnK6lWcbq4W28kzWHI7821d
WotThJX+PueLIr4OVT7RVlM70BoZm57JtCqSFhNVjSN/XbuZhGH8il8jLDHCnws91y6GJa7Uvd5A
FHBjgj6/TyrSO1QKXTsgnWvwfVpLO4y4IZs2CsbEwEnR1aSgEgQM3svM6voyb2tVcYeCCGE3tXIy
0yRlDCcsHyEAPzAYdXwiLg/QuV4Mo+QNcLFouGY29FeKIPpTVA6E4WrTkPxoUik2MJMZ2F6GXomy
g16OVuSlVsvUPq2DhDUjsrotMETuvqNNmVenkdaKDj+2yZs8TiXy+EJ9i2ezZAzYKbvb18EqEsPl
LDO2LtwgYXnEQ8OjU2eLqbVMBoQrmV4KohNmc2B+grsbO2g9at2l+kxbuivs6othpj2GAk0B3rKE
m+hFohdZOwQjmhdMKCMvRl30Ov/cypSNxpu09vglGrS58tPCIvExxq834AVrDODLVZs8VX3GxAMk
uHoNhzUqWdaKWjnGswH7VW1S2dwjnd0S+6Zcv60oSH1a7RFQ7soB8DW1y+GCxFjorVLKG+VQt6Rl
WyjFdD1aNQCHWp2017XGT7CbOJw2bhouNvnS5CrFDsal5FMzyg1it3bTHVhaNyFinCL9K7Yz8/ti
El3N0Fie2M5E0JJt/C8DAoJ52SBB/ONpENU3etuWgS9625Z0ykK2oNZPC7OXgerbjYsOXQDIH0XZ
z+XKM3Y1Y5S+9LCbSHfqCJEKYrsun6XKHBoIAAWtVt649KnXW2Ze2WjYc+hzmz7jEWD+aZqVnRVX
Un8fjbrmZkxyv+77XK/IRhsbHLNCFvIPY1TxzZmT3qpuRxEUkoC89l/agqhET5I60BwcoIdH0joT
/CFY03XyCpT2HrBep/iGnI734YwYH3uqjkvbWJnnTGo0X/Uk3D4OUk11PoY8WV5TecYoTn+uRp9p
W3lZn+DRztaO1bfazPZq8rWdC5SEGp8UPvV088CntficZ3oyuHnfQxLqi8V2zdZe7xYzKnPXnBTj
tezj6SURk0rzMetblJ6pCO8q8qB4v0Og+olBK1OONCsJEiUTfaB3Sanu17AdI1JVEmq9l40NUGuE
rNbcloNs/lipCMR+pxmF6uVgvIZdN46KgpRx0khcYK7Q/Aoa8SV5HewHAZ4LYpBikay+TFnhwe6t
et1pUiSesoHsGEeuujgOqtYIkd0YWza0Fq0WYCdAkDf5qFvYUwq9eYmWbiMkSzM+PcwO6o8mXqA1
zW1ll3AFQtIA5TQdSZEXKc1MqIdHMaHucOJGQzSdM/AFL/uYeIqRghkfVyhYwRRtwBORa+mP0Kpb
I4iHMvSrpK+XINfZDOEfZhOzgI57BDo7KDc4NuAx78Nlapsf/eY2fqCKrRFGwMZIPkKcJgcEdLTV
BYlWi+wOEuYI647N/0SvFab3Hjp6Z3zhnFMbJ/Ib6ukKhZlVn7QCbMotqjej33cxec67DAIJhIIm
nJ7ihJI8UAKJ9kGP82bZNe0GnkgzvkA3zbFYuDH6B/ReSWYmt5bUsnckrV2WaTeQgemQS4MWSNWi
+IVSrvV9nldWpmiuYmUnNUVGgx6qde0W5DZ90fm50aFU8D5faQ3nPdDZc6J37mJHueSidlF5AwbC
MeZL+HizLTb3nHG5UlhiYw7SbLR9c0xAriPYEZlCYgauRNvPjGT5NqrQTvwVqvtz30b6I+xYrd5B
PEKgpCRZI12leI6tvd1PtM6ZwIUCjVJhtZ890+pRaBFcBMVJH6MouawhSOGQ7ZhG0KpHa3rPCovA
y4BzASalXovoehxHbdpL+sqczU7fLPx2EMYaCMJ0pqMZW2TFZBvu/KgTc1buTBC/TEF6aOfMraH9
qbcAkT2VUbk8SRqFhV04leZ6nEtJfrGXFHtWkcrTtDfCUY8IJhbQ3DAroyCAJxnJyaGhdRMHQ7Eq
aMD7eVFuqXqBgFXLDHXeqErMJWAx4XibBI/mnlnmin6XFjIeY/JGwRPi2tW778CKynnXtux2jmWo
hvmRdEol8cqSJfpaz+YC1EkqVHHfCLM9zYKo3ltJqQcCyxGxZ5NTZxnhbRb7ROMLZFI2CuukGTBv
2JL2V508MBE32qDJ2LHnIfFMslaynd1MvYpwAYq/kxklxodcxWaF8hBcBEepFXFVnsoZ+P0hn4EL
E6LReOmqSkRYDZUGhkgxFr4oUtOgIhgKznNOdnAqiOgrQ7eFIYPbi1sVPWtAvsAyZZg271ZLX2Hn
QR61jjCvCsU1CqnSPUMrzfuSf3IHp9K6mYdOq3ZkS7cvojDX4ShGCiK3Fdyrz00EEXDHJGGD07db
oLBLV/TK1SBXkF8ac15ZCEUfTV/UadEj3FFqNfllMTQwbjBtKnfAU8rnogLosFOtkNSeZK3zow6G
BGqTzLPzTJ6vfDQzFQf5hMdSuR6xkq6HscAI7/B9dwSm0BqcFzR6dczNwnhVgpwtBwvQHju12WXr
kv9Q8kSqjkQMwrhzhnWqp4tqlRLJ6xMwoE4sj6y+0UKN5IRnCkeeJnWbORDUWYTMxYrFdZUnSnQB
6h4wf55Qg3V1PJyKRe282nY+cqgUsPZXgh2Omppb+mOly6yYObmG3/TQYG+SaNZjKJHE6yWNMT5A
6jDHeymtysLFYSd9r0MO0ojYmu4FMylWs7jE4U4olIQSKxrW+6oeaxKc0zj6DqsJj4ouFbn2WnTk
BT5iOC6eFmiBCfG0CUnbG/GC3OmMon7WThxgdKoKr9bSz+mhkMvkhwoYltQvhPbVE9kQ2uAJKzLL
i6popS8SWyz7AKaQLGax4hXliJIMxgUGsohPXBmyB73sbcvNsOC3NxSE4odc5FF1VDIzzw5l0acQ
I+XR+txAR/081mE/BpxcyRHshdyEnmXpCah7IakouGSID44xTuxHDaNuIji4WVNc95AVcldt60lx
i3bkcLHM6nyZF8wnuH5yQW+bRYdrIwzEZO9fKQ9xwRRBak6S3WdytFk0MtEhFFVmo7yfsUMmN7IN
XPiYrmsP6YJwO2INNKOxo8ta0qtvAvgyRZa+Hg2/KDlJoN2p18rpVRNMTaUa8W3BMaJ3SrMiI0lP
1lS41MSLFGc94FO/garRUAkaFxaaqtHVK6jVi3KBW3ZJXti2ZfZ+ITwNtOlYj/3looiSZLfYGt0a
uyQHvNUYQKMOS1u+AA02bgxICOEOr6zVsCdRlR+UY5AXsiL27U5HywwjEj2A7K0kVDKjsPr2zARa
mTt1rwma/o0GHrFqhrH2Yy1spH3PTjR2coNtDGzaaUw9yyQtD3Wpnd4satUCBxpiuRXOKBVG/MWM
o/oTgiXwsmMkceYiThFl9LIIuTuaUR+S5SHB/cHtshjYozkuEBWG1QuCkBrWDcb7aEInSuf6uest
Ao9aie2Gg4sSHGicrl+MXFWfphGo4cEyUwUFpbzwgUlRKk37NIojfPJ9tsJEmEudL0DrBm8Uq15R
i4iRSOqkRthIzrQFES2CTIIgKWPIh4jDFSKyvrFeKnsL1oiaIroi+EDLIFeUyuIPjdqn+2XMxE1I
vttzuMbhnZGGYXihxxKZfiG9ld2Khpwe1ZDx5WVaZlkOR5yuJMCFBcPW1bk/dlkf3yQj2YAwYcoV
zrRNBGiMY5XYJ23mFF1zr3WnyDuqfPOwtgB6s4qtWVMSRi4bXfcclZ2410dzvYeGvPLDlRnfFIZ+
ZeY8OI1fa72ev2kZxAsvpnQ5bpzm7qA0ObHahEGOwL/DqnmoQbB80UKend+pokMlMc6syKMp8Rfh
Au7BcmjcoEsLA/HkzHWDFlolFQdLetlA2E4blkmc8/X91FTWbUvO+/VcUtp32l7OnuxFk2fe77kk
hYIwrM6R49C8qbW0nJ1ZMxGZNqRDe1UsLa9lvgWMlVOEWxUNoeqaYqXSZ5aGcUqgaAj8M0UsBVhs
JIg3BYIL14ZuezMJQi39uZFpTUK8+pFEBUcsK9YiQCbWoqoeDg0E4gqwTuquEHfjQ9jKlvBFjPOZ
aHDqBpySIgo2Xa3UM3R2zZ6OfD7rwkNSmFk6kg8TlxqUfikGQr088Hx14cjtUhNZYySmijgdf6Mr
NVFq7VS2ESnTlB2jz4inZ6XQlNgFBx8BW6yM2O1aVb+vQsN8HkZUQN6c6jxcnIgNiECJSS8t15J0
aKJygWr1ffQ9HfXuxW6btvaLIU5+GGAPKV4rU/HQ1/b8pYnl4tpu8rkOpAlX+qwSGbytT933stWk
L+MwNQDVq3QhkTcyxG1FK+BB1H3JeVIpTJAZ6rASoQphlekBDqDswFyPlwsDD91TTyFW9iAr4abI
QpDxY47zmijf0HppJn2kyJok64XRNIhtILzbx1zrhOQ0bAuI6iGVTEcDnPwv9s6cN5Jly+9fZTB+
XuS+ABoZmVlVrOJeRbKb7STYbHbu+562fMmTI0My5MuQK+gDzfsQ+iXvHT0yq6dqGnIFPLyHi/u6
oyIy4sSJc/4L2cektOjbGDkFXdOqk296reI9KFSZhHimXpkWdkLoymNkUuWv9RhnaEaiFUukGPCE
s0ONCpht6Hop8S1HROiMocu+Jz16Y5aqIoyvm4RrBwfeBCPwMcvux1BMK053Tu5c8QDHadPvSapJ
d9rA6SXi6s7Ku/QgG5Q12kjnwkdNwXgA0d8/tK2MUEnlR9qqJdmEQz8pPB6VBsNK6stJ9wOvAaAf
8M/JBnP/JQhlSoRkfdFBQodtlSilutPRtV6XChKgdtjROMLtzfIU1GH0/otBSoeaTQ//MTVN67mh
MPGz8Pr6QkY1q11RcG4aSBSGAG0QKLYcoCIB5NbB2w1VVx5qD1MACZ/ym3fVaGOGF1aQdN9klVLS
2uCW3KEbbvzAGCkxVmCVlPxSjQqCzJRH00NlNuKln5nStdCLReMI2Jf+EBAsi3EwLuuv/jSgadL2
JjUzdC5erHgYofpWBk2SUNUitKK7BJQVhWc4tErSA12wpvpFouHNoTWU4SdELJG/LWqHx6GLgbbG
dLxaAO2i9V1tOg4e567CkZUQOZNb6vybKoTg7qXeUzChJmeRCIA94hQwxJieWbTYzQdTxh4lmbDF
ztATkmtTxX6oyUtUOmrMg7yuSn+YYmk8ARwH+t92Y/oQinX2KDeUOVxJhaWFX++AFU0XRnLnDB7o
WzdT0cp3ojj0bsDn1zMcOVSw/Usy65sVBEi9CaZHmUOZpHKPPEeB2z1rZ1MGmasXaCC/TUo1PBqj
VX3V+iHjZKrBG+VLQpxH9zV3sRiqriJxyl5T2rooLOWph+UuWnTbSOqicmWVWfgIcLoVHTGXjb3q
w8pfh5PX5Gw+oG2uL5qJtNYMAaNTmMy4PmRmrxSrokRfh0oZOYID1Fn9Mfpyg7toYaU/JqognNXe
QNcnLiIIz7oZIIdfoanDUcJ9+xVO7yDz+7r82kiglCMaHXNF4cvo46MpS2G+RuIO2A5sAsgLkWpl
ZDgxd7mgRzJnTpe7u75EQ9+NG0ni9FepdW/wQn+cxKJUbQ6R931oaTfaJolwS7fLQIwGmKJ4OyqZ
9qzKc1LGddbqoE0k4OA97ddaHmy0OIYnpCrNxjF5tZVz6yzAkqKdz6yiUuJbSfgTYT0t54hHD20f
QvikvMCcvVBDTppFbOwwa9F8tSBlKZhweZ0OT3ysR/ZLEYSo1CELfYHoDOQSU+U5ck301+UzCJOZ
rf8JETTjOw1a4SCgcNsx5QV6wKfppUkpIn0FSjhDvIkibTuVt6oU7SDE6VK0kcdmTbt/lauAwy3k
MTSw69IldbobCffTUoWrEZESmC5iw2ut23aUPDG52qbmNSTnM+3UX7WILRrriiRRTbCWRIsuSaiA
CDSiA1krHwU6YDdJ5k+/PYoi0vCGnSlbaB28cx4/tO5Ls+kkq0VZFda+9xUwiXGjGoKwPt0aXuIc
DApmOj1oyrGaTGVl/jYfRolqOJvSpEUrrUmmB7GvILoYqbE1STBXZqz1vwnzeR9vxtiBUhRVRVv2
oRvqNuRZ0QqRZooGY0TqCiDuzJb65azAW/IngcQAt/48q5Z+LwggNVplDSo7sYxxjaqRtqpUaS4K
8LBnQAPzDv0IHKOPD8dfN4F1szFUfdHLH4sp0YxYQfhujmuDqt6IPWa6Og8HHt3CbRbAjzz94ZaH
hiGteV+ICGHoqioupoiIJcZm9PXcPA89HBhS6tsIFaNAlWVnZnc8FPsQ3K3INWXqqr6ARAj1NOr6
gFOQIKMWppbw6yqfWtfQJec+3PJowZRBYgWoCmp7ssoe+fzhCF762DBdtM4CinFBZepuVUo8kk6v
3q/GUUHfsx05AAgTfB4nGRVEqpGHgkOqKBeaQVqRD4Z8BhdzvC0U+PmqBQgMuBLY68+jFLCP9Ayc
kUvjQdkT1g2SN0FG5CEI4m9tktEtUdpBPLM1jieHZAodHvgJEvyAd7TWxzOdoE/aj9SoIFMWa2o0
0EO1Ilj/7hICoQNNbgDTAEmqL5YwjLhqDCzC3MCsup0WqgAj++p348U7oG0Ogai60F5VFtAibYgD
ObEi1e3A7PCeR4wuiarhDLRoGS8YBfShLhuwPWBmyMrnDxU2PJ3aplBcvUI/EJ9waQ0zILOpVmtu
Kobl3W+vHUQHFd6Gqhsytq2fx9P6UuupfCqulEjtuhKQWDFQz307Pcrx9oN8MqMBLU2bb9h5n3zY
B1MOGJwKp0ItV5dvQ2xqN61W1g9eZgh3U0wHKjBNksPTox5Hixm5SqgwgFAT4BdrabWTNYu3K8RC
mNwWMnc2Unn4b3fF/7c53B/ZHM435L8uovS3//3f/uFv//W//PN//A8fVZTmP/MXhUnSjD8UGQaT
zHWoqdBA/i+FCdGiP0gruLQMQ8Ubbr5C/sXi0PzDkkUAYyDEZQI/ScDfOUyy9IeF1Ch0I1IDYoDx
WzpKcwz8cHUSPfgdSDYA95gDlrI4CgA9tFavPGVfC6S1sA4rFPBzNAlQ70XQTET4YPZkxTH48GGh
7v4c4qPj4SJKzgPDONLm2AU0V3pnJX04Hemoq1rtV+peybzcBaVmISqMHdPpUVjez9OTLGDcRH9T
Id0BUfr5DGpZF7VYUon3k6BcC0b5hnFw4IQC4uv9D1+Nsh2kgNXpMRfRjIj/eczFuQcBUBVDJIrA
2NAwoJyzkep0XBeiD7CrOjPYIsi8DzaDP0U6a1RN9XkBPiwjiYfXIQoq3uO4giIzMoIrNB2xlAW8
f0jF/ty18w4m/bRhSLHoGYCexRzz+HbraLRUXmPIFNniveyp9VXlldssjre4AjxU6ihsQ0xm0Qn2
2hutoXB7enWXLIF5xsgNzDh1De9Qkr7FjJVixAwwl+8ZSrlqVfkmtPJiUwrwpntklu1Cr+Godzn1
NlBhh3iNLGeGj0oWfQnDbCtsG4Cs16d/1dE3l+X3uwtENOQY+GSff5QPpFVCsM+4m1TUFsJ6HO0G
mq5tcEdjyFae22PHq8CAgGSJ8QgeySC2Pg9YdTp66agDohwL5RgU6aGShEspLTBcQV7DERp5ekgy
WuwBnROtj0AF9MiSFWOxlTPqsWKaH/yZe3V6IY7iCb9rzuksjYsVD6jF7xLlIcanYjLuADyuSFC3
auN94x4sV7zkJNSGxau2mqhgJ1J15m3zyzWxyI915KRgh6qLw44IilHjCGjcGX59lUJoRixReZT8
ARVoY/iC5PotPlPZZoL4u1IV1d9aUrfJDSoqSoeFhTV4snt6OX61L7BMJPQT6izynM+fSUDbU/NL
mc+EFcmdaOKh1PjtWyyoz1ltymd24XLxscllNyhzrAOez/J/Hq0PPU8lodb2OCkjZCpvq0JYd0L5
MAzyt2BqHml3I88/eWeC0JKAMLMaZ6KFqloy2bxlLb56HwYFTbNJ2qvWIQSaFAO/UgHKoLGt3XTC
VdmsSPAQtnMT5CaiMHSV7vn0Si9prH/+BlnltqWgZ7H1Pk8eqXBFnXpZ2qM2bl5jBBEo31V53eo3
WuWwF34aOrrVF4hx+JlTIBqy9SbQz78bnt6X4sPPWISnpArHhKaTtPd/oiBSvUrthYQWcgc0cqdn
DlrNUekkL8gBGtJOPcebWDI0j1ZhsQWa3E89cWT4HiMB8NrI69JlJf0zbpFD9R/BpwaVU02PyKoC
aEjusJYJ3s58ijnafbwjlmuw2A5tlGbUXEVp3+qYapXPnUyH0AR1M7xm4n3BBqms0anHc0D791LV
0cDUhbiAFfgWS1B/J1ahP2J+ulfTVRwA3HLAimH6oKOWMu09pJg15YKrwY772VzFrvpvE5htFen/
dZ88GD4C38pFpxwwLU8LnG62KCjRCJLPPU3f86qjX8p5Ubi5ucbepQs/3NuJJrRVHivSHuWKwdpM
nX2LtD/uoXnrgsOcWzFAT+NVduiwUn3tftbA+lfCZiAvS9ZFtinhkWPsYNnZaPcuNl9PmGfRRsAo
DHSZ1V7QVDz9WeUFc/F9b/GwJciQLcJGWwQzsJ5eisCQvMcBC/e58aWSr3yqrdmzoaJ/7CBkZFzM
Fgf5qoxWqPxO/v3UPw441uAddB2ciXbvfMDlGn78PYtEa5DyIMvpEu1j4OIpGE/HuDG7a6ytJ4iq
xmrA/SK+rv0tqo0BUhjlY6SAjKcn1976uF/YUXKfipeaeEEzWUD9R/wS9naVw6PBbGHVVQjcq5si
3OCZkHyN0Xz3LnSAZnv8BE4v7XwgTs1kEbtmkf4WHJm8D4FEWReoQicopJsv7fikKGcev0cZHGQh
U9W5JnlfUOtRF8umCgFycZkq7S0El+6VdXqRb3AmvLa+GbvyjAm4Nv9ln2a2GGwxsx5BRiOgrrBv
e5cHfoFyabUKdTSkjJWR7zRgTdkO8SI1vkSCXfEQVafRPu1xBMzHnRLddu1NI63oacRXJYJJua3d
i1dTvAKEUWMdgmIJIqiH8DAjPOkBf0W1CYFh/TpCp7gA4qv0DxQdp+46iGgRuOl4pfgufzh81WHD
CHv5nLLAURry5/pagEUtcnJ9eeeTbaqCmo3SftxYGFKXToqX1KvyFffMWl574aZOHdRNwuCqjB0M
Bk5vJe0o+M4rziXM/3BiSZA/34MCkF8rKlhxy99gl4zVhzW5cwTWUCHl0lmN0U2GPly/Qq1buwiw
5PmBgloPA1jC7OC6L3E1Wvf0QuXoCYdQeCcePmvpfda5KmctuZrqJzO31YN8MbMp8Th6AyYvp1+t
fO+j1ZWvgxIb6odJukSsXEDOzUUc9/Qsj2PR+yxJGWd23bESQV3UwIcxbdwnwabGzmNw5ReR6Pk0
o2gwUZOuS38tzxg5p7hpcVDUbSSyB6xudFesN1idn/5Bxq+X/e8/aHHxAhmCBDoM0t4ckYpzBPkp
Uq/62EWaELBNAkr3tgtvO33XRpeSvssmt8U29QBwNZhsCVN0zIaIn75be7RvebrQCsIMxPZvTZCI
udN+r5+MV5z69sG99qLTpz2wu7xpu9Z76Lo2MLNqb669rzSIlCcJYo1uqz+5Wky6Vk/pDTmAdWvd
ofqE3EbfYQJAaxqNThdJxB+n10JdPkrfT4CpU/KgtEG5WP68BWURsKMo9NJeOFi32mv0w1Ic7Xsq
X6KSJ0prXQAI6YxX1U57qyZkkm26TYjgvZCIW1+DyM5fBMlNb5o90kxP6UO51X5WN2w5oKXZVxjD
DZfOa7jPrrxLXBmE+/qq3ubnXhPL1P19EhaFd/JaZILEOdn+cEPLmNE1A3Zhexa3AoyioONkpzcC
CinVptCAcVzw2Yy3JrZLjBk22bmT/C7nsIyd8yMPzqDMm/t9y334BX0NC0gPAnkf/AAcUT8GiBBu
4ta1EFPrbaoySb9OrDVBE69N8atsm5f1Q7bng7Y4NdM8Bm3Ey+a6eYRgYk6uIWxOf2hp/pBHv1Cn
fEPyP/PTF5veSo2q0E3WCLHZ0RbpvTxw/2v3qyh06rvm0TpzT54dcBHcqgRhe33eWVnFU8LW36Dt
FQC8Khfa1HSNKiKIHsDu/4/zXOyFLM48M533gvc4vTay3d+0b+aDdB+9dC/WU3Imfz56xhHbEKT6
l1VddmEE5Lf/HM1/AhYvKI75IqM25nSTE57TF/j1Jvsw2KLC70+NHtQaTzeYQOKwBQ3hj7c52iUZ
qL0h/xoAmxlQSCWfypN1ODslOYW5hqUzeA8tVh3ynTVd4HMvIhqhVU/YqKpst46Xl3brlYd8iM+E
2l8mMB/XZxFeoOsILcIE0r5EdBAdx8csR0zH7UNM0LnXUfTMonMbb85TTux0fZH7QklMdGrp7AC+
gwSWcCVY66w+kGMKCLo9IgmX4f8HMMAGmVecO2hHqfe8JZAWRLGaui9dus/BCHnTTG2nVN57P8UX
f9x5z5a0yr4Xl2APBaw/0jO59fGL/vOA71IZH2IP7qJZbeWlvMeZTzZdiAWahZjcAzzTUSvtjuMe
NptMvjTIs2JRX+NydfrQ/eoS+TDlZeupq6wa9S+m3D2AoOVZBNONPH2MH06Pc5R7z+kDxRnRgD2v
Gu/51IeZBiBmUK72RKRleTNWdtLuxnLdpZCMAtkOrefTwx3XKRbjLQ5cF7eZActQPMSYxpgX+GI2
+IGWOKE5k+gkiMBC0yjvkb2KeTw/woZGR3UVxme+8LlpLw5RjzKNB9tOPJjSzjQdDypwvZP85zCD
0/T7UWYx6cXx0aJ8Mr2A0QSYgqFTDi70ptnFWLN9SKbqqtNv0+tZKxEzpmErPgMHVvxrfMzVwIUk
wH98cT2GrpA7le6UEiVNyvgw1danP897kfDTQV/8UvXzSdPQmDaLnF+azPQqxy+uArgq3QYbrfwm
qLd+fllAwiyderKVapNxIIZOhkn4CgxGxZjLm2030fKdrQPU6ro3d1N5EyOu2qICITtwlfPkKpha
Gy5nKwZYmtrgowZIinqJCf3oJsJFjgy1yEO1NA5p9+P0DJe6i9gJzvmyhP4QxWraPosKlSYEEcQy
Zthlt98KC/3r0Bn0bYXzi/KsxFuLp/10NxMS9HP36FGSvBh6mS+YoSUGIkMH6sqwNlHPIjgtUgIg
UTkKsiN754Y8ipyLIRcZQ5aF/V/fM7nKxa3oDN0OyzJR/2EEHLhrBaJSfSZc678aFPUqNJZkEyeU
ZeYWCLBIxWiUDlThmnKrihsQoyhottg9ocOO7zsklCdhttly5XAXxWsjQH0OQu4addKu4dbcpsnG
a+cqEFq9keB4xgrt2NnpdN8/W9ciXsHqq/BtfPbZiz5/deMieM37WMXkcV8B9vc2kMKsazNE7xqC
JQnrnKiGsBHMK6to0RT4YmJM7u9MSFYpD4gzR+n9TlweJdRo6O+BJjFoaH4+SuAGWnyCBfEQIkUO
rrd2/Kvup+5k09rwbjFiE7GNx6nb6YLvbb6ZQqj/dvVl2IEBsGzzQdgj+5yYLMA1CZ6KjoV5ocCK
NC/CZ/8hvk45l/agrULTTboNCOG2Xg+mDYHFbzE+eESfu1V/tsIuER0lh3S6RlU5NG3UAXyUG1z1
S6BTjn/zsq3JG42qcHQmVTnK5Nh8H1dgEWQbq4abHrHfa/m+KXhGbELhQt++lIihS8L29MFeAvne
D/bH0RZBNhDMUch01psiy7Z6NfjUZrrCf9x8QdYDHWtkPYQ3dJNLGST0Brfvascbk3fVa/UtgmFA
8Poen6sALROneQnmUGPAnQZFslgCVNdEjMki6VApLr6vne/wLjk98eNkZR5DE5GvRJ4OX6DFxLMy
TuDxD9LBCECP24KFl63d/Ei++zJcV6eBgFnZ+IRl/oX/5fTY71Clo03+YezFfaEMihWoKWMjIq8+
GV/ENxMdYphIX7ov+IGkmGVj2Mdz/JlqTy05/hdIlsJFzFr7tnhz+tf86lL/uBCLaptviTlOAr10
aFJnSp38PtUcsUbD3DnXajp+iS3WfHGLZNY0Cmk1SYd6zC7MmGIep9GFu2VKVwa3OsI1yloQr8f2
TFg5O/LiEonTMUD3gklWEAwVu4Ql06/63ql5ocggpN3StLUG1M25q2T+lKc+9eIqwadMVUaNgfVv
GGs+s8f0lwlqTWYLT8JbIEIxd5PBJjM5/VV/eWN//KyL7F8DSGQaMWutKXtFctXO9cuNeEMCqdyO
L+obCjmFwpeezmynd1mi4xnP7XYkeGnqLiK4lRgNrgqiRD/EwXIW7zxhXFfeBotTd/ymg8Rvg4cq
/woX1laj19A/jI9TsauU51KS7FS662M6MPRiaQXCMkhxUZRHW0FiQpHx6zgnt/Xr7f/3n7uINYFX
SF3DyPDvgR87BfdMvfWkJ9qPbXlGQPb4FTofgLm4hZoROENlsRuaREh6+E3SIWtWpS7ZPYQdSaVX
ANTgKijgZITrItidLX0q8/4++igfBl7shlLIYR0gU3PwSNvxB58ZKQ6cmgTE8CxYAbvAxVh3+kIj
JEaeFXPi1o1jF2dVa7JFBei2W7co5rhBvB2HS5lmeLNRo7WiX+nGface/HAdAeLud1qLm8fGOydk
+str8e8zeG/sfHhymVkooaNQsq1UBwtQu2J/UA0do+dmuMDsjLaNe/oIHZck378WmBEUB7mPlgAN
XKXVHFkhhjS2yqTZVYQDesv7I3PVZCu3bu2vjXZTik6FjCO6wANvQAlpJWSRq3WSPWnpdYIlLSJF
jYtVzTBdm7KDMokC46rYlv21wavJyL9U4nPYXteoeCZfE3VbZVvZvEjM0o7xrEghOSblKotmm3hq
KtI+8K7C+nBmskfngAYA0D/QQJKCzKexiM14tYaBDm37YBXXOamdaraQ9Skzm5v0qbK2RnMfFbec
1jS99NOtEa2nhLbsvYbtNWQVHHWQSwpd662xHOUnrMMgdWP4/uRqJGEkDzdQRysK7Shi6ZfNpkic
co0HKrZbtbHtv8qXIk4HtNkAwbhmdn96eu9d3E8HYDG9xQUgaNPYdIhmHNRhNRNqeTyUTv5iOsIO
ux4s3fHyC7CGhffuQoiLp5VvXKoaBam1WqGdaxfMTXVMzZXklec7Vv8zEtxKXrUsk7LBaiOCaSds
CkxIxlWaOsOFmh2qmYfmQIZqkAQzHTFwtZsUBa8IOQS3mqkPaCCs9fglbVeNjJKNg915K7t0bFF3
a1GfKe1wwCnEbr4NaNt+4/layeukmGwd10JzXWlfCuuMKPFxajSvla5aQFFN6kZLIcVKgionwUc/
0KId5bUI3XNq7jIfgh2QIHWTq07d3vnlbppz72GnN2eKmUfRavEDFrlZ1cl9o5fkf2Z0YUL1bG4M
3THkS5SYTm+L41tyMdIyEys0BUwUyTY+2GjmUaP7Kun3srEtC9Rsd5Z3EVeXRghi363PyUm+20wc
7ckP67zIvMRUKaFssSdL1NRwqsE2ks0w7ERh02dXdbfVAtQmMHzbhdVGim78aqNXsMChn/JoO7cU
R+/sxVIsAsBUwd/yokA6pNllY1yYdCfaFUTPH+D2SuAD9bmcbP6Kp6a/OJIgetQKrQfxAMAxG3+U
HdQfHFCUL2K6xyyprO/b9CurTuriDfVvP3wAnADwV5Dj10HMHgG/akS2skmND6lWdCTfJnS8JsVe
2pqePSNP3ClBpKfI2m8+ijaXEBFh2GpK79YGr6FM07TNWHk3fZXCrxjHn6YMz1mShLeq0b+R840b
JR1fA8Sspt645sZ6mOqqOpNszdvz0xIyCUx+YWCZmgJBZ5G8zK165Hal+FBlM6hCL2Fdc21tzpyS
o9IEz/FZcB+df3C3AG/5GR/u3sYY4MX7WISUpv6M3Ne0UkKUoaQcx+k69qQVUOUri6gGPI3OaUtT
XenOzfU4LL3/CrCcGgwuHam6z79iqDBM970Ro5KBVmZc+645C4dlba1vVSzFTGBTaND32DBhwX0h
CFd1JB+MUnqESTed2b3zafiw8lB5AFmbdCWxhJAhIiwyOaRUygbZNB/JhUh2yzBBR642bLHxf/ZV
JZx5rb6zGRbDaXBr5p6ZCOlkCZHEjQcBTytn7p1ypSMqspaUBlZ2Iz968JTQDwsvGlmpVkWWviAI
BoZBzIXLWpy+5h23eAEv3lb1olz5SfpKAxR1Nu2i7FDSTAdVcUICi6T1OFvpWnIm61323ee1mrsQ
JnuHtFec3To+bp9xzA0gOZq1lwdaH1NJ+bCSMnVtefHWa5JrTUCAFOZ9g8IaBFbTT4W1D0XXLsoY
VS09fxpzLMNCUd7KhelvFPNSD0bBjYwhcrS2xYNKOfd95eMP/A6zksG1iJT6tUXG3I9e68mGLx4G
XboJUtHuURV0ezOsLxE5fIDnjrBfOvl03QfjIgmKDC94WdxEZn+D2lZzOQwUC4GXXo1hOm5bRXIK
D99scN32KIrBncc8nbadyAJ0rbsJxLa/CQVc9fI0OkdMXJZ5+ARYTM2MH2xO4E/pi1jb6G1khUhZ
HLrIKjdRwOr7iMCQXGTGSqtCgFjRV+Rv27Vckxt5PkAaI41BweXkbBWyKDthloeo6Cxnce3dRCEl
OEi6uCMoTl415T36ITlJ0IgvVFeYdi6gmCgPvK7PBKNFogpUGrAoUvScP5hSoJk/7yaxH6zOSgtr
HxVVfimE/aNMqpnqxo3GRnJyvaidJGwvNCRwbGXQ+ps0ANCiSGa8S6R41fZCtFOQOOChioU5dgiu
rHDdv//M3zLw+TeahRdv2aGp3t6a65fi380DvObA0UM/aP7953+s//xn/y13X5qXT/8AKzJsxvv2
rRr3b3Wb8Ef/tDWZ/5//1n/5D2/vf8sDanb/9I+veZs189/mh3n2kamic1JOsFv+83/62//6H5Bb
/vm//8/ln/qL32Jof8wMu5noydsKkw2+4F8WPZb8BxzJOcYpEDD093/1F79F+mN+mfDluUtUCCDs
4BpLruCf/lHQ/hAl9L6ASkOWAcP7L3O/+zOCsmz/qsXLstMG/smgqYeMNFV4+LnaIicThrwNYnkS
VlOcr1sjfkBf0KnSn5mmXiSDtc2zTZu8IAWbGFcmDqwS4L5myLel0GIgKW8CuVqJw3gmW1kEoxmV
RaqiSBYQWIg9SynoJEe0trQEa4WCa+F0Q5zxqECGrkZweUbGnbtvZorRx+uNfAIRAzCm80pw0t5D
+ocb35vUqIMyRg9xSmqUMPRMA1ujT1y8XRCDyPMVtarAGgkGJoZiS78BkTHhUEuIG6OlWndkqX6Z
3LTTiHMjMnV07cRWqyPo8LVwL5VB86WMB4/UL46Q3VCA/6BBgIjC12JAFND2u2D6wsHVvgmtMfgb
zxrHYqYU9tGBNvMkrVJZo0Qb5WHpreeZoOeZtPQs0I/VArS7xIqXs1UhAobLIF8zibIY++hJbvZe
LRmSk4/JtC4GqdM24cS9IuhjpNFKaxMVpbKgXQepL+oUgRVcL/Ik6zdhqZWaPbTQQnwtVRRbVgNJ
d7MoAyOVdH37XKq6AIS0LoN14UXdrEEnYzMbFFxjbhirPOsybbAQWLE8GKyW75coZkspbdyoyzMU
FQOcCRzVG6dXE6k8Oj9eXVq72C+0AqFxOIN2hB4apRm/H29rFAaLFQUylldVIoQEJiHJdbszjbRZ
+ZXV4xsdCABBWkHQdFsUE+2xncpqdIbc1HElLzMVRGQvNRe+WEQ3kiB350DAi9LNvJlwFIdjIFqw
jWby2af7X0AVMhnSEZueUKm3uphYNzrqg5gwCihJU48aim0jREipJkmLIqeI1sRfvMN/9WAfb2gg
/hI1nDlCQMBeJI+17BcITmB6l1cGz61kVrNwps6Uo91kZPhDFkKPtas3oD1uDwbqLusPYfCvSPOR
u7Z8asJtUWfOPjk0UAyoHYtfMNWjULVTLK76sFce2ris71DIAIfXptUVcqvZ1kpwXPWk0KL+GZpX
Qg/k1PB4X0xJgJlW15wj3iyeD2Q14NSAkkMNVCUU6Oew8+GUG4JehKMYSW4gecm1pVbtLWon1ePp
mf9ylNllEbYgTeQldtgfMLCkeyxxzQ7Z5RhmySrxJmV1epQjoyODF5DENpN4D0ENNhZFAxRsGy/3
mAyajuad1ZnaHpkO9U1SEcpGEvDGGq2vhGYedapfO00Z/yZxkOX8/AvmhfiwnNhYYVQ8II7YD9JP
QwVmltdNhyr5ZOd6iYItrxeYHGN2pl22OF9H4y7uLG+McjUMcYzoEAmkKKMLu6hUv5UBCvd2U5QF
9C5//DFmuIs6qZiPd6eXfnE7vY9PYgn5VIdDwUH/PG8hQyXVVzGMZFP7a09NPScItPbOGOpkZ4yK
/v30eMsy+vuAOBFhUC5LbClzkc2GM4NRnnTRla3ZDdoMDLcWC/kxSHTRkXkVbLUktu67QuhuJkkb
3kY9NXC8nZ8Yp3/K8d5WZtYtnUSSEqa/OEG5SHAeEUh2vQjlec4YNJJyjM9VL1nAD6+/eb6cUBms
JMuL7MfyLWLmkoI6ouRGqhg9NNY4QZ4cjActwIJkzNnhth8k3hm0z/HcVBIqmvC4+yAsunTdadHr
j5NZFFwrGu7ZAKf0qQs75/QKzpvz89xQMGGFaMNK/Le6eEjnua/RFPREVzXqYD2kQ7lBzqq6SqUo
eT491PE+hTANvH2+iHiPGot36ISsmoIlDzKCQddfZ1afPwkD1p0oBKmrvPCjM4XUX00NCIMqg8eF
4nkEwBsGLUNVXHTzMC83WicgDBP3kdsOaXBmqKUJGmGZoEchAjHVObFetkcCQ68KMfb1VVPWHcVr
KdMxpED78rsyemXHswi/W4r5Zde5faT2F7KIOZQ7+mUx0msrxAYh1XK465E6bFdxgQLn9RAao0yj
VOBOPv0lFivDryWzpnKFuw2sA2PpC9P6jWpUeSSvEMcbXAWLGOSWomEtKtk50RV5vlc/bLA/x5od
N2eZLILUYoNJUzu1WTxSqddb8Vs/DdEs3K7Vj7xqrQpGWWbKeJ4HibIJhwHR2dg31R12Wf3omNTI
8R1H9hxB/nCyXlLsJ8y1GnuIOKUYpj/UdSKCtctrWXUnQ8NqzJPgqW5/e71Im+CF4HdpzW+BzxE2
jq0BEc1QWUmjYl7JiQJATK7GSwNk4P70UHPsXCzXjIsgzmjvBa5FbM3KoI4rnetZbVB5niR1utcm
D8bfFFX1SspE70Ero/ZMhFtCIuavRPsJbUKEC4gF7+ioD3dn3poiWzFVkCQN631UlvhxxxTS1lLl
5dOqqSTMvmEODNsmHqQeMTlZmjXmcT/ABwG9NDSvKsmwFW/Sd6EeTfmmRcF2o1Vp2jpdbYXZTurl
RLsc/MTINjT9SjRBm87EB12iaOOeXsZF8Hyfj461Fp+MEiwKW5+/WGY2fd2LvFLkym+urbawXESD
gzOjLG7+P0dBggFGu8qz+T0n+rBqaO31aTGYaN43WXKld63+I8cu3l+FjRnsUMcscf7pp6usVa2H
lovpzBXxi/HfifV0i3BnU81F5oHStFznkUb09LOrqlIuC1ndBUZ5U+rhW9qqLapuxpOqFK+nV3cR
yed5Q+OnS4XSJTWgd4PvD/MuM0EO0S7QVmmhdKt4quqtiFGoo3clFXyMVn57nZEDmg3+LEIIGhuL
mwM1ed3yhVxexUi/XVm5khzUNMi2Mc9oWqUhcE/c1ISNakGjN0JVP6tgMI/w+VjO7FfY0rwe5qLX
IgJgrKOGslEy46D3DoaRAsAbe4SXeOI2WMfkktFRhdAl2G15jPUMwntha9FO6bLHEt3+cwCT4w1O
7YZewFwFYHGWJoNI7uEAAX16xb9FH7jMfioTpounv/Oi7k0fGr02KjGziahIS2VJHzU0oamzAl8E
MY6gXqOtp70WdSBBe0USR12nBPe7MJPgBCaNYcpuHaPVvOnFLPipI/z/bEgW4t1GO0yFLaSI2dkY
99SXgTWF9VrBMEimhJNLKR3hKflSx/GUXvixieUGclnImoaGdFbAbdHJeJ8Vmlx8Rp2+iiWpi+2E
iVheZKGKG0yCD7Qvk8hGem9Lbaq/TsM0iPYkJcK3EG1HTE66st00eTTMtklYK9ZTIQO/zbR71RTi
x9ML/vli5pcplJgsii3zj5sJn5/DliXwsccYWK9phKXbNaYCeIESzr3pS9rTb44FXUDUJRWNA4pu
CNN8Hqtt+7I2MFd1DW5muuF+OgMOSmcwEN793aF4LNCDmAUmcFtcaoeBtmvGacSmnnqSchUPPcBY
Nej+D3Xnsls3kub5V6kXYILXILk9PDdJlmzZsiR7Q8hpm7fg/Rbkrns1u1nMpjEoNBoYYDCLXsxi
3iqr32F+VGW2dY5UOnAPCpguoBIJZKbjMBiMiO///S87x5XuiWLoqM5nCpfCBAQTixzaZWDth48l
rcjT54qxdJI5Zn4VGxLJNn1uuL/6FoCXZ4EhlcPcb/XeN89jAY3SrzN9ZfVptaV5Y5+oD5+91OX6
zqHOybpUTY9g35Pd0iTJwzJal6fX7Gnbkh8GoDeS39pMw09P9OFQy4HxZCjXbnSzkAyVxGWzmUA1
AreVbJTdHJ3YGw4vKss8A1Aa7AuU+tAUjjtwppfmfthjNjcX+vBu0JvptsR/+P2sJu96aCNjncnC
OnHgPf90l1E5cVm5hDFx/Bw+YDMVU+wPqcvNGUfXTMcF3ld2eoZprLmPJPQqrAralRVP5UYkbfyG
Pb18F4uk+ToYjYnduO8M72dZmz//kilrBF1aYGLaaUdf04xrUVZknUuLSvnbqu7mtSKjabvIRjY/
+zVZQPFMPL0810UCczgHYxmV9kjDZZ3Ppb63ohazA9/MrvTSlR9fH+rwlHl8yQy14P3LOQN4dDjU
bFR1yZfNUC3Jd45kR9ZJMjixag/Bwd9HATxaLrwm4xyNIjSnqWwrdFH8u3jDmsSPfLLaqLhQeerM
6NJwgRFlMV94Q9ieWMZHYMZfB0eixWTaOAk73tHgLSGN2MD2JNYLq0fpC+4cZbX9FkUf8YJ57O8i
bMJugTXkNndrecbNP3mI3LE+JR49vM39/ksWTgRVGZDDce9DL6IQN+4CmXk2yct2DrNfWygFVzkO
7Xur0KetW5rVR3fU+5uq7YsT6tkXPmgPVuRSKSMM5ds+fNdZMutpl2li7Tuausg13bpVdh9u0767
4eaPSWzWx/evr68XH9nBKNM0OICencSiEJPmqdxdqxLH5sw3wewofs/wrdC+cLxOF7Nt5LdjO6ld
mgt18/rwL+zMGDHZgksl0aUsv8NHxio8S32FJDH0DCT0ntW/U3kWQhcx+6+vD3VEgf797T4Z62hr
1qtybDw5u4QK4ChOCe6cl2lrkfDX1xeTIIrOzXDACeU8XDvuiDgzUtmnwirFZZ9N8X9gDwEX4dum
N+DSFzh88smeIqI5WWv6VI/oXdhH9aj8zmXo58Kj/3juHyMdLatZi4oi0xipkBjIhABtmwKGG+0a
vV6fmOPlz/pxS38+1lHVJzGHxmq4dddGJca3s8ijDekt5tuYqLYKRtvGI3wqkLUbSph+yKybETm2
RLj/+g95cV0JKgawSXD9RzrAk2O4B6i0OQ6Qug6oYGYnJOJt7KytMtC9/PxQlrWIw+wFAj42TI3D
djJky/ZlkWK6k03nbM1aWWsJvLN/fajDqu+vs8t6gbFlP3pOH61gX1aeJhSX07GgvUgoRvHZ15v+
AiZjvp0TtztBXLFfeJucPWyIuB4L9/hIjaaeAqEveZs1gcI9XamAvEp14gB4aQuCb8smAHaHKORo
fRI0m5u1wSjzbLTn9ThrV1YMVqfpDYbYBRwMv0usy9y2iitrHE/xql/adZ8Of7RkldW6bjMsm74D
bi/b2NuSn5vviKHSyXjtHHhBZrp7/U2+OLOwuOjze2Cux4A26cGwk/gMeJOQashalWeEJWQnRnnp
K1hywLj2cvEH8T3cYzDhz3GS4dFSqXs7r1DOTscG3nWh877+PC9urnxTAASg5YCbR0NlpPOKjDpn
nfmSFaLV4CACjtxe4r1QhAk8Z3Mot7O977K+uq8dd36gma5Pmwo898SKevE7ce3FTg/qFd//4XNX
duN2TcvskrthbnD4rS8xVvMv29Sq1/3Y9WevP/2Lb/PJeEcVjx5PeAZGjJcRrggnLbLJ4CWN6+dH
ARrEfMjDh5wD//CpwpwoI0tnb22llr83GvKCtTHW/wPP8nSUo7nrijFfkrr45sUc7/qodLdtNSeb
15/lpW+eizqUTXBwyuCjZ2lJXDMKQijXiaybcxIYE22V1en4aZhon61KK6lB76iZVy5W2sZOmkN/
4icsD3J0VNFssV2MF9kfveOiEKGlFQ54ruFrFPUXfdzP25Bgn4AsDfv29ad9YYvBYh0+j+1g4Pas
9y50EmsUCpS1MqPi0yAbcjTBjNq2rD43HGFbiXZ6+/qYL6xJxoRwCN1wKQ6X3/TkBGzVRBTIxJhR
Us/rOE2Nc4iVp5pXL44CuRGePNdlOumHo7iDmOepQW7at/jvQAH+btU45Lz+KC9OH5QB/geBgjP2
cBDZWv0kDN5UYuVY62o6yjl4ze6n2e3Nt+DL2fWYGtaJUV98NKA3BJjAexR6h6NyE7dEPDBqDTZx
Cd5qX2TxyU6uyZ9yvAqh81JMc0uhsj7aOlryUPtcM9g6RlIkst5t7jpFSIcX50hftK67SWdr3hEf
RX62Ppq7rDKnM7jbZHNpdX0Kknpxqh3Ux/jVLXvM0VQPRASVOMtTbsYFkStjUqitNZr1TpK8wdad
j5eTTRTpibl+YTtY/L7/fdhllp4s1jiJXY1LE2L6aWw3ZjWE32atcjckjdbrPKpT1KBW4+O35UxB
p1Bnv77CXsCsFvPVhQOyNEj5Ug9/QEJocyfLyFs3hcpuOeDwWjIapyPkx2vdB29wxq9zK4iUijrd
uCmJcXwgaQczhi6f83JTzU6kA3G5dGNO/LQX5wZkA4jHWIj6xxuy6GJLGSAA3F8hjvRLGI+JkI4o
w94jXEsz7lVv79K2kwEJLvOmdnoij3ox3cyjbX9rm/CT60pM4qCsnpGCl271xEvfJiLB/AV7wuEE
RPTSh0OLjr4EW9dCUTicy8mRmpfD4F7DdkELBm3+TF/ydl6fl5dWqu+BNMIKoIzyjt5YHRc1Hc+U
NyYHC3HSqKmV74YjvPBI7fxiIh0xKrXZOTHu82MDVRC++1ColowEa3n6J0u1KKI0dX2qCLyLoyCG
3LNp3Fhu047k9tcf8Tkqw1AWjSWISVQYx29+TCutxy2KEnEs8nft2GNGkI6DUtCVPAuzTktP3+DT
7eaf3WxQpxhjj2Yxh3sTS85c3NJ5UHgmR5v7WPVTjiIlXGd92NuE5NYZJrw9dyjYhvZVKk0f2+Ze
F28cMuHmjejGD5qe0yptrbbCQaGIZ7EhED731ihdUBeZWu6SKSeg/wah06XRTq8H+yGZFfkcag7D
bssJaV55U4S1m+kmzYgMTW/eczU3rxdg8qGNBo1oqVmW5TYv2sZelXmt3hZd2pYnbgjPFzLiL8Ag
iFssV4Dqw1ft02U2i5RyK3OScdOWbvq+AeX8adySURZeBt8Kh9bxPQRVauJEfgb21vR0dYrZ3zrz
8I1UVHWCI/HSejJ5Gra3pS97DN160AxxVmAkOKsVAkbL/Kj3s7W1qgaQT1N9/Z3Qos2oOSftM1+c
SiQ6ZLGQYcON5HAqzS6z89wBNaaoM0ps2Kp2w7ma7Cx9cu8JZa93rqjwoCDoezskHIUNveoLNjWD
PHdIY1oWXjvEql2//om9ULcs5e0i0IC5xd8cAVCkz3DGyQEAakLcRNupNT8I6KA39IFskoCrKIcb
Ychfp8jSBpIRPciTs8dHGCilIZrMRT/9NA7Ib8KNklIYcAw16uFkEXgeY0czuWtWZXkl0w47Xiy6
vxo2KjxVzzNmFHl0ikHz0sYmIKfS1KQBxsXncNTGjPkISchYE3I7BpHpEAzWuF8NRRbuiUlfHuBg
Y3G4WpiCpcClGFbo0QM2odH6PkjnuiYE7dyDr7yqSM98z3bTv0k8YlpWWjyan2WHprhPnX5X4o0M
Flyn7805r371CGT7WilTfyc0MmxXkhjCE5vvs2N3+Y0sDOhQfCvGMT4XRpEWVxDo1jVp0O96gl9/
DZswfGgzMXe4fiSxvquQvnzv+Wn3kzmf8sN59skc/YCjq1gzFuQS24W27nsJ3Tz2P85DfAqFfLYl
LINQgHGxxgUEvsbhS08710k7zpl16mlvaOWdZ9Iq8FWy3jTOgPOk895pmxP3gxffPixYai5wJbqs
h2OONZnMYkln9ogELUgfzxGyFXh7a2O9S4pIuz+x3JZ9+tlyQyDILZsqDFfKwwEdDQajq7n4uOp9
uI568nHS1ifnlCSv5rsa8vpLUfoO5D4inqcaHqHITxXvz76uZaK5MCx8DRNPuqO3qVhnceSU2jqB
JYtlUVTTAdWdq77qqw+vP++LC+fJUEf3L3qcEYQZFk5RKPs8deP3JIDL/euDvPQSPXq8/P+R4Hc0
yOTag4o0FOBI8uNwU8wVph5e7em7MG/1OwXT/fvrIz678FHNMks+BBDoksgZDt+iRjwELKzaB00K
2wvDk9OlixT1WqqIUMS5T+W2mDHL/38b9WirysKOYCCyM4hU9MstiUviu1kvaaCtP6zJp6veaFMb
vnt90OdvkNMFUuAiEMLN75gdWGfzLFRshms7TRDh64V4Y5Bzfvb6KM+/fUaBm8IVZ3ECOjY8WGLP
vdkcwrX0jWnlxwO8+9imY5uMsyBKdsJrLc+maVyVqUxOrJ/nFReCWrR4UO/BznEhWn7dk3t0Rsym
kqUTriffTK/apczCTaqrb4TVvjFrMusLWVdnUxu7SFgz/4ESTd8Kevnnk9daZ3btyRP3vZcmhKse
IivUAAtZ8vAnVThANEVDdHlK0CxMvzLbK3wCbsPG6DAbMEvnsi7EmK8LE0+s118GxAj+9ONdCpXI
kngBlfUZJXQ08gmJxhCR3915F9HCagsiVc79JnUrXaf65/ZTupXzNo0M1a6oThVSkWSUOh+eKVIu
T1rTrDKnFg7SdUJPEcro8o7TPr6jAfuuDC1c1CqaP/YmbuPGITrdKorAJ06atnJJdv0mTEr7Pu57
P94pq8SCyS/b5l2th5a9KjRjvLadQX/bW02WEAWaN32QAV9gQdxqMkOy7g1iRdsMvnSfW5CSKiyu
9BXZ7tZX1BbqewH7/o0/Z62/ydwmvVOdUzSrgi4vOLua7Q8k1ZS3DRQYnqea6lsnc/XLcHBVsaql
X/grYhL5axHONLOmAi16UEB4/3XulImNqOi0boUOSBC82ZS2Onf1YehWXdhMMS7b+M0Ahifd3s9l
TTbb7OXUwKLqozeaY07Q2PWm/oI/eISutZ71M6gq/Z2CJJ1uuspKSFurvDK+1kbiRXMvzbybzJqa
bNjUI5n1AViShyW742l7vY58OBhF3xjzuprzxjU/GvSKKIxcni+v8fh2ZT0GTl6FH5PIosWReHp5
Y8QRwTi73u0WX8t6bMpVYcU1yQxhPsqNEWc4Q+uhmwmEs71BvLuM6ZRote4+dIqQPnJu7DRIdQKl
sau21YyIxnO4dRNt3q1yR1H3z0aStYHhJuob4mHyJWhIf4vHzO1Wush1GUgtilqyFVo537ZeHo1b
UdRhtm+FTcr4POtYs+HcXSM3MTSRBE3vcW2rp3b4YLQFUI4hAbPWVetQtZpZjaeItJpu3rho1OZz
7s4eiQ2P2d7VY863/5j5nUQGbKBuiQKfllBw9ZgPjmCleQfSQmp4m7lY64yPaeLpY7J4YQ3iynvM
G5eP2eNx6eA+XdHDKR9jyasloZx2AGHl05JbXj9GmBtLmvkAnbElaFsRch5OFrwrzcmz++kxBn1o
TPmW66V33S0p6ZASCEyf67IC7jQL4930GKnemqoZl1VJ1Hodlq3Yjo8R7AZkgmHV6iXR7Lw5Ytp9
R+mfzCW7HaSHGHfHBNEJ5kg0Z0mj68OKEGZ0/NyP1BcazsOD9RgKTzcQjaH2GBaPCGL+4ISosml8
mp+dx1j59DFifurn5qZ4DJ4HRB2IabZCIdZmnxB43VcToVLAJcm3zgqn8/Qxw76VCTJse0m2t4w8
P88e8+5bTn3ky06sCDyKF9EzF7OUNnkECbymSxi98Vpbvdcazf08D5nzzmndLt6LNEbAKMOM+MHQ
w6Eopkq5tLV0xnS7cN1fx96PMO5govQzTRNkbcANJOjXmxArBTn9zBlcPLbLVa9bLc6fhWV/q7ts
lu8GzYqSIMLFeNwLfTK8laSms1YuAuvkLG6y4lNtVsUnUrSt21aLJ2zi6mYga7x1/M9eGmHYN5lh
BXRRRbh05vkYgt0lWdEFII0RZ1xH5tCqseLdmBJ/IFRm7lsn1pBx+hb+AfN5n8nki5ogk+EKKdP7
mEhuDCqrrGEDdpzmSz5E1U0EVd4IOk909wb2x8YeG+nJXTYGMr/JRo8/6pEQH820z9qt7aWqXU9j
kqtPoGaWWg/KdrLNlMTmtUrCQe2sSAv51Yml978mTS3NIJ9gVOORl7TuBcktWoeppSEsLJdAplZG
q2h2++2SNG1OIbHjlQZBaTNFMku2CKRKGeid0s9RyeM9LoDPNXDnTP9c2dnc7ye7zI3VIDWS1j2D
KmeVCoyL125rT5JMZtLcVyIxUVEUpEGKlVd17udBtdGt7UQQv2YC3IgPGHokZpPSNXKkUyH1szK2
owjrWShV+yx3x52XitQLkINk/d6Qwro1taEPd1UpmvysdQdCyXToTj7mW3rIX8cocre9HubJhYlP
0y6OW/272SyCQlvpWf9GOvnYrLyUG3XQt/YYfsw6rS3ekVI9lTuignHAdyHQ8k/RmKaraqBxt5Ze
Nt73ZHIVeDQnmR8YVt0a+wLrhfijhQg2/9pl6UgQh6fwhsxFi39074+7SCTio177873NDRTTfcK1
5lVihcmdsBoUvemINOIq65AubTK7KNIvocapszJM5NQwEnwao3ovwWotY9JxXKp6P3DdWHsYtNbH
g1IDmljLLG3Uejbj5DN8P3U15+mYvWdpjyRxRJWxT41E+7Wx7b7HhzwsH3R6JVmA0phc8k6EEXuH
j6eLdZ70kkOgLDQiK6hVRns7QvBxNpAwYROgNeiyjTOJ6S7JO+NWs0I8F6Mkw/xI4x7ygA1t9Iao
8MZcFVnO0a7bnX0TiVC7r1t7oGS3FPWA1g7WgEFoiuVA2mTxnVW4RhSUWVt8zKER4RVSDsZ3rR66
b6M1T5/QS498eJhLXLjho+lFMbnDyp9tct0xha0u5gYkeUvi4RTtpJvIM8dpxbRSRWG/A0iRn003
Nq8apzDVGq+NsvtoNWlySWaX1az9Eifhln8rXNGcrcRGN+PsS2wZMZGGaYHX4zQNXOeElw7fTGPk
sI70ULxJK7363JcNFmtKNzKyuKYOAbJXKueiK/y2O0uSucYCrso0LzBkgTPo3MNXDuyBiFJ+P4lp
W4Q39rUdF+pDWHhTs3OrxKuuhtkevbUYgUG5xvW+S1eBdb1CAlLWnKTQ2ldUQQU27UjGwkBow/SQ
dUVRcbXJtRbvV0wiNeJXfdzT0IwjNZclWS6pOg/NZgxGK/9mDbFKAiLbtUtpxZjDQQRaOaNA3Zyw
hDhtwJBwgO3K7EJ6Ve1tdX9MP5V8j10w9Jok6rqp+hlDZ1u791qDj9Dp4vahmSbl4OKWaM5GaJV3
XpRW2a0a/Hu5YkGfeyiUt9Mt2aFh5/eu8tw0d2nZ6O2XXOEoQka7NBPcu/KQvoXyF0UqBYIT5HWL
D3RHpCUhNmOpr9NZGy8arY+v4I4V2VrvXPu9TAgjEs5cBoSE89RYTHI9tmuTo2Q0K4kicCip7stw
Ljs4sNpINryqinpDgLK68FJPD3epBnFg444Rfnbs/CpbG47nbuq8rAn4iZP6K/6k/XdPr7kRFZHI
L32kNlh0NgM0fDmlQkcW5Wmk0iR+YwWNOTchFyIE2JhZA9StjJpc9wCpZoZ1KVHU1cqneY++3XGK
ljwZpmYpssxTqPVjW+CwkEAIQwOGvy4g4jE7NW9gc8op1tZoUmIkQtQxFbmkZXUxgSKtQjFZ59YQ
pnRKrOyt53bjO2f26rWSSfghEaV2prUEMPp95BLa5DsA0wmZIc3grJxhwOoN9w3y7m0zGAu85fEc
gLw+j3h6Zu1crqr64+ul0ZGwGdoTkCS0VADXxacW5PCwLqtnHKTCTg/XC29/Z4jePrONGTuZynYu
hd+ngcS464oLNtaICunWVduL+AQX6jmAg3iegp76bJncY6DYJdWkGZT017aJw/mop/179hqu40Q+
/HxhfjDUUR2qaV1dlylIR1to8T7OjPaDFkkDeCNvdnJCKDFX9Y3N9fju9Zl+AXd4zNYVJCD7iIuO
0ECR281I39unrsDYT2ZZvdGw2jhRZr84k9CZqbBhP2Kmfvg6Z73IPJmm/hqFWH6XW67XrjwUbDtQ
t5MqnZcHo5yGpu3ifXCE3/ic6HaTgN/YqSrXTUmTlJvne3+ibnp98p7X7ywQwIw/RjqavDJvYtjn
vDUaYmofu2G59yY1Qz50Ye5G1RhgrBLfvD7ocxgOUGxhD6Ah5WN/bG88QVGcfgzjSvb+ekL8t55M
N1sn+lVcvTHC8JQEa1l2R/sKhw7NVmB7gYj46AFxWCu71s39dVib9rfRb51xbTkdDnmq0zETT4qb
uLDkvdnPxk6Vjnn7+rO+sDqBTp2lYUAEOb2aw3UzipBrtwlubJmje1uTahPg/Tb8tR339/AtGrCy
65tvf8K2qP0TR/nXhw6roEPLov8vHYyQHT2Z+sUh6Xfno6uHHOej3/7xn/7y3//3b//jfz31L3r8
b/5qYGQIQZr20hZdtsKFwvWHf9HjP3l0uaCjCZV90aT8Ec+t/4KoljYnagXa5rB4liDKPxyM+IeL
xH/pG0MDwcoIK44j16LXXIwemY0/1irhvvAC3IX4yx8IsfTRefLJdyFMT3KGl+G7JaZqbcYplXj7
ZcL2ZV955t7KTI1jP5sDVFf0t7815L1qOl7cnTutiy4Xq1ZT7i2trzBO1FlS9tkCuZC7MPyqzeaX
x+n9e6y5/2ReWWzxr620v/yXf/rtf/7rb/94tNL4b363ynKsX5CsI95avB1B/xei4O9WWY73C9gh
qgELiwaWzsKh/X2tCfywwHGXxcQypV3wY6UZv/yVysBODUOF7urPLDMM8Q72RAdBDjA21LTFoAK7
72OWXWSajUgBujmRE0CJypy54eGpUxKJI4UXbz1DVkhn9LAM8l6Nd7ko1IUThaOJcWSahns7NaLb
GH9DWBNJizFhZsvM5B5t5Ns8z5e/NUVdbFKnWwymYzx64lFqW4BqIwkAU9LPqTZj35ZLFx9e+uek
mNturqt1ODr5xYQo9MHGsQnnJyD9nkQ/N8bywWxgX7ZhaJqBNWVco3205JR2SV+99SdwyGCqkDlt
0lIR2NJrlNZl0hI7l5pzV6874YJzzvA53EB6jf0F2FN167GcY2PbC5FVZ1HrUjyBHUjym4tizq7t
EAuBVRc5U77xvJabulWm/sjpL+ZsVcoYjMjz4ttCG8d5qzddjjt4rPxrO1Lhdyrc6GPojBgXWCWP
43uRddf0UYytoqmMVd0RC9RbZk754mlDvIEzULxNC1R+QdsMGE95XU5yowmw4p1VkaseGj9N70p2
kM+EnFfI5NNYiUDz8Ylclwbc93XlQ1teZ9ZsBQb+RZc+acnvShmF70dTuXdl1EuArjSTN3mTY8On
t0l/U+htiPE71JqrmqgkQgM7z79PpD5cy86sKUqjIccpWTeSfZGLaBvhybD47ZIB3wwyyVemD9hO
lG3dq80MWgiB2dM8osysBi+K1o9sylLbaj54Bk5b2EYOxUOYeiatk7RDQRTJaGFTjL79PYUyFK9r
VXgWpTddWfoJ9tyB1Wv1AutoFebnmN+q7eRExbVlcHEZeJl5wG0bwCAdxtqAh++6WeBZVfKNIjW5
l2kUpbsJa8cqmEWkdQF9wA65dSeBgUNZ4MHVtkOFlb1lazVQTiHCLd8RBmj0U+jDFq2Os+LccT+6
iBv8DyhijTR+KIxeS84x5VPfc89W2lmluRH2K95c5NeRrJZ0biH9azZzyHaEqBhrskObeyU7GZ0b
ttTTM0Gr/kM39GXYrgGHlPnRsyOn/kI6l0gvaNYDUlfj4N0VsK/U2k2EiALD0Sq1rxst/NDj/Njh
GMZ1BphDkr0MT1lW7zUxE5G+GrXCqwMdQ4xxHztmdDWEdYdVlW0AzNmtJJemMFIrfTOa43hplKbb
r0csL0kLibq8BZMt8WEEiZy7d6GuVWJdgQV3NFTahdxkCwX0IUDMsiBp07TYIg+a610xpUZ/PkSO
Ve51rRTdKssLW60SwwFaG7JoeNOWkvTRUKv7xc67TFNA5qpyeEVQsviBQr8mALj+kPp6Fm/qzHa6
M81R7Y1oI82FzNj5X4sRjeU69TPtQY5F9tZPkKXBsuJdMJmp9WC76fB5rGJCzKC/jVeuOZClqMJY
3VSzj5WmXmPhueK8nLUVrjIYvseqxNy/MuvqE2gXGmfTa8WnsFRxGtSOMz1IU4b3XCmibzU0l+9S
Ccy/K8SHdmBCF6Ob05UjiUBCIsgmxjR+48iqaS48K8y+cvEomL10Ht8aAKs9K0nk4qq2E8ME8JoN
zLO12fviFBIXUityiRstWinTswjF2XXti2ze+amRE3njJDVhXkncxUDCjYk/ellVN1jyyXCDBOUi
6xaIaBiIlqA5YeKC3M6JtDddErkErcWEJ/izL/sNfYL8yjHLqvki6xzQmOob6ZUfUXGvYjQY+aa2
M/d8zPrG3cRxOWgbNreA6CVPoHRvms+jNfLvenZTa8EEgzzZkKRxmQkKNRz2In2v+gW0LkgJ42ai
wupz5rUDqFWBgl7MjRpWsp6SL+HgU6PrqeOrVTnKuN4oLx/IOSpMq4IFUU/1zmsasrPwpKnvsLQo
vw2imL8Wk6a/tXJr2XPSRkxkppo2K1+1WoqCDqyf3ISkbVewlWjQZVAii5VMWuO7MzpLrnY+Os46
5HVdA3U4n3G7mTamZ53jQOIF8KrBTGL4XdtxUoIr2jANN3aXYOeApzFZufyBw15XDrZVnV72X5Je
mPHScfS/JGO35IbZsZkGfgILfaVBvUhXaM5CUhGS2jujt03S3zCL7HaA6NIH1pzghVZxjF+GeRzJ
NebV/QdTI4hpFaZ21O8Qweb3Ardt7ayldb3PjKmLdxq9cTpP2og5T+cOKTmmYohvtGnQ7wah8XXk
BdeAIJlF7F3baa9jtTBV76Mix6IjdIzYBgoTDmdcmVfwx2iA/k4w+XvcIf/T1i0LA/VvO6/+23/9
13/7h//z2z//+bf/9uc//eVf/owH69MCZvmP/7hVur+AkEH202EhLQ7oP26VwviFQnqhYi4XSN9c
Koc/KhjH4F6JVoWSAn8DF0H2jwLGMX+hyiBoEr0cBhs2Dgs/Ub8cuVlpiHFp6jHEQlF4Urc0YPSI
UjK5z5TzVsUzkQddlgQwE9Audo31WW8z7aNrSXWfZByuJUfQNq/Y4KZQTcROT/4O84VkM+hEuGTN
cFLhyfM/QQF+/LKj6j/WUn1oPTvbAybnxJ9MFTYSDfAil/ZLs8jCQG/gUNXQdVfGMMkPnTV/HDRu
gybGRnCtQmcI7FlGayw4SfQ2sdewytbYuaWnNhKWyvsnL58r1hSVxYHf5OHd/McvPYJ82CcEN5Es
2/ch9ZvV9NzFtQpRkZvFv+rSji+ErcrNMMe4XjohzMGubssTXNsj0PLH6Asg9eQNWl4b+gMNSfr/
prMVbjWutSRyNl7tmEETd/ke1Y8M4nEkhNcYhwtRh8kJguWySn5Uvz/GXhCUJ2OXhZXMCPSy/QxL
nUgdMSTXEU05jvjWCZzR198nVjJxBXfdUxKOQ6Dtx5jW4ZiDX+qmxqm7r7KejOy8x2DGK+Qliqav
J17o33qsI/zXw1E21+cx2w9GFF+AfcYbUMnyJkfBsE/nMCajniR7P5r0wK3yYp/PA1VYNF9lcnwU
05NcUqhLP2u/FLUg7D4x+8DQjPDESz+CHX5MwhG7D6VVWbRiTPdmliquFkm6ER5hnRKcdW+BeJ6P
GDKeR76fBy703htEfikedbW/KXs94uONWvKYpbuzMhWf66NhXlV0ky7w5Z7O9JbAFhgULVb1U3ci
QeFvvbcjNC1vx6STnlPs55Crfuo7NAAUeZ1F5Z7gIz46IT1fjiA/h0sDuDOSNn2cPUpziSuWVRN+
AzOGm5u6gHXJ7b1Jyh3NzhIPk6k565s6Px9yg4hT1RvXXoNsNG5i521J+gSU4CG764rI3kdV3O/d
dKLQQ0YYhHNU7yxkJxulSjxtYoM+VNsbm0xOQQ29YZNT526JASguaFTWZ6pSKVduHrlpDXVhR3ZN
NV5W6z4CfMBn8NKMem87Ro31U2T/PxYIdgeHU5FOzpyini338Jb0oKwS/FO4oK30anK3Jz6Tl/c9
vOEPx6gbTNj8STHdbtpuKVj09cBeTe3dX0FjvxvD5hOedsV6tNyakENrOvGij8j0P57uaMettLDH
+MYu91kierUSTmqLYATFvdVpMX7LB88lVTGVrsBWacrsoK8Mf9f6GC6uaqEcfT93BnyFExOx7Asv
rbujLRjmXFXOpcNk46f3ZpyzgbTcNsn30+S41AP2eeFFEp2UhX91X44bzcgylN+12g92fsoh9cjf
5MesHO3GQ0GyQq4b5R4eGHW+iad3hhtB0EThx9oarXVS5PVm0jsNRKf2NjOsw53nzf2J02CZ/Zem
4Whnpm9ga0Oqyb03DkQu6Rpa0FLWFwWke6SamOS9Pt8v7yTI5w7XXTh5fFnYCO6HVOW7dhKCwx7d
nm7UN6+PsKzgl57kaHttpO/POLNk+6zr03UIb3adZpjB147Rn8HmQiMCd+/u9cH+xgmO7cHh8/QF
sqW8nqO9KlprO2Uiu5aZq3HwsOtkhqB+96z4TLOr730PX0uotDjxJR1lCP77mjn2BXDdyZumutN2
SRIX521Fjr1eevOnyXWsy8owio1jVf4caLHT7MLKjBTTjIp5ZREm8AVeT1NTKRl1tLbG5P+yd+ZI
cmNrlt5Ly4004GK8QiuAw4eYgwyOCowMksDFPE9ybaHEXkW1Uma1oupaRH/Ol5kv0psebu/JpaTA
tAgEgIs7/P8535F3JRnd5qa1l2Gv7KnYahZpnmahjDqgU11/zXSv+Ai9r95JUpX7QBMFW7WmbJB+
KWshrMREpHDf9I7sd68/XqweZ97myfMt5nQoafoRgOnoyzfcCZyqEOctV/T0yYfvbJ476TZO7vpD
m+fXeax76aYfohnxqiXpvnq9Q+y4U7cOrersFnQcg0/1eAzz0ctu57x1Mt9IF/2ZskpEcGxkcPxN
zPRTtnTDp0QfYwyuPXpu3JRtwBKTIR21Wav8qXfLxl/KRGY7J1Lug+4NLZEkMoK2CTNu1P1lFrfd
MC53ZpSLgci6QR7yheSfoCWibw3zInI9ny4nWlOHHTDphmI1MC8Dt4Ek25AaAJPhPrY9jE3mlKTX
Sg65Qee6KG2fDBXtw2K12Q+JumAOe0ku9s3SzPEnm23btRrS2bsbZWmEtkMJMEjtIpb4Z1oh/SGd
UieQACidkECWeGvOVdzvRFI5T8DVKgoUZbX+0KJUe55SRUp9xKl5D5HbfGy8NaZ7LzXrpk0d+bRw
ADZCg5ptzUWXEufEWBC0nFdD+9GW0QT4K+H2fOj8axsWntnaNwuUM1OjdtKJKtkPZk6MMEB+v5yV
USBHatyRevaQfkl1c34yVZHdZ1QJD02JpsCOBeLdvrV585g6yVAZ8zpZfHz1k9p3S0fvr4R4TR6F
IrJgzUrjo4O81yRGMvOyYDKc7N7BnaldIdXovldE+fzARSmv28atB2r0XRmyB6tCw7NHJJWK2Jag
KftoxI1IzQ/L7+w9Fd7KWzayKX9TFmVZQBEWHrGlqnA+aquqqJJ0VnaUfEqEFe5oFB+nQpWRv1Be
IAqqztDpJCLWir2cE/Njujjj3vSy9h0pCekXg/rNc4EssqOCUi3AKXvdeQaKtmpbCnQU0dNRzPGj
o8yyCYxaq6h4pB77eZGJ6g0+uuJ9LKqSNOZcZPqeGnFTB6bR69soz0osvmMnDpkG1mirpnYli68j
X7NAKHnT2Ys0fYxs4FVUrdD+O97Ek5kTfXi0er57vxx0NMmk/Ii3lFVFvFE9yZC+sZSUS2rb2RQy
QQHYSnltU7UlTHaNQsOIJgpVLQh2L+VwSkxvun6i4tM0AaRJpySjfO7fNjU8aN+2Fg0P8lAjo/Cs
ZGfNE9VKK5H9Y2wwroOBZKBPdk6SlJ2UNRVVe0JwRHHYDtsqi23fJcBhr0k6JHPX1On91BvO2z6Z
h48t1dQ+1JyKccjQiTf2bLIZcnQzfewoWOZ+Vzjya8W31vhu3rpvo6Euf2iE4D178WiQB76M9vdm
MZE0G83QElfZDOO7VOsEGjFkc1/7sSN4yu7M8nsVW+k7VXVk6cT6Yg6AXFAA+ageFtoRxlB+aeCt
3A0kaH1Y5oFsIRIQnpxW1Z3foVQ99F4V1RSItMig0YjvtfPCeMZW5tfAe3/MsV1jf/Rs30vs+irO
l/mpNwqq4XNaNF9chhPNhwLJ+l5Qcd1mU2LmgIc889PYDXMS0rK/mgo9OTQI4FGlpkZT7z18F0eI
XDrve2rbIogGY/2aybbuCfFMlzUUcardRN06IcxY4+JN1OQzs2Zff0J0tBRXeh3pt2ow10MzJCQ7
miD/3ltdyosf6B3dGMSN9GHWNghcj42jIY7UndHw+fIim73dTDMR2jZ81kASc+0bubtulkIdc+Vg
ue7HhSQ6v52l/G5XuqLwmk/6cxFjCKHip+zsUMp5+NpwIii35Lrmhl8jMiwCx9Ly20VWPRItp0Uo
k/V1euxdJCyWR8H5RLfjky774stIbdvGOCjMwpdFo8ifzjLGczeOUcQczpwZqEa2qKaTxL6Bcch3
+PoSeGbDdGp9aSZzsAeym/bcbLe1SzM+5Kiy/Go1o83rlzjuMX+xY3JPzgLzUBAVW1TV3slQHU79
Yu7jdFn2r//2E6nZn9uUU+uQWkUlV1eU+7n4KYHK9B3bCfpIdrwEVlZ1b3M7n7arQMtN2QFVVkSE
zNCyNZSVSraZgfHHswfDT62Khiar4NZaU/WemDZjp4m+QI3WqX16rOjyClllp2y9aiyvu9Pb9GIW
+nED+avHdHJSmGmNRapf8306TOmNvtqdb6ea2qTCGrdqXYywi2nlzqnsDg3b0F1OIs0NRWlxYe/8
66oaJJq/7jVdtnFF5jVqby+pfg+uKLqdpzr9qDXa6i8TvSKMIfFeG8pkl67xcuGseJRc/PLGT84G
i7vkSMHJzIvStPmG4B1qmcKIYyTuVN8MZuEg9ouHqPHHppje9bbVfek5rlCPHKh675w6M3GByI40
HnedixAkuVLkKKOGxG0yNu85+bc1dXJ7BP3U5fGTlhcxB/skr2QIWMX5pPXzeJ1PCFg5pJsRE4hF
V/f1EXruuZ6cSUqrTismV9RzwyyObZljoajOibSep44AoyayOacKUjt8gO7lt6RLq0v4hnOf98lp
ZW1JMXJMzg+ydIpPTjwvIZ1jfEd1Wv9DVto/v79Tp1pLMEHbeF3Kzk0EqK6LXVEabGQ19W02F/fC
QzxzI6dkgthdFQ73OtsTcWfdxN08btriKH6EsH5hKjx3SPZOJipkAY5GSy/fm/aabNsJBWeuTOre
pHoARmb5CWY7XR7KUraMvUoeJm9NwZiJ6PvrQ+XEkfj3h3lSvXCh7MiRChVfWV8d6ojkUtrvyQOi
b/XYxPRlBwq670qDpAws7fZt2hT240o0Y7BgSt3XUV5cOByd+SxPPa5lGysGZp/tNbbNvpfrWUAH
CXNKXmmBUVRp6Mrld8Xb2WSoc6/3ZO6hGuaCt4ur/eCZkOOd2AsQcmuhSeDAm9ef7blLnEwz/QLW
b27NY5ExFduGhDQ2O9kI7AhT4OuXOLPSeSdfer1ILEgUuakqzsI3VUdQMZ6LC+rfMzWUo5rpZUXd
iyZqAa5T7pvGbgOY/E9VW8jrLkdTPkFAvvAZnJmuTh3q5Th5JZizcg+DYQ31Xp/u8li7xQC53hTE
lgUTetXAGWy2OGN0KVHyxHr658g/BbyUhM0YSVdWe+JnmveZp7gh2pmcTLTcWj8qBCCJb+hpzKF3
itEVtXlUYbrKcOIFUaNlN33edqjrI5X9KL2qel9ZHIQBvIythuJ/JL20/Hmg1hbm4rXMmfFNu6l2
C8END3Uxjx9d1DiZP7WlfhCCXsUmcq0kIsaC7eZOJ2lzpHffSE4Q+CcejayuYx+dMljGue/GRxUN
2ftyKeg6WWVTXcoNPfMhnnJpZT/RzcJ6s0eiQLpsthIh1fXrjYlPmTyrLP3YJKhNXh/Cv+5vgOD4
6yBzjMmsK69We3IXv5tm/3gEYXJ8Se9ybTR2nTfln60YL+7rlzs3554C2nUnJTDLo0VVDsmN4Q3D
o14hfQD5G2GQUvV26BK5zWX2JVpd7aO0QbMPrNYPr1//zKTgHP/9RZcqI2qtJoQm21ukGAZ67hQb
Y1jVQRS5utCQOXeJk6mtpeXizWOZ7GnFDYdICZ28FFVdc6118/pdnBshJ1Pb6mGCqgct3vfoI1Ba
NViAGzu7qVujPswNfiiELNrz6xc7dz8nk1x5THdc0LvtOTt2gTfpzkGSVxVMs+6Gr1/izEx3SmFN
XAhOKCWyfUHB6cFYket4pYkVF//lLuqxUr5+nZ+5Vr/Yc/9/VKW+sWetZXtkRE55ndaLGXROFW0M
tGnbUjO128HrsqtOH+4NPvwH1ymK0DWq+v1QCuNLNRVoshLje8kRwy8rvOderz/FU1ruiTHXopos
4qbzkzj7sCrlbFdkYcdDMomhGoywZYizrdb2u6QqqEjVhR2O2E6oe4zZPXar55QSLCdcPOIp5JD9
WMWmr7tJgzyPDdDsJMVjyesNo6xlOcZJdZ0NHTFKnYDE70Sf3V41W5cz6IWBdu5zPQ1i7vO6Qskg
OAV49VFrWFapjwvVCRyCLjeY4r1d0gp932pTtB2bXPsUdw1ilyLXL5z3zoz10/DtasSZsZpGvO8K
N8Ztt5ZvV4G5XAy6gREs41iO1378/voIEcdP6BcjxD6ZD90G0Gm/ZPGeRBP91nUAe5lRue5r8uMP
Ezb/Xe90glNjJzaWOxaEOFMTLMRo+ZFyIDXM1TuZaDLoiqzFCdnqW2uarbArrPWzQ6vl2CJMN7bI
xYZjeOGPmAYvfEbnHtXJZpJk5k5z1RDv3XnuQlOUus9EtGDbtD9gN1aPa06B4/UHdXZkHKeLFzPp
cqSkFXUT70XBWdwyl26n5/3y1UVHda2IqrsanYyslzxJ3k5ZUQVrknZktatLd3tm82WfzLNpJhWJ
3T13exSdEnSrIZ0DhHjh/s50NE/Db5qulSM8uHgfG2CLV4FctlqnNgTbgKmVfPHrWptFSAp5emjt
BvMznLULR6zjM/zVIDyZcnWiZsA/sY3R7RxJwzCXGyJ4FMBm0V64vzNTrn2yuaTolFrrgsXLXRbx
0YzEfItw+LlD6Yq0mnyWC9f5SXP61b2cdFy8hbBE+N7JPnMRfzRyXh7NaS2up7bvN6KKxM4jWWI7
5fAqCPBUj6UYNGKVFVs+p05pY1Db97tZW8Ixds2rxRblpnOdS4GLZ561dSIUMOPY7BcU8Pu8LdPH
SFAONlaR0zKxjfevj6VzlzjuvV58KmrxqgFTutr34DN2PwNpElhN99ZgXWJhn9nGHU0HLy/RAWIB
F6O4RJd2V+5koMPRMrkVdiGxCStBsJ4xhPSMfs9a/0dPcNbJZKMV5DrXXq/2vD5cq7PIrhiyHQLi
uriwkzrJBf/zjGCdzDHmDADJyiUVKldLnijBFrtRtuIhb9s6WGLN3CwYut9y3eZAkz3ZixnTqR17
67Z1y2EzW0idbXe2UD3O+cYiljGgiNBv2na+dHw68yFZJ9PQIFFf0xxSHJ/wpcvJzoIldZdt5dDl
cbFp714fROeuc1ywXgyiyGk04cbM362x2DTTC9IxKmlsE8ppQVLAR3j9OucG68ncI+FaVnVjK6q3
w3rIxzn1tUhqYTvlxYU54czMfZrAVdEN7PHQHqX+UxSuvbRu+6Zcwn/uBk4mHNSxM3npsty3QBJ8
QHCoYAUrhLfQtf+nLnEav5Y1VW8CNCj3aYnm2AZfcwen/B7i1HRheT3zFk7zlWJJXla75NxEIr37
+qdHpmrXh3EsLr2FMwPq1FKpJfhhpCVJXGui/n0U6XVYz5lxcPQOOwh0m8PrD+vMruSUKMmf3s5D
ZqZ7dJZvIVjcxWmHxpwIgs1YRxB/rEuMx3MP7fjvLz4RInymdVo4RpD+DAW/JPo5dfGPGJA8Lgzd
cwKCUwRvH4uy9+ox3acpOj7Av9GVPiuN/PiS5Lup64Pm2LIRlBdClRmgCci+uWoL/P0kc13cl597
eSezgZfgH6xLjtFJ1dSzP0mvh6hkG8bnCO1/DX0lbQ+jiKB6gHb9UnSV8dkeurqCrmCZz/2iTVcy
swnyyDhzII3LOUYQM0cB5fW3/nOk/mLdP+XIVZqyOd6j2TWHxs8AbbxdrIHePUGzos3aEFqUFSA9
RNTrVF7QmQv4k14ftjIeJt/K0e4j3VqATPMaJ1Iq6Pa6zYchNrxdb4PbGotoDtFerhB/pjhM4xR2
T5Zct1N304xF51cd8J+BeGadbuHNuMTOByTy466IzWw7xO01b7DZjb2GQVvF4m7Wu43RXpojzqzI
R732y8GYw2cStcFAof8vDqkxc06RKbpbveWwuIof2lpzdm+xh7/+xMmJ5lf/6pGfzHwoNfHy4WrZ
T6vUETwPlXetGjLHQSBluMFnfYh3tpc7MqjBwdwaqhoHCvfU90K8J2rD8RFJCs55tpmKlRZWy1yz
ok4pPJcWGyLBt7j1hI0NqgXRBd+BZxsACJg+Fzl8K3+stGjX4wQ5CMW5wC+owX5LxghKVcKq/WDj
FrtH1mS+xQ0D2hRc3LekKRODDPExJxi+U87tRBta+bLvcHEACo7uC6nZ1WbU5PQGYJUzbuLaqYat
Fj/TJS1xNy6RuCt7iEG02DN6EIBar6Dc1elGYhgEPQKXe+MuOgp1RftwDiGQxYm/eG6+H9aZrqCG
SSffYM3P3DDqyNnz8bwV3x0KOZuZJEzQtLPZfWpHXX3xeg8hpda08ghjsAEU4ZyKvujGML+v9OJN
7yTTlb3QX+0MeV/HI2SgFSa4b7UJfKBxcTQ6C8Qv3lRQLHRwUok1+hHcpDrk/tS3Ic+NmyiNIzsA
tB4NG0Qy7dZpquSLcNuOvmaUItWzYZkkoVlaxke7b8RVDpccM4/XNTu9KClVYIMG9JFNU2sEXh01
e1PjdtQ0VG7gsXQlD8TE4koqoyEFI2KW8/dKr/vxDcrJ5k2K1YpWuSfB1yBykc9N1OVmsNoy38e6
ZVab0nCi4YjKK8C7mHE73fVSy7+VMJ0/5rhyIJo5INNA3Vnpe2I9IXZMEHA+TCqx3WAmLC/aDNA7
3vVVP6fBuMb113RY+FTWLIex0sbLeDCwfQ2+Tjc9QJPQiC0SnYEhvQqQXZDKytxnQE4fF8Oo4itl
jN67WkTqh4b0Se3KDh/rxi26aD/3ZYqTpi1py1sLMgzfmswUuYNnR8Co4n4gQilbpidOHCUapkE1
6ZYTiQ1HocSBtssmkqRMczRFWKexZQV24qrbCSuewUlt0h+nOFld0r57z1dCJu9iE8jdrWeU2CP0
etbNw7iuuuFnALHKsCok6i2skOVX1VsO2ZtDLz9PrtxGHnXvoJ7L5cGTC9aoLJfubsTibkJFsqYg
dcgZx3uXdzcT6QjZlqpW82kZVfyl01e11cY8PVaxcLgJp9Pl1Ug7rQoaz+VPn2iDXk3Y08YA9238
OLiwH/ds7+h8eXDV8nBo4Xb5zN7WV0kk3jst6ooZsLruXqXCAD+dldhMfSzLKf5ie/gYDc14TcsR
S5XwWgx5dJPk21h1GjSomn4orW3Zpm+oNFe7MtXs59FZarzxmVb4Q1TgwO2zRr0bysj9Vg12xqKd
kkYfzLLrjoHKZYVKuqFTsO1lvcbM2lF9G0+zyramlnePsU1CXuBR98BvmEmSwFuvxYzXY3WI/SpZ
bbQUw5Q9aQ3mZp/qTfEOSTTw5zlLvK9wcTlpZuAFV6wKR31OZ1v2/eodRfxVhudzk7p9tEMs1+Lt
lZG9bhuKiXd5MUMzmplBlJ/J1WCqqUcNd0neIScDsKWFi6nVxiY3cQ2E1eoB4dGj+gnLDHLvUXdv
MnMi1TyRRf9tHLGcg0d01+2ipE6bx5hogljYOv0V9ovni5TRIPuROrnZT7ej1ZFHwe/zcBZH8b6N
ulRcDcNaYwqcJmSDddLm36Qcp2FTTMZAnk5hfwJLojN1Zf3CE2rG0TuYFvoovwCYGGOj9cbreSWJ
3UecY9/r5NXGvmz76VCA2QIVJZX9yFffICFMZJNCtJMD/rzYm4JqBTq5i6nif7Xt8dYrmvcxZtV2
Y3ievJ6FFn8v+HlGAmIen2QVdW8VrvmMi1CDQIcVGbutI+xDjLze3ZoJ81RIXjAdWJhv7mM9d6Dk
Kv1Y9Zxz1/KdhgUVEt4wRmx1evoGHYHzpASkMb33wjAan+qM/jFagLrv+yK6b5Tp3hfmaDypim4j
ELek8iH4OQzFNJfoBCj+RGivSusmp9vGQK+n6GHWc9vyrb42PrmVHKrQ7pAaoaVq7rtI9LezWt4h
WDzKJmRaPmnZqmFMdZLuG4bSChs4wi6weENWfM5lzh9XkfRokKJutVdUGAuCBRiym6WutMmflafD
N+6z4Q2KtOlNQlLhZyzx3bLzelMToZPZbU+YnZoW9p6E6/ks6TrtqQprZskjIOs0L7/Oqh2f1qos
7mqYWDgB9Xit/bKcGrWZtUgbA4eBs9erbjGJrq6mONDdOYEdpQZl7moMac8J3+4nNgatgECHWRyZ
Hd59QFdxux71uhnoURnJHsGFGx2soaTYR0d3uKGvbfsIucwd1XPNR7B2o8YW5yTe1e7N/5QjA4Nd
g7cby7T4gF6HPw3oYf3h9Q3RmR3YzxLvi+NAGjFLwsORO6BbnU/q4LM15d29ZO46FDH4r85jpRmz
QV6oV5w5f5wGHTN1zmVyvCDrUf2YIQT+wTnXObi5en79ls7pw3+agF7c06TDSAY8IXfuSFWsNE19
UxVJtnWU0X2Fi0ADuh/zTV107V4hN9yQLDN/vXDxM/tLcbK/1FGJOhpVvN1oTE+xbejBMiaYWbLJ
DESsjxu82CqE3aqwxmv5AcCsfj01kxfWVlZuTLLDtpk+fnn9zznzek8xK/Mq6qIeJ2enTxXLDh7X
bbuW3Z0k/Zi4UOLQI10R58om5cIVzxy6fpapXjx8ls0+c0SGUUJLs/cCn9DGLGb2HExYB1T7lzIz
zoyjUzA+pGBi2eEM7QAclWGCPf2WveW4qYXKHl9/eOcucbzFF7eCoRx0KGbkHeZlqi/Suc/nBYlr
tF5S15y7wvHfX1yhSwvD1Gge7RxPe9enpvmQ5kaJiGW5lBp37nUch+mLKzRFmdMzs2gAqEaEk9cV
19VcGVtcodXOGLxLaUhnChg/tTsvrhO1ptXVCdTPOEs+cog9gKJGa1wk3xpVLYfM6d0LTq2f5dpf
nOB+Vh1eXMpp81ZHlJ/sowHHZgPr48GV7XhPp8kBV9E5e9MZUKd2aXmLB80MqjY2QpEk88Zk8Xgv
c/kDECl7FtVnN2M0G+/TYjLx+JjTRnAyCr0Y9YIFbpssgr4I0UQ7ociV82BC9N4ql16rQ10axVrp
HiYtbYN+sYpQowu5bQxytYl4ye9jEM47062z2wiEfNANy3QzQrAIE1cvDkUOynTKFatqaa1hOaXk
BSFV37gDUglOoiD81m65VJI5nqh/9dCO//7ioTVxniKhyzUADWV3MNhnhiAYE7jXAwSOiIxL8JcY
bbNMu+pUr79JDIMNmZdcgpSd5JP/Waf+OVu/+AsyETeijYpoN06dNEHXrvk9XUITwiZuip0LQ0Vs
vB7WPWrDrvsyirHYOGAmdh5QZU4QS2ZsptS272RKffpCCebMdK2fdjaSuIOeOSX7Nm+MXalYk9By
is0/NYOIk98+ZIYm54ivz8YlEMDPgdBpLv2WQ/AlmcPPhfMXb/Y0FmbA4JuYyZrtW2IENrzUZVvH
FNjhw8UkoqDPreBu4K1t1rAqo/gTwWMtVE/Y3UKsy1UuONhFXhvv1qnHidnJ6DYi+nhLsQJPZiwf
KivPH7O+em5tqbavP5lzLa+fwtcXwyGporgccvo9a7QSaYRsLyhg5m7/ZsNee/ehNZ3n2WvMm3yx
7L1UtGaE0kGRsjd+MA1Qu0hk+fQiS761Etv2RSeNC0k/Z6ZNcTL1ezGk+yMEYh95tfsoHThJRE2p
QMgVf1vrWhdK2GemzZ/67RdPIYt1QDbgs3aJXB7Ilqt2GQlQPpjLyOcl7tYYV8PrT/zcLZ2sBIU3
gqKvRLTTwY7cLOjCAs6K01Z4Or5DzB5/e3T/zbv4HcV3+Pa//oc4dvTOAy/+Bun7z3/7j//63//n
Jeni54/9gbowoaQBLYWfe4w1tB3xEqBG9IMLOVIX/IgueWV/oC5M/Te6n0iIGBwO8PLj6vgHq8+0
fuNniLL545f+Q6i+v+5NHAKlpGXoJig1RCzEcB23li+GKIWa0bImTlNrUeqfutzutgN+7qden/n6
Xjyeh7/NVi+REH/dpv5+LchwbMm5LaIJ/3qtRdfBHzSZGeK/g0seOephJM54a2bWsBswTL3N0oqa
XpusF76K4+j/++z5+5W5JiFL4A+90zODN5tNMQoo4VlMXFVlF5S8kI29fnu/fJQm94cPUXfJ1/rr
7RXW0JtZxUWU7b3lYEVIxnibXVoJTtQmv9/Li8ucvDFj5KBaA6QPAeKqu6GkRjFBzXqqLY1QkDrq
iOuaXQt4d06NEO7BB5wUj7iz4gtbtBOX7B9/iQWQBSQLAgbG9suxM+WUZryJ9zkFkJs2XVDdaoHa
kb+xM/gvklniIAPht0Ee9BvvEV9bUHxNg+4KEevhUsvrl+8Y/Msff83x/78YyRxp1dF/ZIbjFFcb
qFY32tEN9o+9Y5esQKz9tuQF0xo81ctb1jJNEf7ZEPOCvdVEnt/VqmN3idPzwqJxej/sGg2QNg6B
8x4HydONsGV2cSH6FD0ybSS/yQRvtCca9vUbMn+K2l9+G1zHdU2APExUhN2dYiL0gS4MouMVw9ic
Rr6lLcmKn21YOiLuk6jcWeOQJDvybKyvoF/liiE0MuvPcARhnfhAdPrxALE5mvEaTSiWZy+J0A5H
1AUfs7FpjnHcmOHvIUQQJq/MGnBiKxPMJhzlDQDwQrjddZurGTgdBDVH+SXNjcfBTI8b9WUhJ6FK
xyxHiZwL77ZYeDKHNIOrlnH6uPMS9xF08Q1kxDiFuKWTR4Uozj1y+mZjO5XuaG0mb1jeuVNfOQFU
HossaEvr8706/ndXZ6qT+6Sd6/QtmrGa2u3UUCryAEHLjVaX8n3UDFFE8M4Qy90giaT3k8UeNSI1
lZY+F+VqIdKdKIytRQ8AK8lrPQvpXtD+1Ipae+8RoUpigOzmTRuXXbrrLUu1QUnAZ7eFVZ+IgDgf
CjJg5akOpQnV59ooDCzEnQdhMInMj3OCy4dTjuoPcwF/dx+vGnT51a2yIMNv882q5tq4p7KGgge6
Qy8Qv0VVzl9jqCG0B127xSLrNTtOiviCJif3vkk9nak/uXIm9QiduNxId+mirWZ6jR5mc59/MVPT
HsK2GNdlW6oZGlkGrYFQjhYwJqECJSEXUWw8iFaoyHecxXtoqL899JPpPrYYbr/afCNVkIMIfIMk
GMDIhN3U9lUG0DCIQHGMG5Mgrx/JDC9oY9sUmfEfYrXFcZ5MTxmVaKSjzrRSoE1c8P6J0dCaG2uR
P7N+Ojll4rH5pCzYsUGXiOSpiDUiJVhFrWctitVdbBUa2dUih3mRYE11w9qN4xx9bZx/smSJh3Ew
ScWhn+3VPzKnXW4BA0XPcVx3D4RB0xiY1By3gXCH8X5a6vLDkutMsHEdx/eYy3Fiu5C1HzvpGKtv
ltiq0b5o49t57JtvE4GspGlF01xRxNdafNyOlnxYmzlKN4XeVaPv4RZOfMto87se+WuGS8rr8YKN
Kg9Gmh2PAj83FFBzme7M2CRcALfX8LYV+GQ2sdC7dx6HzgPJw6A2BbCP2Ad6aLMu6JjZ1FKAM9TU
qD8uSTFQlMQfFgWKbXpCnJBGC4z4mfIeiyzN5iZ3SVDScnAGFkXQATyLQYKUYY36dQVV41azvPWz
qE1OVQwz7x79dYlVsO8nuI1urn92JPYW+g3KrUF+1NYbGY18l1ENXbCaNedLvy6EDUiId7rP00/v
y6he3jGk8m9JnBi4neNlmvnK0rrxUybKO3K3eEypFRlvOuYQw0e9V5dBIxc+6pXkn9vILiwylxyz
/7iMXnFb94RGbBQj5k1RzmTcrllbfCfNyaMTnZoZ43bxrIGHg+CYEiwxXnurSYtr27CwWHhWmpOW
Ivi4fRtFECEFoiT4F2zgaoULXfYiGAT5kD4snybZGOuSDYFI6uqzOaHXYpTa4wMeD2vmrO0133Vd
oyFD4JyK/UUz5ht7QEZ9o7Km7/w8mdSydZW7ZtuO8CqLYxPsx7BxIoru5QjL0Mc+a8+PGNkobquh
Wrp9ggA1QkTY2d5V1NUEkK02yTvEDMy6tbPWpl1vDMqy7+VaDIK0IzW+TTpLB5FJMysJIsxlGAAN
+D0hwMp2vT0SIx9WLREC17lB9qUou3vMiGkd2kbnzrhVIvD0uPltOJK0vdK9DjRjCsw2n829RUYa
L0wHe7OJHavuiGs1PEazTOTbsYHyuMmUBsWw1Evd2Tkg75kGW0fTYFwa84j5K15dmgxmRAzqUkFj
nWKR9DATB/z+1BhZgTq3pmm8tA763n6gCLr1MtedwkzpQwOmxJuerAzYDPF1+fTGaWulB0kE5Owa
XWMybRys3B0LQZJ7+9Ia2KSZ62w/zGJCVVe7s2mHiU7aerCWqmnQxvPHbwu7EhrhM8Juif+pUF3Q
VNFuU6Ot37HBjK3QS8bxDjay5oRIg3MvBB1v1RsM4VIPc5QdIEMNJZMAVxuNKUenanpjZ5hBwiq2
8zKooGTkYV2lon9yMkOfoLVZ5gd7Jpx9j1F/ljBQIx6YVgIL2CaC0x5pJATz+nxfdkVEE14OOl5J
NB4GpUwtHCrN1H28vlA9DNmnt0yrqaTLWTsHi/iLvQ4H9a1BMkriyzGy3+ZpZqHZiUTJphHK6waz
tCSQcOYQzq8Q5BzdkLI2/ajJAsuxJKbwD6ASlAYt/rLrd8RGW91VbsjE2hynHYKEuLcj1cMVH0jh
zFE/COdj35f1cqMlWlcxk9EgPDIgzZvGBBTgW8rts20bZdbnn/ud/z63vjy3vnps/b//9h9H6Pe/
/8t//eu//OXYyk/9cWp1f7Ns9rfSOGYqHEnyf55aHfmbY9HFIg+GDNljgvDfT638LzjhJmBO3SLU
Fi7y30+tQvwGiVA4EoumKfTjz/0DgEZh/hQPvdy2wg6HK2uyGyfL0Ran1m2gSq1gf6GH/4+9M9eR
XEmj87vI5yC4BmnISZK5Z9a+dDlELd3c9yVIPoAgSI48uTL0dpLeQV9eCdDMQBhAvoxrdfetqiwy
4l/O+c40doTAR85al46fGd04Xao4NdSzxrRXHGWhNBwkIFhW8id0a/myl8H64l6P5AfYqywOe4/M
D64NZ6F8dKzYHLkX1twmmE6rHgde/nQrGgB7yWaA1BZv5nWe4dOuS6XftYU7eP46N2rd2B3uurMQ
teXySpiS0qXSG/uiMtVW+4h9VU17ktvrTY47tG0fDlO75K9F3bb5wWoxN95Cn9UfVTbDRxZ3hty6
A+qOdJEOQ+Sc6ZSXotIC3tKNJei1pJZhmtV32mj1YV4iG4Pe+uqMY/1NRqINTqGrAzSzXyJ1Ofxm
7cj6ky3xDaSTEKy1WStMgtQm4ApL3dqtmXYSutuc8txGuxvnTDOdJjosE7yRnleXHX7sBMDkCH+w
HnqYKwFblJYXHQHaVAzTdc3/oja7TlDDnSUzkZCyrLvaADEOQ7J0T+NEDBRJm+6BeQR89cUetgRZ
/K44/gO9Bc3j2B0YFe1I1uMfXUMtf4sKsOtY22K9finGadypKV63EiPdg14YSDQyi56isBh2N+1L
U6ZdSII72HaRfxF1+FHNGCd5LuudI9Zv00m0O2GODSPHjBKnW1E+uBMj05rrMffG94WX4BGvoxN0
rjYiHgMaRgeWf6Q8Afu0cZpQ653ZHzoW/qAvyBVzpRrn51QH5vKjsCe/Ggilsk2r5Og8tVW6HByv
jMwjhIvB/ImmwpU8kLWmIfyDI29cMzosb9uk9sByQHPEGZw9uHDK+TY5JqMrnzT0OzrD8eUmbgl0
q011MkAm3V3GizsQ4Hcvl8Fz69Dt9cp2/zQiHpblHMux94x7EuA0UtxgLAE+P/ad3VSBtcqp3bV2
aSahFa/jYyyaejm5tdC7INY6/QnojPEpVwmJmVjI/Zgl7QOQVu+BQT8LVoJtgeU78H/RoyS+kw7O
O48tGikNpHhtOtinB1EO5Oh07aWLsuYPxest0wk9i+94wjmC9V2u2MJk34c1bm6tf+1TtAq+zMCa
5qhK/ThWEExm8z6WNRh1xwSrB2Oe+pFgR4tRUsZT7CosBic6QdM9GnqxNHJHqT2voItk48Ow105K
x5TlesNMJKRt+paGpcJLDHbuadT25x4zT7enisoE4T8zoU0IAhbvy0vaCO3uBKJeJRGOdLL0Ivim
9GhL27+AT7c/NFUnUP0mhBSN0tR2GZvk3qqdZSc1TQ89Tfe2kDnxQgFOR60aE2YWuc7GoGTdJCDd
18bWNhEQoIOubC3oMjqsPEFO5FXsPNNsXY+9BZI9R0VgZu5dnxrpqYuaCpZ+xwtrd/PGFR0z9tjq
3hHHa6eaDoxMgMG9uKvKPtlKA4kmCiuMl5UPwwRcBdyHv7ImBIErq9iRxufu+p4M1E3eyfTkdhNZ
YnXHwtfQ+kNhOMLPRpsKLG28c7567hWgnxnUXib2wkqzk0qUdnIt03pJbRQ2fZwA2+m7IlxwCfXJ
3D4J3pPNX18S9U37ZC0RuC7vr+/Ke41JCiAqdfJSJ+DXwddNh+79r99g3TdiX88r2yXj9n/QHPW7
m5GSMs77zFHbnmZlaceuTtQhJvPtGccyfy1T0d0wmLe01R6bALXgoZqGYdtbDj9fq9RWidrb2VSB
G9l4JmGgt5pzXow7cFkqdAuenrSxE9Rozi83WrLPv75+7TnJm5JOscspR4Gux971r8+wjuv5Wczl
cHA7K5kvcWEnb4JX7yemSr/Qfpg/czaIB0j12ScZ2ph5ujX7zEeze68gVH7N0MEDvH6jsXGnhaNv
htbOtmk+DLHmPUtQEE8s+rXXFGkq9miPMGDdNWjbKveswHDhxnPVn1Rp8SXvXXny9BVpcVd5jftm
op3QJKAFlkT57TN2DINXfa2L6WjO+I3gXdmkjNYby9CRp22KZhyOltB7CBAS+I9Gotlzn9rmcZbL
vBuUcxfV4mlo88cFq/5cmSslrwoTW+2Moj9UBDAZ4wKOzPxqXLf2UfZZAXOP6igkvLukoX80Wx50
V78HG/sGxKT2zbzt/Max8i3x6f1u1Qbw99PIw7QwhgAd1m08pNNba7RBOFFiE3d5y0CH9hvGKMc2
pZtYJ8YOmPKSavSB8Zq+QxjiRsY2MjGHR7xH56ZDkRg+0chD8hhvjZNaXpnap3z+9XNuRB9jF33b
LYxUvdKedAZDV+4Szx/VUu113ShD4DU83ZKjeFwTD7AxLEYPmcQLIUwzAr+1f1+SoQnlBMUQdJq2
6+sEOFSnzzunT1jXtgsHt+X+QX69XRe5hym4wc7C1hqi8GM/RONJ6+ZdD0wQtYcZNGh074xck5fG
npPAVUPs9zJ1T9glhJ8DfyrBbG2aJnmJQBETIBshpGv7Yztkb+2w7hokTxunmJzd4JKu2ur5d2qR
psoEvfKL2uj+DMK1NprViwBNLuSBVAcKpy/7ddTacLRlGQoPTx5jfl8jTXEbWzXtxGQEC3GjZ3Ii
bAYm5RzUFdqXqkg4BumIj5NAkC668cD7mu20eXHCEcM2lD3OaghPQ7xUn9mSzlyKg/mgLMfcxVCC
fDvCi1yi8X3UIf36JjMGdtqF+1R30tjFFYSlHDU8LTJzxCAu+xQ5NSrCAIEcYnNH9x5uxC+qQWCG
qadAtBWWQpLdJOl17cuCsRlAM87qCbkh3P2Hzo26N5bXDumYDFoObiq9gILUhTZWc404izEcpRf9
pJO7XCOyKy+iIt+szi2kEU1TPqQEMfgrA9CDziUdRmUXFVx5zhBEFlkxncx5XomrvEaiaredyLrn
ssktAIVaXQej064fFUEkO4mHNphtVnrrGqsDBhjnuJgZiKS51U5p6eYHMg31kwl8b684r37msW54
JDPtjiicicc0zs+oAtYt56J+IJ96STYO7SSdouaVwWpxyCSOZy7o7RaDCVkqiQfOhgaNRKoxhjGc
xDunq4wD2Ug4kGXdXOq07gCB5sW2XtC2EXrQPVUqxfxlUjE67oJ+F8fjx3TDCmZEh8V+3JH/THeg
AglwL6xmlfwmddkOFQnfuxaog8Mo3eahQJBPHAaCTEGlHkSrWu4bZXgP7DduJfS87Z1cu6paRd/8
j/N7Tw1FOJC2ySM2QD6fF/iR9LEO49nDqryjqci5BMe1/I6N0vlh8St2miP9tokJbctNa59mEfyp
KFK7Wc8UF6Ij04BN9kB9zJ3kZtEfryzTEDImfvU0fx9y1V90GMoPaLuQe1T1a5t2edgkYj7iTEme
PUrGgBik9IBGeCGHhgIUxakTZuDWQrC8f7jRH1cD+WbEVUZE5Y0tOT5GwkrQiWcLL5Eyxn3XcZtE
Ht53a0HtSlXDqcZM4K3whueM0v4Y2/2P9EYA64hRVhtfIABMYD5K5zKLjdUZOC5R0E9G9gUpm5i8
OPuUBfh6nKikZY7tXcc7tslZ9ZDEO3LTMnr1KTV6P3YdAzwbqeQiEmtImMMFMKNxphcpd3AL0HiK
InmF9q+zgPIKBskm53HdxAOlskHOBe/lmNRqO1eco51lEOSJyHGbCuMTLjE/Xyaqz+H2RFDEHxfm
F+Cma28Pba55INKU8D4ddC4yv4pfkxEFwMCm4yhmInnE8rRU7m1w1wryfwk6n/CCBlFhXSvb+XSL
HvCjZWwFkSHhMowE3eeOxogtYkIqipyXfm0eNUlN6cbu7Zf620xduUlbZ7yPawUDNG9/KwbzEAkZ
raLeRPJqTtWTkcjxYdKqW9Rz6hjHFbyob7duxsM2Rq+wEbUmoMAikpxqabM0a3vIGY7sCOTofMIs
v6fRYHTvjJXPNqDc9J0RoY/XBij/2nNemwdTc9tjZCmxH8zUuYPowuhVX4nEKAnb8YjTAH3ONAd8
I+E2nrNtNJiJt4j3HTNq5ihCN6uQ1XJ8iG1Q+9STsFzTVTxGiam9KfwAGzRSD0s1fgKdKF4qeIEE
CzePvWZmz7FFdOxkdeYv+qp+O7vipxWec/RMxVko2ztSUe5WUV9LWbFUoNKqYgJwkLtXiMLK5aDX
KIB4cL/yOT0LPte3CCYZUaUtv0ddkV6aesccnygDpx5CIgC7wEZxHE5GkSP+Mwyx8YrGOivwmI/K
QjveahnkpwgJew5/czthb9ljlYhCQLbeaYpiyjPtQ1bJeJHehCqs1KbfUeZ2r2bK8NEtU2+LJsje
c37FXJZN9GraVnUtUqF2K9KMi9I1rjAcCPASYTWbKTVPxIfpEIJ9r6RZBevS23dpnZAt69Q1oTEV
SnR7AGNbMUm92KZRYkgdhysizBx7EaE561K219RYyl2HDYIMc7p4PxGEvFjeGmRzMj3MCwqu+daH
UqxAcbYGm8a7Hb/IyyaJqzOIy9Yd9nJemVT+rA1fBKNQKUlgmcgAjZ2T2uO55sVWOZsoe1Wlb7uZ
fkzt1uL5R2rN6ON9wWh+yyrOmcjN4q3SJIjCNpLPRS/FQzwN1jnzGKwjz9cozIHETPESn9Iqf5ha
IoXigbTzyije3DRx9q7V2EGDT42g4nY6kOoEtTJpSdKJHUgczjJH9/x0aUjIw9VaS2a4I9PxpzWz
fnUOkd2zkxOINoIWhjJWrWHqGf1XTcaOX2VsvqjQABTZgkpkHJkiRsqBRaDiYm8PmjgR/ALKcKSH
otogqcwsJnbv8OM3ZJzCl2Bd8pjUKATphfN9XWGCkHE2nmlRh7CWsTywj+qDscMYwWajfjSBNrP5
5Jy9tGax7hGjdSeztvMrKvTpZ5lzzvGyNfYyL+Kn0ma4WkCjCeeamObBJHsUZby5wUrf3JWsIX+J
1moI/9YSAsGIJ9jqWFA2g2Unr32SPSSivlg0/3EiPgq7YYnDOMvPDVlsG0XtWnlRu2M2/ZK2hR3m
RLe9t0bRnnMMKxuTfeBb28jiPGYUAbq+fnbGBLOUnJ/d2Nnr2bKr38Kb9FMMSetM7J3CSzHOJDDO
A9XEKDeJyyuHU6DHMqrHoa1ZLN2i+LvG6xVGWfQ1tSgKiq68dLRf/drXdx0i7wfpLM6fyHELXE8I
3cGk2A9aF6WMf6EJbcQUNx9VZRdnPjpsdYVr7eRieAy0k/5BUozfM1Y29xBYxYms79ofKZ50jAqj
E2gOL8vtMwKIdAuJ4RtCi8kL4elwpB07WBNylW7JSdmjSvoZ+nQlwWzqg+/Zpdp5ldR8r2uBJzWR
5QvYdkHdRuXTqoqZGXnc8MEk7bGhHMIOwoyRWD02V7ltGzyE5kzCUN4SYVcuxrSrcUiF4xC11zwb
o+tMjoVPQVsG1VxZH/XCN9VPOHqZc7TOHsJ0+bhSVodY+rQXZ6A9YbM8BCPpsLvqNiUASiu2WsZt
u+Ti4LViwHrEdIwVrIIe3RYXayq6XUwU05+CdKvPSjbssXP21cCo+93UlsuvvuHwEbHXFZC3Yuvb
MVrTB7zvfrp2nYesiMb9ag/u3oEwtl0Y27yzr1zCjAymhOXRoP8AHa9eB7fBWsN+2HvUG1fctWsm
vitviEJ7ctHfEfn9e2ScFMRYtoI6Q9cyLmSiYXdRrH94KD2oaa+MoKKvscrqa5QNgw92rD7HDXzn
WFXqm33umxlb+RWMWbsfh57ChjSs+mNBokF+oMDuOmfzLzdtBo4Qy/2a0jUBLyKmfc7FXeKUW5zH
3tayp6mPOITx/PqqvDXahGQd65lQMJL42IniU7mrE7rmTYyiydxYte5ecuBqJzim6ZcJV7q7XTux
s5mMMrsfulWSnmtmEGj7FOZ138mr6Wj5csJDmja7xDH7DfDpUMOLEliNRO6hJ/CJ8kyfTqPmtQcr
wjDKe9B6d9WcyUembflFb/KYXLUWH2ehkS7fKVaKE+7bt1KPRRAt3P8dM7dnK3ai002EGOCVMrbs
v9SxTtPGH01SKVtN036PDZgcQ6T3LAane6OU87GOSuZn6I12oNE5G/P1QkIStjDmjedM5hFKV25U
VS3evTFDhs5dx/WXsWgu4IOjI2dreU1Y64al3c53vB7DRi7x8ONRCDV1jNbD+9Js8WQxXD2zb3ob
dPLJ2ZMxtMboIOwZPymPiZsYP2U5svg0vQ9nzMKiYLHbmWV8YrhYPA+4v6mCDPgt8sVRLPxdl6Gh
WOKtrg/Awy1hBjpvQ2guRmBTyLLmJFAN0b9BwF22rbJ42dktKRKqURSYS3OECjU8dZrLY9PnlymJ
DY67Yt1OWaX8RDeMY2saUwCM55UF93vdeoCw0TD01bSt6UY3eiSmi64zQYyics8LfrMSahEb48EI
VobcJykquZ+JD+WDV5RrphsHMWh3n4RHEg4dB1rzjBdpgVEQCC8/1l00XGiTyJnQZ+trklkWJOzp
edeMB7Nu1b71tK01mehMUzPeNd1q/XZE0z0BCdLCNcemrUwaqXUpMpapurNXyexutCHLfYecw5De
Ci+7HPOLAse5T8uhAINuV3SRWfY+srAMZGKJ+ywbEHq0mk5a6Dqylhw7786RjHi9dHqG86wHei9R
Q0C4JbZzQJJtm8WWRXPyMA1MD4SSWkBi4WWNqej7gvHtOHYxgBGnvlTMkrayU/RRJk02otPd6Arb
7xxdO5p//WQ8Ds84Nx/xGbGnnnJrQ91J1de2ONvorDCGgmuzhSRZaz5GozGDs6maq8rqg1Fnb00f
X6ZG+wEyoBHfZEyhWGR6FXH/IBYcXpMcFj8m4HC/kmQciNil+rPxMDp44mK3emfE0/p4q3i6DDc5
LCZwzSa61e2lsSUvm3KMsFLNMsyHqTF5ABS5I5Up/J52ws9WrfVh/2mb3DNrgjGVe5fwcvuWcYv2
yvLy4JbyPAy4m436XS3C3iyFpA1uXT+30rc+A/FE+4AYhvXQtrVWONO5wyK5XUXAcuJiZfUzYFXu
t46ZbGU658oDCm92bAyqJFFha0qiR8s5DTO32TqFxXQvgVteR2A2oQeYz1Lrf40eYzrDZDhPfOTM
jSlOUY0GAaCBCkps0CfLVS/94qUMt2qxLRvxnrkmaYVmPu2dEZ4mOYNhO5jzxUjSnrhQo9t5ZmMe
G3t8lASxcjAX0xUvf4wSwNGa0KvnFGr2svWM6WNiqW9HjESyOttx0o9BPhgRZ2/jHsY5F8+Ujxme
0e8VuSvzO/jzufCeqSPf4nS+o9FAQWPWyVNKvjdY5OyaI1TbjkJWF0vTf2QkGTQ1gUCUoncgKb12
rfYQvJOj6c47bsyCM41HQuqp2i23NgDP37awmp9pKA9JbbxEbWRhYBWPa2TVxywuszNRsX7swSAD
NPtJTDDzLSwjXIITq63I6g85LABSVLg+iBqtzmuWHemS4qOSotmRt/Vd6M1znKefaFr0Y9xo+j5X
WQG8r2CTRMF6ipHH7UxKtbNwcnQ9uatIHvOmELGTd7eYxo9ZTsVTLoz5UJMEi5G6aR7QXCEEIjk0
iBOc/zTv3UO8GsuuqsZf6cw1claxQtHyzJGuDkWpmo1ZjBBzSxY7k1PHHw0SsOAWQblZRZ/51F2H
QWUg6yItC3p72plVeSjU+qsc9XMfj9vVnOdNO4/HIh/v6pEHMLWjfKsX2a+lth74vA+zaWGTuT2e
Odfcgi6MqesOF+rT3EcBGO84bPEt36cJf2kay1PX9kug9c0jm7ZHc+62o5EcGtsNSgPJIHdNqJcT
32GLLt2KhgAR0j2qulct5lVv5kOemwl/Ov7kxZwHkaZ/9aU42LwNE4/GTo3ZpRHuQTPcJ90x0UdZ
5XHu46Nt5qG0TMjYuXE/Z7W+Yb82bjwmlIEjxLGoe49+snVek656tzOSQN2q+dXO2r2dJ76l909W
m2BUXfWDYhOZ0C3iWF6ad7Fm1wSJo1YOAVcUfPTmReCPp3HxtpVjXk296UMdkthh9KLlGhPjWw9p
5HduaoVpWUZsZtl1oRdE2TR/rZYpj1rngozS1EiZFb3bt8rC1qignGIMHJKRIC7HfYhW5VeZCBXO
a3QxaFvsSYiwQ54WsiNiBCTZ4NbeXcwCAYOFPMZu4p3aHsDDZjEr+cZAzN7QFqKrjAZ1h3r51K7U
cQ6tZlg6BFszamjerW4Z7lEOZ0ctS9OLhy6USYLMmKY6ZPiZzo45S3pIes3ZDkYx8ebKsXlFMKW+
rPZmGJ+Zu/CQV8Vn6th069TVVsSZ35iYwEXfNeFMKac1+Y/jTNaNVZewkBFQqrwVODkhuOsWMRz7
PEZPyWTJEEnevSO9LKw8k9ub0gT5VyD7DjUjk+SYaUY6ySeswsTTSYAzVj9+W3nO5IElFTOLDUEO
B36DPtVgzVB9rIJW1R2Hhm0fDVU+6qUzsdLQtsm4vFpRdWxljm1diHtnXPPQkKQFlhFA9WS8V5Px
wioUf1jD/l9z8FW1etwdqrVbUBy7313cEiSjiXE3ZU79PNaTPKIiexywwLqRZ27H1ox8c9YXqCzr
g9GsTVh2U03s9HoTJeFxr/Rf0wBfT5Gs4dsM5xFr5Q82v1ESoJ1NmdoUrrHcLSxGNy4DWvznPUiv
KA9mN7rmZfwoyQoxezmx4U+GDbfPHqGTIBQk2gIW+Ohd/WOc5sLv2CmGE8npiOGG17gevz1BMHXk
sUpx4HJaMbrJyLxPELZu66JnFVSIbycnyktz3JKYc/ZzpDpKSgcjnNy1DcB2nLoBOsmonEMts1+g
JEMCNQ1KxeEKItPcWUmrb9e+fXQjnZbbhhUiu7t4lihjo9k5g7Icg2hgvA3oaQCOlJtHt5K+vMm6
2UEnx2FKre2qt/XeyynbWZ8zTMfUdJZOXULMcF91L+uvVZPbl2RIT33Vj3gObsjT+S6zeAzF7aKJ
aDC6LA/Lug/ZXKb4oM2OCRAb3Nwg1URIDOq9MCAoLdBLU0ALIwv7MLEoFHIX/g6r8vRQQJPhuzRk
oNEWkL09kY1sPU3r5ISzrR5aE8WIkOK175E62jFcJjuuk0M6GZ838rpdl5eBqNpwMchtFLFVUIB6
hU+UdkdFbtLdlJokByemsUOkpTLmnubrZDZzUd7XcaObvzECR20QtWzvCR4u6ulg1qPMT/O8EmzR
tEBLLuxkUeSjSMy7Q+9qun5umy7RGkYVLZuoLtaIhbF7T3UBc/TuM2vQzvFr69e3hFHd/NAzSmo2
sDeYk/GHyr4M9J91WLjOktxzv0fdXafVy581n1G0sWpvmNeTUC/2ZWl3+TaNqilGk8yqBGANTgwR
ZHan6WfUHxSEziKTX22jYvM64IhpHg2WYlTTPPd5ep7ttB4fpy7yKFxjo82CEY1SdazixIOYxLqb
4b3tjY6PKnUSu5poKXbN+Vrn2ilm9rpc1Rzxw0UR4Rm8WVZP1I+b0S2ge5v0dN6Ad5it96pVqziC
wVkBx2Tw84aQusdx71LEEzzHqtRgd2nuEigi6qeNfjOsoaZwr5bUv+bWvgf/AVVqmsjDcqoUFlCv
Hl3TQguClnUPOCDKeJzG+KPMVHOv5eQBEZIyrIZvCO5SX1S6e0Do8bhO0kbJnL/Hndw6WcIAXI98
oxynbZyb964qf0zQOBoKnHKTLZ31wOK8PiJ9hobBaTiur1Y6uu6fCXLB7etPDoiS/kU1A0zzFuRP
HH0n1qjvSrIvvazbNRM1cFecFzvVgyhDvY7SEWSNk6wsYVKmjtLYsrwoDj1pPZsqG9YDYHxkgK2H
7EcO82u72vumm+tTNBg0b5S9J1UucJC82TiVdpIE8vYhVQSvMPrudp1m1od+9pYdHO6vSnOviUFO
JwG1R9VQ49EdodWEzDLzWtqgR2LOUewXnU+YBbuyQeovUS85j2fDuRSwogKml0Ai8iw6aFNn3bJ/
Ynag6xthvj81RUdAUNsu69doj1Y1Q40J3zxd7eytarwfY3Gzw1iP11p2+a6e1HMypwRmMvl6aFu3
ICVcdltIPh/VUCV+mvTcMqbGPLpbm3ib0aAB45iy+pOccwP60rq1Zvbkc9IfIlKSwgrtGk1VyyKi
XY4s7cy99LgEvcVoQktXy66IC4cqQb5Dr6FTrvqZaKbIwTlextAqYGvQwMYkJEnv4sru0arc5ll6
4KKzcXUe0PR5e0UUMJiKov2OVAHhPfWAiMB+ZjfT6/t+QuPVdT29RMamFoAx9CJ++g33rLYhCLQ6
8LYzd3XhZyGm+WlZHDDcX2EtKQXnz1iEX+WevSE9ydioKP9FUF8Z9ClXW21kOLmm2S/d2Q1Zwz6t
iE7xqEasdb2WalCC+QnsMgMWZZklxQwaqSML73FBacFnv2EsuhA05XrrJ/Iw4wtciF0/DB7NocFU
X98iGZ9RCyw18VKDSMTRBsX7tU4e80C4H619tqD51EQyW295qqdsGOvmBWWbfUL0OPqEjq+bce2O
6+3I2gx9lF8st6lYh1VnaFSQgqCys81q+kDdihu919YbKCt7xXlCwOmcqKPRR/ORA4zC2iX8y+8a
noOwAvWV+N0NHLPpK9WIo24I3j5zGGf3h6av6v1ptL0Q9lN17rw8qK1WHWfYJo+EDfRHdyyNYE40
594jcXbLTiK7DktSPSZN9W10sXHhJa7IYS+0hzovH/DQNYeu06wn1iI7Rse/7S5zAw2hrjPZHIWr
ZT00442fkOqRBiY7ziI0QMk6nFwn/jALgM0E7UEQXsOxFdohi2iRjTR9nHMWedbCbIp7eI9dV/td
tWgMag97zQJkwoA9NrerOnBCbG0Cw26mGTcstQywTl/kVkDWkM7N7OSXWIqnyWO3Jwp9x+YLRp+l
To01GAfD1HpgFR55XynBRW7OZw9KML2XZNpQzlfsI4dEbtqlJFQMgcCL0QzyGjslsbx6B3MQ7Trx
w64xHPQkXzaYQLqXFUaFibPXV2P7QwM0PCLBQ+VQq6eEY3dFdzXPv4kFemZAlG5H9i1s6h9jIrv8
qPMk9bd6pgTNNqXgnGhHHMz52LytHkhZLmqF5F7wq9EHduLKqW7dheqUQIqzzGitz7Ft43LRlHwx
IStdCmKItwgZ0t3sGWGGDmjxyjW8jfL52sy33GxlDj46dViirx3OcM8ra2vo2tcoXCdkTuQejDkV
V9xMFm8dT1iko1NRnYs0zYzFps9sCAmoAxQQIxJ69TXXr2s9fOR2qy5Y1vNdkfVLWIyxdWIZ2V/N
ubU2k6h+qhuLrBnT/NR2yFY3ZRX/dpIUpVAb4h3HLN6cF4M3zWuf1FQjZ2NpsS/b6Sxhw+kYe/al
iaDDHFadYhw/dW2KlEfd6Kl/PKQZTk0ISb/vUf6wej96o74fWckZy1AEZT/6U4cios/0Jy8errJs
ziWeTiZj9bRtyhiBrdXZOSlvcgzj1WvOWQbxmsw00iNRKgUdIB4gv5ApnCSCvJC60b7vrGY/Mnjj
50X4lXrLa0nWrV/IhHE+n1LeY8YYsgzy0Zw9ar32qg05PifDazaePUebQS0rV719X+NgPxUVqeIL
G/M0KvuTlqtqixh0z6puDjA2VZu6ZlBpwnhB/OD+KhKM+NasfZv68rQ2ODAGxu9Y7aazUpkGpcxe
a5ILaQ9t1/p9Gz4f1Cp/69kAExSQKzlulArYm9b1UPFhXaJqvDlr/r8qPk7r6u/17RJWz78wc//n
//Tf/8N//R//7r/8t//47/9JGH/7h/9LGG+4fzN0XNLYNtjrIYbClg2ibMAqrv9NSstzPP7Ysw39
Frfwv83cNrL4m1jecyUaPP4NinkW7kPyb/+NLf9mCw9VL+ZwMiQENu//B1H8P7E3pBDSMN3b17cN
x7SoGf7RAUsTYAwMEHXGKcI4SXRnCJj7ncZFdB7WxTumelmdbskVO5fMv53ZLSUGTlm0CGBX1E12
HY3HCsXYy999lP8X4/fN+fx/tPp/fWPIRgy+MfysHsiBf/zGJHmnGfxSEbRzQwDyMJYxOAfe0yqH
MmZrLBH/9Rf8R+/s7Qua/Kc7Aksr7vt/pmZbQhHUMd+6ziYafQEI79iRi/r6r7/KzWn99z+WKWyD
r4U915VUHRa/2L93HFtQ+2K36VxA6aP4n7SdV47cyprn9zLvvCAjyCAJzPRD+jIqI6kyJb0QsvTe
82kWMXuYTcySuvcwP5ZOo5WsQuXoYXCAC+geE8mwn/mb28GbwDUjR4bEI9HFU4afzhNMTPFQjMQD
bw/9rLhzPjYZpTItoATm/KULLr3nkOQgLOpvJa4hX3xC8Os6K7ghTaubjYJktk8b1e9cxc2m1U7W
rKagFfvU1NVdYtfqvpGZ8/nCrzqnwNuoLxJ9IuYhDQf2B+Xz8xmxC5PgnDrDxhukRjhg2YfSyGsS
BS0jD3Wn4H009Pdh2dY3WK9jpzEawYFikH6KiSY3FjA9rU097nJpp9WFXfFMmV5OmqvAHrmcFEM8
//0/KOIOKPbJr7DSHXzX2TVU9zc69YCvA/4CB5zRjRMsUdIdFeb63uAOpols4V2JeN0NPYnmr+RH
nmfLgvbrGpxVC1GCxWypSQ1jUKOmaEUOBzECMbIlJXe2dqFrnwLLHS8w9l/bNZZtcAk5titm/s75
+gi7TKIwKEMygTzZTUMLWirOK/1DVdHNDbKQujjx/S8smwOsTurmbiyseJsLo7jWvEB70vvhkjbD
uTjK8yywlYVyhMXNIJciKUNdW5TJVbj1ELx4rBokjSud5p3pe8MhC2cJ+dnz6+2durwg0E+QHFqL
W4nzw4W5mIi2kJRpQ2SSbM/fO7Lu9pOV5Bfm+5VRzPneM0iTdFQD5nvxj/2WKa1yw9iLKXvWTKhq
MO5LcHd8//bHvJhBA5YFCus2uGQkQ5aGLVnINUEsozaxGpN3uQjMq0x5SbuKQS3spzZU8ElS9fD2
qM9m6GeniWF572YOtSFnJtb51yHM5lqQ7WmupJPmHfBE136Z5EXZ3AgLdmht1j5Y0MQCR6VVY7X1
MtAL62oChUIPWIOZpPE2UkFBWPNDrKEaDtaiR5eXrA6VWou+66oyx+I9TgbUuG1zGt5HkeXfspXk
PV7bxiONy9rakgroDrmBV9/6kzSGmaJALbVIde8drlr5sG+5Dva1Hon8jmkkKO86MvEmk8Wu1ASt
iGqg8bjykedBkjMwmmMA2v9O11ICvC4Q+TX7hFrUYLsgm2IzgDQbh4hFrgR0ZxBHIQVWxygpENEE
KzqYEp3KHvGe8Q9oGSTOngDQCtfx1CVfGsua+1RyTI7kAfQInBjYMT3wwAg3nt5Q5ZbkDN80EVXV
RksJIVVbXtWF633oIaocMfekdZpWWb15e01f20lcR5KmCdEKl9P5kiZ1NAkP6VEwq6mGglri7a05
8VBlm0KRpREIYzbbvj3oi0dj3kfIagjqpmAQ5OIa7D1Kt9IHRZbKimhfpO62zAqkcbVMXXgBXvk+
YgIGkwZ/iZmg+OeBrGsf5ql0GYpTcWOMWBN5QRBTMizMa/b5uFP4YV54q18b1DAw6xPc9Qq9pfNB
E9+ndzjFaqYRN+/icbj3AoizpuFVG90mPlFNpf/9nCpEcQkEiQQNVy4ueqoqCEggrEWzmVq5y4Kv
i9DJdpKq0OHt5ZvnbHEN8JoSgijJiARC559XR2aaG20O11AN6YZXq7rSs5DelO5O74w0HS6MNwfZ
ywEdwwZzzHjE1UtbosTGwRCVe3tD64oAh/LrL+hNybcwmMKPaMuKT6aTtf1MWwIVlFbl9B6owIAk
SQyVdD3BKtyrPu7yDedLfyh9owgwRqnHK5QsLvoTvLK7qe0qHOIcxSyJ+Y344w3wahc6WJPbG+om
7i3dqBTIuaevVYEUyNsr8dpQxKMOtF1EjvSlzUTXdVTXMsp+RpACX4cKcxVpmrNOuJUvLMJrawDr
lhNrox8jzUVEPwaCbkAX2Zt6srzbdgIyOREdFisH9Xpqskl0I03ZXRj1lQ90Ld10dVc31cwyPp/L
3HVDymLgtehtZNs4MBGSERhgtv4g9m/P5ctdTQYhbdSEYEGjtrXQ9guGyU7GGjxAJh1zg+hEsy2n
ttojCaFvsKZNLvhczT/9/BRJnTjQlAq9TgMV8/NPA40dp65CrTZXpbWrtbG5dXlhL+yQ175KSmUy
Ere7WqoJlmGjFa5Zo4mh8JrQQP3tZRq04N1gXKm4dC6Mx3/y5XdxMyiuP9ZLEO2efxfcNGyHsGHb
NKqDlBCFQwY6ECERd2c0gwv2JZeBt6nHoLiuKST6qOg0qNqDBh+BQjhF9N72HLfa1o7SE/z/VPoR
km6UbUZNejEamyB9ctoHqAmlFPRj1CuORO0ljIqxSL6HXj7ug1D2v2ocKO/9tklwwkU9v6ejHfTt
Lu95W1e1Y/n+1kaA/W6Y0urLEOmELZpt0mErKtdfZVadfAY0PUvmg9/0VxEspp9BnocgHgo/oUci
Rf/Nywm/1q6X20ALpqi8IUnTv9NyRDGepU+f6rYtn2JW+1cc1B60oQHyXtdNYJydCgAptAMtS9dx
aaNRBo2XurGlD/k3Kzcb79q1E2A0EezYB0sLbWgDCrTdDiQGmuhjGlR3JkSxZBVprW2ssI5MSP6a
0L6RbZyjmj74w0/RlGiyBJROv6qiKfEObwvxkWShOyH9D2kHwXfDv22xhUbyfByHbxDXUdipUcKm
qKYAqq26PmtOATW+YtdMkjxuyLEP3cVhWaPhHUCe34dYRhA6DdC40JSquJCGKkm/g5zX3uOkADgO
GAg/pAceXNFxgHG98xKf/4eQ0PoOVyr4pUTX811xCEylov32ng65V6xF2Rf3KIYUR0I32Liah0EB
OLMJJFwNNBtCW6rVoOliTfqrkHYEoF/ToC6H5mqjrbpmkMjwygzp+WQavPaqVU7zlCAgAOygVShT
SewmrhuRzd4Rk+O+d2VWuvtyUD30+AQUE2R5cCKF69IVd8O6DldhlHk3rOBgrIk+++eqXpyt8Oiy
+3lt+QeB8YYTcueyvWudvGnXrlbZH+G+wBMJ89hx3vVOml9pVhb8ELlwY0x8pXc1QbEct3FEUyaU
CH+sO6n7j52axEcGgpYzgMI79kM2vWdfoznrBUX3EzUBt93H+cCvBR5EQddyEGrHXAN7g7cvy/ky
XFxe1HXQBXCoHqC/trgsw8EyEgRlxaYMdGtfZihd8QSLd63S+i1hB24Dek8vmfYrpQnz6u3RX2a1
BHOu7TgGlTmX1HahfpsJoyxFmoP2zzQaEAa9QghCYto4o4EOAwjsXWsWPgGKlm2KGjCka+b2vWDB
N47V9reFoY0XIs2XTxXHGUm8OUohErMWT1WjpU6vpQYGoQ7ZBcyo+AEqD+5/gZtcELB+UfcjlCXs
mj/eNWzbXoYYLuid1rSbmRet+qsh7zAiiPLs1jaVeTOqof4aWHaGs0Bn0isJtS0JSL7G+cXjOEPa
t9uRi8oxs93bC/MySDAtiqFz+qsTAon5bfgj9AkT1ddGlNkbvcqbW73t3X4lVaHBgy+alRerjFo7
DOu3R31Z5TFM3hsG5c5C73H5yE1RgWJe0CtMkTofeT4ufMqABeXzhtKOp2bIG28LEG/7wQ4b+ypB
JTldIZVef9GKKf309u+R1rkqMxUOCsY2ep3olRjUgJf5uVENgyY7CUhu6tprM0gmaxcr0sIVaCDw
0PowhmJPD7S98/2IdEQUbJ+VR0QFlms0fnQjNdO1O+tRY0+ms6eTIOZQTZaJPlRFfLnG170qrkiZ
uevgjAyAEh233VRGmcDH8qV1jME0HYSKe8H7W3YuVhdGdRARbAiaGVjcY/1AE2flCS5JHM8tdQos
P1MgtUcYMlYsgC6lTRveAcyem6wCsxlY1rGO4yGYiO9FNnDJNGnZD1dSJZVa2VbVPzlOhfYGZCZA
NIXZQ4ZlHT4BMcUzUYLpqcEOpA5dOUTi0u8lXdAE3gX9rmuAbwnvWqg5Rj2AZzCS3NxJqKn3loQp
o6Z+Qp5kkuV9y70r116jDH9nRqM+YVWkqo81Hfh8287wd3ixQps2jaW/S3N0ox467pQG2xIb5bM8
0JNj2foQsgbTgRQ90P+6Bm5bgxbTAM5gVNGUGBaNY2qtcfMCJ5c31g9svKHn8i4m6c+0G/XmIxRZ
XT5NLnDtQznmAaidEXIjXXNos9c83DVkVJgkQ12o7ra0I9dcx9Kb4s2YwCC6ivqmrPbQxXH4gCJb
GY+I7bc7DcwR4KrK0b3ZF6MK11ZbwIAAlBXch12JPlPRRP1H3R8sh/oFDQdW0wdxPLYV7Ns8LIxy
I6Bvil0l9fp7AM31kYfa/26ziULMhkLrG0EviGnXzUaxgs1UfLIMm4cSQ4f6M/kk0JokAgawRq2i
9K6csQ/h19Z9R60ujakUuM0MHqVJiXRZGTQf61rNVz+0NkivuVPTg0/tjyDh7QLceDKgdRLm0Tq3
JapoWK/G8bbRBrgxU8Y2XQFHLlDWNDv7noavg38nPf4RomAT9KtMNPWRqKHWV1rkooGao9owboAZ
28YOLcn0qZG5lm69vgffUGtd8bMf3Tw4FCZN3XWaGXjXhSpOklUCdaDalwmeddEE/3Slh74jbt1s
HscGV3TIBhOKmgXNeeQqr9W+8BqQWM3Udy3iGcjG3wKE1Z8CAwoVBA5L+wbHdmYJu2mNystUW3DP
TLTzfWvoD1qKl/g29NxB39gorH2aslF9bpt21FAz85S5FjHNhM2IBwuuQEOIehlZK6B0tDBhzsCR
H770GoXEDQCy4dOkTQKijctOg6No5vuyGubIBjarlmsDGNU6dvHPdc2yJVit9ae2bnxYi2yqa6Sw
o5+WXWuPPv5jFOmTsPtmKGCZ6x6S/ecY1sLHbggBwxFVao9pI3u5CinTfOCog93tVZd8jiNHfeqE
2360jCj+1Xeqe1f5RSToPRTjsErNenqipep/w1QaZbxWb9t0HcUNxEb0fkGfcM6A5I8QpJItYu0O
8XMxgIsmsUbqwVHDkK89b7StVW9DnV3NjaatMP043sBCQlIUO0rjPiGoTtZlWOYwkwn7v3RwhqEm
xiBt0CwrOBaWH4krTUOwEFJXFtOJckLnez1Yfr+FYxUPNzaaAd1uIrN88Iay/zSkmULDVGXOU9z6
1nVdope3AQGLMWgZTP47o/MiSEGxbYzrEoUB3Ef6WpgQjVO7pC8zSiBRpBUguvNeZFd+Muj01Vu7
1HAFSMO7NKsQ0KswoaD0h6qBsa2UP8Eww13ssSjy/GgE2KqsQtcEoiFEV/+Q8IKIcHw4/h235Azu
ydpujcgcVJyyisAzagDwj32juTAFOZUA+ycKnOsQa+Oj7glw0+6EJsg6H4pxn4d6Xm56PaZ95Tt5
HN/bUG7xDEUtZ9zjk+n/AvkdQ0rJW+3ESlclfQGZFkwByAMwjYnqAO3OqOPOMdxPLTkC0EMfhCUw
O0oDSRopKChxq546L+PN8ts8+REaE97wUrPjE3DC8hH4Ce0fo82yWzh+E5w2bzIB0rTm4NE8N4Nw
o5uNVm17gOx0uhzMXXyFJx9SrFb2CTLU9A1Yo9fhC4m66qrpYPNsWMz2dkBhix6TjdnyLO2FBqhH
nwE0l8TQqZmjM6BHxqcUnkF1CCBl+BtdpJ23ibywN4ESoSS6GlKBgd1ziPD/Q5Su+Jl9aKqfP5t3
X4v/Pg/wPS/GCqB082/nf6x//9n/mW++Nl/P/rDNmrAZH9uf1fj+Z90m/Ku/vY7nf/L/9W/+ozf3
cSx+/o//9j2HnTn/11403Z0/gqX5P//Pv3b3NeVf+4//9X/+/X//z7MmPf/8PyJ0lPj+JSSFHscm
uP7dZjds81+UGSG08PI4wpljv//UTDfEv4j7XMc1URe3iYUpNfzTZ9fm9rxUCk11WrbUj2hM/uc3
P/xOZJiu33Pwz5//1DFfRJiWTZpDjxOEvgmVTLyIMAEBho0lavM4kicCt+zrT11gat8yYKD3gcym
+5n8vvFsp71DclVexUMwALgUycPY9ICE/5i0137PeYD5/HvmSq9BaYwyM7/rPNDWIiiteo/Ipyki
edWYeQP0KspvUPdyAcNxl2panu2mSDjbJJyNtzRkGbwmTv+q4fX8Q1BXt2ihOJKG13Om8kfE703E
iBmwnqOXofiEjitY/nGqD29/73NJ+b/yzXkYg3Wcy80uHC7TWlYf0c4FXNp5R42KwZoKcQytX5/W
U2CrVew1zn5QEEuwc1iLeup/DnRVwf1a9pWKYrh1cZXsUqNs90PqZxsYUP4V2gXeIetcsW/qEPUI
6Ck3KtGGXVzAnTcgLT+lTUEVo0Y9E6kBbj9fCv9C1fG52bn8Mgeq/qzELyjSLVJZpAm5cKiyHyFc
3hTA7qywusuN8LbMrBVtsINhUrnA/Zo3AZtdXr2R6KsdV0jBHAK/3eKstxOyRLTVvk7TfBdFsBjz
7gMp36rAmFQT41ppf1W8/L0es4C1dHA4oImz+NXC8+nbNY1zDIQqD5oTz2IXZX1hcs5LpP+MQkJH
6Rf5SaHPKfcfmysdvFw5YeYckSexEIejzjPW9nAhaTXOM/fnYVCVoKGpqFiQQy6G8SU6RCIRwYln
NXxsjUT5e+p3XQe0LKkfq9os9Z10ovA4VmBVN67oK7qMemVTQTWxH20q0cOpS0ofoZxJpYD5XMTP
LvzOV2aDzjXu1NQWAHiqxRmIkyqpwUh4x6goNOTlqIMJVCkuXC2vHTX2ocmE6zRb0D0+n/S+qHTe
Hs07Oo4E1UcicVMKMlA9s5p1RJF5XdRRvY2iAo2ubIBh3JTig4sj3mdLhJDAMotAskJBc8yzH4Cl
QSZTqHqIGgWNJugamDhK3gKzBaI3wYKJCmUgnpdmcPYa/TEdp+Fa0Le9YFC3KJr8XubZ+VygkkLh
aDl/WRoK0YK7IxICx1mNfImqxm+8QPHeUVm2Jjjpdu1AChKVcfUug3IOuC8BoxsZ6hrOoYb7LI4L
b99tvHfF2QVAYV5gEyLQ/OcOXfYBrME3Hbzh/ZNPbHszhEYAE1WXN5Tu8puxQkWda616VwOX3Lw9
Ms/jy5GR/6d+NFfrzUUHopFTq8Ig8k+pk95mhqs+2Fr0E7SMdgVuof6rpijTz3cqOlWKF5S3fIlf
svo8lrLjlLlJXK3dHKWuljBy7QER2JDazvDjUl54OM7rlM+DztAX/A4oDBli2SCjtMBPyl3nOIvQ
3AVhYa8zaWZrYWb5Jztw7e1oZifZTtPe6vruwol9cbHQI+U+AXeDuIjLK3l+lCKguHUTFtxffkcV
QSVfQLkjtzbG/YXJBTf4Yi1Jf4SygRXRz1eLoUqEMqwEFf0j/IcWmHNJzooLYI+YRxscStnf2r1j
H4y+/AbEfnz0QOJO1WBtXN/+1elpuVFS5Q8yFF9acG0HrTQ/E1fZOySO2tUo4o56BZy5xKSPYSJJ
C46jXBtZbOHLC9U/D73qxmrlaYKvvS1ciJYwI82t0Wr2TVjn4XZEgPpmMnRvizbV1rTbhzKhcwzV
CaU6RL+/jrnlks1YzVVe9f6Ogom2casIGUeT1JhMS79w8l6ZMxtU50yDojxiL9FYtW0NsisG+5hZ
lbsTXVKiokf+PZbpdD0pJ8duHZTW24fulR0JTpNm7VwkZHCx2BMWjC1ZKPcoZa5uhw5xP8POtEPK
XXqVj6O19me+ylxUvPfKvr1wIF7ZkkBP6U8DUOKLl9grqmGjbOjRHbVA4l+RiuahkP4jjJ5LUKiF
Xefz2XOApwKcBQHBQzJffH+83lUYR8odA/eIV3T24FAAQFhJorOqMPMWgQWy3q76de9g6UdvvgYt
1Y/Xb8/2c/i0uF3Bl1DCM0DvzuDQ8x8xpHXf46OuobicmptqFilJqYztsQUYVp4tq2sxJfJWjOF4
8IfG3aFaFhxqvQzu3v4lr1y2LLplEc1Qs8cw8PyHhHFnDlgK2MehNpI9YrT2yo3y/C4a4UNOurF9
e7hX9ja9GYn5C7uMFskiWIjGfqbeS+dYURddFTLzdhEav7caeH34AKO461314+0xXwQofBbN89nz
SuciWsZRfdIjcGH0zrFGsmc7htnXCjbJhUdr0fuZt5WYAQ+CN9MAlb08tY3duWncIIOUa0WHJHfZ
Idcmx6u+V+q9Z1f1wZAu1fC05D2r6nAP3w9h6dBt7tISbQzY18WFJOiVXcYTClRVmXOeSpJ4vriJ
nmUNjgyEFlQxtopG9m3U9ROwAQ/7Zdw/94GU49YLcSCGpNBfA4Xu9yXi2BeW/bVfQo2Www3EnNht
GTLnuZGkPj3qk43qLFd20BzcvOjuSVu9L+A7ui1t2myfW6Z7sII0vs5gQmJZGTT7tzfDy7AGXBWr
ZQFzZ1MsO4RYzOiYLJfhCQWfMt+MTWx8hDpNKlwnAeqAc8CH6UDqB6fGaXN54UF8tmI8P/hAVVxz
DvhMpmEJTDaHHOEcaJ4nL8bfPC8EplU58m+OWZdrotP+0FMyOpVh4qy9eMr2sKDLD9jWOyfcqYfb
dujqL5Zyi/vYFP6HdtQBJzRJdV1PvIVdVqcPYe3Um0wFFDeVZ6+6cagOJV1IeFqWsY9cWIEZ2heb
KKm6zYAG4YWn5OWVQruLG4VY/RkDtIjfDPwnx9zQ01OJRsimoAG6dyIBoKR0u309iOHCnL483yTW
BKogJ4EAmS9SVfR26sIOWNIUGZ0qm+o9JjiXrBNfpmN0KSkpoOMCKobjtDhMCKhkyYQMy2lUo7Py
S1j7qQvjMEeISOL/uimBMW91kWn3qKj7+zKsf/Sh0L9HcRJeOQ2whAxQ0hHIqPfXrycZui3mkhPZ
z4soK4d/16Qii08okKK36ecw+eh1PeroPl6Y7Jfnx6QRNbMaJKOBYDy/Uiq06gGoiuyE50D20Fd5
8Q0VLjTP06LfB8BPHw3RtLvQBRz19sl95Q4xkebl9eDgzM/mIpbsAbbVlE+TU0i7+4NvcUFIe0DP
oUEBF22c/FvkGXJN5Jj/aDxPbWygvWu/Noy/3uBzsib4/BmjifHJ+RyUvUUvCEG7k2Zo8ZqaO0hd
kAY2qtarWkew8O0Pf1mL4QIEX0hkZs61Rn3xaFogWqIME4HTLHp1aiyEbFAhaW4aiU8ZlJDusTR6
DnoKejMQEbWVAZ6oHpXilg7FdNA9i8wGFD1KcKl2HRYDkU1E88RCfewdIoVzA0pZe4vu5yZKPZQu
x3ZAxbeoHouyDy98z8sYgFucqbNgCM1gicX0zZrFiGbWwWmW6fhYR5CYddN3Nl1ZuftO1NUGBrRz
KeKaJ+n84qVqYM0oVPCI87KdL1qaO6hEekl04rGMH2jU2CiXQc+PrC+O+lbpWfXMFb2JprS7AytQ
Xtg0L28pGn4UCTEfea79LnZv3Qi9nx2FT7yPzQYweb3qQcdcmNuXcTSjWBxLqjE0+pe585jq9qQQ
DjmZOhrzZTB0NyhT2HtQz9WFN/3VoYhc4Y3NrAl9eRMEyh56ZDZOSQ5HFhmvcoM/2xO0T/vCSK/E
VorcHBTxDNAmapfna+eGeN1bY5yeED6wdwa1gZ3WlvXBxkp7BWZd7du6/aTZhbMb4Zo+tPEwoiTc
B3SvTDgmmdtfSKFfriZ4GgoGKMFDcAMsfv6LwnjQKjNK+UXgavcpNbz15GqXEvWXJwUsOr6rtBDh
jsEQOR/FNjxjLIw+PUGSD287jMfXCBGgFEk//+AifbTRBrO/sFFfrKszg3hsFx02x6TAuRi0YlMl
U+CMJ5SIf7b0RHddHYvt4NfN+7cvtpepGENJC0dJMr9XUKA6emmNHufTqU2TcDsoVKmoplL+9svs
2kfzbaVNjbYO5NDeZrjBUpkx0wugrRcr6Tw/ZBxKRaXiBRJVzHGp45ni1NsCd3IbkFScQY95+1Nf
rCSdGmheFI3hqECyn9PvP5JOykCQ1TVZnDpRhVdabVi3gG3wTDEUWugR/OAGmZ0L5+Y8ECPCpNHE
vIKMnuvHoP7PB40Ns69ax62ffEvdGm30WONBgW+hcQyz9NfbH/iM7fqv+/X3YHDtDMe1WVB+9/lg
ozk2qVH47VM6WUiB2oDd4FkjXIGau73Guwg1CaeZYWjcD25lmPd+WoOdtjXrikemu5lQXYIFh7oE
Lb4R8GZX7+O0qRBvCONt1Y7de8NO3DW5U7R3stHBLaa21mVdDxfeimfQ+Nm3QMwDPMj7RBWG/13c
NyFHTsMvvD2O4J+uEc/Vtij7me+8pEyRFQjF1h37jl4xoNXcp0oihazRfqUlYlqJfWxsEW510yyQ
2Ii6raN4Q+M0i486Hhv7tuwryO4tuCJAMtum7uMPGgHsFsECGwl8D21CO9Ru6GH8GiJ3AMfoyZOI
7HJNbTz67uBnhsXhgKa/AQP72gSQe+P4lQ+x0jK2EICKHWgBe6MM6opvL/P5aWGVmRnLon05I6mZ
nMXlkDS9gbag3R57yO7bSIGpLXqGenuURaw9D0OUx6Yln9Zp5MjFYy28IAV07unHsXME3z+6K6R+
zU3b5d2nCcWpVTqF1q6sNOvghbB2nWYMCXtAPwMGS27rFAOrqsXgYJRgfN7+dS/nAHA8XVf2BeeW
mtn5Tnc8OGSp6vlxLkKOUBqMNQ0v98LhfT4w55uQYeDSQcvk2aPPdD5MFgUIp7WWfnR6H0UMolFk
C1sQyomZIJ1G7Ib2ChxNKZtizbyUX3ShOatJG9s1VLcc/0WAUl4BwxqsSYzkt+gvzMR50XBeJspn
c4kBcjNlbLU4J0AgcJZCwekYR5YFj8jAmynsBXNi4b3cZsPBK6Gttpr/w4HScnh7Hc4fqt+jE0zR
GKPxPfeezieo8PJAy5UvjokzRNetPTSr0KdGmSIncmExXtyk1KuIWZXOhTqzIxbXt9cUU1UkmTyS
TOCM1hrehjAWtEgh/HcpYfmFiV009p+/jRSaIG42waGAsxgQScZh4KWXlOg98zPehfJKr2Rx7xoA
RC2qCBu0j1BCsh0JhGgCqFWl3m5q4/ghjqth9fZMv/b51BTQGTAJKnkoz2c60GMw/kzNMezReaMA
buHnCxZGApuC429nF8Z7ZWXZ8ZS/Iczz12xI/+drKYB4+BAP5JEL3rshLmQPoayMrpWeXprp+bSe
HzPYvvObzIUjieYWx8zyWryyWvZwWwPFnigMb7pee1S9DwXQ7O27QC/0k25H9k4miXEoXXwNyFJH
CjXVRwHldBN9kzjpON1Wswzk9gfj0oP06m/kjEHeA+4B7OR8PlSSBgWiocax74T53pTZ8K7Hn3o7
IsuI4Sh4acSx7A1OoNHD2ys/z/SL2cEoGIEjANR0jM5H1siYfOi1BnedECh/i35XOVN19dejUMDQ
CQYNsPMUh89HsezJjCe8WI9OExgrdGaRpQqS+MJSv/ItbN8ZrEEfWdFgOx/FHoLIDfzEOtZYOm7N
PPtYmd2lOvArW9ckXneow8yKDNbicTAgExsOmOUjyEV15euafzARQb1RUaY//v2soWYhOZZcTLgc
nn8P3qXUxCaGQv3L2xYZrUp0KdsLL/4re4+aLevC7qNZuexUkHoFCicA84hDs7affNvep7CiH/ux
j2/GvBhuc51Otaxc/cJ6Qc/iCxa7TynTISqnoAjBe7HvoxyiegeL7Gi0uPZudU8bvW2UNsiZI+iE
uBmPioQ9VkQ3IVSsp6rRnPdUrsprlQKlJCQu3xWJck/YyFXZeuoM76uWzQhTaRX3TZFgEaFl9q4x
gRzSXbehQGdJNH1LxwDiN8yr+OsEXNzYqhF3I9CwiroA3dri1p2ED4kV/hfYcQMFqahwqq+GhUv2
Sgst5ybrHAtjHYhl3Pako8jSw+5spmJ216ka6zum3vY3t+wquaonGcD5tppR3gZBKNYzojDcJGCr
862BRkaJKz0l9DWIa/0rdEb7h2Y2hYUQKyjeMErBMMZGXiao9cb1ByDu4Qdp4mRBDy/3HjxZvwvy
OE/WjRwz/apqTPs7BGEaMGFR91sCxj7cR5NPyTgyADuje5pHN64V9y6eKfCZ8Cszmtu4xORvVVIs
xzQGVfLPI85EEsqUcHZINiC4Fo54WW9RnqynbY0Jc70pc5nclURiyIz3hDBlbU6omgLIPzVIEctV
SQc82PVlz3OKylH2dcIfHS83LOOush5d5JWHitSPbmgodhHWcfnWmbrDbBsoB45wWbVu0x4PEZz/
IkkhC+/SFT4LengQeut96Jj+BNOgrDv6naZ+uW2iHUKJVemcolxxqxrpVYcjEQqGqYP4XFrgYj9o
nUDDSnntk0gi/MXIS5qnAn2xeI+7Q/sJQTnrEInBwilCVvaPGDLFrRxqJImLwobfYeTQUlcTwF7C
9nAM7koYEOWq1awygX7gTVdmN8E+odE/PuCqhCnFYIrDGJFs43XuyXSVDtX4qUMWAOk9eFPXCQLV
Aww3a9ZEi/yhWyXCKz8L9iM5stG4KxzqYCHaWlWF6CUW9a8+h5K1MaCeIGCqT/KETEyM5c40uWit
huZt4+uY73UjQv0bUw3OvWhwY8ewLPgEZRodGWxg1M7HnqddU76uLTRsp/zX2zfZeXb8HO3w0gMF
oHuGis0ziuCP7FibOg3flhlGx9uCW90IvM1FCxmOAZsftUXP37aZGe7eHvaVEBuMLY8+xQ6T/t0y
K0d9Bvlcz/KOyumtdyWKBidszhCG7qzqV4kNFSgQfAR8GnkAqdty0yWmd/BTYT46VphthVMAQijJ
/TiSzjX0p/DCy7icGXqJ3OI2nUtoS/zIxXOC5Z+QeRY3x9jqwrvYx5AIrWR7jZC7v3Zj03hPOHKp
4PzaoOiach/r1BGp7p0/LPrMcdPbtCPatSOcjG1k9nDu2urBdkRxv8t+vL0Oy2t+/kiqgvQo50WA
nHQ+XleIdhzAwR+9qdxXDpn9EEH/bHNoQUCBLjxo4rwS7Mw99zlxm3uRs9jDM63/j91WmpkaZWd1
x37q+p2ppmaDprR+D5ukO0S8DCh+1OlWuiECtGnkHQJyPGT4pFhHRVRuGlrXaztI3C0/vNxmtBrX
Wp5G2yCM6neuZ8P+aMfxwmv4yqIAWpijl9/E+sVOMJO6hswT9sdYjApFYtN5MAJhcNgz4yDK1tuC
fr+E7XtlZaCcS5uqK21kMNDnK0PlpcdMKeuPiGWWh9HRtEMHwm81swQ2UdOlFwL/V8abMYQOjw/o
F7RSzsfr4qSpJT46R99X7/FXK+mB+tY6Ltxr3xwvyTDNv/7P8IKN4KB3RAFqzuJJ8c5HS5Fw7qlQ
Dce60tptEOD1odzqUobxyjfxPRSTiN4p/j0Xm/7YbtDttD4eyuGYNVArOoyTrptevec5aG5I0S8d
3leHQ2KV2hVLBvPz/KMI13Qb1/HhOEVVugZnMmwtQNBXo1b8oPCUXzhNr8whRTLwNERpFP6W6MV8
6HrUH7Px2GP9tgOinO8wszKe/vqG4HWwXS7qWRVGX4Tu6Bc5XpZa41FvrK9W0j5g+fDTH4efNsI2
27fHWgAyn+8HoL2S64iusvsC3usHDhodYEaOqT22GxGjW9bZGgLlUW3uR7sIDj0R10pzuvCq60Jv
5WHUhOFJhvdpgrdroVvBBp7kp7d/1zKzoODmcltRSkRiiZdyURNzw0SrstFoZ28CZCidSG7wHXMO
es6T//ZQL8oP81jwA2dwJBKD5vIc0pKz/i97Z7IjObKl51dpaG8FzsOWdLrHnBGRMWTEhsghgsZ5
Jo1c90oLaaOFFloIkBZ6CT1Rt95BH7Ou0BWe2RlINQRJkICLAi6qMulOJ82OnfP/35+msTc+jJTg
AVJtcdfKOLuYQUxGZk9gdmdig8IgDyTa15czZfXNISa373SgEj/8z3wc1gU69YyBmIG+faYLHV9k
bcmJfoBoT1eDrReBxnxVSkvBrKT31E/EcXslSj0jVtauHDcEvF71J8R5zO9Ipn5odX+/Oxvwjid+
Kx6OVqlmqsvEHQTtYfTV59qEwwI3HYZFZAg7xyB0zIJ7ctCWwgP9lE5XCovdgTjGDQUxa2HXdJG7
DuXBZ4IbeiI3PvRr4UV2Y4ursa+Ks7Uwyn0BxQLif652I2igYCjq+R2B0PZB3y6A5raw01KACcao
52jjHf1ymgQi0AejIDuzrn3zKicFm6VwACIl/Rhiy9ydW5n18Otf9Dv25/jK2DK2dYq9hX7g219U
m0zCN716emDpIFVVLOsdolTKYwWa15yIBYWXau+xTC6H3lD5YSn9J3JRjZtxbZrH2s7cSFASkqau
pQd6wSLwc92OuplRt4clDS8CrlphW1uknrT2Tkt2b+3YJQxfWd97BaHwJS8bUyeoD7rsxnMdxWFg
unKNSHueQ2xGxbUwjP7Q9svyTl3347JpIcgC+UZDB4n/sZgklwNy2TldHmxvybCB1zMHz9R+5/f9
ccmwWDBokG5GBWqsI8nK0tXaXKbO+pDYNaTpbnIDxEfVaTvM4p0l4ydfCGweigjIK1sJf7Q6aQ76
AnvQtIcRHeehX6d2X3hlvPv1c/OzL2RTDW9ibZbnY44d9jqTk3iuPyB48QIb11OwNv61V+pj9Osr
/biNoo9GfQvakjqE2vTtA5qbmPE0r6X7PuknWq4TcaaXN81inzk0/965eT++h4y2dQRhyDBp8P2w
tNPZ1YkdNR9Al7uECoA0Lxenu9R0+nskUGgnS63Vj4VGaNNvf03keGiokUcyWD++oavoRs7w0nzw
obzf9Yn1WZea9k2Qk7fzXXd+ZyX/ye9HUYLQmEkrjXvvqDjp4cMPTbKYD1qpkaAIAeSQej2MfeGM
97/+ZjwRP6xu0K4og2gemWznxzN63VFJt2Sx+0Cy5HnfNpUXpd2QXAxEwfr4QSz3TmXQUEIrF8R3
D6hGwCtPuReuILTPfCNGU47Vug3Hwdq86wnSLfoDXqGFRAaC3PdSLXuiXZvcw0xQzUlv6Z2+My3O
ryHJpQ298bLEmtt5EzyCSkkzxLc4O3QpqjmLLEFZwSZqmQtcltE6c+fcvUX+yN5lgMDvmTQ+DEOK
THFJarq9lKpI0sVJ07s1NCIYCJgTpI1VpZ1um7moHVIOufGBQV+q3zmrND45tW6qU1ct+idptbez
rYj3so0hKxAMieIpswiTPHhYDYYgYSstdjUxXS2UNj5bonpxavia2QWyGEjPbFyOw6M23NgZUnx6
LiStn1hsYfDOEvsb42hxPSugdqEH6uJ+WcAucX7XJkm026SfEUROOSXlFFMKa6Ub2B2RL0GHuJ9E
OXpaOltOMVgBBlkyt1Vqk2yk57RciWiYiQduNRpz9po2Ww8nyc8xlerIGev8Sce1/oXVYYvSS+qG
9bRwTnQ4hwRVNM5MKEedSxX4RlY+ow+iF7P1Pe2wXlbxhF1e3nUt8dlIuVKjgsnkEx1S4pi/p307
o3xHOvVR01RyPoikOHQkFH7sNW991l0xd4eePHNgRoXV0XSz5tU5eEg9ib1Cj6Iip8eWeV+t4Ao+
2LO/xgHtG3klssnJ3jlC/WQtwTuDnoI5LYXK8TyD1Aa7wUGzPlRpHw4uSPCK0Mn9IOHgko7ubJnx
BBdp2Tuv9o8bgE33flPV4mKCwHP0arepXRMdKvyHVqE3XbTcoUZ81xvx47K82V1pvG4TUaRtR8ty
Y62xmOpBPFCeDWdwsPuDMdci9OyWkFTbeq8S/nHB4nrUv9g8twPcMVp0riEkpt4kHhoP3XJcE84y
9eZVj8lw/9569cNyxaUYd2F48retYPvqfzknEgnUdKpzxUNKhsi59PU10uloQmYcGO0QeLBL4Evc
ZliqiasbqtekScqdb89wuGDZvGdL22qDtxXa9nHguCKXY756PPlh0gddZDbEQ0dyz26A1XsNBWI5
wxNA+oEZt3tefbLRLDgEndPQ5OTpDoeV9PBf35ifPVgIP9mFOWUytzkqYvRKgN0ykuRxFiLfkVZF
ozIm0fDXV/nJD80ezKEHBRBOiGMbGF1quF7u4DwYUuLvMQsZ9YtBknUzvIcs/MkXcohy0HCA4bz4
wfAX284i4Jv7DwTOW6dGUuW7RiI6//UXOhJXbcdYRBq0USA+QmSih/P2eSr9OfemHEePZcg40Ma0
Pyf8pN+zBC/RFt1CU18a0ZrMetDXq01WwSLeGR8eaXa/f4hNMQK9kGqXuZjx9kNkbUeCXtLJx1hO
aPkJ14wvOOUs5b5MrRpouLltk0ZcCqYiY3MPlc1tzngLPCAdAovIr2/KtggdPdSolrGdYNA3Nm/V
24/T5q2WxKRwPyZuR8oR/qqk3RtrY9c7SA2pGTXFOGhwNRJIe797aYZ07OUerUROPsfW+MTwlKpY
Nx+E7ozEnxCqhlTdD/u8fMp782WL7Y5+fcmtK/L22wIagOqPzRDBMkbit98WSooGmo22eqsW86VA
Crw5G/r2QVoQJHZJ3E7kgxs+KRSOnRp5WFeoxN6pbX982rEvo11E+YqAEcHk2w/h1KOfpkRxPmSa
Bd10yPozS+A++PVX/UnT5u1ljjpEq4PwJCu5TOs3TKoc8H0uS8e52xr6tSvK4sOWBXZfFuhgYfWt
O04sblDkqbxqOgfjH+ixD0ubee8cwY60q9sbwIvI1sjQGTL2D1DhsY91EL8aaR4GqSP8Z4Rqa0xf
Simbi4IMzijHkrRLoSiHVTIWNHRX9SyMVuFFBk6oJ5Cqfv9m0fbe1jlUnhoz8be/Sdf6MTGHarO4
mDNkvjaJ4q3OFcWSkaYzMXKp9OkwePMLCmL/Q2MBMaNOZM1XFjE8HkHdg+/NJ7/+XD95VIhm3qZA
7Lk+i9fbj1XHieEwYWIMNKHrpV1a7hqseO+8FUfY3u+/CCfHrVjhYIDI5GgRkCXuRpU2+AhEmd2J
dhWvRmo0S5S2RMVtaemQpRglkx1orlVATBJwUi0DtdlIM/PJCur9a59x741ALQJ5tkmJac8g6UQw
4913uk0/+7iABrgx+FvoVttH67guwdFXuZc9mkvuXa0r4zkBZueK1R2SAtTbc5ME3ttexumZvVAw
yGUqz8hqyAOifvp93RIVqzl4mO2xyyDtpNMYKIQK77zoP3sF6TlD/WCaBn1RO7qvi0urSxrKe2iW
tQtEUTr0Q432ysJS/yVR8fRNqs56qpNi2PX6QO1u9woBKG7HjZWBWdeu6ePQL/o9qfr2i7PgIqRi
bEW7C0j02wfLWrNRWJnyH8iU9okMngmRt0RMurgv33mGj8waf16LIu57pxbu33EhkQoTsiIc4odG
88rTnJQspr39HOKjcKJ2HIBN1YTsdLBJD31il4exiBM4ctOMY9kBz+6SHK70TgTahEuwJ4T5rKQb
cduOQL/IWNXup9YbgJzNGooIjb858bLId0cRJklZPPzuO8moDAa7oyF0Zzp7tK42k6w18Cn5Y454
4mR2pXem1/XnX19ke4TfblSb0ItaE2gk/qrje2YRpaoExKdHqQwfImwJLjzON2igt7xXZv+4KSL+
YSzCY8AigAj37bNgZGm1kDaYPza6dIKWgJqdyKqOKGYCQjXejRNBTXUBbBfivak0ePtqoqU46oGk
/UTeU+lApNL1yCudfucC449604c6x3jsY6Kt73rot8L/6O7Q70eeBnIaZsAx1ITWbZE01Zo9UjY6
CJ7jtPhUKtUSFzlvWFrkJu0HtBXNoz2yFQdkwBenU9crBDIkpmHusZp9o2p5McdLfGfPLhEQFQi7
W9YRRQfUXvOHScb+zVw2+aVQrEPButC0iCqjkbf4KjSs+3krUNeOZnyR+XFbhno9wLxJIM5+pr8J
JDhNUh6Tgaa7zj12dn6ZAkvkrzjz8ooAVaYF5cfO8toi0IeFCFBnUGNB13xLuOLl1QWKh2n4QODk
+KS1SYXUphim9xxsP7udlGCs/4hGt0L87QPQ27Yo2BazR7vS5d63y27X0JX6Mue1jLj276rwN/Ec
onhoUHReNln52+uJ2GAeZokM44/j7My2SXceZKTQsjo/Mhal3jmI/6TwZ6S5DQBxVrACHavXayXc
tSEzBnJHb9C4WTz/UY7ucjfNk2wjl4H/JYZ+jL9lUQgkP1oKu2eqili8U/PqP75sPs1toCaM9Zkw
+Ed7F38jLMZWTI80VkgnJhLzrvZmf9/MzZmDeeiM+sO+xjagBbWXfG0l2u3UR7+ujV13uup2EmkL
r5qvdMLGCfA50BbNomxenzn1lO/Qg35YhhA4sj2gRuBsptsbt+uvJ3APYbkqsgEGAjA5N6W9la/B
XP6tIv7/kLV/9b3r889Hm/23f/Pv/+E//Ze/Uta+/4G/YdYc7w/u/jaP4tRqM32kfvgTtgZW9Q8T
i9Dm4fc4yiKH/yfamvYHazgO/23z2M46zuYt/x+4Nd37g/kKzheAxLwTHD9+B7f2tj79zvdiHMDx
kSUXEcbxYVbacSKSjvW+1dYtc9leDw5W+neewq3K/afl/m9XQU3Lm8Ppna/09insmtmo2xwIPFQn
ED/eofHTz1K5l1aNNhlgwzU5ta+/3oDfnov/vCbeWkYrFDC4hY7WKFJbq6ojT33HDmFHgA/FbeKN
8YXdr58BTpmXihCxd+rFt2/bn9fkOMSvbYLkZuD89nvOQ54sdT+JXSPSR92Xw1lB7HpAqlex//W3
+9kd5dgNkG7r7XCweHslvbZTF6eZ2C2qnx9qjFg7EiqLqznBQrxUsX4CFXzY07UvTn995R++I9dj
6TPwR26CjGP9jL8iJ8Kn36Id8CaNeNVB/1jWGGxQWBryPanuD8/nNstFZMJA12GIpB19T7tvO9zO
FsNlGgI08PsJuJz7XoX706tsZTRdUaYqx27kYXGXosg4Ro+Fii+9qpA7IQkM/vWdO74K42gD2hdv
GlNF6oejeSKYYrO3gPdExYA+0p8MsWf0+J5Y5vj32a4CmHtrb2K3+EG9QgloMW5P+mgkPSCoS33+
COfeOWtaPX5nW/7JF8Inuul/kLptTbm3D2Fu2oMtyqqPlsV3MKmbNVsLA9nfvm0bo4C5JdJz9tuj
29YBqh49RL1RM+vkwGvjEJAamvz+jwPOiW1yU6PoSDbffpei6+vcgKsXzQIRMSBCMyjJEfjNq7Aw
bGp9ln0Wdp1J3turLHZmtWWXqaht/ewkixulH+KBsdM7y8P2Wvx1wUXojHxpWxxQWXLSOTq38iN0
0+gj3HU1zqOlpvoTQ2j5EwC0GB4rQvPf64pu01aeAiJd2Jl45oA8vf1msqwh5E6eFqV9VpPUCH1o
BCVAmLiWnVlO8zmxyPVdMUNEi7T7c8MqUkBZybuHIdxLR1+exjrPC7ujBqIdwMXRTe4td53cqZyi
OWG6T4BJPXF2n1a3Om0Ism7ynd2gDNxZaWZtBpDOLx/ipki8myEek+Ugijl5WTSrL86MolX9ZauI
5f5kG6x11zV7aXnm90I2NYPTjuV9xC2YhtlsdLdQgbN0Z3RYbcKyttbupMjm5rrXc4hnjNy6C62e
yj5QplQec7smv+OQZJUn0uld45AmIOAhoaee3E2lYwxRNowOjP9Gyj5qp9TXd1CWlm993GWotwbw
vZ8Sve0Vczr8AedAfq2cgajol/M+T9T5mDGbC5i3lBPpg3LuaKU063LFELHOxbmB3ckjy2DJ7V2S
iPGiTutVcCSvvDbscdxBmCeBI0y1vsFzjrMoyqwsPc8qeNi7HED03Zy6XkZccrJcxIOpNUQdlwxB
vXF7ZZ08RW5bTDHE63Wk2N3bUKQRthfAPfB7OsKIzHl0H3u3s2iak7HqRcJRGoWqLk30EATqXOdW
4dShSwj3ucVOB3EZV1i2g19m7WvRo3Gs4IXKXelzwgoAq9nEY1uC2CxI5KBMjF65t0xmGUj0avtb
tK1xGpFAs7wKqOQS6nFaQZvo4/5rhqRxJQBOjklkMxt9lnrv33pmYz4LOeML07OFFFBl5YQAZtas
EYaVGwxK00xnmts3zfzUJ416XS1EpvVoJZ/GlhzMVNPqmMiwOQamXydjHxJw7nyCqI9CHyKOJbem
invhdL6fw1v2xAea7s3XfGpMeZLhYVv3AxTFAsKO47aRkdF2ZgyRtME2EiWYpOaxDlyib/bmUqd2
OBk2udCJq111rdM99BXOvIM5OcmE2DVttFBlaLimRjpmoBkkUTMMNGMacGpK0c8PsjyIPHOfhyRt
PgnUG4+z2aiivPYY8Xr1ja/F/Xo5+no9jtHgGtUhheWsh6k0/Ft+MsPamfYs0iinLKL56dOtcvKx
maFS9BOhMrMysnOPmApmz66zVvu8A2AdpOCi4QYSqq3vYrRjXjgnINqsPLbo7XdWKgIL4t16AZk3
0y8B+edD/JSjs/+QJPAb+G0S59tqFM0dky5b4kUZFOIvf1YiqKx2ehbzaIuoanT3hjjENQvibjsb
xUTvfJQzppMAhn/zgbyhgaJ40DVA5jKpslDHwn3njpkDlMfL/LtckpF0qkgAupJdaU1hjK0RmVBB
WvaliX70CSNAG9McULp27gupMjRLW8+FwHQc+ePKqX4nK2lfGmWpv7hps3oMBN34bAYPBERcusuy
t3V6t+Hs14UTirzDVX7ZZrrOjDhlLI5nVnfnvYHnfydSI/UDEJsE8gxSyD4kr8M8d3PWq6jHu9NG
vhSVhDfvLTbR69WCFgRg+OtsKS8NFxaZLAJA6k9n0nani2nqwDCTsEzEkYE9UAU1/b9vi++1cxfp
nWZd2k0jv+CawixTDR56hMVW9stoTeUDkrgewutoYPhETEtQupY+rPpgPpEN1LqHOGlggy5J6WQM
DBP1sfAnfQ7aTBSn2trX+gEtGbWFlmJNjWzyfuxggQr2VMzm8mVe2vrWk8Rz7kwtHtqgnpU7BYlc
SYNse5wNkVkb8R3YttS4qAXKjrCRuR8H3GHta20Bm4/GBHdMAIh2mhFZ2KjpnLR3XjmgFXZYdVNb
nMTWIrFn24nbntrTaJ5MhUuZA/6+fSx6l4h0151LFS6NVb906SjO1xzOfGAuvv5kr+4K9jxXPkh+
o2mCXBhFHo5JSoxRZiFVDFyT0MtTLILWgWfZtcIJp8jnVZt7pCMG3SdkYePUn4+mttx6NM5f/apt
LJZiqoCwkOlKY38qmi82a8A3keWiD0xLODdGO9hJOFu5KYnf9EUWTOxBERiQfozSepLXuNU7JJzK
pb2NnYpRwDyZ8ss49CJlKJISoBV34zhHBEHoXVTHev4x5plPgjgzxHRIOxp5wWjWY3ne6Fb+IZ+M
1D4MEC7B1cpiLKJYdu2rLlNz2tlWUu/dAU9akKuU9GaiXewb7AnzVVFp5ddBTc11Jjpvi3NavGVr
2XWf5wpVVTCPmbgjIXf5pOQ4DPQMQcwGpdGY3xL2oOW0AIe5jTZKrJbNUi72frHQoEEh1aoRdMo2
psuT1eoAOcjseioghoVlNuo32trIBpGML9o9St1hDrkTzW2tYHsGhiZtK4wrVbz67erTr+5rsKbS
E8tFP2KS2Rsc+m6MAaV/YMS+TrgvkVL2iWPJ5tFLFWloqtNhILakhQFHrJhK+m7tuqFczOXV6jvT
3o3VWHcXVlXGxolwCka1jEFMf+d09G8DpyY97bzn5HLrFZJXe+kc94wGs0NTRy7VB0YPA7lZS1nc
+OZoO2TJ4P+4bAvmKFvWTRaHatCn83LE6sDvIuMbxRaHu3wYtcsO2gbypDzu71lzcjNgY/evspnS
K9TcyXlpNWM+FE3Xvzjm6ncBUWHZckiY+H+cxmJ1NyWVzC9dX6qesJC4hlHdz+K5s8r10wi/pwkX
a+xvYzO1Plityu1oRRfyzGpRnC7rxD5VMd2mWcpK9wyMDIClo2BAcEMH65EEAuPrqsX1CaAA3AUN
NtGHeqnw0axELn1o6sXp6W6Z8sWihP9AGaB9sczcaIOSv1sGpsHjsGtiS/uiI2i7bkiceaG2s9CH
YVG8FzEktGCMtf7SSAixigbPi9ddy1C1DNrVMm/0IRZ3ZE6V+ilM6uZi7Ny1CMHxTF9W0qg2ddvM
S9Yz0DqN28HLdsodKPxyb+NaDP6QUxPr42mVTAbKBXR4txww1zVwssb6KArldCRwrPUazZ2GYNJz
0A8HGJlsUrWaqaSnbBrtHDgAl077Tmo6ES70NwI4ATyvxPh514XLChdSZSFoXy0/vwMhzYeEmVJ8
KQ2ddrUi+e9azowHCcs1Yy+Q3bxagUegRRYYm5Fyt859f8+Y0rvsrGJpD61o4yKyyDNq7xgBGX2Y
kfzLRIG6AdKssxARaREG5ezivDdM9lBRSApZAosiggjLlG3Ik1qQ5H1a7uy699fIssSIrnl0GhnY
VS2Jwhs6q6XwICI0VN/NMqbbDIYiUqotZZgbOXEUtT87AEHMyn4avEH7MKy13wfejOYEK2rHC8Dd
F180DcsG+RxzeT8Sbn2Dmk4vA9UinWdCbkzXLsbDOIIvTRk3obPbd8u4dlHHECLbV1LJeq/lazIS
VJcDxuXcpGvB7E/1JVoeZewYZ3Rf206arBlGSy+1txfBjjq76C+2VGpOWI1ffmvdaVzDqbGsb3Wa
rE7YtjAn6ApTRkW9M5Nh47hIvwJLGbm+twaS7ncQ/QcOFknWLPsceMot9dyohXFbpfcTpwOCQbze
PLUYuOGYTNQC+XDNq69dP3UXgmEXGAXbhVZjO7V8QV9YfZjqrv+E3lHdc9fKlzZtWiNMMqwNgeXK
5svay+428cHLhQT2UgenReU/16Sp1EG/dHDPCVnxrzj9aIS2O6hEdzNGJiZIi3IXZsegX3exOSB/
zbS+up+mpbzTXPpuga+17gMe1OKbio0SDE6dtKf+5LEI5+ZgF6eJvTgsm8XM90hZmy6NsdNszAa5
+7EhtFoHrN+aU0AiY7GGZhpXz3qHFnFXjIqMJqsDhB2AefW/FJikyfEqJoOzQzaqe94vjeB3UalX
WUyUvrm/9p8dkwyZ0OT0xhKbT0W6b9s5u8Dviv8FY8Iig0Vky+dmnL0pmBmzPq2t10GwRvYTrKux
fEuU1gwEunv6ZaXn2rkwjeXOzpqZORVJXvX5MAi0/NWUeN+8vC3PTGtde3YjY3we7YWwAcyf8YXo
8+JDwtDiziLG9oN0HNgmuBPba5kMbHCmIUzqas6huPXs8tVPhOpDMfV1jMS0Vo+y9mPSgiqQDkFn
VqQoNQj5vo48CZxGUqh7AXOM5HOa5OKDgLj+rZMUAcEwVhS0U5nxg/VJZkflQLxTUM3dfLeAvrib
su3NLDMhX/EzlB+VPhbyrF+SkZCdZLY4upB7ke6WoS6N3aKTsBNUYqluMksr48glNoY8r2Ses7Cc
a/+0auPqS+4tKIY9x2nBIRD3xChfWzqYZk2tT4gz4moJpXCrr3Y+5npoOJ1HxeQMmgrLMaEOsftu
+Ry7dZbhU0r8T6ZIO5wQ1bpYUWeXbsnvaVj8iCnWumV2KSKyNF3PHa9CP2vGsfd1LmKtC9qCoD74
+oV2ZjfkgpKduNSf7GKWyzmWdwtYsy9Gg/Qgf6qCbtJ5ENDMVVnQgP67b9bCucnqjBD0jM+0cSlN
8dS4c//it+ZIMVjnI0DpQjV7Furyg2y75Wnt/fLeNfEBB0ap0te4a7smmkhs/WoOQ/IyTirvuQ1r
NRA8JFKSL525fV24pTKYJset2b8ctszOsD7OOscatFZ1cmKUJhh7z12mZxfDwuOoWQW++w4AF4N2
X+qhBqKKzDHPj9O9M/Zusosz37wYEIunoUO5rSO+aNeFzcv057Oh0RsVejJx2R7I+hsCv3JoWXRD
DfzJYXMnLtMpJUcxELgcCorR7XZGXynCuEj1/UifMxuDVhdsz7PSOcQxIIRDPcW9zYvMw5CfdF6Z
zHtX9cX6kIsk6XerUxK2maAWHzhheO6LywnnRnNT9SJEA5q8wI+Uom7S155nPtEarmypNZjSEvd5
OzlWhvhtzZ7jVnM/W1nfko3qjHoX9IaXOTuNwh+telNORUQsbivDDVrFx3KHgqyvrE2WhkFdb146
JTJvK4vnyrwb9JbM9ns3Gci9m8fJ7xBvj8qT3t06kB9yQw9Cmjukh0MWufzbR7ddtVOZyyRh5+ja
L0S6Kn2HJ69PLiZS+NgcyqK1w5ScG4xuc6N2SupKhtPi0dpsutpSZxZJDWnkOMNmTE0kotTSVdlX
x8iKgg3Y8ZYwXbPKD1JZ8U9/AiVFVKrSLkW9tA9CQ1MeoP+pHzQyyD5mfenZ4eBsL6qm4vRR5ZJJ
banVy8WUdeoVYaLxbcgqNjpjKTgDWR4m+6DpOeoHMssAlygXY2dQ6HM2hUbWjn5YEiR3PZjyehBk
DmMLk911sZhkTyTj6MtDCSfzk4IOkEeacouEB4ZuMeN12dmc4xdpRSwDPvtsOhYEd7mF037Ss9HT
QFFUdhrVFlmFwMSYXkWLq/NLBUZXVA6RZQ3pWhQehpZqe7omM0sLwTWZyZkw9rKLkrzYCegmHBzv
dNLk1BExh3fHwhUglVrYsufCwLqWeK8MiaXEKWaS7NNmiEHmZva7O5XKEWZ4ZdbezkZoSFcT8kk/
nMXk4I13nZwV5AhlqqzcrTkdwKCB7zXeVAot/HmjXDlcyKWcOjK1Cne0r3wMadjBQEQ7cRz4jdUg
RB7ctb8xh6aan73ecYqrpJmHKd7PRmy6B0viBtktWmJoZ41rI18OFKlqnuANkETSBU6BAP+m6QdP
O+ikvwFVB0jDwXJYfJ851BBLxQYprEZrywu9WaduCZEJov/YGa3f10vgTINPZ8PoaWgVQTMurpeE
tkZf4asaEZNqe0ZNHTdLk3Nv7j0LRyQHaFOhNbRzAUvRL1zQXK5WFC9Cef3lVCV9pW+wSmF/lUZm
rYdlrKkWVR3DoShnUFDEe1guJ26+QEWHBlr3Mmggvzga4CmoMjcJQUCBsj4M+SgnE4MhC6jO/c7t
8ps3T+Qua2T10SEc7HpLiFy3VYTeWWWfg5Dzi3NIKdkAxTOpmRdlBCc2X1O3h6ZbaVNKnq5ibWkv
lJe085091bYz0kKj73+NB09zaZQZBbSEWtcTUw+8GulpHszCqtKPbFZ9/oBo3SE3UWJJIeHebrP7
RfhGfYjN1mvP886201uVYVIJsO2YPifyMfbOIUGsikPkSCxqHi4xvf9dVWk1QihW9hq/zkgNV5Ee
2w66e2LWjiDiitEK0t7SL41PZdzFt4x46s3oh0qnSA+J3WW5Ol30XqGwH5ACJt4hHfVBTEnQw0+m
V5yb3RjTQ+aU5BahqfUDedjATlhhA9U0RXcxu53JTjxB83DyKOHxh3jiuOTs+n+OSf9XqAWml24Y
u5e/I5Gt/7v9WH37jDeoepvG9n9kOJvFMOyflw3843/9d9v//vV//rt//I//4R/+7d//VUCw/ck/
9QO+8wfUWxzCPtNP5lKbTOpP+QD/5jtBFVHeJkz8q3hA1//YYidwreiok3Hn/0U6YPwBFYA/wHwG
pi4j09+RDnwHtv3TkIlKDbIF0gFMb4Q+aCBj3458yLbMCsWx9OAATbCn8yw5Sbtzz/hQlqdDt3PK
XVl9pK8TNFZCsPuJGk4c89xZJwbUQHLkWcURGwBQDDV4R1TvBNZ5Dk3nrPPg0UWOFeFK7Bv4Oh+n
DP75QcQnXR5Vbmi3F6WRBbq3k87ezc666pTYldg5BY8bjyGGL+A8pTpv1tO03hNXmC53JVsAzKBz
96G/K7+pz/ar+lwdhHW1lDdp9rRYp2V8/pff9PrPW/HXLLvvVppf3aGjSRRu4ISodcs4eCLqn5cX
97F+bp8NJ7QftZeJSvGL3uzcL/Vz/Ty+0JTdThhfYP7Jj2WYxPtxeVnSXW0EHoPckcMzLn0mOl8d
WjRgRbL1sjdDvLZLfcpCqSeoYZ8K8brkelDOMlDZ9bzsfv2VvnutfvGVjtMu3KLpzZhpy2F2P8HS
9ooTzTu3xX1jXFtOcLW+ihvv03hR3lHYPZmRKIL8aaAbO4UVQog21ErOaEFzO8fBEtN/CDt6lfzB
f+HHPBqA/m/6mO89IMdT0/8LHpD3VgXvSJj8/96q8HY2/33ZJEnSQ28FEga5wSZc+osprtQh7jql
Yx7SqvWCqYCBhqQmzKH758vgvaM4eO9qR4v0v/BqxvZeHS0PWKM2BAOIWxzYRyteZ611YkENPoyh
c1jCObLCbJfteOlDP2KJDwmSDDn87JJ9skt29jvLE0aUX38A90gtUhY5bgIgGgfrMEcEuBcBxl3a
Tdg7EOban5ZwuNCYjTFkufM+q28xcY73NIpHumltwHFLaEF+1nz0NahwBEQdOsbNX9IzxjtmvON8
1N6XL8nNoHP8CZM6zO/FlekGw3l6r82gFgL+mb9MJ8Tg/vl/rAbiF0qBYM4ClZAcHrhRXpO0HeVE
+w3BEIfOHQ7uV1nuxL24zG455nJcNs+S6+Rp/cz58L+z9yU9kiRXen+F4D0I35fBcACZmbuHxx65
V10Cufq+e/h2EzA66aCToMtcBOgiQIDmqP9E6j/osyiSHeWZDFc3u9ndYFVWrrHY9uzt73tHhaab
ljVXHgIRMV1B/V6Vdxow12Ky0mEFPIh31UvjRNv+vl16LLkqoFiT4Ao4bYoKpxS5kW00gvEKCn9w
psLMoa1vD59CV+SZTiR48/HoW/6cPufPaHTdevw/929uXoQNenuUjdWLmDDQYW8Rgww9dH12UKNa
qqxTCHAn0s/SMmCVQdqUwIV2vK6dQ86CmPpL+C/iiTy76WMe8fdvx/xrPOYpbqKPkop+bG7ydQrp
F06NxEXoyrzVH5j215y6aDrR8PtYcXLJe20lZdd3BeIZejXMTQ6dNpOVqZ51U0OOhMOPMeS4oJXr
8bwDEAqEUYPOkQu/XmakSuhDL6eKg0Q+2rGK3twPlr+hx4lEvsmBRsLhBw8kfST0kI4Io0SBdQLT
5OsVBRK6zBpVoTjN4XBA03eEYFM9zNCLMpxLQdfZAEn05rpZaYAlPQz2DOALpNQitAEue4AWibOC
SWmfuD0CBQt/pghUCeD1gKlf2BoiFrTcFDnKODQDLDk8oAn6IbrpkNOGyFEdT+zbCZxwLFTPlzM6
oLSKAOiDZDUHDkyAMbfw4VHgLbQDKVBxggwAntvF4oBBmDXwUhHhoUMaWbGD4Dg0BKiyerdOH+OE
oOo+olNC98Nrej6/0bmiQktAGxjMDy7x3EVJDTBIYwLw0/C63BoP2tyYSw85bANjiy6Z684p18FE
TerUkY+zRH/lRz6GOfp7HzmnuAsUOYYZRK+WFMj8UPOKx8JDbJfkj9WR+OupZOYp0lJH1sRPQVpT
a+VZ0Gf6+g9e67jY9MSHUfUBGDy0IsO/EdcCngpwmttIcR4eBLrdeqQmnz7dXl9PeCVOhzM+vPNx
RuzEM1KtAZICruvCu6pdwNgQYXFwvHntPuVu6SpQ2zUKBdlFoipxZg4SFglCd6Rd5ZuUPD4umDVz
rAWwlokIzTQn9wrRSEo2NW2JOanUj1GP3m3MmL+UyEwDyI7iZANB3gTP06LHvWn7gAu1IoqmIQCA
Hmga0HSfL4otkk0FheoFOdzq7mXHwtRcxkn83k84lymCOcnbM8r8oQTzodw+IxhxpIapvodmTgkI
prGRkqMtqs8uhEzmKCbJY6ubqg6d3OPRpW/DohKEEudds+456Zi5jW+KgKL3MQBrfICII41Phh5G
wrkcUFO+iRo4D2nBkGkZw1ya6qc9dWNOB3G20T/7jZk8sVE1w996YicKuMBSTqjUZxtUaUeziQJQ
SJrQzBFgFtPDXAFs1JtMgfOIhhKzv5lKRuzyJ6eSyU0Y8dUfYxM+ciCi7yD6WMDnD3/SuOJMDhEP
b6tccRj7nJHPud06688JqdmDHTLy6lmkYhUztp/ovrJkMr++3sjUID2bL3v6MGfz25DML7NIVNJ/
oB2cTWoMnAi8GQPoO5iU4OikZBA0VNsD+cz2b9DWricNQzotlPBFtqwWuMgP2hr9EvfZW/2MZ+Z0
Nu9x9WtbJncz+6WYy5+QIEnN+YEW84gUlnF7gHGyP1j7u5iKOzRAXsBfMndnFBnRTHPhSKPd3GCB
UxP06YLDpSbOziOh3S19+xU5WdZAK5ZbrwACRZbAzQ6uqZkF3fk1Wx+YsqvJ64w6buToFtp2MI1Q
61NNIrx9RJHTw15jSDuLlmSBxCfbf4KofvKcyg7wrhoRnYA+79Q1SVY7g+mWarkmJJROc8xDYzGx
KhvQ9W5DAYLvKnhGZZs0cA4rtMPEkBpTr/QNd5eJjuDeh2/14mjfN7RbYD3PEX3W2OpTy+43BrmH
e4ve764S6igYLiWZ2zLgvRHnHg+tKmTNLBaWQfB0eYEEqoEKduamZLG53u8TAgRWWyWataws/vGA
xFeyfOm2ESntIy1ZZdVseaQvdxJYf0KOEO4hfVHxOmRJWyVLV8ARth+WR7KOXRVUBwHBWvqwXoZu
yQoL3qGtv1qmK/5mOStt320XzQPSWpBbgGIx2i/CVeiiAxSak1O0XVggPd7udhLch+GqX8hbPiyf
IWDr8XkXEaAVYviXzSfVOWwN8jh/O5K7O2EfsLAjAiHFKiYF9hgZdkx4sD5Fbm1ppLEy9xOShVjL
hgUST9bY5hntiOsRB30syDyl8xbrm7gJXDV8xxa/u53jZtX5cfA1kd9OlVRWjJViAWvbzZyAbNcd
G+x01VpspzuAD1h8qlxLXGCKdm9blE1ofVOcYtzm7O/CKab2ZyToyxpB7q487Q8nqsNa37bWekYq
UtDPIhsYMIXo4rFfUUt2cAdSItjebrVYXO8ntmeaaY3U/G9M6xvT+sdkWiPd8ae8lFP8YeSA/Sn5
J9q2fMDMOZ4JSpGhbmnjuB26Ex0GPwOz4sKsZILD5WNlNXZjH62jNdgDvid3nd3ZiD1R/li/KCAl
AQ2Fn3lEij/W08HOHlNXtEXbWAxMoiJTbcnyaWJFVmCFbGY1c/2qmTfzGdUYFBpm4nsAjVrdI+KD
1tZoL53eHVlHNbI6Mqux1EVjPXrMZIbFJanmhC5Kdq57SNGGiXaLv+Y0YYjTwGaHxhBDqwE33YTE
J7ePMn3M8Xdu4kNpcF4TauwySMeryNldKayGYtSQq4yupCOJVuameJadga4gaVOy2q3uP2lwCvhk
jloDcpcRIO2cpDbE9MvyDkVmBP4MnUAD7KlK9kfywvfjjU/o+g3iG4+jguGkVLy8vCAauqChFdme
HTsJlFeF9PbRzi2+LT6rbgvW25oNHDWHKwUG1VnsXJbbOM+Jsx6p8oHRofUBMjGdHKd3xO4B/Bef
/OTR2gpn2dnLhvEIJz9GZdFauZu6wLVwO9Zbsg0YK0uCEyWHFh5Y6jy2Pcu3Q/yWwr+eWD6LcOAy
020fx8//Vji+PYMzI7QDC8mueBzPtjMaWMM8cSI82s2jNWze3GTCNkHeqiXYA1TQyC5W/QOwJvFf
2YpOabV25Q5Wz6DpHyyJSDbaZVB09iI5dDAsBh8iZhVYByxDw2dvQXtjOjRulMPRZFlY8lZzRFuA
IwiwSzbQ7CleCcdxCQKL7MyuqTTPKU2RT2P5c1LcCO6wkffZqnClVe1Q3/JYSuEAJihoscVFOg8I
gXpuFQ4a+1l269abeiPYAksXeKf1nh2JQYEKhldlSxR84vrAAmACjaFIQjGkwV2D35G6yzq8Y4No
MoqXqAI6ri2AXNlL+J2ggEpOZhmWhk8dC4LSzi8PHANzfWWuAntuUuRy3/Tbo00C13MpyjYcf4p8
JlnFyGH1jVX8alkF2utcZhVjY/dwVADma4BVNDbAI0C3mtOA4Xc2Suz+JBgOuEsSeAR/RH04OJw/
ACre6nEDD45Ae2RJoB2bjXpr+tzAYAXRWi7armQPFcyBIxushAGpHB/og0tjZ8HSdb1uXe2hAz2j
cBl+2GHRb5F2wHArPCu1ZWjPsC9we3uK4D/eUtkKZCM9+Fc1jRemWzu1g8tnyw6yr1x/k7kI6lPj
dHPA7abSUE7YvGNb6Ex8jm2hEnAxHH9AcWS4BPiNPlJY8ms0pcBuHS31ebAblkMsDrb6ELsDuJIC
Donq6NNXmaE4hqBi2olZgt2rqGLFrHJC28e+efjZA6cE6Cc7sA7fPStzvEVgxTaaXTjiE+e9EThr
Cv4asszxr/nrgFyI13lWsEeVOphTyIo1XgfeKz7xdxDnoY0aOAfYAs7MSigKrLHhqKN0+LO+PLN6
5c/I8OHb/Ku3iO1gga6qDr5jxMAClIKTYN4BziW2Cxrja4SZRVZi5TbmhDWmkAKxfcQMONc/MCBz
Y0x8rhOHr4d7LrxFyIZ5xudj8++YJ1aCjGPGRz59brmc4K8Ds9008wQsl7NdHQqEDodCQHeRm0Bn
WA2U6w8oK9yri8qNr8Ir5SFzwb4hW+tNdSMuWtbZhgOHzUnJ6WDZc2VGxYfIjk6KU1AoSvMg5Y4W
JAb4t2bFTnbi0RmrN2iuBm7OpYuE8/LmnB47nIGAW4LenrSmJRUYYOOvVCoioBAx35rtAjuyfcu3
WLhHIS1B+R3EOxddBQRCaR+sfh47HkRab/cswWO1DU/CFwUL98vmotp3uJ/CAH3pLLTSq56JdGXY
+ZsKxeJA/fUBSkNP1B1iuwuPoU8CmTkxvDypY1yFTsAg5tExBv4mKCWoUKJWiZ1TsZMIyaAxGs3o
bK07KkUHHLdaVSvduV4XEJUlxNi6hQyVMPGSRuxBtFUsGnnX2MQcZM/v18EKkPwU2ahGQSLUcr40
3Zbc8RUa2BhMGdNn8+Mc8VyI3CMuCGbLAE7EMri2ckvfm5iB6ZgWgehrCNHhNRjo7RxFjfDwrOZw
hbuVKy+qlehID8qz9lyx/tkDZVYsWhmrZu7Crs7owA1tIlGoXwlZwpXD1oP9YKPp7xpHC83Tc5Cl
tpstOie26FsK/vD2FtP9C8Lp9Pp28xiS29uWvEDrO+DA6HEe3mobtuTankgGcsVdLBW54aMU+CHD
WChWITrcPQmUwztzXjK4QRgns8Jq5+YOvUGwQ3wvOAPQoMk2tsrQMwgeKfibnHaeLTMcDOeFfLcO
OJoCdIA+nQxxIWg9KyRewb3X2vLCny9wklwdz7D9LeXEhGg5SOhAgRqLn0O8IAZzHawCeibVnczV
HREbJy+0hxlcQ6mDZdGNxFTaY2NW1J9z9x6xTMeSrWTrbd8yC4VmzgG0n+IDeW1YAmfUMv5q4gjR
P8ny8TazCZcFcJ0mRM8oLqPkgEVqOnTwqk/eOmCCnGwSfmG5hsovBSIoJ/uke+C2B7/Q2QbCx0bh
mKXaAytvVFtkChVXIhjsceMtdfxeu4IlBwR9fim/uxpdczVVXeX2k0iOt+BiLN2eNFVwNc7HoLHa
gO9YHJ0C/A7a676/PTrldcyO68oRCbgdngdO6IjLzAGfBmcOwYEzyCrO66D5wreJuvjTB8wME7Wd
224vXUvXwer4Sdyo62jlueqmuc+cjqAhK0Qkd5HCs7ozYRtwXsj5sEgwN85lIRkiJ8K91cALv7z3
DL95K4WUsJgU6LAgmzmaTeOS8VPiDkbo1kvR6qh/h6bQVgN3boPXtLuGam63BGd24mvP4rOs53DY
MjjuagsabHrrMVSv2fBL37f3pXNkBfTOAPwtwvuDCqzQMcBeQlxiABjglvb2Y0kp1OoS5Ilzwgn6
TvUUw6gBDs4edhzuPzeBQkd04Q0FFcJdyrVbfG9sftIlXK1cdHLWzL3r/Ce4GSHyCyTylHDGwjoF
IUJncIJtDx8nYCLs1IlxbwywR3xYIZh2AQLmQvmIzfBB1SL840eo1QI4rOm0MLfytw1yIW19xZ20
+omNedDd8RBDZSG+wtywuSZ+hIu1w67xl3cWqk5sEzaHTPgV5tfVBMM2YaaiBtECLDj2TN4l92Bz
7oEmMGdwVqAEdBGDEzzAqSGuh3fj79zb3Nw5ugKh4OC4TvpJFJ12Zo7uBkz/1C5nLjpmgBvgw44X
QPumKD7dCEiWTO+ahbrGcXGnO/EfZ3sIcutwrSE4AFLaHJjh4vNEigbSVb8I1I7k9xGmwI0IdWMw
GZ9cuEa3B3d2BcG8TG6bebfkgpkTHH+HGUwTANGDIKGU2EBBn3NjcMAleoLlXbkVyh8CAjmED34a
IZi2ZK8kW7eeOSEHUApax4cJCKUDW5CsgLGzzZ15YKeUxq9HOKoNnC5KLHFynI0FIOXaAf5tQegL
6BgbxHdbufIdTtXcQgZOCb5CKsLYAa3fcDE0u+HP5X81aDXnP6tu6EhXXHJya9B3YEbBGsSzKchu
QiGctLGVkfP3m439zcY+JrssSOvq978VJ7xxyshdr2t6PcQtvHEhlF8uOCooeY+cTUrrqaRMbdJ4
4bM5i29/M16+GS/fjJdvxss346X7J+81+6A0kntAL3mDRpEdcZYknsnZN1IN4JN2HR068UQR4NQY
owShHzTGtBE2ChV8M8K+GWHfjDDoXd+MsJ/fCJvUokeBqr9Ji9Yn+PG4REMQiihBk1keHFdOcY/c
5YHzdCVveWCVZ44h/kjgrEB0Vz3FEHPYpjr8xgNTLAlxDBW+pgF+GO7f/uI1Qp6ewZ5fuV82oq8A
HhRe7ocF3Nuol7RUp4Xb4AgnToekx4yhszvcy9xRfXINwxWx5PbxVN7X5EpH1Ym/3pVOhr9OkfQz
y+gfNPyF3h0fKTwaOmGL6GKgAtP7awuyLRtJlJqaEz+8dfDXcZ/b3d3LXU+f4FTNkAVxhz/kDN70
JdIEW3yVuWud+/vgh3IH9nQ1kG2BpwJ/jdzczMgWqQSLdJtuK8fY1ffSTt7I626v3ORWDod2gcwR
HeGqCq4lstvtnmOECnfwasZkB1fUsBgWgouc1MXgFAzI0Miwy+Ad9W2RZm6PZNaC8ZSQDsa1bxO8
uiHD4lNM9P3b27VPrhEGwFxn7CVg+zfEAICYjz8ggQB5Hnc8bXNmL++WcHyvgKxDX15CitwPRP7g
/b8r2R1CG/ALqnzBSOFEVsiRf+eP8NXv77AXpz3CO9c2vuAZPKlg/3I52eNjL/rZyYxs+ziIzMiI
jgpylfnHEiEf+rm1OpaRB53YNyjEuQeoMLnqyM2plt1B8jKxVgT5Lytk0NyiRsYCHi4LEPLgYTtA
BVMbjarg5ANGHl9LCJ/r3QtSbfrTrr0h9yW03vqJdNNTCPWdUn22kpFS3cn9TO0A5ORon/OHwyvS
rJ12oV8Hj9pe2Ev7bldZwC/vfAakVZQ+CiZ65gFmiehr4xrFgYoEyBBeTdM9Zc8agnxshlxswFse
UOFFUTgo7TULmE3Np8sncGraeWneI0XdBChdkwPo1QEufYA47SsPgSb0GU1cCfNIsA48epvY8Ola
MxZdR9f+WiI8chcgIsR92jw/+PKcTgV2l+Y0Uuvr0gOAbM5jK4hQKRSRKIRCZLteGcjj4vE8JMSQ
an7KNaE1yvhFK0MmkHjf2gvkLqFiCpFNRAGrU1BGBs2HmCpyYhAjahHCjNeIGUFrSh31E0pUJ0gB
GEwT/IY/fsaXw9QHstMM8+fRAgPz5UFaxA3WPOUHKLH4+Ut8KEXiUmt5Vzx9qUEk7nCH2A/y0eot
z0arbtFlFGGbL0HmA8LPPJzO05l4+Jsn2XN6D2iC6LsDQEMPmO9776Y0l8C1AgJfCsdzPw+Rfg1w
LqRkB6sOXrpHbTtYc57yY9Ac4h6BX5yigcBphbhfY5/CaXBC8xnHbndKSzJZhPw1ZcvzFRpLXghQ
EVIEit9yp12+vByst7fb1WviXO3SiKQpwf0DjwoYvvi4g9dvJquQoca949znzeU+/9rC8424NQIF
xzn/nUeBuK8c4UU418tTPBkh27+RvKQRTMURMGKHXgbJJ0Q45SCgXnfOt7e9lecA5kL0LCA+DcBK
wHgXC3CMa4Aok5zeCuQ2Ybe31xmCHKcVgifuX15S1N5xHnn5HnysIX7HU04Fmmd0JHRp0MhHTLS4
ireKBq0LmWZO42Q8C8wpcUjDSrqfGHRKWp4qxM5G/SYt/17ScpIeRlGbH4UeppixNFKefr7bMsV2
T5mBZ4T7je3+stjuSEP6hUn1KUXpBBRxRl1/D0VpSumURorSL0XpnFL7x/0Bf7lqv/4R5JWh6xJH
FFNRmDDijip6nQN0BKqesf/cIHNnm3Vzd5teV2txjiRv9opMCismr9EabR6hVoTseIs0ehosoF7M
kwVyewiSfWDePXdUdYDFTIFZ5Wj2sM7giQkJEvWadXTKqwB8L5Qn/9aE5h1E1N/nToamG/uyIPsY
lh6KNSdU2cnljeyzX9nytA8D2YagiyJwd9G6b5TEZSSAhK65giX0NL05IkVGudfZA0/d4rmwHYMy
TssbmB8wQKJ5tNROuaLo2rPmeaChzctEGqDXAPOXHHUkWiFvjxcPsHCLJCs7WZsw+XnK0RERcp5w
iVQeCkBdfO0cDxUEmUhazVFF2zxalxW5ycWNtIVf1eLkDzO/z05udO96IfJSSUHTHrgJVLLc38Gv
cfcAOxq5d+gsQxxnp8Dj0tCTd3Ln7PY5ymVECntkwpzgYuudsXo2k9EVQfewSotVzGRru4vry2c4
ucyRzPwJl6nyHb20zpGjQJWzQDuWcNWgCwZySaPNACeNHYB7PXHny5O7kcjjp5WDhmrgbu4GLhug
0+CR7ROSHfG0jMKHxt0KvfVZdipXsZOdtNLm2tKYJ9ceoOfnl3ePz+jSjEfScTig04/RYcbAtrWX
cOhdfnvlQzP/7ORHZn4dZUom6eAepQkwKBL1NLp74sVk4kqhAr6nyMBU5zxDk2eix0yc2+KSp41z
C963fXZVJVR+K1GVD49Fu5KpCOZwIDKNrwarJEhOI01rHa4uT3xiX8yx/dtpwswfsC/J/hNKx/ZT
BvbHUuO7jTFHLvi86PxaLjDAskYV8YCsUKBl0Qy+PbhQZ+SGU8YA2/sJflXbJQ4q2VL8QbWfBnj3
XvH/dQesm9uSfEJvRVISzBIFbdxDiJZwdFGSK8hCFDhdw4/3JhABaXlvE6crf93J8gsAHdp4/lk2
mCPZMMuHWSj4WAS4So/JP5jkoYADmHuLP6/5XxpW8HRWCPjaWn3ihzdzSsIuH9bUvRu3X//l3zuT
c5IzTfn73rsp8h0x3OOPTr4jpvvrJN8Ru/6pyHdCOo7bFH8v6TjFgE+erDNC+8Uw4A8B8wwDgShd
UGQgP444cBrNxErVWsV58lGeVDkZgHvgbLwHr6PXUFFuwe8Yail4kGqickEUuN73Xix+N/iIO8dD
LWUzuUN9bUKLTYiKogG1sL21PiF7bRNLnqdItufp/CaKqdB0kud5XqsohHpaltceOoAU6EsCQY7E
a9R0cQ4PTA10ZmSHT0hJtzcbAeuQ2FuIVTSOsRQQ/g1JgqqcjMn0WsCPvds5vNQohMM+sIV5CPwQ
D1UkCNJwR2toSfMI9k9ih1aCFGs8iOoPCQq0xAQmsUeuRxd44DKzBe7mxOaMuH5fBEChPOBkmI5K
6h7FNJzjL9FiA0IAGI74RQDrX38WTtU0vLYG1cb4i04e/hzF4lXYHWrLZZvLiIzw2oDPJl6JDiLY
6y+VOLwekb/b54LgsS8f/o4/B/jBMApvUAKGJH6e5p8jmIGQoSUhOGigImqgHcq7eJQdkFv8d6T7
oyIJZeE6KgaaU4FFi1ehdgqNaZwv2fviQoSA6oBHc3nL/op8+o6cOLmdXUL0c0uOWQRyEmAlFeTJ
I25Br248qHpQDSuSMpv/gdNIYqXu58/3PbuXKZDrcig9j48vQLCBDA/Jy/5tgX4tOH0fxJCwqbOd
JPyRXPpHIvwPYaPOOdJIqBblIW3yBKd4Uue5p4J/8EPj6lto37g3qCFCLREKyE9Kf4DzvXl6KqCY
7d/u7gA98PpqAPspgj18cLmGh3ra1eLt7Q21hNdz+jZDOJYf7gK9p3Gf6TVK9AKU6OSow0sdFLjx
eG24uPatnkzwvMnVjST6r2t100xrJOu/Ma1JpjUyDX82pjWpKYxszB9VU/hQ0TZFAS2+0IpYPjkn
zjg7elIGcd9BFkJKVbjuHkx4SKsMLGHxqNkCiRcTPPpDyFnjbMjRcgNpVmuhhCF9XXzpBAOoFEaJ
Biz1k+Kj/LQRGycJxZJFUZLY6QCMVEUE1KiCjn2C8tC2ANovkhSdGoV8lzTSU+4XtEn70lF1dPgz
20aYmvGHCsN3M1ZGqlwSRpF6qMA4gUTSoA4XKTloJu/KpF/DP4geWM0c3fLs20eelLDYeMDnn5DA
Jy//O4XubAojhS4pdaXXFEwBhjVn0VeexQvlOJxdTDgsDK8b9JAntId2df0WIxfisg4gca3o0gxG
WlPSHavILzCDNbeOX/ZrDoi4tYHpV3NUm9tFSPYTQ07t+1jt+PH3/YRkfmnVI32iyo91O5th1aJd
QJNDXlhB4fuCq6NAWkHhDLgvHBgBSD7oZso2qOPjqmFC9imyCQKGBIl+jiPh2q8Ktz+8HEhSeru7
vFMf87oz8hiJ9s5oZjMpxTTvIK2fuIYJrQxqJ1waXKV9YE5DgUeUkx0HWXxWACzEYRudTcntEF7Y
PZ/fcE2AT73l/hiKQvS7u7frt8sznSRkfuZnDOfHJ+TJIx1J0p/pSKfYJO9adr5RPz+bnLqtI76e
eJHcRjloMCHr3WrCzzvx5uPc5u/35qdGExdu+Sk/4owow05WhUMLkYTbUuECi4ApATAJjdbhfU1W
vAo+oPEG/dEBoQkgBeQ45bjMG4Az8IynFx5x+GRdvilTd3qc+fvz3WlxQokYg8j/GErEhDQ6bd7Z
if0I0miSSEY8NhkCTc9LTiQCBZSYh0ReaEuQABXl0LdcJszI547B5ndUJNH1cIBE9mGDXEQHuYzX
qM2nE5rJ5JzG3PSXMKcRf/0xL9P36oj5H45VXT7GwWP6G3IsXx+Pv8nefnNdo+FlVQfP1bjn5XP3
T89Z3peB59f/4rxmm8fk9d2T+AT+8qzqS6NMFOixx/rxq1+sFN1K+/3xteyvXqtjXP/LP+OVf3rm
/++Dv3k9vctNn7/+/rfP2TGt+bt56Nd53t7S1DVFVcF8/3p3zD/8l/806on5lxd9aYwpymhyiUa2
pqloaHWJBph/box5ekRTkGSvGGhXbShQiNKsrP3f/1bWfycpsq6aoqpKuqxwW6LKjn9+SMa80I5N
kFQZb/h9GmOOgMB1Q1ZUxZAUFZEbCZx53CMRQN1DNlPjbO8lb6Fy2wklKaOKoR8n7eLUykqPZn5O
9bgkPpTx9FCSs+3afZEM540nRa55ficw3s9gpI77hzqSzRIzKHL45wag8KQey4yQteveVdGz3Cj2
wfFzogE5QoOPdfZymsD3oud18FxmFUC7L1LuTZbg/8Wn/NU3+gVSNz/rC4T9v//P//2P/+sP//3f
/vCv/+OP//nf/vhf//U3f/xv//6Hf/+f5xeEv8WfyFyTfyfANw+CMjXBBO1+R+b67xRJ1mUNBamS
pvIL8CcyF4XfCeggIpumhq5VAupN/kLmIh7RZHSyMtEYVtQ0Qfo+ZD6SqngDkzefVQRJUjTj1IP2
KwVQDrPEzNNoLVRAKjdqy4tmpBHQIzyRiGfenG3UByTNDZnvKBoXk4+mK7omoregJOOGfqVuDkEv
zvqwidbZrJmXR9lShNX3HEGXRFFRUfOmIZFKEUf6YdcURX5ME2UtHwSJ+kmLpoVo+jQhEt/tmi6p
Js5UVEXdVN45NBJDnzWqEdfrXI1zEh1VxSrK5Oi0x9y3iiHLqVGIykQltMjv+1e7p0uagAF1g48s
jxMH6yAN8swwq3WlH2cr8ZC+5XoPmKbMNNwybYEuJipAV/KVkPUDhA7JfaOjaaN9X0cBJoGZgPxk
AT0wFWEcLzMluZ2ZtVyu6zQw7GxA8tFBLsWHWaR780NbA10plhRbCdBtcTBnOvESHWUsRpOxQmhE
t+uiyOpjOVrq6kEnTSDJVtoX+dzrmocsVTJ2zNqKpcXRcMREbeBC1pRmqYnomn2Y+aFPFD+raXEw
tJVwyLQJn8CJSt7tNPi/hjw8XIyTdXem+MVG2M88eIXWhW+Wtqy29xlS9ghuMHpvebVnh10u749Z
b5DkoPsbFRRBhaY4bA/oAspEKegtXepvDkcjeygLpd8dkqhmWqehT0/W1O5loh/ZLTgONOvkElHX
TNEQuFw+v8RJ2vfHBBxmLeqqhp6+R93uRLQZK+XWtNRSLiYk07trrOtw44nIU5Q0tLXWR8qXGptp
NERKsBaCgA4p0g67ml1eksgtz6+P4OsxRpapXGttn6tysK6sZINu0yogFjk85AwYMSlBeoslrcpF
hjDPFHW/303eJgd8VYHmYRo6X/3Z4efCTPO6QUXBUm3rg78KUmSGGf2yRwPSy4uUwcXfLRIdCWWw
cwH8ShstUqr9qIx6KVjXqOcJrsIbc5uutAXoXXwI0ZZBcNJVt5Uc3QbC5K33aq7N/SYHyqe0RZ6g
AjDftxZRkm0wsfucYMabfz6vEUFFBSpbimgI1nK77MXIylPNmpXoBtoOdhggeSYB6p6/vrwb76jK
ACA39DYVXEVQEcz+et+VYVZIh2PQresifVOi3lEPmT+x4+/O9jSGjm7sAgLmpjxSqcRjlQupHHdr
reCdx1H5cgT7UXZd9Hp5Me+Z9WgkfvRnVBSGfnjQSoyELt8sW6jzkD2ryNestvmEMHp3WBhJh7YA
VHNNkaCsfj2S1ydCrB0wUqgUaG/b2m0BROv+sRnug6qx4lAmhT7Rqe/d7TyNqSq4J7IhImP56zGV
eJAPTZp3azNG4rCErg86wJr9tWFeV7HIW7tf3s6p8caKw6yWzUbEeP7hQIQ4WzdDanvim1YfXM/M
11I0MeBHxAjFTBGhHEn829cLFKRG7wot69Zi63duKxoSNH1jmCDHd0fHm/2AFE1BFRUFmcNfj+LF
2TFu1arY6A0yIfyKFYHBzBkwg/2EeEePGpnvds1UK6x3u3kaFroYdD5JhH3z9bBDnMpKFxbFZmYG
e2EWoSEY+LiOgkgp+2zGEfFq6fuvVEE3PG7MyZpwsvXOr0Ohz0TlwFdapKixTA6uKit2per2IJT0
ICX7o5ouKtO9TDbvrrup6TqEsgGdCRdjnDSUBKVZt7nWbwLlwHoFUM2lo4ciDfP0+fJI43wP3D9J
hd0pQ/3U0Wp2LBONLC4VXx7ktbKebYElv4kWGtIubw4QVkjkdHIrtRSdHAWKNuGXxx5ro1+G5oOK
iqmap+ymM1bTZXIvmZUqr4cOFa7QA9XQBDwhYNUTwGRixB8wHIQ/zGxFgREyIlqzaQO582by2jNQ
9djuDEl14rZfBrIVScXj5cHG9/C0trPBRhJSCwxDD/LTYEtj9lmcSmF9//4K1Dv+D5dcQQHG11dB
0vNaDgRtti7aA3AssgEutX42mduCdzmXp3BkKFxhx6ckoWH8SJ4qYikGUpJ5m7QwGzstqs9ZHMXz
sA9k+/vul4JRoIDDeARfGXdOzxRFSAZ/CDZ1FQZrX0kN1vjyVNu28b0C19ckU5YV2AFQlE6+2jOK
88R+CNRZn279maw5sW/IN0OTi0+B3wFNWYg/X17UmF9hOB2mowoZB5NOGmtkCpD7/CE2y23YmUz0
/W2byEToRdZX0nWbA822mbjOHywQZurpuGCXQ0P7mizywh+KsGiqrSzHGcrCW1f1BuQSefqyaPSr
y8vjwvIr6sDyoGeiakTmXZzHQZgqy1KvO5TVtgY7VuQW2SuKvkhMdSJ75R2tQ9jIoqxqUNvRCvuU
InB2aocoT+NArqrtMc6WwXGZCKZzeSVTI4xuU19HYdQdMEKhG3QQtkYaTTCfD/bKlPl1AtWpvGne
6GCyRpcar662OpS3mbCQKrQqztnlZYw8bwZ3sJyPckrpPtupRKyQexxhFOU23+oCGe4joIUj7r8P
nsOIxK/tgWXhxNL45ozI4KtBR7qp3sV9lmQYNChJHZCZaB2Am4/k/Sl58cF1wt0VdMUQZXwZS8XK
nBWVwekt63LYpNlOOcxaEkaI0aalNauRCNE2L5e3dKzp8B3VdUhgA/JYkcbIKb4nxofKHNBJuqdS
QfSNHM4rIMJ75IjM1eMEF3xnwPPhDEFBtokKE1Ud90nThkMfmf+PuS/XkhzXtvsVLfm8iyAIEjTk
kIyIjMysiJwzKx2uGjkP4AQSn/Bsmc+QIfnP0F/d9xHazLq6FcEIBVf1ddRtdK+uzjwEcHBwhn32
YazGAbKr6i5UQKDSG3WD7rmN2qSgVXeu1bv2XXK3+lG+Xl7ruVtwKHxmPMw6l7XqIVzPgd0s71K7
XlDQcyfIKVKKsMJ48+eAmjwoZd/nkID3xI9YsUpzUDaEDG2BptoFY/FeFvGCET5zKaYBlXD3cYwm
0l8z/URCjxs91eR+IMTPVH9nOcZtQ0DZWmLMsAH6idRc1+n7oGOcADicpGRuUCx4dKf3n1FbR1bG
gvuKyGPa+4ObqdVFP9p1rPaEFJigFPjtsGXOgrKeWypeHN3A9Hm4B0iLHksRNR9ibP24J4aLIegO
8UzqGt/427CTrvjav9TPhbbgIZ8+OVjZgcyZ1jQkFUUgQ6ysQD8fBuzkuZsXSHywu8vqOatsTNaN
UW4gvQJPFcozVVcO91CoGBnNiqh9DkODSTrCzblvfLffe8yCwrCmW/qs7NVlodPvPDZuxzKncz04
twDzuMJUH9U+ohiaMrxW7RK/70ece0nEtMEHIiiJMXvb1NWeIlVEb8SniWG+RxeUDkpxzY+BJY03
o3TjElOD6k3+ExMmnnjh/2sLnT2BTVOFCBIGtXei+NoYrmyrWghNPxzsk4VOKRK0C8Nj1WcXURl2
2tGhUfvxWs9ca1O+RN/7ehuVLscMTpDb88cdZnHc69+CzgVH+n2yq1/SJ5DZY4hmcNMtuBUnqY4P
fXIMU2cGQ9VqTpegkIW1Bcv1ffqCrANSc9WKZG73SDXX/rwU0p29m/xA2uyY0yo3WlufpP3svzO6
ZWLjNG5TuiYK5KnLNHe8KuN1sBCIzDkzft2aA7mzg6URNzsqITf/GT8wDKwx/XRr3dk3EYYbRDdK
uPrrsHBVT+08bo3jGDhoHPdJYldH1nwMNcjUf5r2bYpRMNuMPuKxpguC5uiKj9U5MO04RNtmfN4c
1glW4tWyxv3w1q7jL/aT+ubclA8piJtu9OcRU/Jyr4ayYajQW3f151cG9SCCkg3SINScnSjTAseJ
x2DcK8NyB80z1JLXeMYfQFB0IGJ2eLaZVbauYND1awbsBObZ/Kxui1tj01wX22QLBtsrYa7orki2
cQX2s39tgdMxH1imUUa5kdeR2mcq09xq0Naiy6y/IsTBzYBzjKwHmy2RZ5yTou7UXjNxHWTqNeL1
8jLOvb3OgYTZMrS8F1qVwe409YuK05tstK9Eri9ow5l3EJkixzDg3SDL+EFVcbBZcdypdpzMeOfs
HAwNxCSOYkWqhdd22o2ZDUUhUscziHCIoYR3fCSKi6RMxkDtwtDcjeG6S56LqL0f1a2jmQtv36nv
O3lLNoAEQDoQuC7HsrhKRpI4BdsZieORPnoenK0e3zgBZmDkg1u3ha/6pZTDGTtpEYvDd8GJUZSy
ZqclxrStE9F1O9GRq0qp7ejY64BrPzttO9rtKm/BmFUU677+2hvcBxYCkU6/vqwyp4eJEprN8A0G
iBHMD6N6cJhWRCtep/qwiwNUUIzRXiP3D2iraJ4ari2VLU49G5tAa5CZAmxkKofNXsYqShtNDka4
DxCKukNrrkot3LYZaNGyYBMhXzUGybtuRFsePvR1t6qccEGxTi4JikfAuVtTsgK1/TkTRNAnKIeG
prOLBccdNCtUTpgI12YaxgsF4bOiHKqjudhAHpfNTpgWYpAxnPVdwBRbZVkiXb0JuJuUTfqnKoxI
Gxklm9goqnMU/45VOBtaPe5CfdxLhX5rVIKG6Ec8PCuW3Op579VkH7ULJYaTWzOJnOJ8HOdUIZvZ
M1NQowaQYNw3onWRHb4aHAy8NOkdMijeaLTbsVEbJbsF/23atCPDMGX9TUbIlNmykSI/XmkZV3Y2
OLLe94YwvFHr+xsnC9AZF0WGmyT6Lh4ssu2tsVy4KmeUF5KRASC4sqg9z8ERqHiJkGeigeR0U8b2
FSvAvkkQlocs+orCzipM9HUf+lC8TR9wDNLrrQXtPbN67CmeDwd6Q8yPzreD+5o19TBGtqj3qdL0
HiAQE0OfGsxxQj25+W7pLIS5qshdT+qlrMQci6wDzoXcAK4vzBZCO3umY6yP9C7NunpfMy2OXMfS
MIjOTp09s8viE+mM8cZ2InUz1mPuVV2duLJVxMc6kLSwncGTY/Q6agmGJtYj9bSgx+hBYql1XCah
p+pu2Ka1Nbh2lYvNZTN3Et1Mnz6ZODrlNqC1x0oTqEJFdRbU+1iCfkXmSewPmuUs3AgyVUBnugmD
AjdNR5EBUmY7ZIpKDYWDDFGSOHCTWlKtLNa9pWlCbnouY99U6j4sstqTCQXzIa/FH9ZopzPiDNAP
BiwT/jF7ylRcBFEe6M3e6qtuq+qsWA+SL43uPb36SIhOl4Aix4FE5XydDiALPKDNvmksc6VzlX+R
QYH5yeMoH9MsxezkqIuveJ/JXSnM7OHyaZ67BLiHHO8mbiOKAsenWZtStF1uNXuZmKBhLQT1k7Kn
mwrFOFLJZG31GvJzpjZ6lwWfOCW4dEjccxNwSIr7MFMjrgVDFKTS2qUtKjidQ8XGaGTnBdB7cLjq
9KpOnW9/KJNDIDYZ9BQMFeT5XueoapHIDilu3VdN+xTLwCO67pPsRYZywbqcPFgzWbP1DbLIta4K
jL0T517KzRtHNTelvVTkP9nGDzFTpRE965RaMyUtVchJl5rG3mSu9SNEthHjHz91r5c37vxifkuZ
aYnl9G2rJ/CaejFclaXtxf11FKqF4PpEF7EWBxYR+BCKAua8PoXYKA10lRp7Wa8tdTXS6wEd8e2K
lHftsKB+J84akpY66gNI8cFNxet3rPdaO2Z6Zg9Y0VtueSxbDS8hXcjfnVztSYb5UZAFghGQyGMZ
JJVO02Lj9pHpjG7QpM9pq1wOTIkyGy8gpe42o7Et6tC/fFynz+ux5Dm8BMmhjihH6IiPOmSdy/gK
fhKIk7/VefxQ6vamUY1vWNqqVe9Op/tjQq8vf8IZvUTEwSwgawBtPvFo8LrzNBwqsnfsbG1rYO5x
XkeJaYL5fRsuMa6d+v/TeicrDagg/P95PFjDObWjWJB9NhBf2tamSrJVExm+bJMXc3gLMowRLh+Z
rHyppa7q6u1YZgtOzTmVggNnYbkMoE9ndhWLnJRpEhlkzxRYlJt3mseu3XzXG21Bd8/pFXAa8KBg
sCbg9rFeqdThSV3DD6WPSb/u6ncR35Tfs+BBmHtAfC4f5LlVASpLEM/gFUZp8lhYrJOxSVNC90XP
H2yl38gBU93r/K1O7YX7csbKAKPxW9TsTg5JPMTOYFDUaoyH0DLWXTvcDINcuB3nVHMKWgBSniD0
8xSeyMHHlRAFy5yYqRcmzlvQd7Hbmt0LTeWVsOIl6MtpSgaxKbw88CJZ0E5E4cebWOVFF6dEtHs9
zvlbNhIMiqxzdU2NaPTCPK+3MIc/Mj21V3ZqlitZgO466m9ZxUo30PFUBTFmvpax+DRmKvpUpc23
kmTxJmZN/3r5wE+Tf3wKsqgOc/8BS5ydOEulQYI2a/FK9tQzefFZOG21KtueeWENk2zCFb3pDUdz
I73VV5ld9atRqM4N+yLyukiCV7/LNbfMHGN9+eNOzw58C4jOHN0h8BqsyWs88NlrPA+yyjN4Sz13
Vkab3CZ1ZPo9G9SKWtoND5JqIRyctzfqcFA4Qy0PaFMASREmHct0IqOV8YR3lcFov4e8i75L0Fc+
jrLTQNgR9/J9yKmD6cQqzz+XXUzBbJhoKdLCqN88DoLHO66ZBcYJA01au2MUJM9plmjvldBJjrDH
Bi5YG534ncZEVa6EkjhuGBjGfRK1OqCRkaGuZdKye7MytMarw6zhrmNkUQJO/DR44maq4RcPhio8
ZrFmV2gV0pmExOlnZM9HcMpwzX430SV+n5IxTd226uTXsbFQ2e3zJH/SkdYGXjez+heAR/KvUnZ1
jwGdebgfJMoZf2hVUJIFoAIPMJkS6YzPvCO9ChsgRyyxh+n2w2E1GqFLo9YjcnNZYeY2ZS5o+vMD
hZGaLhsqIKjjut9qvcezvRMMC8uZPvcwWJlLmalIgTxP2ReQwnRgaEW0QpvJgtWafsWhCCQIkLvD
G2cBkA53eZbuMblG2oIk/T7LEzTE59s+dhLXqRPLy1Nk1y5v23xBKLUC6Yhbxqf2I2RYj7ctKQBh
q7K+38cRMjujXoGNjwPvf1nKyUOGBC4SLIivbOCrCZttW29ZQ0+0GCCNqF/VjYzcvrUfWiHXpQ0u
gF6hHMnR9h2nf6gViLMg2Jr8EpRWT0J/Lq2hLUWO4NK03LIuXFvEbr80MXauex9SUJ1HegPbiefz
eBMRzwHERgskObTeN7o9J+BzBILn8iaeHhXWciBlflRx0I7EKhGmJmjVyp3gFbUHub4s5AOzcKx+
kDKFiJCEEGqeQ+6YknrEE8SJbeBnib0XpXLb9gfquF6qqlVimVeVI2G7VIQXa3QpHQb8ibyqtKWr
cKo28H1QPUb5DWVrlIuO93XMs64czCC6G7TMKxzrOi0rX6WASBmtFzBzLdr7xnAWrsTJ04PmFz41
2yDdiow9WpGOLIk5OuaI0lF8Z6HwBo6v4ZopLzS3+evlrT49TzxtSD1MqPApwTs7TzOvG2IUWnyX
kVZb68pCaZwZS6m/k/wKIiyEP8ZHf9IH5vB4OaGV2XEWGnhJqTO4ZmoQoHwkRsYT09WlrXt4t0yk
d5ovzYiIJS6rJWDdfKH4go/CBzw+HRkwc7bQQsaiKwrS7ntAr71yzKWr2rxccCqXpMxsDNFS4JtL
vd0PTrhnOQD+NjpyFnTjnBCMSPrYU+SMP6g+Dl6ZQeZZNiCHu6ehhWcz1YvqWVNEX7iF07ceXsJp
x/BYMtQNdDiUcxW04fTwMv64hHaxFjKu/TzSat8YeLwWjRCrP1NFPGsGukvh8lAYKlR1jnWEVmbC
CkrEPrR6mOafgj1fFjAd8dGCPgQArQxFgD2e32T45lap90zsMzt0nRh+DEpE0cu/JmT2cg51AQ0g
EBIXmGkjXqV6FHb9pxowW8nMOhQpq0M9hgdAyncJGGWsloYlza3er8P4vVf0+DByEVnVEFGxL4U3
bPPGNXFRE1Sp3aBdyaVi1tLJTBp/oNFlMPAMICuxz+kTSSu3lDdIYCxs2tykzpc0fcSBEFLRsUim
46++YT1qK0x3sBGhL4g5uZ2zs5mZAJ73XYuWJLEf+68UgMN4KURY2qxpnQfroDH6V0FpI/YcuXwt
v7PZE+E//zUtnt3FLNPyOMkgIxyBB+ZfaP7CuoWM99I6JhU8WEdcWspWPVQsydFqRgDNyl6zxXL0
wnHMAadSNUlTOVhJz2PPNCNXmPHCiZ8YyuMTn8P3sgaLqIQh9jZJroQt0Zawl0a1otXXy6dyVoPR
HmDwqeEDmcTjHdPbIAL4EdceocWKo1bD5Ls90pXtPARsoSRy9nQOZM1uC4/RflmUUyhTO15n35L+
2coj//KCloTM7kqt6XEmjcmO9ZWb0Sudax75K+EfegN+b9vswrQydermQ4oB3i8mvEYzXIj2uuLP
VRoASpQ3kIhEsfyD7+NApS3NqJ1G02H8rcozq85FvOwWw4KUM7YZySSgiRDQmgiXZh6p6JokqOpG
7CnGeQJoCJrO3DUwpYCiqurxpXDzzCFBHGIYYOKQlDgpwQkaoB4vod7is0LqKqWYSGivL2vCSVL1
I6g9kDLXt4FlGZJBYi/y1RS57Kq79D4BH2XlNr0rvqlP0b2xFHieXRoDhALeKSoa827ktAVNkxF1
OC8n84NA/rC63jezYiE9fVbMQf5h9lzbHBlyVCLgeCRfBmC9Mm2Xdt8vb+AZI3SU45g92IZJ0pZp
kJEE2Vo372vyDN6Ujcoz97Kg8yd1sJrZdaJNIvu2gbmTIDYwUM5zFR8+1dJ4K7PQpyVHFa/boCD9
wOzKy5zkurfppjfCPze7RyuevVF2mSKtKicLlbS+4IZPW3Sv68aGV8WCqJOA9EM7D9Y8e6sIT0uC
FhWxbyKP1X4RuO1T82Bfpc9B5tHcRx2szL1yHeQLu33m+Tpc5HwQQEq0LJWTYJJkfpsFbj/eL5zn
vPY9W9t8FMDQFUiZTNkxkB04bx0GQHxNwRnboufMd8J1zhaWtKCpc9b+kJBydACF2NOB+en4yYhT
wEuLdav9Jcv1+9Tm0MuYpbCeMSTFhliZ8bVI+zVJXy7v38LlnlPp53kX1s3HCRXDFetuaNRs9WTB
PJ55+Y/UYGYdA60xzJLijPRcbkhfu8oKV0YnXS3d1STcXF7S2QfmYN+mEzx4xkhVxxqb9q0n8P7T
ABjgTaVK3zGf7RZ3Hp3CHVuKaZbUYmZWevV/hQLHDrOyj+QzH15Vs9BsMVmFWRCInUTNDI3dU4f1
bG0OGveKroV73hblOmW6i1S0awHkbDvVGnm6XadeL+/meYk2PLbJawP+8ng3S9TpRJ4pvJ8VJmgm
yW1VYJRRoYA24g+p43iiXQIbnQDHf93p3zJnr0Ebxo60IsTShal5kr4NNQZ20t5TMl6XJYgXjC1x
VrS5potNrCfniG5PIBNBPIXKE1JLs+VGpW1ljaGxXVt9ppnwW3Tllqz0ga1f/eHGziTNFuk4CTdl
Hlq7Wr8LhL6lDRaYIFRt4+e2sn2UF9aXJc5ZVOEiHC9u5oHT0ZIWCSAS7PPGdfNiKA81swEsKg3G
kQKVDwb+3ENF5oVdj9YDR9vQDRi0FyzoSYXv4zMA4EELDSHoGZp7gFqhsl7hM+KX5ov8Wfv1tnkA
7/+9/VCtsi/dtnss7yAcJTR/sfx99oAPhM8yHKAbVoFlQLj1SSJlDv4Q4tLEo43X3zR+fjdssmcM
PRt+LNGHnGr1tPsT9hbAGricc1hmSnPKGyeydkPt973rRP7Y+rW2ittV0GJYtvHJWlCxE7s7kzh7
9/VsHGlaQqIYnXujeCIqXg1h79fBi4qWjvXkJTkWNi836k4RiaiZ9BldYLxecVv4g6MvGPclKbPj
yzQFQrUUSyqbdZhgWi1KdyX5dvminNi82VJmRkACmUxza1LQKN8YbYlQy7mi9bCqc5D1CMynQMPi
ZZFn1RKIcygGSF9QOz02s1yoGnWxgO0yHrh5hlF9qa9l19FSk9f5/fstZ2YC4iwzeqU428Uh2p7o
rtI3hlgIGJbWMn3DwQMsy0yRpnRgQ8unLO98amsuR4NVwRYM2qlj+3FQv1czfcmBJBXotGxQL9ul
tavfO9/ax0J341tjm33tvsk3kGfw3O2WvNqlPZy99ZINIP1DHXxXNKuolm6qes/Qni8rxJKQWXxA
BQmTiuEhMjVnxWNMTgdDZGKsLkv5fxil3zs4MxGaDhiOY0DvmmLVm3vMhHe+8O+IfKxXTfe7eG1V
Czf4snYY+sz6lw0Q3AgF2E6UG+rcZPZTg4aDdAlHsiRmZijUWJlRFuKQWFh5hh0CBfxWYGiKUy9s
4Ym7eaSDJ7UuHW1YCR1xUFXsx6ELezQ1hm/AWaJrXlR6lw9saVkzO9Hqml6mHLvXmt8Cy7yuxFdE
/56sqX9Z0GmgDBQTh7/nMAt9Qyed2blZ2EXTDGw3oH8v6b38YQBHmRt/d3rfch+zzVIn3UmwOAmc
+vfRD4JC97zdyxwBI69RG945dDVWGhK3f+HiQsJUJ8QLDMrFmbI7wIpTTYMEPRJgzqRZsx5LkPLZ
KVt6es9c30NRcx9Hy63ejNBktMutxCvEKjFqj8Y/L5/RkpCZjnOe6bEAhmWnG6WbNrVvNZWX20sa
viRm9hwaCXBNtMdabFt6JgoPevyl7JcaZM4rHIAuKOlOjYbzdJblqLxohc525DHfBS8CU011RPOm
z8BlX7m1cI3WBVXOX9nD31JndrZUo17SAVLLCZr01LI3a4mG75zfDWX4LWOmd1MDlLJLxXZAqt0y
wzVXxaO9i/z6MVtzv/H7n8kXtqFevja+6q3rfC6/Lo2qPH+G//yEOcrVDACvIGJku5F0iE8dH6Fp
Vj5f3svzN/i3kJk+lkQEaRFgnVJ7GaMvqv38Z7+f4epyxKCAPBPgYD4G0h4896nQgzYORXfXJCrz
0Sz4Qxv0pT7Dk36TyThMuENwwQGGeAJF4QAMkqwh/V2qFfrg8yHQ3jmv+7d0VN1n0yhE4puYVPqa
ZDnSoV1kxggcgrz30y4cXmJJAC0fM0O+E6tigwcIRpi5FbpZX2kVi8QbkKwe3RwEW4Wba02rodte
tAs+7Nz3n1YBpK9h4zoB+DEn83A6WrWhmbV3kZGpp74QvZvUIkcm08bcUJJvJxrPhbs095s/ZII4
BO+FA86++dNOsy4vhUPbO9jy/geRifSAgI3dQoJ0klVUfU71/hl899vLenFmrfZUtiDAx014k5lT
mzikRbVfl3cgBLqXUVysIwxx8WWHmgIozKKNkds//lwkdhZaCHZGRHQzVR8zYCqlYvIu4GAdjYL+
h4ZLZVL9qaXqU9Bl/R8+/Njb6Sj/KXBmhBMGIl5BbXmH+km0kpn25OSWdI0R7VhNE/xhOAJpWBQ4
Ti2gxHUQHh071oRXVhLqg7xzggijeMc6ebAC+VJmdvC9qfsl3pK5VzOJA8cRENqQBxTFzAjjgTGs
LCzkHbPBDETHrvVDEMF5eZkGvlYKvuCDnri9aKMDlA5IVaDaUB6aw81Cxpoq0ji9y+yfMQ0fGDg8
08q8SnX4boHhD4zfGDL/lIjq1kyWEvIn9wQoOhS+wCICjAq4nydjfWDHnJozLUGn3R0dk/fBbMLt
qIetJ4v2xamocMEWbLtJtcTCdNLqgFUfyZ2O4UCuDCyJeUsUq07I6zCa64jRG6kZ6EmtXFW2bgM4
bt0E20QSwGAHimacYsFGzN8INvGmoAsdiLSJQ3WOk6kzrmuxsq07lurcLykrXNmMS6Wxs1KgNEhZ
mnBfP3biYKUEp1tPbWp3mRaITZHTDE4eejguG4ETcr+JWBdVP3SDgneb6fMuHJuXtCs7Lb4fBqt7
NnLOEy+Qgb53VFB8TIqyvhQJZsC7WVxGg5tlLSdeZRfVUwiWzHu9jodNMrbbsCnTtQp1ca0SLfn1
FPwRX/u++lE8tvWPH+2nL9WckP3/Q6p1gAYPzmIaafCPAQTTJIT/9l//89/+59//49///h///e//
63//l//8H/8+myjw8dO/aNYp/Rs61aayNrLKug0I7T9p1vW/ga5I/0WRCqj8dHr/oFnn+t+gosAw
Wige4TGz4LH9Y5qAbf4N/c504rmemKRg/P+EZn3y/H7n80GEhHEJwC+SSYWQb57jOzDcqVNpo5PV
aDcSeCg+KtfWDIKJZEPu8Fsi0B207ppQQ4ku1rP2VutzYr8e7N3dL3lHEwWOH9Bfn4GpaCD9mpgb
QTl3bBgK9N42zpjjM+o4Sr1gGExnC0pxhYodOv/eY6UM4SZ2lb11wjIGF7AKUFknVsrGq64C3h/U
Dba5DUJsnWdGYXNtpbVWgYxP9Al+0CzCu4VvPr7iuHeYwUAJIsWJnYSh2eD4m5NEOaSwSrriUY/e
c1qMmziw211p6dVNHxps1aZB9ICusmSldYm1zXWOUp0wyU3YW41bJ4HAwO8oADnOwqdNj//hqU6f
hm9DuQSTd9EoOvNHOh1bRzRCV0yS/MYe0VzsjGGCXnHar5tW3SegWtoWjdH4SiPkKlaoymakE0vV
7uOH5tceIf5DCwj4uabX9XiPAEgQIxGRuTLBtp66Zh4UP8Zay+6Y0OQ6QLdF5gYKrfujWjTBc536
2ASwaKAtGWYY5v5Ydh3EivDAxvlYFIHc0A+h6cYdWtXTng+JyyuGto8STBT+n2//xBiD5ihQBSDd
PsswNV0d6JJXoI4PQ7rKtcHBUHhQilw1PLETt5XoIdILLt1aduaD7Ebijt2Q39tpgM6UhY+ZhB3r
At46w54aEoBtN6yZmlqK10wha7QyKq3V17GtJbWfECqQt9ZL2/BDlPKS6zoxxs5T1pB9AQMXoZ5V
ifDLwrecHglauJBgAU8DWDrBDXF8JNK0ChWkDfKJoJ4H2qBvxNo2neBT2KUhRq9ZWfA5Bh2xF8oq
m7hxx2d0NIunnunrzCp0ROD9WH2uzUG7RQca80dHi66EaoPXy196qrcfdpE49gRDOqkQtXHCwlgH
Sb02Rh11B3ionrCG6ratw09GFmQ7szPNx3GswqvLkmeeIa4M4HBTUyL2CZ4DGCaO96gUKuhr0cRr
rnR9TYxqjLyyczSwCmiV/jnOG+OVdJn6mTrRcDWUPLoZzCFep9xeYrowJllHuoMv4CB6gpeIjg/+
8a0HXkyXgNhhGMNhLeI4A1RaDBauKnzi6LalmXoocqcYrw1Y6L0a4UNvnV40HUgiB+748DTUfZMJ
Gt8UQiP9Kyp/PhhFmbZuapVUnirRtrSm+khuNUbDcVUa+dBumqK0M+RZssyB4z+IJQdwhqbHDps2
fEDkG6bWciClZ0YpyRDlxwRgBpO17VXfye6KFAVymBGYCnpR0jVN6Vi6hZF8G/peu+JkAGbg8jkf
Rxy/PgLxBohL0LU+/cvxMcMkhzFovLu1AaQwpmi1osww3yQhn5zWfi7yzNxcFnjmMPG4wv2eAg4L
bsNMIu1qtPiOTrcezFF+RuECBfw2M58MPQMZr4hV51VNNdxOY0JunYrp1yNT0TUDq9l9UebfG2PI
XnoFVr5xNJKXqgSGwu7ZTUTQngvCoCa/YnoW9m7EchAvxlobuBbV7G+X1zGr3k47h3WAiQNeFQwJ
WKWOd45q1Bx5GvTrtkFHt1+begtax655M7VQ3JSkZ1eB00VurIUV+IXCERRhpf0om+p+NOtq7URh
52aBYT2YePZWLGagTkwp3wcp7f0KFnThPfhghDm+Rog4YPMm2wdg40fC5/AaOW2qjW0t11zU8U9q
ZIjYS9nt2ZiN9xEC3Cs0BTjbjhn5g63Jb05ROrdG2SR+E6LDdQWeJu2WBwqzjrjV7g04/WiPo+ja
HAI1vio02LimKgbQELfPdqil274OPmk0SWxXonPE1cEWsxuIShd8oFMlnq4RSI3QeTY1A8+SEEbL
BU8K0q+DTh9vm1RDfpH25R6e3LgNqJks6PCpPHDSw49D//iE352DI1iHhvIkYMPaGIbijbbadzgd
SH6JWn7Vw7hdwryfkWdOeR0Q+qJij/M7VrW66vOWpZ1cxw0zn3nE0h+aGuwbxtCCxqVYQg3P6omT
bqPagfk9oPjhaBSbMyjaaVLwUA/HdVWXzOuoHequKPNHGSP36I29vdMivDuiA4LZlDaBIwz8GWYD
lzq56+w2fKKtqXttO1gL79I8UPj4MmRHOPJbIAKZ3zrZVo7WxMGwdjAdZxOMDnkJg6hwnczqdkOL
Bt8c2IMfbdvnLjVQmLx868+J52A/QtTDEb/PSQPQ/4dqRlOOoOVPh2ddq8g7eiE3mpljNFTbtBS8
Nu133rDqOko0e2HxszbrX+eCw8HpTCEXvJdjReC8LVAzQKdeU8JncXnnsKfarISXCeRk/UQ1T05f
2HdtaG/jyDG3tW73ezoyNGQmHHUepFQCzUXXX7uJuyJ8/sPdAQWjRcAGbk6ddvjr+POsrItBACno
2oIrcFWjdXhfhmV0mxlCvElGv3GZi4cIt2pdZI3+eFn6qcuCzAP+xpuKlDcYQWb+btygv5A6DcUI
ltrQHrSyK58l+sLlLmlwq/ysLi3ihYNVtasmbarEi8OyvgK/C3KzQ9K0S9mX6Sk7MrhTKgT0cgQv
HdL186g2DFSn52lhwk5IM0E3lJajz7FsPw1aKj/bpL3ttMLcXt6GExWFUNxeOPwfmb15L2CuzGAA
3Z65TsMGGO8Ec0F+toypzZhb9sbsZf7Ndgpy1fIE/63UjCXqwFl6DVo61RTBoIt0OwaMnaTch0ha
RoRGXYzNoCMqwa1SiZfGMi62o4HUTl3qSb4d405Efor/5TbS+lLe0Zb0mF2UiGJS3iAvF+7uR2fY
7DiQNsblgZuDr5rXfmILvZ7EAOg9SEUQuyoTYCdw7A4tXq3eq2jFOSsHb8TGFD66JnK6ifumYV4f
t9Z2KDCZy2vBBTheOaRUzrpIR0QPtNd0269UxB7jWCYgPgJDY7BppJGjayDShiWWoFMrgOQ+R+6D
w7RgmtWcD78uczTYkBb5kBQ9BFdTtiRzeSKQcoj6CK0+QRGalhfRpkUazuGDDwZ9dGeCJoJhrNjY
ju1GxmEDJmX8pFfpNq18Oo4Y+fOnqohyOVgoUDt3GEFq6dge2KXVZnGODdeQ/PHTbGTbttNfhZE5
wAuP2RWmwI1fWVVuRsuI15eFnzyacHDgoGEiHOjNEVtP9+TA2zHrCFxRcWyvHUm1h7QIQcgdOfpt
CsozNFwEYoFtcFYvm9R+4hjU8TQwlF5ORksgwdBYJKL2OrKL7mulUUDoEPP6WoIpfgHVwNERmAzN
zXXJPR46+iodUoyqymCIbK3Nd6WyU5+FUXNDc1Zt8jEW2qrIkA3JQ8XfIrsyXTk28K/GuP0/lH3J
kt02lOwXMYIzyC2HO9WgqtJgSRuEZMkESAAEAZIA8fWdt9+mLTuseDuHZFVxAIFzMvNktv/9tH5h
nf/36nHUwyfjjuACjP/lXTEWj1G88fiksMKfM1PXHxKVwX5qSIZP0qPnFT5isqX8WB/ro4AN1gDd
nvaaAD3KYCqzlNPwO7foX2LO7peFFA04IcHZ6e5996sYwgAymXXIwoneDSw6h3PvaJCDpT8i8Y7O
f/icxfPVHYlmbZ7u5dzLzZSPa8jIbS1osTdRFA28sdtonmpYRtCTk9HhHhySRuImM3wvHnXqfjcT
9a8XDnt9bLQAxXHx9+X5f5YfVkKq4IN2nJLKw8FrqaWDDf1W1i+KlPQLGP71gJ+TUIAPs61K+jFJ
3NfNKj7cj+psg1PzjmQcbkFSNhEZyGWjfkatDU1e1NhkK14ZySFO+s1CuNcQf98lcVrdc+vu5iV3
/9e/X7jTK0yVkwS2gEucq2bIkvVbMVXvEsx2vqrEryc5IGkmNzZ6HVJmPyDaZ2xd7NXzuOLD/v+/
nHtrCj8V8FOY+f2lXVyzHV0Hav5TSTBpPtBsb7bU89sMy5InaksNQ3ZGbtXs6tscrf5ZJEE+4T+u
JD2G37iN/cvWm2HHBVUFvzF8J7+e6IeYx1RajwqHz2eRIUWhjaV2b1HO6B2GSB+yYTKnFfqNR4x1
bx/95EW35cgZC9sBQ4zRhJc5Bw1T2138hqz8lx0IHRDcDyskOiAN5tfR6FSpgUA+GU6G7lH+NAO+
hk0k5fol8gYSLJFxRv6Ijmg9F2nk4lMVHZn/yusBBZCQMppPzJM5eQJcDyyZFqUuu4pW8dFGU2Dy
FlKVzZ0my6q7paBsPonAUWZydC2/e9T/sg4RnXivJgGOYAP4pZqrtJuycdqTk1IwLeEshcf2UFYn
Pw4RbUxhw1OWoo5w+/AhwjN5yeBrcslqas+TwMH+3+vwfx2efvkssKVDkBpjuB2388s6LPH22IbO
4MRKGa5jrNSzWvE2Oph4BIjVs6RfD6inFSzSe+qPFYiSjV8q6cHCL3t8WVe3yAbpPQSdyVDDepdl
Jm4mU4g2cOkGCLG26AMp9hTBVGz8ilnU0zyM63c++/GLkKT89N/39C97PlpYpH/do2IqDM/90k6Y
cTqiyZT1CRP9cKhNpuypNIM51UpM33Zix2aYFt2nMT9AbND6Jx/cd7wIOGfYg72t8fS7GLR/vSQ0
WJC3gA0Cbv1LKz8iyjqdwLecBgBFjwZCrkeO9doAVg4dRvKPcynE9rnGqfSMfeHoPIq4JjJJ2Qfc
yrsQq/w3Vcw/q3jAdLBOwItEhhhe0N83xB1eQB4KGXqaj6L84xgl70AUzU+o6feeRXP0MbdE/qbV
+5f1drdsALlfoFRFYu8v72Yqxn2TFXoHtgz5GcBnelmVIGewqP6cMCkfYFc2f+ZmHB+0jcu/XDZ9
Y8UeMN6vivk8Vat5ikQNbU2aqYcitSXi7NwElW6C+WlV1/Y8yx05CGMkrkFp+mHe0/EDDppHGwXz
O30Z/Dl+OVhyvNb7hwyXb3DeAGr+/hwnYdL7kRj3EHBgGjnzoQzdisiED2OdHr6Ldm3gDwNGYuiw
Ceupy7a0vnq52qzJD7ScjZjWJTRBZk5/Uuk8DF2qxgPmw3aP0+cjRvpKE8e7N199Iny/g444B3UY
DDWMaT50kyo/FBM7PlMY34J6UdOn2cczogTZ3i66UKqLlgTGZVstUL2P2aJ0Q/GZwPwK9fGG2i13
L9OWQKYLH2DH25Ll/muhKgvhwMQToJoTFTeESA2u3+f75FUpJ9lW5RKFLk98VHfKFMjtXMpciCvN
Y/dMUhGZ9igy+opHx7N2HM3008AUbDxFk9/Que7DsD/sqHLoJd2tg4dHulqLG4y26YoKYXoFkGP+
4mnqEG2Hm+ukO6ANAz3gqnZJROj5jHTBnO1j3AhtZ2Qo+sj6dnM1x2QuKRbE/sEcB70CVLwPG12X
z5TCnhtuYWmJbily89jMFPMN7bbNOOzlYWq0GlCAXWyx7Fcrwoow4AohE4EOBMa0u8ne1fZADFUC
7QrvpyBY2bGhWuKOwRmfnt0Kt+RzNlnxhoeH7dBM9wdFpyFu8TUiEziZS/JDLkqOv+tO/gHAY0Fi
O4fMBuU6Wtbil71GL6VRDFt6LxOe3MYY04sRgbFTmixIdsXM7Qx7NKFPCQ7xGwb3piv6x+Q37fo/
sDb8Aohf7kwL3MtQ7P5Sb8W5CbZCx9gfo16vYqLDTUHl1AtYwA2bU1f4w7yvbMSBpg7mQXpTXA5S
R2eQInU/rEcJHIjbn/99NvzaPf2/q0KNU8GgHvK/X7onvWD3X8JAe5hJu59i8rC43oh52aHh+1wg
mPP037/vH7ULdjh0ajhg7w5Y91yhv+8OetqZKs1O+qr29ePo6HQzMRNfqn1PW14s+DaGXD2HTQ5X
GyRXcLjb721Wwn1TTkkB2gIpeJ/Kw8g3pOmM7wuprYPIpHyK5YY9AoG9pEE6I0id2Cbxb04JbMn3
S/y/JUKOwhCGNKg1YOmJ8uuXN1nnvtDpJmivky2U/ZwTU10XsZSircy65U15MHajAhvaORYZLGWw
/iCT30Jcn1yRuCc/VNadJ+cxppnsaGrbEoKZLxzD2qRJiLyuTE1Zmygbfxsm+AG2u+JwWlkqo+aO
x3r9ZFT+ENFikGdKXMFui7VGtRzjT/4VscQzhvLTrZybAPXNZ1YGh41vtVqdAd7BMn3QMUfymBtW
28+jp6Lft30OVzivqxUqOHqYdpRVcbv313WXxiYperjRzvsV4x/yu9Yj16dRpFPANBdh38m2KHHx
dsymrqwNCkeRm802JWwL89sIkZm5Bw0fjwFGvnM3DXhfAO3MD2wQYv0AEMZ8Z0aVeJPbwNBOMZnI
mwpKHeDSQet1lczu40KZxocQc4gyxj24b3l8yPSEGNdRYksrYRK4lXeCCUoXNVzBzQ2+LUHb5r1Y
+WrbaanF1mjMafAGz7/QzS545S6J5nASIAJOXk8jMuyzTrmgzy529ClNsbUfsQ73Z52+0blGQXTY
zEzNTkX+Jzag6qUo6k236wgzzsyrqAbfOKYnGcvsAlxseZ9nq4ouFAJsKP7GYiqaAkDtOxdJ7dus
mCyD03WMzHoGV6ovFY9qyH4HMrYM3rFxj6MI/pBU2fBBRc64PohCvERw3kT+37TvT1651bQ8wz3O
rlT2IvxYjA2dSWR6ukWl72F2odIT/rbGHCADMNxsyEkT7wmsf59R5xN289Wwn0liBvWeRyncHYIX
dvmAFK3NvhAY0O/nJcfB1B8zi35MI3rX61DgzOyPYPOyL6laPkbDinjPelEqameZGnsCWi58w/Yc
KNnKuXmYtT7mXhyQ1qKfnxgEErOtOaaZytotL9nOEZ+c8UN9rEegS4++wkPoCJ0Qk1vE43aWaPTX
hpu8WuHoC5ODx32fEvzlNG0Y+QceTU9jxKvxNAct3pAIw/cuUxypsHKf1ItNVpi1jdUGn7jYw1Wt
w2qcutRtZHhSeZ6OPQ2ev6lNIkF23CrqH1ObBf0+ChpCVIFv0125IVnSpMEd0dmrotqbvNoI6DE/
yfExHAT+S/jAYV+2ZtqLc0gnwc5Jue+dA6Avf06FFhymajHLb1LvJcgU/P/Lpd4FnPwTHm1Zm8K9
eGvgh1/kfQS59tY6ALLhHZaeHhvp8oM3GP4xpyFakCxSVgZCKgtN60VCDYhNHV0LmjxXf3VpbuEJ
mVDfMU7MI16kBc8+IRJgm6IIOXUVr98bBRr5BRvKfnRqTfzQ7eFOxTiwoB/gAGNwelXWdsOwkand
E5ybTzopJonoKZSypyQ3NHThYBnsIYfc5Q1drBatSEVStDw/6vfSbnlyU/Io3q+Wux+F2WZsb/Mu
6xYxf5k9pU5IdpE0B8sGw8nMNosJBnJ0LYpW7wIzJrvViYJFqphlg+MULqcrhi3cNU7HDekDzvBP
k9uqn3Csyz7lk1FLiwGzFZ6pBWQBD4tQyAXepKuKfjiUQsm87Va1Oc/qrcmIHL/TOXZrHzB0B+fT
aDBniDdcAJ4XhdDtQ5RXZzETyZDzNazTC8OKWdstV3p9hed0DhxjVagYfTpx248wl3tY6kn8OSZV
JPu1nosRUoci5K/xqtebyykqPpGHxIFtM7ZEbu3IvkZygoon3Tj2iblgqFZArJu1xySMuNzNDGwz
iA2fOpBsV3fDvsYrXMur9TVetvVjsIaurd3hpf9UL7BX6lfgBenHOrP5X3i6hXqQaLDS3qJI+hQd
eYT09DQPj85Z+zPLjAXcHPZK9BmBYfk1ioJAEcyZKd+Goo5oh+kCl569x6d/9qiI934Ufvi4GQ03
igqsXXYtB+qv0TiK7Tpty/zeAgfAHHK5yuPJ88huWJRFOZ1ElLi9GTAaM3ULWVGkVbFNRYMUn9AX
wNLW1uysNA0wpJU0EgGFrMuKGdYUU7QMF74i1KahwwZHV2T+YgFjRDe/ZSaV6hahOm2LWho8exX0
ej5Smbum1HH6YSKz5e9pxHGUI4u8NreZIYDpolCbomJbtw+6FvoB9PPwikShBK7G5Zi8TEyWn2FM
OvszpNTH9nTM1r8nmWWstzLNwrsVPpdli3mYFApjm2OLZXkooxb34kfwedyRbp0MQ+03zgaSqCWG
MmNMVnpjJZEOZzRP/2DbRk2ThZpnD1gHlvbwC17f3E5oaBFjgvxOqPCEwabvE9InPtPVK7gDP598
ouufDAb9rKnSBRAl/Kq0bSKXB96OLMFPKdZZI1698A9h35EkU913r8aEAafgioogha7RZIhFlRzg
G0YtyOlwkNR1k1uQGTViQG8+rfij7CL2fK/v1rPJzWByZO6VY+LToTMxPjjg3sfVVEQc7ZRKJzsH
ZvrGV4FapxK5Kq4ULmOvKtoQ3VFvKl8bgsf6DF+VpGqJzFIUPyixHg4yo1XbR7KxLohQxK2RZfIw
l1EA9TlY7x+1rsDNBmG2k+bVAYDMA2C+0cnjIFRgQlAVcABemQ3lG2RH696WhYjrD1IwFz9L0Gbs
YRu28ju0a7UG5Z3CsIYZo0ZgEYORrUqX9RtbcwTTFBuCJG/o8sMXEkmi+32vDfyE52ALhJE4u7ZZ
FsTR7H453sajDGsvQuR/bJ7E30giXgd8LbguZFQdLXYXAExbJvZzqecJvlRznL3SI6Rbe0e5IekD
A5U8IQkDSaflMEVPMAUFXo7wlz3C76hjeZn2Se4nn8/R0vBKkE4u+0EbelTVbSVbFF1GJfBsYjjl
fORAXxvgm9N2cbllw5MdFCQHKVAt2SZ6ruGMAPtNcgUm46/zPKTrGyJYMLRIwpL/JIr55ISaL4pf
Q2TI3OJ7L+lJwrb5FfkG69Hvk8VKRUmB6gghMSiHMcQx1ujUwzC3bFnrG87VHAYBI5Wq81DC7hcV
K7KfsGuUtjcCWUMtQUJe2pIdkNyFuqMaWrpl+euyZM40uP7oshZu2doFG3njSzhVN4XQue5ooav8
ShSFcx2PTARCsFqjy2aqsH4D8Bk/zaWNkJkI0lI0QxXs/DLIcqPnWJew0obL/YRIhiKRe4OpJoW2
mkVwep0jH86V4CsACGtZcaY6L2UfgRYdr7jBkr7N25heIUCjAeHqyMB7l1fwhYOsL4ni83SkyV8A
nTJ381pggjaPNdI6RS7TnqweBKW0tfqU83glF8WTUuIb5dm3CV3HBms0aAi61YtgMIN2oLKcdT4s
l9xOpurokpC5w8c+k36uh1YOG2ZNZMYbVjLxbUgk+ShgouwQ97CVcZPmYklfamWxp4NHs0NTRp58
mcZ8qF60VqM5acRwwA5Aj2y/wKK1HD7DFiUeLoVT7N26yXR5wA4OHIawFBmxlaynW+ZyDXUbKMLQ
Er8gN2YKQ1I09RA29zjm+FAfswCY453TORdXLgdO+xRMwwtbFlQYTJsqbTZvZvDavGLukdVbzh4W
zpAaUTHom86z3UoUGJZH3TIf2FN5lsk3LHkoWjgksdBc5XcjUcKXfD7B00g8JCkaTdjDHyXpc6Ld
I6zt0UTgDE6Sp8HFOwX6klXfVjbPRU8xN/kDbl3DjKJR6itVyTLA7RgQ+iWOp+JtyZZ0vrAcgrEe
DQtNLkwxqRrQK4hdnuEBO7T56nAlnpSTaw85hu8xnxCh4zgbbtCb1mvr9YhHGC04sp3cqrWNoXBa
mpCpCM4ZoIB7lxwc9c46LD+HfAfx5UXksucxKrMLTYP8nsHyo+y90xWEUus8YvwtkstPb1C/XWcO
g+RzwRRG3v3iMdXq5hmml1FEB3mqI7j0NwpmxvOpgvN3k9vFItR4ojZ6w7Rq2G5TuOtiC5mbD/ev
wbWLLLa1Hd2gP4GvXN4nWNG8KwJiNho9eoykGVn5uBUDWjEMOcOjtpmSnBftaLP1vM6e835FYu0H
lyTDX24yiFRctmWyoBuz7LYKIss+zrXmN0wROXdaiChyBPVBAVJi50o7QdBaPeJ73l4Gp6rqtMpY
fUtGO/Gz5nk8PmDvXV8dWomyX0dZ/FiUSyIkiIUsfl/vuXzg66AuwLlVi/okmUFAYkzsW12Ee9AZ
Km94VBh/GmCDXH2oV2j9uipo8BU2RqvQA9G381+lP+AqYG1CzZlHehD9VuWYRRw2vV/BKNFHqUtT
tmOamLxjkMHaU5Is6GfNwEXVl+NG9obXgYwnPmA9dLRS7NtG9FK0VWJM3fkU/yabUty0JBWDzAS2
Mz84RnI+bblEDJoctH8P3I69mWWO/8SqmKaeoULC2FFBdbiilF/Z86AXxTuEOIgfNmH2kh9EwFW9
jFAfkIPNR5cTZ/0rRW0Rd2k6rxBJSybntkiWJD1j5GHDCDYKOPLIgkqrR6IWXM582L1ueVoDMzAE
nEhbpg4WkWONMvUdTEYQoYbjAOP1I8jHovOA7d5yaLp8F/ZQYZ/gC12iprYplS+ogqZHBXv77ZGR
qLzUqOPSJ4zLkQ3Vs6z5S+TSNe1mmKj7JuWpe1tiDsAgywd7nBGANJOPYHmQ5l5DjYjBjCGq1z4b
/JK909NRnP24aVimYlaVX/DF1F8y6ECRN5/WOARQtIRrnU4FEPQ0qst2ocwMH9mA6TEELAwaJaYk
N1Yjia2Dm8mQt+awMe1RXifzLWeGk85AQYLtCUTepSI+VICFgQJlIt7zZ4uIxLkdOZRJ7TxmwZ1y
GOY8xAeLv7mVwF5zQ6Vzg/IodrfDzyJvATrA7wOwFBIcHE+OHlZ6onyrDyD8Iikd1Co6xa4PMz+7
PhQx3edz0Fn5DjUWvHdylsCsl5TB9Pm8JeLElLijvlBRlgSzL7sjbRjyKm4g94Md7mGmamtHAejZ
NnI8lumqkSgvHgpdx4DJa4SR8JlT+ooxuqg6UeaKq3HErN1I6f6VBeALpwWE/9Ehqxm2Wmyuxfyh
Xraofs4EqTm0LCMB1g79NU7Jyn0xtcJhhRoLVYMC59sptg3oawaxIwBRE6peqggF89WMiqZXcuQC
+UWHwpGyJJYtFx/uW2Ykllmh+kC/fK2mrTCsKaWNP3m0ske/OlQ+/Z5oHU56nBLXWD3Rb+NYYRv0
Eu0UKAcI77sIsSHvccaU5QXUc7pdsKriDdMrQM0e4LuWIZSY7uQ7i1RJ25LS8WjNov34LvEY+Ohk
CMmfiP+xEO8h93t/pRoTur0qlFeXUfDiTKY5G68BGZboEe0qbmOupqRJwJsgziMk/jPS9Jxp/ewt
jkExQDlQMyzWViesxhQlwINuw3hu1nGSmz9CyfhxJxkL03i7YGuYC43edYOwlp0MNHI4mgq/rc/r
FiB6h65m7Vw6R/zJk90lKBdZtVyJQTf8TiF45pOHKdq3bJ8KGJcuIxsu6VhWeyswK7xcd8sR0MGs
Y59BTa3tmpU7fn1dHR+CEgN4BTTd/oZGZwOBN2+0V37Osg5AFbvxWu+IJN/uLnJqWTRtyJAwJD3G
4/iESR36MBJDNMI1Dfp2uuw6vxU4N76sIEx5o5nLv9cA/ODjNVKln/IMoMgp1Xw4Whajw2+QChMA
1gGd9A917fPwquHitp2IwphKawHIf3aSjOYBC9NhP47KnXzJLEKMkoOBkFT4RPN3PBpD0SJNYXPX
ZJjnp4lFsvpkVkTZvqiSmZtQk05QFC6rbOvdAgosy2Hf8AaA8JztrjH64u0sfu6kJBiNyqvxL/T1
szprPQX6XPgDFKyaXfZ9Vz42kLUn1TOr8WMbXFpanRNucD18YLD4S0URvUIBmJszkCMO86mKomjz
wsVPSYiro8NLQR0OK6LsVQHrSVAdD/VPaOG2tB+QzBhfRj2CG9x3Il6YLg4LmAJPEo2h21Dvhq1G
+6T2B2QRpYC7CGM4z46arqc6ORZ4GeKOjnabJ/ha0wXqMEQ+ODjzCU7kTwhtArJmt+Q7sEHIWASy
0S3eRdJF6LeOezSr+nyEaUrRNR2cvgSm0y+j8SXrSugZdec3G03tRuXq0eBjtgO1VmTtjcU2550u
7V+Auh15rTPuzamoXGTeMhxOZW8gD1EnEwi8dRNHM9EBk6jzW7yFVNxL3cq3dVRJ9pQpB28yJ8wQ
dRFHh9PgXbtrQXF+dWSuNPTla0D15tGsv7cH8IxbtS5e3jRb4qc1m/l7l2k0ZLY6RrQ7c320a4jS
s0lNNXWEV6gwj0JEwA717mmXDxO6SHQ17GXQRKaNtvDWagBjkCcYDfDldo9CsSeWxco969oQ8wzz
hKJoxHbsaGmSZVq/bdHEQExWzpxnBqW40HH0VZb5BNN3CAzOqBDVCkRE6ydoU4/6SiFLHVExREdx
qvdRzJ0Vwiz49Nc9v2MWpGoB7oXivEBuTd7FCgFtpzXMB8O/8kf5BzBMLfslmyWgFi6X5YI7HnVz
QMFoe4o5q/22iKiI3o80i8NtTRMkU3IxlfWVjPu4d0MVU0AQHHnHj9zuZjoVzjlk32FHCw+7Qoma
6WJHpY1J1QWVhNzSc3TMKQVYUUuRvtMLi6+oK1egqSE17xyqpuTiZEogYE9q1OA1oE/7dbFQzjw7
kTlx88WsP+fTSL5DDQxDaaZWFp9LsSQfaGaG151iHqONTWzRMphpPB4w5Lmqsx2yojUGZ3qzxLCA
RIjVzOI2QVrX8Vig2vsjxCXOJjdkY9rZYq7ALpcBd4htLZ/gjGDslzos1R9E+btEngKB6iQawgOI
pT36CdXw93mS7Hs8b8NX5CXb41JFyJFqo1LyH4D4tmvutoScTEwPLM16CVPD6nF7j3GhIWlQ8JW8
dXgzgHxZWkE7MUiM9dMhtrCtKcw1HRPyxzLF4cfEzWquFpFhDloPODid8D3r8jxwIORdsq+ZvyzT
5MjDXN/RTwDDjj0lHvEYPcNdVWe1m/gnQNacfibIDC+/grs96CO6x1w29ZhsyWlSk6reNDRJGRo9
4vefZXrAPSnlQ511icshXB2xErOXsARp2injwMFRzNn8NJZEPNkJUVqvoIenbzOsP6+8OJjqhM/J
WXCHtB8WMpM199GQMx4Gfs2SULT4aWEAJRhdY0BhpIc1jcLLEc+MlG4+BXDSX3ePyYoXTApxGD+S
fSIPKCU3mNth0zW54oiiB87miiZbKC0vBdvlD53agnVRrtX645jXDQIfJ5GXFcywxy3kUujrDyXt
hASUaKqfGICrV6qmUoMjg96jrUGD/JEvCz8eqcNQ3cWj1upwROFEcEDa8u8SC/aTpcmm+zgbxQWx
c3V649sKej/jQ5oB2s23tJtGE4u/fBHGqXWQZ+pTUagyPIy8Ziy0wMdzuBjExl34DLKsc5C9/0A3
PR7dkaTRXziN0U/paLOi41Arxu9VwOp5DhjyG/ER1/rCOfJgHpWBgSU4VAD2LRHTXMPORca6W8vV
frBK4YOVigNH5UxXVT+vY1p3I6fpiHA3r4fGmwlLmFaZ3M4RxwNoEro7TMVCLU36WC7ZLZJDjR8Q
lypqsGEbGB6NWXZGsAB0pzFUkwQ5s6C/W4p51vGzMwGR04UcMvoR/Nv8DmqRtWjYZtbpYdt1FrcS
em5+FitCkjE2VtIGbpsprFTXAdnm+APbjJga/rPCKFPdsOBhfJEs0R9uwcYFO3YEx3XYoylF25Vi
UwO2HGM+D4qOt4GBc26ABWTXSLhibjE4mpXtZrPhma/SjKf9sKs756BEfHPQRNU4DDBrhw+sAjqX
lYO2V7r7fWtFfgDotOUEnYvb+AbpL4xjyg7YYTSCJoIkvpvBA29dKA2wuT3xi2xNwTk6DSPnV0w7
JvKURWEn33xS2g8Ltr7PJpk23mOCEDndCV+zJ5YWSPQUlQ9wJVqq5AY9MJtAKezZCCVsFkd9pgmM
jysYb8hu1VOVXAoe5j8BM+BZaYbY3Q5Pd5edSLl2ZylFdbYMzFwbCyPq8wodM9qpmQ+kGSz1n6wk
85/UIkWz2UFakjajhF4c9MWmRcYK2pWlImbsMoe42x0BzmBiI+BlzYDJbBRyxLLyjK99yx9QrWLO
zu5F+ROdEGyx1uqYC3QcwlU3DGBBQkLnEXwb2c0MTHocIIXxyTb2YJWqOyyaJu+ExpJvod7ERslL
BpHBvQF6iqHdjnvtkoGhRNXHiQm6M1jCluxVymSHbcYsJnaFpyN7jAnCUh8LXpuffsrl0uy7gEcl
KjcB2ALj+KcJO/F2UhLpVxe5A78BsgYatWPBOfWOkRg6pRn3WZ4JJKz5qRLgAMEhcPMI+hA4oTpo
+tc4TBmuB3nrxXthMspPtFwhX8hyGS4J38CmNxGSmObWRAeNuxI9a9bwowIQk5QiQ08F14J+2Tye
uPQFvVmv46G3Sxl/5WrXBeTkzu+/k679Q+gFpzxo7jH9UUHsCPeIv0s5hilGz5ZsdT9TYEoWmEq3
7sV2g+HJjvnBefgxxNSDqU6IPQH4SE5+LtFtbyGD3S58P5kL6W0LobxMs0Fc176yj3BxMijgh+FL
Eouiz2GsiZArKuzH/xai3C/ubyKOe4wWhu3SAta0SCz/RcQh5AHDYbAlpxnjn41IU35lhNSgdfbs
KqwAiaKIB24K8u43EhKS/eN3w2kIA/t5AnaYIMno7w8OJFVAKuMcTnuBkK2tgESNrnmSNkrUsUC+
8bx4qMPBfo9nSytHO1P+D3VnsiQ3kq3nd9EeLcAxy6S7AAIROTIjk2RmsjYwFgcHHPM8PICeQMu7
uVuZ3uy+hD6wZLrMyLQMqzZt1G29qWrSAw6H+/H//IOzOIfCnUxzj7gBC4dUkMx90dalbsN094D2
uWVDkZu6zGLbochOrzno5H03FdMn5Ypp/WCkylMB9eqUUcTXEJhnIx5i+hlOISn0gOgiK6/Hdp+M
sefhPyc9Giw0aeyojeei/iBzsuVT29o02s2aXs7aCD18afrpc4o42wzLtf9uQmcKAXTLJ0iww5FG
RxvpnpoltJbRhnvS9a5TBlBL+5pbGlPNS3LSe0qUtfmaqNjxdnpPFy5AxaC+rvMqqiWg2NbKZ0Bn
lOGdZWtumNhV9r1YS/jpxmLqx2GMob3QvlXjQyLbcT0YFrQrdui4+sOePRTHXTVpf8BcgV2uy8Qa
gLKtqQJkzTUAbTOLjX0xNs0X5eBpcY5x/4o3xKuG/AXZ1UG4BnT88rVbYL2g7y7yzlzr9+yxXpAh
R7oUTH+ER+gWT7yOf7Z+9mV0mvSHFRfuvpTrLWGBtJsLa7ybUn7z+x/CKyou8nTcJ+mBozD6JQ9/
+bMSMBMBdDjvIaHUHzjM9Ec/Uf3BwpzlY0Xr/tCwGgIQhlYG4xCbj7ZDOroJaTcUIhmzQEzFuXzs
UzIuP4pPgzkSZPjpWIu8/FG9qJtBR6S/1/JaXrV+NWw3hUZdJmyKwcSl89KGcXNOhbB9eS93BRsp
HwnNAjWshy/ny2Edt6dwsmhmdTWgdtp2VJ6Z1X6ASw+dBL0zHTRuzx+1JiegwBqf+GvKu9wr1wuJ
ddq+1Qx/c3rqorXNqJXef1Vv/TrsPdhrsWznhZ0sIAMydEYX1Nizw95NGXalQZoVzW0t8uGc/9or
lSXVHkZSDpou0mvwLjihQyc0mRNzkGzaWm/9OXSNRQxbvnRRP+rpd7FQqzVpJaLUqpfbstJBxPPa
pTsdr9HffWwX2yLknrAmdRebipcvpVd9PVl6Mu/jdOofMq7uwE0pVvy4SKvv74/1+ljY8jIJOIWm
ifj4dGsGnBxgVyTr3nRrLuYu9NCgHE16gpXNFauj2/s8eNz4B4qBM2O/4mLC0Pe3GYcYiXL/1Cqs
m72YrhNrfkit5GEqaAB4YizMwOvyLjJsV0vOLCghTtc7WnoQbYHkCtUD7mEvp9YYktUTtRFHw6CI
g/EwOErYlPQq6s2Cmt5Mh/FykI4+Qv7LmiokZ7Y6AGBxxedKpF+WnkVFUurDFvmpl719xOYx60JD
W4EpM8oBVg2dADOKqRV3cU5w7C61+ra7gkaWa+fUJKdzaOMtSk8Cw3k43yyaEz5rn82soibhAg/V
+U/uO2uJDzfyabb/8rqR9vSl8RpYlsXCnla4CaHImQ+a0W4CWY5fOxjMETS4kfrtMGjmH7Mr1c37
i+ytH7kVHugV+R9c75ezzlE/Fxholoehqlxjv+TpsHzWK81NQ72fje4K8dvQf31/0FcfNFPDEhUG
NY8jPHTtL0eFvqS3Fo4/h7oamkuQn5rKzLIfqNHiaKVhfms68XjRLjRPgqncLoyTa8oLmtHn5H6/
xMm/77PE62Jkxf6yyUaR/5xUQFITaaXTfjrEhg69roIdeF11nbi1M7m6N7UjivR65c6XfeCLiI0D
CjzlXrbcndASu3QxSP8dQBVQMvrjDYRXmhhwyFrCx2v8dsMl7/gnetuxjWtZh92topuzd4gkaC4n
wXYWVDLRkwvR1fGNn0LgCJy1AzauZ5G2twUkB/cqs9jnrpSRifjGXgHYdt0EvhOs1oQ/QgoyRzRZ
bhL1zQV0rShouWPdQL7vnm2sZJYvclW6uiNFGECXrO31uiaa2bk2rdYyP4geIlNqK925kSy1PLSG
BD1epQ1cjKHjOp9dNN7xbvILjDehtiVzCHyJMqJFCHs4szxOtwKH45ZQ2V/Ja5TEp7vskvcleOOM
P/5IDwuPAb9OA3BPZGZSd3G0Mhu0f2Fj696I8CkxNQiBuTeFfpwO+bU+exOcn0ZvxzPM+dNTj31Y
mC42TJsVBPT5E4EYMk8d8zW5HNa8T3Z9L2uEqRlfq9yUqmc2EA7Sky0R8w20KBiMcLWh/nBPzr1q
UVrROb08wFxzm40AZlR3cdVkPwtTq5cIB8QSKpeCHXY/+N306A9e6l0NAISSFEkEKQd8cW19S4Pn
vj3bkI3uwd+SD34BrS6Uvhyt6wxOkvGl0sp8/tQkaZNHDWXyHNV11+qR7dHj2NmTTrlPxG4+3sYV
eDtCll8TXmEC9mHVYzmGA7OvIneeJAbl2aQJyR8jSelxIPBgueg6K18/uwb072BqMAYNLAxNjAs/
88uDpSFp223t0WffiL0fPcme6UEaLkZ2ElSOwq7sFy3Cp634QxTSOOiGEztXubHAwkWkFethk6Fb
QmiPowm1v9ndQeFubdrn1FYHOmKEEHbJMjj0o+TQRYOpjfHnjqb9AW9O7nz2UlTfZlMfyz0cpNaD
l1w3n/xWIEhpGm34WVeFG9SrP+XfODVAfArfHIpn2jSiCfskNT4tc6rikHLIbJ/qzJaXkusTfr+D
PT6YVe1wrMVxFV+abjx/N9lZ2eIrJPKhmQ3DJ88s/elyonto7uhSd8/bYeUHDQxTwsMwBm2Dykq8
PHAIPf1p5EIHik375UcJi/KjmWet+z3LPOjoWtI4JWamcZwplN2TlOTMGIomBIvlZgGQzMKym2Yn
cD20pRF0m7yBgBUPe8stSvqr7QyuSPOHWwzUn0ELhZfquKdlRTah9qmwoydSQzc5Rplx9CuekgeH
C+sa6sZQfvFmcODALUYBnuXU8R8ckGu1lW2Jpg7V7NqRUFBvLuSsFvGIeBbFsVj78coy2vTSHbXV
i+D1kUUDKZcGfzKo2rvIcTsqdnbidT9mNdJ3LAzJPbLBzUELIMDRd4C41k/XDQdQsp8lrluBxv23
ugCXcMvrZKjl9YR3YnMFxu4iyEpd3EErM0n/7FWpaqTGEx5whpEWRZi1RkX3YlzdNWTP5jUkpW1B
JR6XUuxoX8qjSCG/g+vYOakh5qS6SCvspQ5Npys+6lCd7cAo5/TaGzML+UDj2D9WJQD6UaZ4dThV
8XJX8MfVrmJb9e7AyCHCyFU7zpXbfuX27/gbMrWwAoruTytbbbGnjOKu46I4D2vLmvNwsQpyizT8
GLE8Gg0/FGVB+TQlsZCRas30yjEyQqXLfoRupxXlJ99Ry2UJjeA7nJLm0sm8lLawyDJrX5v4pVyW
Jm8QAxNiSwJ0Ml6907jHrqGyqsUL6BSaN6mwfU7psYQI3NtdDVMHfSzFN94KV6PWJI/AsUN7K/t6
ftANHIyDsaiNGyidxEEvvduUNwCX+EW6q+vGD5NYE/9ajZ2ydzBbWKReu4ovpaGDqHUpAsIAQI3p
LqEtoikzJCbhLWXsHDnZPNO8wqmupecdZ0ctz5PlYpmBtiCyKfzrfQnSgYQHnUKQ23HPbNhrCtHI
l+xC/kbncWOruynrdJkiXC9TEyRaK+9h7TfPFiCZG+Akbz+k4+wQKeDJ6nrd1POBTolg7nC5Heag
mbPpaYIOUF153mjtSqQAzwU1aRkuC/FLu7JWcr4clZc/g2nppM9XqyXDlaZMESLbUng6+UnEVwEk
MNUCbxmjTL/kGYKXC79o0i+IGJHQxL6cmgMO4/WjVPACMW1zZ3Y+uoklqyJnbfPXe5+nNCUbQzqx
eqpabIbwO7PnPFph/uxXNRdN5BZZg8JO+Hq8LxOVrrAthVrue0Le/SjOHetY1pIWR2kl1UMXO7bY
tXq50UNWuNLh1svpgwJTmhT8Xljf6oy6PRqL1a0vDatfn4kUowwxO1ZqipuX85RDyIduAmVJ7YDw
USWKXuMjHyca+NVSLzKsMlPslxgoNDRm3440/kEVurULITfR7eabk9jUSHOVYvQBad69n7BNXsMy
6eM/ioJefThgUcT24/kQHfsJu+NhUevnFWevIpitVnykbitV6Iy4ARAZMm58dh+9UrjabbWbE7qI
wFckfQazbmllkAjdza/pNc2PaqZbyj4+z8mDLbvsezutxn2uV01y4ZQ4cLJhacTfyDk27CeDvkod
eC0uQVf4L2joKh3JcUR37cnISlT6I3y+KqLV6ez0hVaPzI25fmrrRJAZ5ZWw0tmm6DZbeBLi77H4
1npsSl3uNR/iUriueppeLD2lUgCRm0h3rTYLLqd0AcQhH5H5TebsOfvE6hNnryrDa8KkE9UPFG8d
hJi8Zp6TBk4EdJvc8aAkuhESpqulxX8BdeWAMmwV6bxh2FXzzaMJS0QEBhpT6Cyz7V6Mjhlbn+rO
M2f41sNoHGexes7n2GHphWh/OdSwcgLb8se4CVwbAsZOqVg+CIWYBwX4OB9aqgcC0XqkWoEPqY0Z
6YE+3XpY5TGn7/fB7yAA7Zja4Q9zybQ4J/ZFG919yi7Bn5kMHw88qeVR685oQ/VZ6B2nadPGl2Oq
5el1UljGZ2Na/OIS2B79F3B9/y2Dp1WivWhi/d7TCytyB4x9dpCRkhYKmKHKwKibp95OMytKSshs
e8NNUHssHkZY8FuzTeHhFzTPcikfMnblb3C/VcokmpZzmDo0HNB3y3S/pPPw6CZ6/M02Vn++iHml
UZIV9deMi+K6b9Ki+uFKD5Jfy5dZhLWEf4VkoSLQqUFbXLI5ZWBh05S6OmwPzi50GHa/hiPCziGY
pma+drny0A021nG60LQWW56eyy+3YQy9Pogcu57P2PXG9G61uXH3/VA5H/tMFXLvWIp9LHfMjj+v
+/lnd12mjuPHX2/GKsOfEzOg8jIXXAn48AbeWl9KWK2V7dzUMV6Soe4heNjHq4Vmck49pH7eLKA+
a6pXWPPW/bLeI+arMR3sWivfjelsFbs2Kxb67I6vFN3tyvo+t7LxgiWthXVQc+a2rPMOUH/VXbid
vcc68GX90SgUGbEdxMfPY73kKxWjjYG92BCihO8sDeVS0w4vVD/DOwM6K4PVb+Zmz0rhC5ImV74i
W5fxhnZO85WMCpQHxqyP9p1GU3kKvXQxPqwQ6th6VqOed2VppMlN2ZdDGzj5Gv9hj9L+0bCd2ME4
Kbu6LpdRHBHD0eBB/NxnzrVWmqQgqbqZ1ZWXYvW5ywo2a1JJtLreLE5VHXEepFYkJsOKibgaVg/e
3DhHfs+mdavRg7816qW0r4eaYv7eqqSG4CfBzPPKK3lJu+0qDY0k8cYiNHWYZXuhWvuGKnlddn6m
W/BwVOU9a3JOdDYnKBBBiTGMd5HILEEBvKSrRrmBGVC0aLB7y8ClXeN/SGLuETtDGKsXzlPWrHcE
98xV4Jnx4EVU1f16QYEed8MuqQZ0/1g/GDslYDdE8CVrbTfOOYWi1BGrPNdQSOx9PlaNwbGlaeau
E1Z/i6W0VlwVAJpfV30QwMBDk5K1xLsmnToZ+pvKgCZ73WAq79xheeSMPzs7Hscog8Y/XpZqte41
lVr2gYqqY9eH4TYPJIJkwNqUNv4XI7HKizlJdS/gb7HQOHWY3hzTLvFoQYyi1AlFF/y/laahbrNs
1cub1JK+esidKdH3DrvXeDl5uUw+uYgxNzlkbcoozZRe3KUrfJLbArdY4mXaXk7PxihJQKXD4CUl
HGisf9yczIoDTbxKPuTYYyMPaEbTGGj6ON2yd5wiVlAM59yjNZsYyC6hYhpU/Q0sFYj82nTEn7UF
0spVdS/7Dhq7i9/dFJoTvasbOYGXPlmJVd3DfkTrviZQAygv0+JZXwj47M5Ad68xJCp9eCyG5zqm
j4vGSzSnlKkNPUAOB6hq1QdMIP6oEfCRZj8juq/T+Zw57wac/Y7Y4BxCnwAfEVJCWXHWCTLuc/nO
p2UZsO/PxsfOTNOQk0A9TEk/7OlWxEPol9MzPjPDLfXuOd34W8MDAGAuBnQEUnnyuIPngDC3dCX0
dIK+NFQaFhedZbWfJyvpHn2jkz/znpDEpEq7G83Ufr4Pj5yOv3VswEcgc28B5HRvXk438OnStoil
DsA1lReg4AKFoR67hP5E9rKtmmj1qnFj48Gpp7Zsdu//gFNYYkNB6M9Q7Big0sI6mYCaakLH5H3B
Lgw2OZRreaWltf5ESkx34znD+MXmLD6DvL+yTthGBQrCLsyhXUmZ//KxJdI80cYJVvNa9kjHJr0a
Se0IBVzVdKcrRA5Sed61MjDXyKF9P2AtUZzBf15NPS549i/zBOIzhOlv//43hy3PmxAL82YOCWVo
dWU7mLpd69MwTiEGiM163eAcVT4kjdV+L3yp32Gp0nf796f/F3D8+/qnqMLUBOsC+rAOINnJTODL
UlaGAU1cLfZicY+KKb/1tp7W763dTCN5Ma5wwxY4xd40cv1PQSWe7nPMmvrbXpGxdJtbk9COWelX
3c+pr3NEwKnjymtpudl6QQmwjMHo9zjAjPWaR3FcuzObdwIfyUocNlytXYYoa6DFhFpv5Pr1OnsQ
aucmqaZ9belOfKEwsyo+I7+wqmd44p744ClimsBV4kFegAHXGF842FNd5O4wWWHmgILsh8q3ciTk
KA6DWbNKfUIwbFdPNN4XIxoGUXxHOkpW10TkEFaCGId9An4nNcXCNSW/zoo5ts+g5K8ak65BYxkD
GdvEG8d2zZMp1yHRLm42oSzD1nk3w4zZx5W37uxGpI8KIsiNnVfz1VAVVVBRXd/hJm8fsnrrnQ9L
GlZ6fS5WzHi1DmiE0YDzcL50Qdlwfnu5Gvu1LqWGD93e7zx8niaUZtpVXypDe+yXAl8ALx5RRsKj
bEJp+msZDS6V0YcWvIxvhLiw4XEmoaK9hNa26AfYO0YTWCOgx3e01d2jh2xeXiwxgFE0lVrzxSXm
AbbnPNvP9WB7DrWr2zxpXZurq1nBAM4xym32stDX+MISSAuCoRE4wc6ihJyBTwaMlyJeqA0lsF+U
p3ENb3DIRvcaucZUXoF+2Nb9ZKq53ucW7rIfvd6RzSVlZ6/TvqkSa4/QfSK4S1PeTYb/obXDyt5+
Es3a5hB9m7kFLB/i8kttuMRjLL01cNPFwKPdVwr4JPCRwnFFHoGeQqPvbTgXhujVcaFQda+4/tDw
xnh6VdEyq3a4c0RbgiCWTftgqVrnQIWes1w6GAE5j4OBb5bUlAl5Cn6G81nyoh6nsTK/dpo91Nfd
DPwSJQl+bVBgRZzsy5X2CgzpDl5uIqp13efQy9IPU99OXJC71ftkjdZih1kt14eOD6sMK0xEnJ2i
Nkj2RayBqrl2QSY3xAEfDbFCpwCZgWYYfUJ//GCPyq922DSAmOMP2Ua8hTXeoTFcsn1ne8PXOpcW
OR1YrlzN5J1CfkxUtx/mRTkhVRyPkAyJA4Npwq8TgoDVBX5cGFrUYSuf3o0Ki5urSi9Y5jaEojF0
ZV1N3/A7hb1PwtqKNzNuqz3WPDTCNPNGtv52fzU6jbGkkx/gr3rLkcg3vQ5Sze2euZJRCEN9gQnX
ZSKZ72TnN86DMVT5FWQmA+a45+QJsp10OEB6qox9bGQyOZTabNjXKAF56BSTuPQDhgbxM1J3PND9
zLNaLBlwoypaI/5hJT16qHyZIIxNuDZedfnsdleL1kJl0pxyeiyybnADkGB9OHOKnZZKGBxS99pb
+M0WnmKeNDlxPK/1JF0l7lqY48nZb+/XlpQXypn1smSh/c0+7jYedcJm6sX7MNyTA4tidBhGwXhm
oZkf8S/+tqBzSUIYJ38mdjv9+f7R9KqJy3gO+X0+wRHwFvBgfbkluZpf55jEoIZzbYQzbjvfJdLf
t+ggv6gCZxlMrcb8evDHKvDTyTKC3hfzgV6790U48mvm6iUXZMfaTauLxSze0coLy3hK450PUy6k
HqpusnosbxJk0ehNU+vp/Wc4bbtvj8ATCOHRejE8/WRX5X4WJ0OG656csX1BbWDsXXRRO8ddwVyl
wBBNBwa8GZAlHN4f+lda3u8nO3wcghlIPaLz7+PFdtKNraoBXuQQO/syRXIDfTHDILebShRksW4P
/odSjOiJoBtDde0cCddDm9T6PPeNPexEjwt4SNGIs1PHHRuhnjmICy6ZaBuw31q/ObnDWnNWgAmU
nlxiQvQ9frL37AEys2wM7bZOXR/bHPCnMXj/6V6tfZoAzC2sEbYgwzwtW7RyjGVZjTXq5EXtHPCe
n5IArp1hIDSFia6pM3WqubXjXk4nToOY2MNCo2KkZn65GiVeg9gPyeYwLTqodyyJm/GGApc6lJcc
BFY7pdcucARR47J1RKAorMwdCiBziPQ+zZbQqnQEJrhz+PR1nLZ4LLvc6mEgpIgGuI+hQ3YTE5HR
SrP6USuG+bMUTSovoRIB1hM9FpKD1ukXqPkK7qyW6i8zOBzfam6H0bR1j9l9u8dfU/3/Lnbs2/xf
vlU1kVIy6f/lNv3WVohC+/8Pwsm2d/yf/+W/8vvlj+p1Ntl//x///m//+u//83+9EUy2/cm/csko
m/5BA5cOIeZZdHEp5qYfXf/f/pNh2ySWCRMCKVc7ukIs4f8TS6bZ/9A9FzLMr7LbgPP0f2PJNEP8
w9QdIs4Mx9y+W8v8O7lkJ7Um4Y8bvwhFFfQicmeg4bxctS19WMqqIj0Wg8V3W+uIKlpjASulf2h3
qFuAk4FOe6w3cne1o4zUmX2mKjPAJWA4uI7jn2lF/2JY/ceX9Ndv4uPljk/16/GsL3+TW8i5t5Dr
HLO+dp9jqzKsoKCN8Mms8vgHJUI37UZV3NrkE+FBYbvyHmoTENNsT+uI4t4wD7U0jU9qyUvsEayU
ECaqKw7BMi+nb7+99ONfv+v3UDWxHaOnP9eHfkPmCH36V/c00NHBycSSHnO993VEuVP9qQVt6sI0
d7Wjt6AYwMilpsuVFuPDvNiVDDG9+9PORvFh82ACSfTmTzYNBTtg6PZHnlTxQYPQf78IP/sp4jH9
xlVo/bx0Wf0xEzS4klH76zv+a/W+8SAbD+b1c/xKGCGTkpvHy2k3kr7VN+3u0RGTuvSkhW0399P9
+9O1/S0no7BoYRhAft8IB9uv+O1Wu51DKewKFlyrZbvRMjA+Q3ZxTbviHMuLD+j1UJQk0BopSHx3
+/e/DTVmqCw9hwfCsf4nlrnUA7G47TSjD1rf/vz3n8uA4MpBTv2AyfjLwaaGQ2GLCEZT6Jo3JPix
b5fKuzVoeZ+5IL7xonzKqw2eIIMAbuDLofBmT1HXtuqoUDjuJ8uEao4y8cyB9uYo7AzwDukaECz3
cpSlsPV0dnR1zGWh9vw/2mj2tHNRwq9HsblZMoxuUsI5p+azUIaneF4NdQR6QCsxNMOepF1x5llO
8JxtS8GOwyVMmr9GJ4H2pM7q6WalJTEYR211oO0JLLZoD0AjnbnDyIIJbAQMgsWbMX7bSNdcsM9w
bF+Wen/9BGFA/gJLc4lpOPkJyi6V64yZOk6J+DnUClMtMfYHsOQJq5x0CMexTXf9Rox7f2W+McUe
SALnDVMMpWj79799Bl6O1CMXnjq25SC5eWEDmFVI+d8f5fXHRjCLYbg4sNmG5f7i/v8+Su8J/pOq
o04ydIie8atYyictL3eNnM9EEbw1lRyYOFECCVIfnVSutLOTpcMD7ti3uRG1Y29HuHNoSG1qXLGI
AbxZLYu+e+FU5xbSBje+3L5sH5IssR8c5ZAYt3//22OOyYDyL+7yozf/kYG+W4sZkTVBPIV+ORTa
J5WXISb84Vxyh3D1qFg/Jov62m5N4KUOhoxGzPD9/al//YKJvSKllGKCSwRksZe/yRmbTfm0Jkc/
R/TuYxbyoGy8ON4f5YRHuS1gCKacyKA226s+TVCIzV54FRf37UTL8JnxkeRNTn8x0YoPMf5yL9xZ
U19wha8i2oH+hWrjDnSOyJH3f8nr1w9HmAgqEGH2Wry9Xz4v/aoWsEmpY4Kl90VdmwDRvT5HCPaS
MMYge4+oK30QbpucGfn1ImdkmPI8PanGeIq/HBkK+uZaycKbMb+IqiW1djSoxwhPDvuuTJV+Zs63
J3m52ghgo7agXmfaibZ9OZ4wELHYkidNxz79tJoTHkbdrNUQICbT1gJQLygF2dIUqPTAZ8pYrmce
+a3XTi0qqBA57OmEnJyi9ZKai4Xq7eiiNb7GvcCPHGqWoB46wZ6VlZdYtPUf1exivZo4TuiNKfwh
M6nP1IW/stZfzsYGPHKUw4bctBsntepQ05obl6I/psBzWC9UtdsDgIpqiGAAiJY2WpFjEulXEiuh
NnKW0WuwTwRHDyurgPjQFLTfrBg0Eu0WwEtQDkqHhotqsr7wutkZN3vT1MdmKPZu6DSLL1WZQJBY
JKIVbF36Z3e05ocCX0xENaJdfujzmv5sPD/7NA3d5lUs6/ZnPWzUv/dX/eu1R028fYP8d4skPnkP
qd9Lq0iy7lhpOAZ3ULZpuMcxaiBoGEuTmh/fH+91ocbRT6MNmMBzKNhOZtt08edVzdyRO9DUCINN
bEZwy0H8iPLq/aFeb2AMxcblIXhxsf85WeaogJul143umHIUX2mZGe8AF51/ZhRH3w4ptNykM778
mJoFA+A50Xgg7HcjMN8nzSKd8p94FJQ06Bm4c3DfezkISQg0LMyqPw6L2NIjJB4c/pru/vYoWMf4
+D9sxy3akJejLFpTC5rF/dECIkJBG/+ZJea5E/2Nt4IMCYgISRIKFPvklPWWPsE4OUXIBm0c88zx
x7jAQHj/SV6fpygxILeQQLBtcc5JLdtzuvu9uwxH5QOoS3tpLzS0gJdcP2W0rmYRrpNz7gB568m2
yzViAN4RioSX0+e4jW26i8mgeo+y2R6HqPDyc/7rb3xA1Pxw/PmCbBgIJ6u6KI3W9ue2PWbpuIRY
kGK2wQRwS7XP6QreuMbTKtStjWdj0BPfcsx/L0vMovNgw87tUVWLBkEfbeGgkHPVgxvfQnfzb4QF
i15TdhNWqWiiSTbmR5yCVITvy/xZTL159f6bfWOSHQol7sWQ2EFoT5aPY4/ZDDuwP5br6h+IXfiB
UZIZvT/ISWDNVpRAoNsyYWCsc6k0TnbFvrZkjqCiP2aVko8avk1tgPMpkWdZOx2SqpypCNYSY9lR
p98EiLaQ8SSVLQI5ThJocOxomi5e+YSbmGCP86uiPPMr31gJnN6bznB7Qa9yA7ENARMo6+HY+w5h
ZeuUhFL4eB56sOHOTMi2qk4OyRdjnawE160FTp7VcDTaxNvbiynvrESjG5Uk5qVOnNSe1AYioXCw
vXOh0gcF8ESILb+6UAae4e6auGce/wSo//WSfGvD6Pkatjd2sl1Bpk9iXM+mYw2b/wZmcYMcv3aH
3YRFwjfHSO0Gd4KyU6EGCdvZ+1bZHkGAaj3sxr7vgwWHj24Hq6WWYeImjggTubQimOg3u2Hv5JUf
Nc4AC8KmWxXYZW5gnzhq9RH6RJyG78/xr8bJyRzD6zccopb/0ky+/NpQPc5S0us+po3ZQQf65Yaw
OTlNjgcN3a7AxtQP5QI+xV03XsV4HGeHfpgAfXMHD3H8ofbr4Ha7tvb6wFwEsBHU50+Yho/fp7Lw
sE8rbTiTPGlq2z/hmlhHD4bFvkqVuCnjubyc1OQfUGB4MLC67lKDURvNLsYXWLBOZ0611wuY7RIt
pEWyLmfa6eWu1t2B67OOGEfrtDCB3PfkOJgQZJh33L8/ua+3DcgG1AKo67liURC8nNtmHkYLM9zp
SM/fPCRd/qMhJOninxgEoRyMGv4HbP9yEM1s+pataSY3ypl2lZa4IdjeubCfbe95uUxAugBA2Zps
GzrJSQW19JCtqRPmIx43P3BKvVJooPW+0YOxb8wzi/KtV0QoH8PQc0HQcjJvOB1hRI6Q5SiWFt/o
dVz2BabxQY1k98z3/GtTPX0wThsQz2000z8ZC1USbjN2thxbadchVPf0skkzsRdNLnYjvfsrHxXd
VyN1RI9SZnSuvcmby8Du8Lrn6lJg+JkiFPABPmQhDj1sh5+KZLL2zKS8sZgMYlRMGpMEduqnd5ep
c1lgHMJHc5nqUB/8JCQAqjgzyhtXJDAB7sbkwm7Izimm2RRCcwuD+SDwAIqB3WWEuRjopzGfdFr8
2lpXby8UnPoBZ9HO+CqHDC7oHMvuI+yUxThzCLyx8MDjSFUCauLwPQUIbXgy0ADq9TitqfF11VbJ
8nYVyXxth60QYp33P6c34LWtx/YfA56s9JRsxabA3OTYezUkiNXPD60l0jDPHXm1pKD0E83V51Jf
9I99Tsd2nImNe/9HvPEBUGSBcaEspY9xql9LJIRGVcww1V3RoJnDOqqctH5XmvJcYtabQ7GgwCst
ls/pt4Z3XooX2LQese0GBPEbLzSHERdLnOPPTe12Np58a1R08NC2jsiGA7zcqsjooA002SuAk2ce
RuGZmKlZ8jrLWu9CI1kC8AHnT6wPh2j143Y34pQZKlurP8Wtoc4s9deABC96q7jAhaGn6ebLX6PV
yAOWbFiPC7sDIY2j/RmiOEHDqAaukIN1gcAsMOKJvrXtqJ0pKd+ad8uwIEc5KAJeFXsGnfJeJfp6
FGv+3Eso83NRwclU7Zm19Ks2P53130c6mfVFVU0pJs04Fs6S38a6wvTGEEQqQwzo+7vV2jQw2GQO
TTCZnXEcJSqEaKgL57D23uwHJgDcJ9nnFpRysnRGgnnwBgW496u9Vor2m5dC+LhwoSzrN3yhwgnI
3VE3WMebftjUmK2eeabXu7YHTEjEJBdG7iXmaTywjaYDtZ9mHrHog42e1trBT7rimFjS0HaofxZ/
5+u0cQO4RdW9TzPwackqfQzqxouzPcLC9eCmvvszzlpN5ySbtI8ZQSiP73/I1smKR8O7cXshVzg4
Wbxq3ePMhp8LRonH2MCuXBnmepj8Lj3zYb0exQUKoF8P9wInAPdky9pMrsy+b4ej5fTpRWsu5d7x
lvHL+89yuhMDm3HDxCIIDinHw2l7tfTrsZ66djrOU7/cSO6zQT1n/v/m7Lx23Eaidf1EBMhiKPJW
VOpud1ty7rkhHJlz5tPvj71xcCxKEOF9NQN4xiWSVatW+MNnJcQEeozV6OP99d6mCH9v3Fk8ZM6f
yDcQyiBoXB7QItEanaRJPSFNKX82MYk96rDSVzD86DrfTSJJ6z8nze5c/g6Yan6i46ERkvz/wk9b
Rcu39iu4c10QfpVlW2tbA8AXek5YqySbyWxD/HpJnlJXwu55r6VhQpZRWuF/9Qz532S60swefW39
o6o0/xk0o3wKekXBqCMw1Ra6eadyIWUejbVQq+rQLeCK4TUD6o75p4jrifLA7BhJFxWGLfi8QI+l
TRq6jYn2zTYw9eI5VGxsiJAmKX7ef4X2MsaRLcxcNdNmpstQfBnj2lbDKQ0+xMkJNcgulMvT0elh
HhvlTwX692cT9sbrZETWg52F5Ua1WpDZjCui3E2NyHkEsVP8yjSGc5gRtkqK/GGoJ1i/5crXsZNa
vRl7uDQBosnFO3Bb00PozePrqTGaH0FgF+VBysYBxWHzZfA2CU5qZVWfggSTKtdPbHTYkFlRcedp
Cv25jXRzQEgpbR7TttEztNdGlUbkCPkaxJPil9CPO+NL2/p5BW4PCbEUujC0Smd2k7Ei0T8HExKX
LvrX9ZdiirTJzSuaJC7td3To66xt4YzYOPIyACycHcyq4HE0G+QqhYfsydTjK4KA9zg1rtHIanoC
KJSIR9EZzWeBpH7idi0aZa5fIaP7ZAMsfFb8qTvnwFrlJvHV/9hhENjUoIV3jP6wqrqAPYMEgF6A
wV8Mga89mKKnXi1KP38AmpR/CuO4DCGIDGA+U/SOh13qZ+gsDQYKc3jsBMcWs59gU2Ve9UUYlDAQ
oIMRTfNJ/wbRYwBdqpqVvdK0X0aWef9ATaD5R7kER3++xf4aEdVjGooWo7STClEFNS2ajQVDyf39
bXpjFRpmzGUpX8C3GfOf/7VKkaSmyDEJO1WGHaPcFyu7JDbXCr+rzI6HYRkUcWgqkeosYb+AvdPW
U9rxlNR1cVRh3oDGLgt3Vu0+jHL4buaIT9bIUO2g8zEHcuJ6pVibi7HLkMZZnE3niJ+g/OzFXRyI
whvRB20ZnGoaZKj+Z9WhRUGDOENc30yPZST30hl/33/BVzCU+dGJBDOIUpdklot1Ye5KXbFLBgZ1
6zduMCj115TXABhccZw/WVN0fxySkNiN5GS9FBYahTG9rpOlKIbbp8kXLetxa23JDXejNla4vCLd
2qEXLJKV2cj8W67eEQMp4tYbXWPOIv/aDXXWqVPUGt1p6HD9lplQHyIRJTujGdTjUCDQZ9Y4H9x/
Q7e2IJaOb/c140Bt0WrCTQoUPmpyp7bXkI1UI6o6mrcrq9wIx3QR4TtbMHEEifDlo6G7A3UbQcFT
byvhUe0mI4AiN3VggkinXptZhRCOdhn8AagLrdwrPTDw95/0xuvljDFwBIwEPHTZ/4g6jHmSUaGS
722kCQcHuYhRhGcz6x6cpPI+pY0Un+6vedXTZf9ZJLq0+JlVABBdvt4ZP9n52nhC6uVoJGgsYkFO
4fgJ1SsGPip2psV3RGq2WOGeCqI6wHIssNeAjQsDT4qOt9/BnF2lWzJ3cy8/QFNWDTHXp9oZcB2H
p288OSq60mmVwFHXR90dRIA0d6FB40NQwc3MUTIrUrDyaL16l2ZCc4HprPZ+51xmsekpOdl4c2yi
/Fy8oASFUCwC+WF2B4dU5sEfG7e/UxmF+bGGCLApTVweR4Ct3xOE2xHE9UyEnEhd73+pG7uDU2Ay
w+JDEckXL8hBKw4YOtWv37dYRg1Z+37oAnWrmsPMhciHbaGMxcP9Rd9ADounnzNKUmU6/zZH5PKz
oAERFXoxUgyBBjp4VuftLfDth35SvAfgYXCIDf8j1rjtzlAMnGdxM9iNzAm2YNLtM/WVPLRQSxnd
x+U7IzIRaA795glgkbKvEK196GKr+TmCnH7QkXbYDJ2NjHinGY+danwZJz3YEZCpGfjyG+5j5Uk0
Xu92U9/vwixLaXOC8+U4MVxB/4BRYrLVslF/NkIQ1fffxjLPZo8yDZvHSLwReDOLjhT+Yl7UJdp0
qseq3tlYW8LortJtkOImGInRWLmTlpXovJ6hMtyAHoZc3ozd/DveInZv+nHrsfVEi2GyJeF2xkGz
i4IqP9x/tBtRlkSUbrMKsJ52s365lOIb3L9TrJ5i4GfHfgqMQ+coa9XhrVXoZzNWhkltoQVxuQq6
6VqUm516quEWYQHRwbFXOUf3n+UtXVhuWouIMoNhGbO+ddL+uqdQyiFjrwPthAABzmMcFfI9nXz6
3FlZ/OoPQ/fVRNq5efR40g+5P2jI7SWmLHGKNlREQ/IKv8P7v+rWs7+1gRkHwidYCoQVngiBjzrq
CbdgACRxNaLyTLvy/io38ol55kgKQ18OvP2yQZUjbqSHXM2nGDnrXd450EV8NQ3RuHeS+IuOY9FX
mrdju4WgU56iTm+pzuJQkntPdfgfw0MjPJptmv1A97x+0YdE4hVkoULgGrg02ith7fq18HtRQbTn
IhaL+EVYizqHdtpo0txQR65Vz7S32tg1K1fr9cml3w8iTzMo9hHUXWw8Snx7stpcnNC/7jF/CwLq
LL15N9VJcIz6qU9XvsPNBekJzzc5GJLleeLK9SHXT+JkeYi82iEy+wCYtF1PVekOYeJsV777dQIz
0yf//4Lze/5rz9Md0JAJ0sUpA7rvyxDNGn16RHX8Hc3icK/1uX3slMbbYfKEd1wdGgdaNfEWN6Py
A52QbOsjP/6Ik8r3IbYj2FW6gL4zKXsUWO7/1uuwxk+FqAFWj3aFXGb7GQx0kC381Fpp8bIKQcoW
gCXdEAGblaVufoa/llqENYeMB5tZC981I4WWEVr0lhIoOlY/BnsFn46V9W7tZk43yp4gDVQa45df
wTfGiLosFScdgv2DH6o81Zj3K6tcpwJvJ5svIEGzQOO8XMXD3BfBAsHmMkvLLbxS4pISQ6onJ9kP
FP87EGTO1/tf7bpActRZ9BVVNLJUAGqXi2aq1jmpHesn+GWW2zfJH7Uw7U/MuK138N2oyZ1u+u5B
e1uJELe+oYSajIbm28RucevqFvapphbpp8EswiNRe9wyep5ejDTxNs4o2v/DepBrGOaAA2Oes3jQ
tjDNVviDfsJVmcariXOPdKrCTQNslnJ6wStV1Y3jwHah5oDZA7J7CYGi2x2OQ5tOJ4ockjhUkg5o
2/2OCj9eWenG7gTLCDrZsFTWW/YJPVSe+tCsplOE2uAhC+Qz2Nc1AN2NxwEADNvMYREGVYvPlekD
lmI4ypzaNkH5s4nRuBbMZry88lee58bOYAoDzpqygamkvjhtjpNqlVIoE1/KFu+xY9WfY2Qx9khx
aAe6gMnKubu5HpBQil8SGHn1aIGXj3Rz1VOEKgcUuq79Wibtf4ou45cpHoKVQcSNtohDEsMWhO0L
jHd5a415rRVmaKknq1CnQ41v7lkPUmQBPU/dc1qDvW+XMEgTlGlM7Hwfazw6VyqAG5+T3wBxR5/z
FqhEi2OvNe2YcoWfbHr5+7DLEeOxIh2v5mlNFPnG9iTjVSk2cI2jBF9cYWHhN5YF2vbUhcJ7Ggc/
opVXqStx7GpCgdLAPL6jFnTAAYLOunwidP7stJszjlHaxU9dwUxq0BWxM/E7e6zVJHhSUTl5FHIy
XN1oQtfqG2Wvo5p6yK08fUj08DdSVHjjjEW2z+I+2N6PtG8tjcv8de53zPyrGZtwlSbbVWQjzJOq
p9Fpo6MvexR1+giZqTp8xeWKHqWG/F2SpF+Fn2Xv5FiYhwJpiFmIzfyKU6m+ayr87YIObHiJYOVO
yapq22QxXaWVROfW/uCrGeg608FiaHb5Nu2sxOkPuu5JNnZ1UIo2/dBJYy7PvTXq0I0baJ5R0qab
qS9XFCiBI5eVmL52gvbC/Juxw/NQJdlLY0VoOdErnflaKjeEaH7d/yK3HpIbwZonozNOepFG4F1T
B1E3aRA70CiH7fxfbfbmMYlwqr6/0tWUf96dXLPzaEAAPV9ydW2vmWK+vjhNdvGSMwQ4aH7a/OBq
yD4maARt6BHVG+w6tP+0IRefzToZjwj7rcSeGykGcY5SVxXaHFwXT4ycUJhPVSdOvqj6DeHuJett
a9vSKdniIwjkyNc+3n/0t/C52PZM1bkybKAsXIXzb/orhS1QyIwRutBPxWzGBs8iSN4ZA9SqDYPL
BEGaPn5EVxKem53HHVoQYWXKfd4n6BWa1hifstL8w2SxCraCecrOGVXnq+Uo1g+FRFPZB9LPY/6v
AiBUK+PsTxT1Q++mdl3ErtfVabypFKljeisVe9rYpSO+aW06vozm0B+msVGsZwMNpkdZ0qTYsM1L
N7bT9AlpWBQt9SkqcZBzzKJGANBDjLZQ+u4JShL2zxYMYThoapCk21Hzp2JjakqJ1l+gWe91j6nZ
syZHDQgDhRImuLmC+7JltvXgJojz4bzMVjmYODs8qUqW/dQYYFubmnQLTx4LkJpaFnhR0jPM3bKx
86+60qtiiyCGPeEdVHRfiylMN5ajR788pACLhwYZ3bnbV2G/ja8p05jGySOsVDx/DVR+a1MDFoII
PndOoJMuQi5E4toRiO6eQOa8lxN6mXUokS3MhvaPMWK/2UBc3ErGfa+Z6ikDIPiiftGmPDne32M3
rhgKIRBmXN/oLC1PV2/EiiK8XqfFmvkPjBBhH0rbP/zzKvMRFgZqMJCH3jjxf23kTOKvGimefkJ2
A9dOYWEPZFrf/3ERQacGoT1NRdzDond7eVoGS+SD2jTWKWz6clcalrOdwnDtTr6KfKwCtx1UnsTK
BfbP5SpIgRgDknryNES4F8rIFy9zkXMspbEW+q7CO3MsTv7MSSbtJoO8XKrvY0OHoK6cchnpOHEW
H2J1bDZJnCEBk4hmqzrBsLWNfA1ZdWNhUiyHAoPQiwLVImM1I0xEcYZUThbT6DP6Yr2blCnWq1P6
y1ZxUUJipdki2bu2G/+3DXAR8kC+UwRTK6pihiIsQl4J8HRS9DA+27WkSKWrE+zxrU2e21oJpy3z
L5RHcq3qcCkR0dGsEbErwgnccQrJ1PBVGhdWqjiIgTrOzzSP5Jdwasv3nYo0HNrhdZ5/orGC/imG
vJm31/we/0PSn3xX4lHmUTwGJfbvuohdWddD/lhaQiBliTB0uyW8yvexJpt247RIZLpKUks8s2L8
yaup8BGyFtNwQjPDD7ddnIRnS3G6c5JyAN0x77KTVqbOS+VnyXcUhFB/s2sH4/MkBe8fY578dfYp
7jbwMfrfVjW108ZqavEbx3YklcYeBaCmd/AONYz6mSgaaYdaK8evjdmj0eSAc/D3dW1if0UGMPwa
WlP/lVa++ieH9ktVGtWiwH64VpxdE4dwnQMzwFQOwUu8kW2l/h2nyYNCZCL8+x4sHr1hMxyxWOjf
jejDfGzMaVbrDhPrWPYTuosba5TTrnViH4lZ8AmbOsBFb1s1evurCwazcsO+83d+J/Rur6IHhHuj
1YVHTUnQDp/ylmaKjSI5wzM66V4usr3qK/+1KF1/TQ2Rpnyb3FHenip6pLtnnGgURl8Nu6yx1vMC
Eye4Lqi/NXiHlzuHfOtkt1O0x4nXfyidOH5NqlYH+1m0+ktgwnhBejQpvc2AoYm/Ug9dJQnz7qUL
wdSIb0xfYHFia1qmpAbhWa0DvOkcrM+0sEY/ziga5DpGEydRfNvux73r7i4TEAQL5yzJIPYtyZGq
UhoZNqPxLItYumZfFl9gDI5uqSjFUYx9dEDkCZn4nBl8EE3iqDPMnaZYe5K4FvxrCQoPmpKFRgwT
XBjgc/z8K9RHKLZ3TuylZ35HsBOGhyTs0BubuoMFi6zump7KdU04S98wp2QIwZpwHy4XnI2cEQWr
87MWxe0GB9rpEMXwzOM8rd9PnT0+qTEmbDXit4cwTcYP2hiL1/uf4OoWFfQrDEp7vgNX+lKuT7WV
wLazSJyl7+VP9ph0T1hKrPnxzPH+MjYi1EUrm0x4rgqXwGbR2lVoNYFxmvT4oBgoc3oBApxJDhE0
EMGLPZUDAsROt+vHcA3Te33vsTjXHS1VOC9iSf4loAkJVs04mUblPyMLi+Qp0mRbNPxP91/m9e2D
stDM8gVG9fZRLz+oGQzdpFYxj1nDEwmYhozZGB0yNDl2aG5JOrGtTpy21uyYbi4MiAaEGk0nKo7L
hbMxAF0a1sapEtgIYk5ff8e63dg7vTM+xlbfb/HPy9Exn5SV/OjGEaYBPmPdaQTD114alNRiNO0U
RdaTl45fxrixPskWlfBON4NHLQ7w/yvHB2IOdsVG7rwMWvTgIK/VKMGPf3/5NDco7AhfaOAt3oFV
WFbitKZ5QoOkfY9ntZ9tiq4SRzVRXnn5EFAhlaRkAPH0+f7St7Y3bc2Zjkh7B4jN5evnzowKNNZN
oIFI0NttmL4LJS5uWOf1eJog+1gksI0xBEfUdq2DfCOM0E6FKcMsDgAk4MHL1fUgk040kD12uEy9
qFlYHPFGwpG8l/Z/EgOHTWDUBkZM0IrOAHaS3ZCb1fv7r+Cqn4a0zN8/YhE8HU+2HQ4EFkMSrBkG
x/D3fk+BbTaITUCzD3f313u7Gi5DCuKmFkRDGOYkY0ssCeLLyCAjinKq1BT/6zpK4m+6FaXfTS6K
D2YBZNVtVDvx3aZo9G/kE1q9ZSpRgTnBq6Zx2Q297/oSZ5F9iwB2trHAq34joQAuF2IS0GxKEKzF
Jgrr+Ej6agKioCKCK9GEyrc6qoQCcyxuj4mmoUAdg279OVTkPPef9MYJI4tmagzbkaUBal5+3zIf
SMUq2zqNaPVt8lpRHpy6cl6iFEMM8MKwmsYBeBPgvw0XxhNMpHZTNEG1r1FJXZtKXn9ofg2Z/dyn
RStriSJAlL3v+ry0TgDlqnOWOb854P1R4iz01At8Mu4//fX9xHLsbDr4XM3UL5cPH4IRnB0BrBOW
F/o7M097ejZd8HB/Fe06gMJYB1aN3AaMO0jrl8uYMz6b4CVPRqmYPwDDU9mPwVkLhfNe5AnnVmmU
b/qo1J+6ZBye9SF6QnZQ+QVdjJQazxdz5wsPyURVpN7JQbp7q+IQHrqZ1o0r2IX5LC23Pg5E8/Td
JOgssyaZqGGBOKF16qU/AYb0xa4GrLgBSSf291/MjfdCYJlL0jdQ0fKUxVbRW2Ghy1Pc59PBR0P3
0MvRecI4QMevGAkyjLKxwO1sdeWAXyek0iQdnXMyuNFXDfMs0ZspkoF/1sZpOI6d4j/gf14/tDUK
7j727TsG39lKFnwdyOkhk/4xWiaWg5G53AY+FpkWUhbBGVGI5Gk2uHyk4iu2YSmMzTD106arHPCm
onceQPhP2/tv+/pszcubaC/O+TB9+svlc6MxhZqzPO7e1pFhUsuoxWq3rQLmGaTUGs305nok30BT
iC1MQy7Xi9VU+mNiB+eoRbBf4jN0RC5KQ7pbCT73LfrF95/v+jDPaBuYVRbXswnmfLGe5ekaKI3w
3DFmocUBqiHzFG8lZFzjJqhi6HVC7pnBKTAQL5dpQTMzjtbCs/CG4eNoQg3YlEGaGM/+qASt62VJ
8QnOJHDeWDSSS6DLZxsZcIBQgHyEmjeG6PoeX+FwODeTpf9Og97HT3is0/eRjgbayk++cZvxk0le
AAwSiBiaXP5kWxuZf+lFdA5GqWyzMOD6jFPxbUoC5aBmir8tGrynCw1hdd/28E3XSzSUa135SBlt
73BS0o+WHdvHUGslivfonGhe0Z4lDjCPjT6OO1jbJxUvEAfovl4/ytquj5bmF48ilWjhZxjyZNS+
/1xUkfIzO0SQGkSStQysluOZYW7H0RlR2k1T0Xjq8E+n7MZ71yrEf/c32HVkZDVwhyAOEB/hnrp8
jZUZTGaD6eTZTJxxA9Qq2gqzVl20k8eVxPfGXmYp0L6Izs318mKTJbTUU+wGwrMv8vhrPjuy+3Fd
r7y+m6vw4hCJ5Pom6F8+UBeXuBEOdXTWp9I/QOBQtthI/avu2Vz2z4Cx/7fKHBb/qnwVLa0mM2KV
QJ99adQEeKDjfLDVUtvDpPk/hDnKQNDhM3qM6eDi1alD30m7U6OzHE3jY9kWWIOMo8RDRnEe2z5Y
681dXyVA0i1L6ihH0MZdjnyCSrWNBOnSswDst4dH2mxxOwsOvSANNIfR245haf17LKelJlWA8Dwk
HYXLdyrH1G/hOkTnmShzTEoFkzSAdEgthz9zPVqrAm7cXJR+4M+B3Bs6G+FyucA3lcBo+vgcaVgB
ST17wk3kY1oaf0Snn50hemek5stQZv8q+sHeYbxDSY9kKHa7S2pjQHcEgXFiutcCZ8e6VEdDe+xW
3uaNBI3beBa2pLAmKxCLLdpkHi67Kv0pZEzgcECiar5mcGdULI4JW5spUcwHlWRsy+SZrmcLk9Pf
YFlfPIVC19Gj6w31dzvAXpsmjKylN9Xmzkaedt90ztRukHyI1/pbN+5XeB2cWijws2bnIhwNsWdO
nkJLWPbpPNtvSpw/4vAQT8hYj5A0V66RG+GPpHAm3TPZ1EGCX24CGILJaHsR7bSqew3pgz9Edfcb
KsyaxtONsATKHCr6jB9iyfnB/woY5eAhht3J9IwwODTpPDLcRshh5aPfOLf2PCCeNVdo27x5o/61
ipWOmpG3RnpG5YfxmqpY2x66mptbDu5oiDZtK0RKd/evkGtMwQx5ASeBL+6sSrd8ielQkWy2fnbu
tcp2AVOme2xFyycbUMGhwj/gnA4G+PocZbYocczvhZiyLZW/CYOKni4+Tv2+Lb3spWrt8sWYVhuH
Nz4z7h50mui2cPcs4ad9a6e+b43ZOUra+MlWJ/rqaj9AFLSblU9w40PzlWkMMqCiQbnEcTQNAk4S
Jv5ZROXgVpmCRV1Sp/v77/yKPUsQgVYJ6oAL4S1duNxPquw1lJbi/Ax/CQMrfGkfvcpMv01l93ag
GZ8wZ303RX53IPPJ90UsymfUR2l1mCbekFMDo0cpfldFHu4BTGW7ykuGfTfF4YPVJa8iMiF2i2L6
6cOqQ/QYytn9Z7j1psAlMBFFao4cZFE6KP2sANnZObm0qhGAawvZC8yd7q/yhiC7rP1I1mdjlRm5
BL9icfJ8GH8A+5zinDVGzHaMuvBQpAXSbpiO6cm21YvwRxDDDN6WotG/TKNfICRvGN53xhHauRvE
8BnbxeJjNlnWDw93t3rvyCo6Y9vt/YRBJzIaiDPKGhMZrdjEtpeuHLFbr2rufM8t5zdZxMuvjbmV
jiF6XJx1I09cDek0jILr1Hm9/66u+TDsKqaBs14ypEhKj8t1fMcqhqFxwrPuYffh91/ynhEKDqFO
W9PVr3dGq+2i0ib4m7XbDv1D3avP+SSP93/IjbuZ9jPDUCYr9EjV+X38Fcd0lAX4oFl0tvICnlde
DA+Yj3R4XTn1wZn6P9gD7luvqT7rQ5asoD9uvAXSU4p4GzyiheTwIjPQ4lKNYOBl50rvJJRRbfii
BxNyExBFDhHu0/Gm0NXINdU8eMYcLNsVVmcf4KjiPRhU5i4z9HxFj/PGdU74mmmCcKSAATmLmxF6
nI+8EP1IqQ/+96qORyi8ILdeR6tT8FotBd5B6mj7KNUZ4VNUVvoRh2zgDK2vqd4u5L/6gfg9dRGm
tlBKmnL402OoWqGS7qkM9/BwX5tivOVsl4cPwDmdEIbaTBRQarn8kJGXDglkUmrC2qg+4J5ufaYl
QefQZ/qAVhTCkvmWqgM1dglt+oEvUhxQnw4Vtw8Lu3dL02vjfZm1xo/cU7Xnhofbi2yoOGeD0gHK
sdoI7p+n5IpbEwvntl4rgOuPIj51igEjRxZK/Yr/K38GLdDu0WbtvF1sDNF7ewxHe1voZV/sNGjQ
8bZxovHZbEkPtzRnB/g8mC1vvdrJMrfzCnwC9RJI7q63a1zo20pPiu2klpIuGwilB8VvA/VRmYL6
EAdS4DeA7tXZ0ioDjHA1Vb9sKMIFvw6pMmo/nDjkCyJG06noAWZMOIH/zBGFKTeeoVSf2ka0sSvU
oP+uVhKjWhCfGD8XdZz99Lwuf22Syep3JNPZsbERX3Hj2jMFhF088FwDQ2TgQ8OgqI9hj5spzde8
qFyN+I44ryfBmpRpZp6b2CwFjV1//BXDOSrd0amZmkaoJlmbOEFxctPWtf1nNAoGsStH/Sq2zUdt
xrTRqLVoWy02tq4YZggvZjpbZQxsiHiAOGSZF2qy0UI7gXA8SXK/dsJWWnGSXv0cAW7ddyJD8w90
iBY/MQccik2dV/pvMQzeJ7NrEFSnfvHdasotTgfah61Lsif+K7rJa1yYc/0TNHsVfiuf4EPYUs/t
Wt8Qr6HdBNhAThXEcEOvMGkZteFJDM0ECTeoSpZOhI5nsqN+DzMxfcnVhINTdmUxuyeryUlDUItJ
UjPGyQ7CbuK5eR5mxS4eivSHga6q2ObCbsS258TjWuCMPbSMxKaqk12hv6pNPD4Y5eDXm7gt7e6A
M4rebyrDoFExJI2oXCBY/l7WI9itXO8cc2+3RadtFFgSDTz1EWqNDPC+y/IxxbUvchJXLzWM6Xwz
+OUVfh4CkvSDxMX60Qoe4fNhNO9FevBHnRr/K0qe0UctaAf7qaws9AKLmZ1g6MqIS28UOLs+ncCk
9Uk8QmnT0+kphiOd7bggjVf0az2CZev7373Sh3PfCwizVS8DyOAKkHJXUUrvGYfMOH/xm1j0jxiH
q93BHsGa7acqzz/e32NXPVn0W2aQCdFjRvSoi0wjCL0oCdumPve49LpmUeAKJKpzje3bpjNRJDWT
/kc96M5K23mObhfRD44ChDJm1UxbZmHoy+g3RuRg0TRW5wILFTdvkU7OfQycJ88oDzjZrTHMbjzn
zFSnccQlTjGzeM46yrTBNjzWS7ynNqE/1Xo6/o56+tRW2YG9le9qof9zQUsWyjOSadKLY7S5WBaf
F82eRFefg5kFPQvC7xILAf77H/Eqh2egIWf4KRglOiDLPA6/J46nmnZnrZTnoQ2+J6rhvOtn299/
XojUZ1ZHASbNvpl/yF/Jh9cgguOLtj3nCGBvKVrgZTLM2MdltZbG33gmwO3ILBMALRoCi9jXayAV
yB+Hc4bAsEtMmHbQKe0neGvxylNdDz3pVv+91qLUjfQcjFI7DNgqo2PUlIwA/QnxMD0WyFxwER7w
rpBfTJMbuQiiakPPP//XPJbfgNoHtRjwCRwXFwdCYhQOJUwOZ4G+3taqLecxG6c1ba5rxCXLUMfO
qTJbhYbC5Re0qiguzUoZzoPQ8oOSWt1TpYzMP4x+fAL4YLul30cf7ATYUDKLD4NDa7dKadr/2l7g
h7xpaNNiovpY/hDMt9DBLZueetyoNkNfmjtAHfkWj57Vh761l2b0oMpZnB9/8W4RfAGok1TDuTb1
Q5z4//W2Hb6WZYltnHfQ22Ab6/5hHMoHkA1PYKg/Ney+TSF15VlWI2awmbWSxt/4SXwAcI1MPml7
LMuJsNVDG1el4YwmZ3JAJrJ/H+E791gJWkn/Hh5mxSrKYQdcFp3fy2/ulEk3GnQ9zpXZAESLI/tj
1EtkInVUou4HiOvZA60ii6Envhdw0MCuXK5lAXlSAt/Qzj2AXco+VWbq3iDlyvBYdKD1hX1UKK4z
pGS66axf+FnFD+ldWA+I4Ua8MrGZpJmfSu7LfjO2nvHkk0ZHs2wqTIbGS/UdgD/rxwQn9H0Scue6
1dD/GaY8/sll045Paa/gVx5F3MhyAIb2PHl99s/tMR6UXzcXhW/iovMH/isUAjvqdH+0xrOp5zrM
kGLCgdxJPzBJKFeqrlt7hUHy/6Kq6FsuzqzStZ0yxsp4dsZu3GZxl7hBmkLuH4NVAdcZ2HJ5L/NY
cKfmSSndMrn4fgi+5QKbVR6rCaWbN2UBf99C1jxDtVxXgmfIMMo2hkSPB6nyrhdOvhIY5hUWv0DO
0lHIC1BfAkK6fLGJo5gDOfd4rhMQ/gh8qaRmPqqmysS/Igj/ivV8xth0Stfu0eukBAAI5HATBb9Z
o3tx5zCsm8ygTaazSTmzMdIUOSqrx4QsN1h40P79XDIfhtwMFx2Y71vz8K8tVFpJ1Uk5qmcHIo8M
RflZT/XmYehhnd8/ljfCPiytmdZE0kXVqS/ykDat66lIEhMLPhufegcQQuTYHJ2yhMW16ZDrfcgV
gBObDNdBCYbWGcTWL2IQSGUtv9z/Odd1zQyAp+nL96UduGQ2ZkjWVrk2I4IH53X2Z0c51y5XIuz1
x4QQBI6MDtfcsFnu5Ew4YVmK0jxXRhDv+67ikYURPWiNXe7irtFW2hA3HsqmJWLOWRgigUt0Aw14
xDb8yjirKPds+ozWV5U7zf7+q7vxVNyWANMcbvF51n55OtqiruiQ19Y5q0wsRKG9HFtfDw5UDwPA
BlX9VygW4WBuXAN/nz/UUkfbq8tkGo3ROjNK0dyUbHbXqj2NaT9xjk05rhGzr08/NB+wWExnULjk
n5fPl2Y+6g9aIM+aAwzJg38O86VRHvySNps2VbU7ZbY8TErw6/6Lffs+l3GH2/gNe4iurEEMvFzZ
ChoEQyreLD5Y/R/DIJX2laTama3ymVdcfyiY929xkQdfrybQb4rI2jLSNXbIIYwvWNMnrhPpP2qS
Q6wfg+xsI1qMD7o0NqE0s5Xt/YaNWv5eUM7IgBKxGIov4mQdY+Q1tLo8l4mS7SyIQa5s6+jVy9Fm
U3sUIh28JLcUWeO7vM4KamI/3GkN/vS1tDAfhW/vxj2oovsv8vocAP8AjjH3KxjpLHEgXsfrMP3B
/+AJYO+j3wg3QpRy7Za4vqggmxOQkFthDRxdLj8XeLLejJhef1DoR56dslSov4fWQXimaPrv+eAZ
Z1nSNHAnpin2PvIREHLDUMMPWK8qfMwpX/L3CbcdnKsgtH9gONWKRxtLpGMW+c4hiCKwb7YHDXsz
FKHf0++qy2k7mk5zHksT7zAro7zeqGZUGTjBmekXtMSnJ8vKqhTxvcCB9wDkHHyyakw7GUTxMXKc
Ln0F9TQhatGWZbxJpJXsaNXkX50W1n5XBfEHbuf0l/RDozmiPZV9LivDAd5ShOKDN0m5p5hJv6tl
HlSIc3hDurV4mN+zk/a0IQpNr0KPMeeqmxFVCb2vqsehaCtv12ul9gB4JfoVFhoGunGexL5rp0ZV
olNn4eDbVtGfkpQUGXPhT1/LXFjvo7JNY4TjY/0lxcO3OEiJww3C3wOm6y3aegxzvCJIDkmfdW4S
JBb7qqS9Cs5raHYiKcx3ig9IG/S50eNcElmxtrIfrtri9BLI79kNgLxom+mX26EZEUOVSRN+iBo0
5x2rF1s9lc232lAQb9G75rHCmXeXlwy5JkTjVlK067DF8m/dOuZaTDIXmUM44T9jeNj+ZLH+LR2C
2fk7tlyJ0zitV9meGJdMm75Dw/T+aZv/4osogJgqORJAcUoY1JYXz22FONK0oAY+MMypnodcdtsq
sLTHiGbY3vQi/5mcX1k54tfphElmzu3N0QOTQLV6+baVhHPJeRIfmjbN33kmvdQ+VYZt+j+Uncly
49i2nl/lRs1xjL6JuMcDNOxEUhKlVDdBZKNED2y0G8DQ9sjPcT33wAM/k+37Dv6Yp+yoUt6otCOq
KjKLogii2Xutf/0NM/d9S912YzVFvBEEjjEkII3bLYr6iDy3/cX29KNw+fD94UVgLAuvE5OEj9DH
0Oma5FjMy5raMOrm0bWUKNcteTu7i3bW8hS0NyaT3PBtMxkhLU3Wq9GTfYBYtJ1wzScv9GaiO5Kb
qa5JDPck9k11taoyFBRKOEsKYjSCyYvrjcyTHiIw/jw+7npjEkEmNfPQbExvX9DZUJauWOyT81oL
PMnAxOsg72DUw5du8SdMnIEd7K/vgJ8qAi4CSyH/IRMMo5wP3YE95J3sqHMuJGBbsM+8KkAkuW5E
J+uI3I8s/OvP++lWvyJoP3A0xqvwNa7H84eqNcFrm0TI3Lj0dlecCDMykB3HbvmpVZvHolP117aR
1iuph/0vMux+2lmun4zD4HVOzQ79cfhEHn3f68piXGQ3E2RuKGUA6eZX+9e/cXMz3QIiuZamV+T9
wwmtvGqWumiNS7YkzSHzSsIxrSrfVUXpsJWtCX5/en7WuLhv1lK8uIOZ7XGm/pWx209tH18XngJ6
Djg4BgPaP5/oUphjniWjcUEvsTyqsm52nmDIlw5K8vTX1/TfOrN//KgPVRe1XWUS12tcrhnC3D5K
FVAhyeivP+WnNRpSEZQbpKnEOIBUXo/iD3dO5mgqDkujfUkXQ9sUalbtYbwbZHEu9W4UQjskukGm
ljqup6XQtF8slT/DfBCawLrhH8D153x+KBkyU7Lt27F5EebsRrlbbbM0L31zaG9g475OtXru12nf
mN3t5GS/+vTrOfzzSgVzh9KdptqyGat/OMeTdBR1qFPrsq7zehoLzbjHRTc9TcWwhl0GTxSZbfdO
YnL11pXlp7rJrsa1Xf6rwvG6JXw4EOrcq0iMywDo/2HL6L3RWZ2uUi5qRyPha45kko0py3Db8dqd
XREH67f1LIzAxdruu0zG3cAii4xU9kuwDoKI8Hb18i9/fXv89OCZV2QSZRfbig7v7OP16YsE8jjU
sHt9XJLtrFpHN1mMnWM2RkNeTrUcsO7t76wC7kybVwp4RFF/7hMj+9Xj8PHRQ3WNlg4QAHSOKvMj
QUxzuiy1QZvva6G3adgviigiPaWI94q2qANEMswqLPxP1qMnFEjkomoxbktMb3hxeW8cztixL7DX
RlK2V8MtrwMwaWZRt+LI5Ktmb7Nswm7GTrRe62PslNLxu6ZQdl1pWl9bRARHJgukbqtJ1r+67KWj
j/5FSB+P8umLOa7ms6eK7Ng2KrMFg8bJC5oauV9QdVfsLE+K+ck1lgGOcl7dkBRoYaqV17pP9Sb0
sKOVUbAuEescDGtZ5+AsjHt9ba6yX6VR/USEujZUlAxINGG3/uz+oyZDrUnRFg+JWXT6fl7h3PhD
muDsmE1ur/us98X7VOjlY6zoPcjdWgwP+jAaO+rv8kum5SYMa8BiYMPcS9IAA15QDI20ne+/uA+v
68AfHxCOlWARmAQI3OErfWwtytVq+irnWFHlYmRZuOUQkEWvbStDHbemnjb7VGsIUs+74mG5GlZC
vphCTRZFAP75KycV7eMDS3YLUxeoJ1dFCfvfh2oLZ91s6VpFf1AID8EkfQc4HWn2W+oCafT25urh
0tifKy0/Wytnrpl25lz8fxbYHAQSCrJVccdBK/LDpOMPizf2KtZoxbr6UDajHdgkbgbqutjbicr7
UPVq6wuRyjeJJzTOnb+oOX5iKlHggn96V10cuzIr6J+3jmEcrNixK+dh1e+y8tRrtw1TWdcYQ/wp
w2uOmoklb55f7MEjuO1lQahmmCJIrFNFRdq5kVlrvqc/53W+VavuFzvbT1vLj+ODLPn78X1MQJtd
OSuFVjoPUGO3VeTup8j15yj17//63vy4hV4/B3cKBhncneB5H86DKcVMXhDnofD1ACuUYPJlyCP0
i/P901L88XM+FHmZEYtJ2nwfNdD8PkhDXCDDKPfhhvzjvvp3fwr+7n/E2H9tBC4rCbl9f/7rvz9l
X6mym+/DP1/f9n9/7MNP3Yr3+mHo3t+H02fx8Sf/9EZ+/++fH34ePv/pL1E9ZMNyP753y+W9Z1P7
8SHJe3P9yf/XF//p/cdveVzE+99/+9qgXbn+tiRr6t9+f2n/7e+/YTH6h4t7/f2/v3j+XPG+f/0P
//I//8t/+x///b/+r//8L/zzr//xP/305vfP/fD331z1b1CUqfBx/QHEZbjy2z/J9+srtve3K1J/
zVz6MTi8Ylp10w3p338zDV5iOoHaCQYqUhBewgHq+pLh/Y2YBipKHCaoyPBB/e3/nIS7fyyD/7g+
nJTf//7HAHrIiH9eL6/G2MCrQDF8Hg7N7sd9e1HqQgjbTHd919VYIWfrGmVxqWzjUUdlL3oLOWRp
KmeIIuOuMDq5B0GwImJOFMyyanEju6n8VgpduYUCld2hBXuwU9C+QNC+R0MOaoHThzT8yR6HU54X
3feW3O7SLzotDtkCzPdpgkrqW1OlbMaxMh+LesFyHLdXYieque221Ww8te4iVL8RcXbnzDXITM+G
yFw+rs0X9u74q9Z6yiGfXDhUKKALaFiTEt/WlcZTYFtr6k9q51dNslO13t0guj9j/LwQT4HY6llk
ufmuZVmCJVuKgYNeNXt99uZ9OztdCf9NzaMV7O2+SkGIPZIdoq5y+mc0iP3eylT3xbXl9wnr4JFN
scTwnoJpuM4m1TocRzV9tBwofWpjqA0GGO3XvqrssHOwOzTm9HZJV4B7yF1ZiPZsZw7Dl6zTcyI2
xBqu/YAdhZFnG6fBFrm3883o5EcVMY/vllOE5nuiYrCfB+Vr31a3rjuzvFhXFzsmMmE+Aue4ohqC
USZvvVJY52w9aeYu6ex3OQx4z+XaZYnFm3DyFzHETqAQc44HSe/bqQ4qNWbYNNfM8WY4EGvd0kVZ
88ysr/siPRHQFvit57CL5E35mmU97EKsyrZump2gwgHDrmRl1tVNZzfDg1O0y5M5jHscDqJaX3Cd
Wnd2ZXAWyVpUl10JwhSobnZI7cQ81HXyjSIXGzBSPDBOtoKqfdPyPEKmue1LVzm2+ZAECjFd5Pqu
EJ/cd9hBfmZ096PeNxDIrM+j8AKtJVHH7j20sdfhkGHEHskmyw6vtxeM+p5SyyafBNXnVPloWHex
akR2GmtBnldyb9p9kfk8X+NOTXslkpiG+HPnrEsAiV//KugHU1+JURtVtsotcK8MtgKWZmxzvR8R
vmehauq9b45DRmRfN4aw2gmT1ZmIMa5a0m1sVe4jXnVZtE6649tmcVn1tNpo/cQJa2X+tUxJ57Ak
vpwqmaA3XodPpsLmCsepy4wbaY2XzDYS+JKGGwHRT5tcGYTuF1U6RbVhnWRnPgCvLS/M9+ct+Rf7
DNDVwpRwE1t2uwcMGs6uziMGDTd+AjqvMGa5WOkSb51uyLdJaXsPU4lMApWSs4QVfl13glciAWy4
N8zCMH0FS1GuyNR9Wu3Zx1GxCk0VnqFWaeVmsMV46HJN++7gUb/P1RidkTPuGrdPbtVUJeVySEWg
DVnf+wN6MYEL1kE3kS640jM+Kw62toqYbyBBHPWRsr7oq4tMyBFoiXLYM/WwTx7xlCBoYlfWLCHO
3J2spvSouAb1U92Nip9Xbf+ZfGxSFS0iLAcqZ88JdWMMGOyfO0TeOwsjayWOw9ZLzsWiJDwldQMY
Jjx/Lm/LuvreKyl4dNKu3P0Wqw2BjJj3fMqXWQ1EG7LkLHuOdD6RK/2cDWU4Z25+W+bt6xXnpdKf
Dr3MHtDpYecMey4XILD1fEgXd1+PdVSWx9WJ72eZn5EaH3pockaSPi1lQ9hoJeMzDD7S8NK3bE68
QKYutIBSPGX5FBp2eRjs+l1JW/h+KWKTkzev665cUJ6ULM7ehMm9p77adpvc5GOWX4yMOkyCdAJ0
KYHW5eGgKqe4yrXj5NX6jUIZgObMJSyk2cbraISVuvYBTyt3PBn14HCnYRURhvbhoisicOy0wuND
C6WLQkJdwaV1CJ1VadXgcJj4rHO6U9VHZegx0xnVldUgOxjd+iLwgwnroRi3bUUSXr9YL2o2PuPz
vUWGIDCQcCsuWMnqp6YhWczZjYKtsV+N/WvR9q/QIFuyZ3RMZa3knLs6Cs5lmgMMfPudlMnFqJZl
N4Kc365OctMUBWqsjoAcODSPIuufq7wQR8fq7mf1RWmuC2I8bvtBTL7qLodZdbYx2e3Amiclp6zv
FLYZD7B9EoxlCr32TSsJFz5kI+Dxns1pJGGHbJ7OK970UhInY7VRJ2AEFLEY3haCV31Qre8wxI23
WdGYSzTW3m6tIlD76cXTYrDIwnpzqzRylVj1h7FWX4R905m9cjsjkOEGTsXFQpXt1Qd7+N57c//E
08FCmNnLeXb0JuxgqWyLvN87DHm2Vi+3iQpD2U4Rpxh4lSx5WFci/tR4xifHK/J9L6wZ3WTRh/lk
OM+xKm9WGNoQWJNncplu7LmOYhMO57S0Uxi343QoRiE3vYB32zeZ9akC7bszBrO6Wztt65IV4KPz
hXA/LBsJlRnfqeGlVeOCJhJ26TaNCQ+wEceRWnG9eKckJiWl8eQS6FhkmXC7IBY0JMVkraPtMpzz
t2VPzE9WeyGEyMK31HwMsFfEWrBxtq4Qz6Wny2OdlxdD0ht3i4GxTT9s+6X5Uoj2bfRk2E5L4iMR
K3zEJ+smTbpzTWC5oRu3i0IuRlKUywZ1wjZ3ejNoLO37ULh7owEcTsWSRo49mXyWG0LSLn14LloY
F9p92+JrVmvK5Ld5+4mpzU5LMAmo+9Y5EUGvP9idrm+aOcH8pivHsOkm9aix2gZ2rgXKXOuXRG0B
GOSc+ckw5GEf2/VunVXxhHRi3abpGNli8fE2hR+bOju96vxm1QEvJljTos83hjSjpHGzyB4zMxT2
6t0WdhLin7CphTcdbLOKPLVvfE8p1l2j0RorCkxHaW2A5X2lGxu/lCnlQKtBMZ/MZdsn8Xbu6k2R
NBIPqrUPzUF9FhYiW40AxStjv7iihLPNzqRjeWma2WMM5oEuSpxwE+MUJmOLEavlBiqC/lBtBhFN
NvF1rNVBD5V5V69KMLi2G9jqcJ+lpeYPom7YxcsQFALXMdw6UjMuo0a7jd2kiABcZeR48b7EFiww
elbjskU1EBO0aPbqA8S5o20Vjq9o2llPGvCHuvWOIoHVmxTqM4Ol0q9nZ/Y7TS13kly3CGbmckps
qqbROWdZitGkt3NjHF2YDpW+HMkXw+LyMa7ZskgnfZuo9ve9MpEUNaWXkrGZs46woKwsbX3FGSpf
TxN1j+VIF5jkkoR12WvPmPZ3wdx0TzwzO0hE4VQRh6p1kihg1Ro2WZo5O8vMY4TnI7dcpn8ZnaZh
btLe9yiRArOQTtRTYUECyNl/WXwdx3eVBwpSyYCP+ftqZL5Z2Ns6Sb83yHrulUpnJ5vqE1Zi+7Vm
Vm8yCopF/6PsKQN1UJaNWpXdBvbttJH1vKd7fbfXcYjG1Nvp6/hWDbp7wwipi2b6hY3B3P+zBEra
jJOtbWoiF67pLva0w9hQJYBLXd96PWPems7xNkuM4SYb1OWorBRsg+S2Wt1a++S19lcj1vttaw3w
rLXMoYKsiabs1JlbREmGB7WLjRTQtV5u26l7tVpw/xA6svYGu9PxrYy4L9csxF2GnmyXYxFPAbYf
tPYB0s4xyxaFWO+8fagyLA8d4py+jXnaQPqw6qNSeOiQEy0PC3QkzD2T1m/Lft1Zi7bW/tDq7wOW
KwITmK4/WHZzWCbte+8aXzG3HMNWJDd9WYRx3L4heY/vGlGKCFjK2Vae0exK67sh2TVS07hzXYzv
EtUN1rYyd1bTPFXX3sSu7dQv+nrwOdkT1i76l7Svdl4C+EyRuHWoqR2swmCRXZ0hsHohmkaLesur
orZsc5+x44T+8GzLmuWmMt7TzqZoH/rdbGYdchTFvFNGrNTKu8kz0pOCciwanDK/z4vBZDLD/W8t
FzczHkdO9wnuMv+KN1f97GUDeN/4DVMBTHtHuF2YBT+tOZl9bn4B0D1rLYZLiqPNd7HT1j6sQDYv
PCxC26kpOkxZB/GS1AmCXX2+WUj3PhhUMZjjjuttUk8rRIckvbESz9jlDrW9cJo27NxKPRMXtWll
+x1XlaDU6lMFGOqT7R0lRUelxn6ejKsMze5q7rAkRpTgKn8iS0i+GDHmyZgoTI/0jSb7a+YFNLLj
98wZ48e4SbQLgKH8RvotXBDPlWddqPrIYmCXX4g11I9pbIwiwqYujrCiQXfBdv+SLmO7zWPd+JpZ
U3dTGrODQR3lyyQU+OqDvl+zYtN0pbdJRqyXDPHdFtgFmSYqCFA5jCfKp1RV0AJPXsaqIV5NbFtH
JV5DK9bY6zpED1Uu4nDC1EpBpwA/MnG3S2qsvkZrElbw6gJcojdXZcbOHfXpWORiP+KtGPDUjWc4
tGJjSluESTuHcc7qWSPS3jlZ/3UwUYDV2hhizrz6qI6QXOWfCP+VwWAYAv30VQq3Ttq5bDJyJ2W/
ZcJkH0gKFgxJk0D3ekoTDNsSpx1Cq0v7k/DGk16uG1fqgWfIJWqT9bVe+z73LcVub7248A4mAh8h
DfMZ6fUDHNtqb46FQd8ntb2sli9VynNI5mD9rYi7B6udN05rsFnnjp/wVi/RIRiS7HLO8nsag30+
7hR9CZpibyvlCV0KnpC2/lniJRRZqfacEnprpNOZFnUN1rJ77ypvM/eslANxw8UIEFCvJADOTph4
2gLdwkmOhRPbNw3ihpAWtA1HWEZBXfRR2oxpkLardWNW6Rz0aj2TX6u6G2us8PYVt81Q41hvjw/C
BkCpdJherlkHzVqRv1HdkB3I1H215kOcklRKJmr8jOmD4k9ybvrAaSstagyr8JHckJGwuEagTYl7
MAYM+imcvVM+0mkWjYHgIoZu6RjyW19Damrh34az8LQHr7YpDOS1R7CTcck2Um+6CFNg5t+yih/Q
jtZqEJfOlcGiTce51QVpZONwVBccnQIjkdmmqJz0osetHUGJkRu6yWYrvaLeu6Upd+jJ43CcNDf2
3VyOX/t0jURn6ltVEJwF8TwO+8Tk2WVONaHfmR5Et7o3iWZ3e0sdKFKMcqOnaRMlo1XeLEvxbFjT
HaFhS3D1+z/hFdI9tI44TkZK0csz7HudRsMxq4UbKQ5GotbUHvBlvPowW+u+mBuxVbApDcDT8o06
YwCaSC17ihc6br1plO1oq9M3M6emiTDZh2VsvCXQyFniOd8UAXSuWqo/2yUjn6C1CxGKEneBOavf
iN3eerHp166YKULHg0MmOA05GTDrNKog60qzGbUxDlpSdQ7VPHthYpb6Vlkr92nB5TSdKdTItm52
kkostNB5IkJV3ma0S1El9EfCCG4Ggi+3Ywcws8BNsjHsO8F0Gn10KgeAdmxhZlLC445cVJpUZbMI
O/tE+AvGia3OtlpjNZt8m2wQ9jaZauIV3Xqv5i0aSQeURCv0T+oozKtop0SxSAQoEOayVzXvhP2Z
iFJSfANFwP3xocuYPv5WWy3usdlezPrYaM0L1qDTZklhIaGmYmqhtcZ2XcRRZ7tBlTX5tVnprCbe
ubGJS+mz6stcqtWmBtSNmImhZnSKg9J7hp+NY43sNjsJXNOSuL6P8XAdywKn1eTREXn61HlWEWqt
ogWWzYAGpo5+r87JXYmc9MmdbLZ7WcorCoa+TdEt8jxS5VujKZiGutYnx5k1v6mwo2hUZ4Onz41R
2Zt1IX+Min4JF7O4qUqYFx6GIJjpJg/apN9WzXzKyjSNxl67UKemvtAs9UbY7lPbg1POGW2xkRxj
OBpVYsKNF+4dOteXtp8v+bzs2fnPaLOimSGP1aI90c1dT8BVoC+Nj24wMNdiRwTTY1x2eeo79txu
mJ9enBbrW0uCgNl13vsTGwWPOOLFnnxWCTfv6LVJ+jk2Z6DDQcz5Jiuz5DVJxyWUfbr4QCs46Bo9
NdlQUVnYVuaX60XrE+VzDOP+tC51mPKHQytVJ0yx9NfAR98FLKcATtDBGnhHJ9I6aBlxbuLiWzXX
e9pALUyYISfrtLFzaUXdWD4hUt0ByNTvJMNxeHHSBo2Chq+szU09KPVj1iWEdeWucy0+syhDRrBf
YAqcZ2t2gjYzmMw586OowCjrvpue+YrNvjHMFzBejq5OwBkc6JmKbOptDAV8o3du+l4v8lIDQgTF
zAaGy/zmekbCFsDA73UAhWGdHqUAqFI72oFihFyFUy8D2Alokyl4skmX+tbgeoNQLfA0bIBBTEy2
aN62Rd19A4lJI61cnNCwhilCwIkxba0BA8tiemtZDpHqNo9WZ+7tvr7kjrhHqyF26+K093rBVfYW
87la5jslBquZslEhkdjAOmKGnjRKs7qM5ApdMnldPutsa8r4tRHJaeT+vTJkLiO0O/xt1/TeWYfD
ALfGV/JlL1eYejJGiLE0XZAns78gLAbzqmocE6ZDNw0RIb3WJyVJnS9CWj0gVQnOBxUF+NE72qrs
biXRtmC53U4o4gu59EFNBoXWjM5mjdk/de8gyxWL6Sp7Az/+RATMd5b4wqfDas9NPYWug1JSmN2R
6YcTWppA7qWXmEolcRuk0oEeSQ3UYpxhdVGXe/POKsZhp4AFZ1430GEu8q4leWfq8yGcE4nnviWH
PYYizV7KQ1VkB0KbJ99slMUfvatwFt/S0GKx95MYsKmIj6lrFKGD2Yal4E40ae0bpM02qqx5T0mr
BCbTgQPfcDrHdM9WD1rd6fG1FZIuOs81oVNpLuWwDv6MhIcKvZWfFPyybrxmPSRTXNyQLJKcKRR7
4OXiUyqBEVNLn9Dozs5j33HbwGI9FsWAzeKK7dbkva2yTO4wO97GrXVuPXMKFKilePZ+Tp3hTl+W
78QqRXO2elFdxYeWCQ2UXmAMG/j5ex1r932n3QxAmpAEsAsa4k1bJYZv9N/RynphjNI0oF/vQ6NX
L4Op3zarVDeLN+B5YWtlhFAMxJyIbrXv4hvS78pbx1LKsG+N+lvlMsXQl8uQkEZgyyX0MCaq/WUQ
vS+gPoaZap5sGavbJdHbaB1YnsyidiFgdsfOEebWKgYWOAlBru0bi+gafZckKlY6zXpb1Jx2NtWM
EAc1GJzXwWkE4fQyDnJCszBi25QO2LlNHfpgu4q4S1LInS0q+Aj37fH2ykBUTXEFuuhksCMD9dJj
/MTHh1J3zjGl5twAklNHjcxgyt1YNM1WxP2hdnCddGaQu4KVSR3vHfuWKIYk0pDEbmoHzRhpCLOP
pOlOQfV4443eurEzEJC2dqKMulhX+jnSpb4eTI1CjKmGTXxg04Rw/zamMZ56TyG7WwNlsZb32sjf
kVK7fqkX9+yX5b4SyZZM8jArHXKSiLyTxpOb6up3cLWCtsEtIpq/7N0dldeYMsjvWs3cw/pUgz7W
oNdOVAwYA8lSuVesRGyNvN0Phbb4Yp1KpK7OHnl/7jg7Y2yOLlLD0AJjHwYVlTQJcX6lZfUWnWMS
Dlp26qCG3LKKJ0zb1HSno405WoB/O60mx2zrEXkJ6PSC7XNyGAFxuA1n45Ogg/dTI4d2Yq/Y5q+b
3G2ZQwxDe6S9+GqXxkOSMVDjtD5MthtSpJFZHha43/qMkIdLqhHRyDANyswiwtiFg5mmaR9i0bTF
OIeSaszxIRkWO1rENEekcrQRDIphp3nI5NFDdE/jXJbgYtJsH9RlHB+Zkx5FPt7qiJveaS8vbbVq
p3GQWXW22qGnlMPx9XOmW/uG0mm+TjOXJjnWiR1fFtHYkIBSAtSxYmKRmmusoqBmbOPrqKCtSuUy
Je2d06tfzXLBGTevoAIU045JQeNPrfkg4u4GeHJl+SSsxxtYUBvH+kxA6tmJ9UDVjtAIQ7Nylf3c
lnQnkLKVYCpUjz5p/iLSZY3ieX3BJGjZDh1qs7piLRjBcEl4MMy0vWi60W9EVd15ZbMzCrBSaTiB
iwVCVAgD/tKnLBchyNiFNRFfiHaZgj5JHonJjaoZ2nBQaNMUIbj9lhE6Q69nFE+WbdKwTvlmGjEl
HfSE/bG6p+0L4k6bGfEmTBOU/K6AMR8KZXqYChPXfAiyIq4289QgkycnUvWm24UeiNZXD6Cey2BF
3u5byfrVpWw7JOVXDe39hnXQEkE5S4YnqjgvfaFsFaVSzvjmYsOTnWCnYZokGSaYSpMgDZtg6ufj
5O6LTjFCO17PmTp122Y2+f8p1sEZHnR+SRHlV6xyldWeY7d/VtWrHH+xrEDp3cexYf64mD/yLLLl
PuvtAqv0WPq911mHFJpUh5b1STXaJErZ0AiGnzaNcwe1/jA1+v3AxNdny4HnDryHWmVyMWdwNPr/
6lTE3lmQRoZtgR6kUx6uNERiSkKzH+NQGl7hpyrpztIYQlfgRzB1MWIXHYhqTVeQBMVQfEYnxkOs
6naIFc0hTRYedoIXgBgzNHnaie7e73D53Nn0MKw3I/qFZNGORm18r3odyGKmQilrZiK2t4lH0mhC
z13TPdT2khII587NJMd0i7QkucpWpL7p3MLced2s7WuSQX3GT/HiLxT1SahVZXE35ChK3DbXPzGA
vUkKfWOjlOud/I4tc9cjzOImqeZjM6LcBi5xmpIwnJ7Hf1HULb0IX9esyWlWxatujfqDlVQvk1jl
naXOmQgruNpR0XQ4VgyQkLaZN0m/nQRZlDC8seJAuHS1/L9N4TzSNBAIks+mfhdLsbx1uEh+7kWs
3rhK9QRii2pdAxVOFSe7MTJITKVNTtdE2uvV9CSc7fizrphnjeJE1i9cWTQ91ChWnUa5nCoOgQlt
Nn7K2dqknkeqs4DIVNaOSvO4tteRwHjA95U5UIUxfV+Dj8r5VsTlZelncWlHFUCjol0a5m1TAEKU
FoSDlUD5/NVmX1LL6a5c51tvKaCTjcOM5YhMvo7G59FuGStnBaILw8uZbn61zPNMOTWRdtQu670r
QAfy3CAb21t3ntZn2JBOJ9fOKFYPWeFsUqM/Wbm4IVYwqhaH8BIQrgtO399crZUnZc6L8MchF8s3
by3DyezDsqM/XZuOFWmUd3FcpizlUyBW4U9K+lXI5jmxd/UyEUhFmqmgc600/TX2IE4KT+7XpSFd
ydGktyk5DYwfavo8DQTQg36vqAR1FyYu1EXTbmuDZSwxCqazpfdaKfLSIUAl2OFczvMbHGVw7H74
3InikA11JNfmksvYPZjx6PnmahwswfmQS2zcdAZDjqa9FSujxh9QK7xW0EoPY/XWYtw04vpbq5gz
O7qthp7asrR6meFXmTs+LTVGxLbEGc+v4vpJqhksSlwRA11zbjJrOM1jvXPt8qu0jHsx5GuQt7Vy
UyOTj5UC/mzTd3zYNC8BnseHYQVMdNqu88u0puB0aF5JnAmU/Orm6A2R2zU03G3jnByt0iNV7V18
v+rsasVVrt/qIu3Cvku6DT4j8nGV6dVhHHnhvm/xf/S9Wbr7rGuNZ1OfYVIs9pRsE01XTtOPaURp
lXYedM7CRRvdvHrNMcl7nke47Ena2OfOhOSxzbCPYBtTnswyc+6X2KlPeQ+kuMltWuvZMLhrG304
19aQHpPRVu68Se9fy9yxbrtm9r4hCyCEayWD9AjYgPZtdRlZLGhucM8vGo4L59w9w8f/zd6Z7Max
pfn9VfwAN64jzokTwzZnkkkyk4NEcROQRCnmeY5179qAYcC9axheGF552Ru/kqv7HfwL1S23mJSZ
vt7aVUDh4qqgjOHEOd/3//6Dt1Z2IK/q0HNQnCLVeqg7lW+NbrCZ/drxmug6aDsqmRiSQDIcdRW/
4IrXL6Vng+KUos62eSQd2lI36Ldt2PU3hKUMW51ltyEFz7pNikw++WKe2+p9cWMrTGJTu1JfhyHc
D9LovgLaxsvRCzYJ46FUL3blYNyovIz2PK1i32S5fNaNUT9MXdNuGgOLkDyEZhjgAx/5cOSxq/HR
05PFNpL/uFDlqO6k0xovKfTitZHl+BGN3kixV28deNUUDn659xLro6uaDzAGBGNUb2OGfbkpzc78
Upj5ha1f6+5wPZoe8wzbiJ4jNVJF2Ac1pPeZNnzsUoHthgrs7VBQ9LtmMQ9YrTsvAXKM+E+8aLpE
/575vX+bRSU32Q3e3q26+GbUnbWdoK9YMgYh1tpLWgpr/bEuHL9f1YMWhosyjJaQtuplr3X1cozK
jilJwNShNLD9wTGCuJ90uIoMIkUEaWRMhtxD7tcrlXN0oRFf4xY5f1Y1M1+4Wy+mKFFqqBh+jIBo
wEGwIqk8eQ4F7Ww3dD19XI1ODNvho4O92TKsJvJxm2jXhn4HOkfWDkND6wK43llDdTAo/R3beAjy
pFuMFTnGC/ZjpgEirCOmcU74LSjr5nasDaPZ9UUOyp1VEcDNX8tqtaqTwPzUqaGDFVIwO1Dm1y7F
NDZV6c6ZoZZg6vxLCz//FcM1+mHM/y/7hkGYXYHppk3QX0JN00ipH52PZdW160yVjKntUbuMY8ws
sfqY8LVKtfGmGvjCmQZkM2Y84k5HxexPFjnfIz3OoiWhc1zgzJV99WOYva1Wdld2P0t4RIioLpPm
lVF04dqpR/3jNKkXjqVnW7oXZdirPegDx3wpNevzGPrOFcmHGQfamF0D7lnMN5Nwrw0QYduuHO7R
CXq8XgKCjuQdP2q9KL0V4Gy379oif4nGsd7hC5BK+gGr4VSurvypZbfJtCi/xrw9XXSe175ETRDf
K6ttnwa0R8HKLNpxWgJugtcLNIkd4nHPfhiE1e9wkAp3wFXRyvabuyzpqyPhlsYVzp/mxWCM+UXD
tnyV2X21d0MTspFSXryRdTpcx/hVvwQ1XK0qbn00mo6+C0XRM9PTB8nxSzLYYuy94S4LRLnCgjXt
1kk9eLeBmYkNaQ6MJmBwL/SGgCmkF8AiIrk1Qt58U1wLiuc1zbX9oTP8uQq0w4s+BqBJLa84VkUJ
g8WC72LapXE/GmlwoZq0YURFf7MYrKm4xfMw3LUJlnNW3fVyIaT/OSkMMAsDy/M27osLdKrJR/h3
5dJsKpdrVi+keFVLVZTFtW4Y1ZWhyeDRTNreXjk+yV52G9xCzMJ6Dv4P5gPK9ruLzG/6L3abFQ8G
NMvrPCc40M+vIa3xvg1dW3qTTA6TG3afsK7LiWFuDOh2Kkl3kqyYawl5B6BBD7onVMzZhDOjGy8N
IwBSztrvBFa1N14y6WtA3GEdVRDmVGpFd8KU3UImKSSRoYuOXaJoJRv8anZRa9Dv+33sHUXPVlTr
fNo6Vkt7vq96NTm6jQwWzIuoC/NCtg1q1NBPeGP14HAHrv9Ja+zxOnNtaGFgJIvKqsILPaimTdjI
ajkNWbtB9dZeOX2lURBiSBN0JLX7CaE4pYZdThF63QetDNMjf1N8RWdnfVFWX+nMiUKCShKctR9h
CUSgjqmpbgPHOgR2/RG5EzYasG1XCeE6FDiOuwtaw7nTQcsILNVFfBtMbnedRuP03KQtI994Sj+5
XRQzKpTujRXDo7ANIuDqGppPZUX6RsZVelPkuQUUhrt6p1vgf3aT71P6ikVOMNkaRzcSvlQcHFCF
KChIRbCbPGEDIrTp0SPlcNv7abSJjIwJwpTbNwamf1eJgtnel16zJi9xOXA8LNt2DPa14bCuhk4t
o8GJL42EGRvhDaZ/W4ZF/+yrAVRwLMtuUdWN+6XzBu8+9UX12PtdssrL0v3qh0p9j5OkOw5y9G5r
NZRonZWV7JgokALJand3YP9zMeQ4yZFkyCBcOVmRvKRTF37QGNCtA21mE7pVfKMF9Qe8lN2lhmDu
c9QO+XJuaNZeVTr+yjPyYS+NMgXyxvOPyqS4HTFgWtZpxb/TC2vTa+z1rqGJh0l1IQ5MVYhFUDtY
hoCFC9OKnrZwrsMpN3e5kP3KR9/7PTMNczPqObsJaZIFWyCXQOZDsUuzMLxtu8HCCz8lt0UkAKQG
xL0E0u0tzWsQ7jRQqGoBNdO+8w12rzoVzSZqXBt4baSUC3MQxS7Is+Kysxr2a7OWBu1/3rw0Tlei
LoW4f1WYzDw7UPCLCdOUletDz8Mgq1oyScCTMlPq0kqKZtOQOHOBBrzdm50XwXxtVcewrjHXWl/o
T17hjmumZoze6qOsfIB8WljM5IgOI0SgdO6NEZWziqPpYbRUvSfGIgmWjTJnHl6WHsfEhLfZZQZm
l3W6bgrYeKYGNh8aibbJ/b6+Mro+OGShlCvXo7DrMIgDT8vKXZxURYMISPlXqQKaZ5ysrSDD+aus
zfuPoRisRdG7+jzcg/EU6tmLJC7miOl6+nUoYIIvbYQ502QCpNSp/hIpolw2SeqMW8rcakNM6fex
b7NygStb01FOuflX0VnaSjGexfxYwlFRXfJUh2V2GFVbfqH5hykDndAvxIWO53lvYe4HJ2oc4ui7
0eTpKte68XosrbJeYOlcHm2ogfOaQuhvJJ11E3kHXCl78FhZ3Lu+B+WQ6TCOiQyVeTWN5j4w1YNb
W+jpeuwh0VgW1nsLzsvwWypFTe1uqOk+hLG5jMd0eCkkpATDjvQvYL/BHaMfgOEJaxq/ybWPYctm
m3hjALmEHLRB1NSajrRu4tRnHCDG6pveC/FIxmG78cvE2Y9pS1Fh5dOVgl2w0xG7LjWMG1edzlAH
RxG2EMbgIYBKlMdHjTu8hJchFjLWmoNBNO2drznWppWDPlO9OvaBKi1WQsOw00crs05GJNJG6g3r
HsYa0r+gYeF2g8mxolX0QNFxGORKk3p5NxJuOLM+I24Zah0BG6VcViZc8aver8ijTezi4NH+Lqom
IQ0pky2oKCuE5IdItPeCZIZ0gWJQHR2NwVldje2jJhrr0QybeNtNBfNZFTRgCUOBynrMhh1M9vrS
LKrsa2tSelpjQ2Z7UbdbzH5ijoXSfazS1nrRPKpgrxy3Wh4Y64S/cOW3Q31FfQe9X6sNgh81YCG6
hOBOj1GE+ymATIDHDq3zyEpOHfUEd8nf04zkd0YyYYTpR3PBOaTTQnMG9+g7sXbMqzBc9zb0PD/J
kzu9KZ9J5GTgN1HW2fiDrPn4kd15+cAopQn30WTY97k5jzYrfR7k14UFTQsOPL1UpDYy6aMnv7Yu
jT6vrulTor3COfVTVxTknMVN+A2CF+rmglLpYhzs8T6qDA0mcWMIJu8goIcog/MEUUDbJ4mXAJTL
OtqFYZPf5B1kloVypxSygeWH3aIGDqNirsUns7GCr4EX8QRC2/+ijQNwXUMbFSSht3EcSEYmn1qF
/SOQJlBv7z/JEkaUypz02smd6iL0Sp1PzpbBTiU4ouxcDTR+oN1b9GlKh2QF1m1JnufK8fCVoPfR
zeUUODqUtpDTDxnJY48d6TOeo+rOdoPqykKJv05jNcJmJUpngTV/wRosnQejAGbSQoNxAX+KUMB1
k9vIS2pG58gkHx2A64eEOc7AgMawO7Ie0kyAnzVyVfdDuo5GE8Ie1lHZVoYNuCaEBYYsUW8k+Ln4
n+yJhnkzuWr4BC0WWCePaL8nchg4vEXqrAiKNHapHVcBJvGB2rPY3Q+qHtrDkBYGN0+vudDylD7E
aTC39q3IgZHstc66EZV52XVW/ehx61cIYtqFWSbNE2ByDLurhWhMph1mXuUA/Ipe5Z6wV2PhOJB0
h7YaAAtQIJd9eu+I5lYoDdPKPpTrwfGmKwwRUmKblYcpeM7/2ACFdSTsVe/TdtKsxtDYsuJzi3FH
vmxGTHpLn5TYSlf12sDieJNnsLNicJ+HRJnBkqC7aeVZQbEaNEzVjEYLLzJIw1djyF+Ny5jYtBNs
7KC2veVkB/SGEyRWHPJCbXjwKaSvCkPTFmktxSOJoyYCCi09+E7p7dvCze9xS0lf0J9yxqR6F15j
m8Oot4ZBtMYb1ZpHUCacp8nXnyUUpdu08kYoHpwYmHUpYijMdgmSrz9Hdd/tTTPlEBxb/dbxlb9k
jae30m2yQ1kN0UesbZtNDblm72ZpeNtTW1wyvgd1FlWiLSQdG2cHU3Xf0UNytoSzzmJl37o9mQPR
KPyHksLqY1GAYI/S8vadX4ybqLSclyRU0SeMEsW3PnOIp4WBs7QmmdFAmRj7k0g8kqCVWjdyrO1n
q0owjjHjGHHMGLoR/JY82DnkUD2SQTBpILXgwti7iLtR1RlJckpegAh7n3Q3So6+dIZtUUXhE4rh
dJXl9vTFL2UOqcFsriKtt3d1NpOtzMkfgZY7fdFqAIl6yIVrSou+EnaLdYGTtPuuMKrLMZfFZZgR
KhhKTkNt0NDY2Ia5QscxQJXPiiXtX/MNX5foqsd84GvfJf56iCtIQKZSLq5gxP4BbblBvJ5kRMPd
wsn7klZS8f8QBroAF8Sw4Ez7bCRu+FKF8R0F4LCre8x3U0YSXyGl11dxG8UXXmhbNdQ+vlNOWQcF
aeN2wWenzLtt4LKRubWTb4DomksHOGnJdsqE2kNQUCN7WWYNtMbYGuRFj0rlmVI++ObCanycw5yC
rZa66lJ3fA4ot2TSMGuSXAh9qf/gRz3z+8bQ3J20B3M1opjd4q3iMBjshy1Nen49YB+2Gqqpp2lt
iXfxLDunHVIXOPFVgtNqatY0Iva9UUbM8JCa+bI3Ptc4fX8oDKvZDa0hl74VBg9GmNP+D7UCpowB
Z7DtgXFW4NSxdFtzOMxUbz74boyhO3QDViFqKhcZq3fbD2NP/+BdstETOckM8zaE/Phdc0pQksYI
EqaNPUKjsgxZ28YwNSO59V3wEqrM3Mm8czYCKjTzGDfbGZFfLInm6Sm2sZ28LPlAqYIw97mo5h4L
YGW8VFXZffVc4T366N1nC2YmdoPtlC+VOdkbFcBQE0PFw9BH425KBrASMePB1VDd/pZjAG2PmANs
G5lGt73dyX6JlmValaCpD3aL30IA9L0DO38RgSHTpc1GBr4iKCg9L8gWnh66wXrSunQnIl3jDqGl
wP8rvfKSA0gcpRPwZ8oIzUerbJMn6hdcS3WnWv3GzNqtiE/yd63nVru0kM33aIJ9A6+ZjTLNZ/U4
vh3fqNPbNVYEELVaD0uzcsiWoCraNguIhauhaa8K0gnBtqZvFeP9G8vNoGv2ac84p80sqkHHkIxV
zTR5aJmDJuuYaQQqwYwJcdqYBYNfxj5igfZe7HVFRjgWjua+wifndiBI+jLxcb3AcyOk1fYZvjj2
EH6c7ILZJauQiRVl0ZFK4tppwvZL6MbDJk3Caj1qWvAQNpCS14XNpH2Q0BkjWbb7FA/5hQOJbNVl
fCB144f36aA9WQmVZFMl4hJJcXCZh1X9OEzBgGIjNY8+UqHLrDLzla03wwbbzOD4m2w6enLTDnf1
ZMRLWWruplC2s8HwK1yEBRzfyHjkfGIa38wyh8YLIXFVaqLb0Mrmq+974SoxYtQSskinceFnrDDb
FtUzu0O2pnWZNuiF5aodU1EsfsPqHNPZSbrIYtpiw9llHCUTy71QgXMdaF73EdZ/8ehDlFn9ho8X
HB+9n0MH6mgbBQFkkJrG+LemDiwH059gN0DJO0Qe/GPNGuO1YUb9NqSR2bYoi/6/ihmZ9Kxink3n
/+3f9MFvRMz/45/+3c+q5fn//FfRsmGav2Na78K6VZzRmET9TbQ8/wkG3CgTZumxQMH+h2TZkL/j
vIcDJwpnC4cUwV/GOT1LlvkjDj8LI3z+DI8QHHz/dkn/B5LlH6ZYPxk8YP8ymzv8uDjDMPmbX7sJ
QJZHYw/Icturonlw0rbdeWhjv8AUhb8BmpB9DC0bfYJu6wlcqb5c2/kg/bWLJVyz6JuxAoS8Dscg
h3fQxP5d6rrandTH8DZKcRkYAdIfDFV7z8hbIA1i2lG0ZXxj5PrYbQY/W2IcZD762tBeNVqn3WmC
zjccvOHRgGQ0LZxBxvugssuvnj5s4BCgX2HXKBcUlp29FmaXB8teTc4lH89Qb3I8gRZh35d7CMvi
D6/mPzTyr57g/xLf/7+h0Z9ttv/3q/tf/uPf/eU//QfE+X/5z//93/zLv/+nv/zX//aXv/sv//z3
//jP//BKrD//LX9d9hp2rr+b+B6z8AEV7Vlc/4dYXyNM+XdbxxXAFTomDobCVOGPpa/Zv2MkbGLr
59JeQJWWLMk/1r4m7N9dnfhB7DBdfORt5fyZxT9/RcW/Ln48URksYolqMNVEs//G26aJBnSxUT9e
92ELJ6yI66umhxPjdA5eJ1XfXbdDQ9WBT+rCtuV02WZ5xlkZJ6u+ggodKeZNMqm9BYki+kazmKu1
U5JelhYl3BCE7UOYAuYArHyohvaR2vdzHw3tgxe35lafKRialp3Lyjhx4OC2cNFWmL06+CRgm+PM
t/2TPwl+gy5yOHBxDhHnonQ7nTyLEtBoIvNyvlDdBjauw+BgYpp3WZCEvPxpbfzKCeG1DwKXwBXg
j4IbA+E8lv3Wi8/C/7MwkDoE3ebJKcfsQH8X5bsu1taZUw2ooIiTgc4t/CfDi9B7dVBsPuqTQdIT
/l4F0NWIc0+TM79PY0uXsHzt7KnNVfSVSOc5LxTGeC9rqhAK4+hikL1YaCTwXAADUl1UZY7ULndr
gbwzQlBQ1pQWxHQjLqati+xl7Ex/PfteGXj87ABx4kT6475xmJCzMYxkRZw6W1UlBZpB73WdKlfe
JX6DmhlDCq1d5GZdfjfCAJPMDi78hr2JpJmh98zLQRkwNhDXEeKKShv1VvTJ1iNGDe+/lRP3nPnq
+J5+nENCSqQNJ75bESUI0SgG+IuS7ucMe8pkYdext1XlaH6SMSKldVwBp1IdD5dJ58KLNIU2MM/B
bGWpgXijT2LG8afc7Obrmh19WCW0ti6GwSf2bnVIDR5XdX+N99dzE7sui2E4Z6drvrZJ/fErFsG1
3L9O4PUb7/fOU36lYI5e65kOf2ke6vgmKbm6Cu7jsqS1suT0DbGCtg4mnbwPWGzVJi2a9CFNckSl
2C0k1jzbwslRH0HGsY4BgE+ltiVUuXto5OzlgJt2dGPVENmlMTZYnWbOMTU09NCGcj+PilEPW8Oo
R4uauv0e/7X02U6rZwRPE2SqMI3RntaMETHhJZcvREYRchCKVW33/HBslS8sPLhnpkjO5TT/Yv2y
bbD1WgLXJ4y/8Vf5eeugyRN5FAz6NXzI5gnatekswJwULHBDEsmSh1gbWN3GrKMZ3J5a+x69c0oX
Zaehu+ofsqWsouTlzMKdF+arjZpdZI6osxxh4e04u8n8fFl1XTdMD13GYwVgKGIucR2PVsr8QrYX
sNimpab18Gvyrv8wQXXZjJGyd2MSp09nruS1AdW8iIgco3CwFNx4k23u9ZUYk+lHUHJ1CEKo6BoP
UfUKtg0vKapNxhy1tPDXzaNwORc4z5hG0iLnDMVgt6ucdB+Lb2nRjkxg3r+y2Ybo50dE1InA+9LA
lAoXHGmfFHKNTBo/abzuaGMEVwgeE3nb6N2xzITULy7e/7V5HZz8Gt7bhuOyjeCgc5o4rQ1qqMze
0o/k4ZSfkAoEmxR3z3P+fKefrKCqdIUxu2wR68Im8fppa8hPIAn6xnHUaxxv6kRb48gSXE2e7qwg
YdaYj8jnwkaoXqNIfUa/l23fv1NjfqOvb5VHSoyiiWwV8oM8sRyb3ASv46wdjy3+NVtyn4tNb+rk
hQlWYWA7N7SH1w4uMjt4q8zr3c67tp34JtVxu8692chFl9209Ew0rmeu7fSYBdoGi5mDsSzGb9gp
vH4+yERhCQKIHF0s5ZYW7psrmYZQ60ekjlNUoqGKy3xdBIDMYV1BjzRatY4ThF9dNJ4LtaSPOXlS
XA3rASNUThlqq9dXY/rZMKS6TI6zM8lW+UgM5FAbK2d10/imda9Sc1gqCV3wzGM43R5+PIaffvjE
ostEJyUBSBK8PdCrQNjR14MOF4zYsvLRK/txgYDRAK4v9XVbQDcIZbZxsM47t17ffIRCMshnoc5F
KqZTJ09giA0TorSGwqRgLuRRFa+KIWt2XivzY4bhycoPGH5lGth21n7KVfOpztRmqKzmEZaLfcA6
RF5buGJuiGuuzmwRbwpDweVBy3U4ArGWVz+szn4qDFum00B/EcGN5M+tBs+ujr1EiD1Y/pUR9Wzy
DGpuIma9V1bXKtRbhX/mGuYV+epr4hIQuf2w0ncQ+Zy8KifMsCHO+/Com94NJDH9zvTHfK1L27uo
G1CjHJnOjYNI8fD+IvnVq8EY2OFvUiCPP57NT/cu+NcgzR4/XKp6I1uWRwBBGd2HHWysxD8Xji1O
T4r5YXNCCM57gTGYPKnCxyQC+6qi6KjcpCYUMOovSsaoCx/C8UVIXgABfZVYpy0T4t7CkB0tJ0oF
PUM3DJ0KW5T+uYyilulZma1VB2fKNPwSUklurnpGQs91gOeVGpoPVlUYGx8a8pkch18+MzokZrGY
Dbpq3n5+emYkymM8FraEQ7dtuNZiOaHEiJ6gYwCwQkE90zXMT+TN2oCtxjlG6JNunTwxZ2BgpE2o
5svAfkAg2ZHA6gQbfQq+5JG7x0flnHX+280dL0Ud31dBo+QS2zBvaT/doYrDCRcoNzxGqhqYUYsn
vaq9ix5JZdki0ZxCu9lUcX7nOjeuym/CPmz2edNucRpBAbGoIfNv/uxCNbl14jrgrvNP7skXkvl2
FxBTGRwNmEFLM7c/CNEdp4YsqMmDmPH+r524kTJm4gk4BrWMTbkH1nNSWk1dETct49pjpk3oAjHJ
MOUSrQxj9mqAlYJZ5MF2nM1E3jb2TgIDoTDQnBonnWDaEsqsNwuhdp0/qkfHU8lnHrcaz6yMH1fx
emnwJdloBRVGWJb742P76T1ReKcw/KboKCi3b7vBmB4bWBsXgYvZPWp9ydTaZCwt4fQmlNZDH8br
3OZbWxlWJO971bU3WBwlqCtKFLK9ASUgrq3WXDEZl9dZo8q9P4f9ZIkST+8/4x+hWidXPzsC8jLB
NYinOHmltuPl1PqZf0zIMVt4JakrMO+mXeZOYhkyHVlRyotl2oYEzcTx1ht7eTXW4/hkeYa7G3th
Lto83lXlAOyFtcZKN5oAiTbpaAHOJMIBRGf6US4HKOR1PbNb2E/dAb8ts7LcBfNGc0nr+83Peo25
xp2D+dO9hwfFyjTjYUVuxv0QN+ImyBi4SiIod32ZOiSqWslybFxxIZKo2TotHciZZ/PmmzfneCEo
qoaAuqFOK7wx1n2SqbQDLGfEzmmNIEdN4ZlMgh/HyukbmA0gybajNeefXn/nrl8baNFTH2l/ORJV
gvBLZHmCoWDeryoYUJCyy2ZdQwy6J41NIgYK21vAyofAyya4kU5+mcwO+IZZfBZ2+tjGGJxxzj5Y
4/DJY4i2nvx0rddlvy1F4209AbiDAVjJ7CM9l+A4P5STu2HbmntlFNe2VCd3Q4TriHuYoR0kciDM
AUVycKcg+vr+q/lFucA+ZElyIhWSbKiOrx+apxWgTLqVHsKQD8vrbIpaf6A7ltmtCac4wiJp03tZ
scJM5FpVKj1z/hhvTwSugBu0rDlDjQr39RXoDfj3MKr0UHb2Q0jahrrR4ELYXyIzAG3GpMeOr4xp
jaHVphoh05Uug8L2ugi+Y2iBUNo9g1T8uOfXj54rIucMF2IqKXUasjCViaf5+oABl9/IHRR8Y2GM
odhMEFuX6PHSKycP9YcO5TSbDpySrEH0p5PCu9KdZlzLIUZOk0/RCw7+3uWYkspMpFe7LmDhUXDF
zpmC6+1amQ8TmheSrnQwzrlM+WnntG0Uf0aMY1iHghY2V92jF47PHSNvmiT6cqBccC9+ZnY+ff0r
+MbpzahkemAgSaYxzpgYykgIhmN7Li3xbVFi8Q3PTaflSv7xZE0EXWjpee9GhymEBCjGxprly6iB
bBEhQ9PPvfFf3Nq//p5NtfD61oQZRVVnhfEhShCWONAKDEhHdQxH1jTWhSQHzikuE/i8GLksQm1X
dtm2l3iJYqXhD2eqg/nuXq8/gPT5FAFOd0DKTkoyP22aahir5FDEpLsXeP8xzAu2fd6hR7XwYzdJ
JobDh7FnpA3e+syW8KufN9mmafpB6+iGXz8MVXVZUir4UqFpTlvLrqp7byyR6sj+EtorZDtNyOve
1Foc6IwWVsHY36SZhm60q2PoZGE2XkIbMHa+Xrv45ogBPeToX7tNFO4bw3t4/4Lfthu2TnUChIA+
Ccj15OXlheVJCYh2qKdRUr446dLqIkK7TSTCfpJNm9rWbnMH0u37P/yLzRPoQs7/xe7dZBby+knZ
SdazPrzgAICHOV8a3nWOOT12nXiBijF9bGA7L2SlyyVOrN4CIOlc0t3bhcsVzCuF+A4y0k6rDlEO
wgJ4CA5uXd9lRSUOVc14mfjC7MxTfgMsE+XAwUpXx93SYp56fhNh3MPkyvmpIcdkCm2I5sTyutUI
lLHT+qbIXOsm6GZBLBMSzJf8as6a7sVNO+b2mUf/i3eO0zPVM0XFHBB38olAv8dUTY7hQU6uhk1O
XN84VqyOwpmemPfvKitL73Fii57ff+Vvd1qKGKCPudBDBWydVHnkNZSlLeoIz2althqRQUtXIEB/
/1febn+8zRleABVjDvyjo/lpPydtGAc+mcF9rIbuwo2w6gHnKwjVNu9rYzyTTf2LNcTOTgYEQ2K2
Wmf+859+zSytuEf8hYC1dB+SrIo34wR+OdPcL96/r7dHPW0yWTPU98wDKdRe/1Ilyn6o4yQ6dL3x
kjcjXE1PVB98J/majI3+ohgzndnNfnVz/KjB08RGX5knZVSOUkL0kRYejEhqe0vWH3zX0jBM1r+9
f2+/eGcg6gw0f+SM8H28vjdG491UczajQxDdBhszVMnh8K0VfXE16kQsv/9zv+iWZnCatUGJwhO1
T45Ig2BvsCZh3E5BZl/DJq02mEdPN0yXADxUuCod2OxBjPqeKZlzWTIrenLbguyV0sY+AQOKylco
IiXE3q9tgz63LYbvMhjgsJXwedIpDs/EV/3i/bNVzYuMEsLlrbx+RiIoHc8i3uS2qmyMNbsiOmq5
uW9sis2s0urV4OIg8X/xoCA/MKQGrgQ+PXkxoxcWWdOWAv1AhrLSv2zqh7j9LjXxjYJq1wTdIhk9
lH4pxpoki0Q+gqQc8toWFhWGc92jM2kue4w1M293OLqc2VPePhU2ExARxczBNoVz8lRSRKGQCzX/
IHL90LbuHfZx8qYUzt7U8TzoszL40w3Z3KfyOczNBZjqydopyMvSIJj5B4C0aJG7yAyTxGi37z/5
H1Dj6zrm1c+cwg4ZFX+fY2h6sEociHB2d5PLTqHlZgQDS2t6mpxmm/ravjKHL3Clzo1Lzl7AyZNV
CARRWLv+gdWx0XqJE3iILxlN4aYtxKZz42uE10/4yXhYnqTwPc8svrebAmUJq50IJvYuMJjXC773
ytjsZM7uU2L520f81th+N3zYZ2n98f3H/QNsPHncAD10LpIgBPlmgJY02N2HQvcPsozudIMiLCkw
xhqzVHRLAZPWHKPqO52LfzWD0Z8MvXSuGhNVl1mzFccGjrWUOe6+Hn39e9QUOENkiYYsonDKb0Xt
gbG3U/kBfKGvFxqZRUiXPVyqzCG90twAch7WeMXKBn5eh76wCCJIxuvICVxEbWN8I2C8bbwutb5I
DYlsg1j4qcHTYO/wks5sNb9693xRJD/NDCATdPb1o/dgCLoxUtlDK1yXJKXpG1F5UCoF8TWdaC+V
3QHAT1hzChsjOQbHxmMhi937L+VtncI0k7aaFptAIHU6SmwIwsTu3QgOimW47KP4O0mY4bZDp7On
yylXRtO+pEmjf//Tv0sBAffGdqWkMZz3nJ/OdKGGyc/qzj/4BWzmiEL/iKUdIaWjOOgUcRdDatXk
fjb21fs//Au0lTEecCN9GyUFM9TXv4xPblsSrMTeIhjdKcf5DuE3IioRb7wlcp6Qs7H3LomR+qDj
6nEcxSi2BpvRLRrbYK3qEB5OYd7if3Y8c2mSnz75QLgih94VjM6Wp0VjqGXVjBG5t5ErPhdgIcvi
o2AM/2SB1DNAje+tJt63Ft1mL9LL1o6/1bFREs7mW39+B54RF6BOHBRc63TgmFc1SRIqcm/DKh4+
Y5wVL3QioM6sgrfFD3NDjhaKH7Bv43QWhOUToO/kOVjztbddEgz7OnKrbd9VeGS8/3B/cYgpopoI
ghY2G90px1BkmCVbovduU+C2NeamyM9nU9sSn+8VNH5s+gtxLgX1F9gRHzhPj3AXKmXz9I1mpQgt
rADdWz2NoROZFRm/dY7WLTfDT/FY2bjDwmbHGJPtN8oEzjOTR+KxE+xcc06jbSpY8jUhwZeGbrcI
Nx39e92aH95/OL/ajKDIgc3wJRpAlCeb0dSjcZ/01Ln1eytFxEnwbTxiJ9RUov3IBvI5M2SxH5pR
v+SqnAun1LGpa4OvZ65j/p3XX4BLUrDJMITacU77ev1xurGmGU3pFYd2yoqPlsJ+iwYyohSr+hUG
w2DNNGs7YXmPmgkXv6OOX3XjsCxwVp9dc9diiNS+13CB+Z+cnddu21i7hq+IAHs5VZcsm3KJk/iE
SJyEvXde/f/Q+8QiDRGzgSCZgZEskqt95S14qPm7LsPPIQH/eRchFPxfb0+qD0SLuAGZCh3waUFX
0qiaw9jlKMm7GgWHgsp/FXyzhsFadxC//+sSZjiF9Ha0LCQ2nebSIakCqoOKSwpdB8AFB5iHMA82
ZoFuuo7YHDRGJVo4L2cJ5TioPp7TXNoqrrrXM1KwhA1skNxLSyVmTW06gmCIxcrtif9oy19NvCKO
u3IsFAAGNpTJxJO36qkoZgjZAx+nTEJZGy0uxAJqfFb8kYaPZqS7b+u/EB5T5LhC0W6ab6i/0mfJ
7oQu3Lir/L3z2z2CITst++ag4IQKF3+qCw87AygRurCniXo5vHSwQNM0MYHqicqhYFc0DrZG3DwZ
QxHsxzzoBbxaeIh8lDT6wnoyemgmDU6lBCoOvSuxwzqoqEXj4Fumfrz9EeenjcJMUBcDrsJTUSK7
nisy8hCGSu9earrpOwSu/YNLknQsmgIdTD08qBndYFIG98EUg2BvIUe/UVuv3lfgldxVZZo1HFU+
WtX7f6FTdY/ArpYsksepvJpqlfuNI38EKI4Fm3HFfbr6VTcrYMpIsKxoze/i5LdbPZYKKuyR38YL
hYp5UYicikCDDUrzS6VANBksHEKiRfK4DCouqjiqbfgohuZBQ9joZgaGRKV8N8a7amqijudJ4opG
wm9lZFYJ9Bt3t+donhZrJA9jn4mLCGjqFAJgDrVFCCJbl1otrX1XIwW6IemjSAl26KkeWhT+Guun
KWvyvjXNAqR7LkPF1hTmMO9iBPTRPnW0vHwxQQS9Z/kHycypinyLwJuz6i3zH+hgBJ1uP/ls2nhw
SoijCS59+FmaivD+MEiio15QSd0OnY+Bipw+0qDjuqAB9N8HAyJJLYsgZBzwetqAY6GxDAnqEodh
j8UDTkNOQrex0tk68N3khfFmpxwvR/FF1TTAQypr5Xq8KmEBQvzm5RKvWmWyFW2MBt+q22/15Sis
Qh3kiWiBj7seBXewLDcLXb3I2HmhS5ADwLGUfOFW+qhSXW0wTgAqgFyjojaW6CbHALjkIIqEzrig
+9WcRaGqv6UhckJ12WpPppKIVD1jMozAgPRYlpDxKrCNxrYVQMZsa6mWEGlX9eaSEpygHIBT1D+j
6o0fZl86z21d1NDZE1GvVmPAuo48yjdkcTgir5oOa0fZSN0HI4zDbwCrwfj4XVkWq46U/tC7nUap
EElODK3SsFkRlcRH1Ou7lSvw/2sgk9kvy2sOmUgZd205hYzsiCt72SrXG0lYBzDaNjRIHC5AsI5h
prNDYGRjVtVJCAZHgMwzVBnwfoG+vhG4ttyFPTzbCdxUMifYCFLlRpzGxmQtyIdllnhR/cTfouEM
UzIrVZ4KiwiFRsPC4lRmUREAdhlAPaERwTKmftfrpoq1sKmibrClRjyZxk+pUd6q2jxjoQIeuFi5
AXqzbxjfPbXRKK+A5VkQHRQMZhwL96liKyvVQW7rtWDgwfgPdz6awvSKZfrCaNHlOHiNvuo4d0by
o0KPIgy8u4xGEqKoSPZ8MxtMa2nHPNaFtUuRDhEjYVO1C/3xWTIwviX9PxNMOIXDqclvTfDeogw2
2HXfkOnLRXnuEGL44w/Ny+19+OVIcBL+rzFCa/f6e7YupgGmpw52Exg9opPqHSs7OQ5VFW1vjzTP
NnkpCsokubA8QL5PDjIQgZKD/MVgp1oH+lF9L6Po0dQBAqYNhkfNaP7XV//8wtl7iDpHQXRpuZRD
D+sTkwK+mC8spjnWZnwiLkXiSHkMuMaKwKfrN5RlX+xFb7BhjyP1V8vqMZWRFDMqdTRYsaRsW6Ap
so8jyTwHKBy2iX4qY+gBSof8liFRLWn0zHwwFEyL0zYqFhrus1PSpB5hAHMVqYqOff/rB0xFkj8j
NSRbwNP6qJk5EWBYXhYmZnzNq0OSUYhrx5mhTwKH7XqUprUq2A6yaIfkfTtJblFN6BF/PLbEoqvK
c8yfdWpdlNSSD3rkd6g54XbTwgTZQyJGPrnKauO+8Zw/rTcioqCoMpWhhPyjgPjw7af9QKBMnpbO
IVQjrkTgyOYkjAkDNZNUT6htQ+cWbKzA3xuqr+1iaUDOSezK6GRpQn+PmhOSj1gj7cngvUuXFN6r
4yrFJbJUEb/kQueUAksndQmCEEVhobFT1P3ay0rrOEgIZDQ02FcpkhT7pjZgpCsuBi9NqlI2EyMo
7SpGy9iK7KBDl++hXKqsGbF2jhhDoONR9dU+sSLM0qQW3k1v+DvKCPKRdY4kURUUmw4/zJEH/jfG
5wbxY6V69vvW3Am+h9icZLEQM8l/azvRsnGmSHc09Lut02gP3NrnEmfnfS0sejrLXyw62B+jzfiY
fBKhXS+HLCx8MVSqztZTmevN0ir30a0Q0nAxbangOW+6sn8tpcB5oPtu2L6q9oh+6P6lGHIT0SKy
zjoeNSK8rtxDm03vqhqRyLZ0u4cMfMld74QGPOcY43EfVZRcyBDsoPq6sLDndwWNBIJ/foH8odxx
/SKN3qHe4XmtXWittPVaEhGWb7MvEkn8y+p6zyt/VDLsm2oXdoW0hFQY981kpaqA8mGVSsSk5PDX
48c5PY5SjBtbDgLjVRJKcM9GZ566loiUAKTfS4Gff6s1t3wrBbKUukNKU3LQf69Nf3N733y01idP
AwMKyJXBgQfwdnLYYRckN3VWGTZ0ueAo6jk4VxNNkbPe9U+YE4kNT4d5Zxg0CqX2oPwV12n9LiEg
90TDoXxRGkdfxQSH90EhWo85SPa7XkmMBwGzVzTtrHAHFSvGi1XEEVPBxrUagmardy6pjdXHXK+l
R1c9VgvtKPuV/gYA3HtO0GWyFk72WVgyojVBoROdU0ubtX5TxaXkWZg1BghZsQviMrDB3AR7EMDS
usjbYqEyME+DrbHHTBkSjDG4m5Ej+fkmacHWZ5KcmLaEv8fOyJLhjQTCvfetrLTrsBA3QSHVO1Z/
s1e7IV8XyGD9qT0j/QUKr9hyoiJOiDrBwoeY7WUKCDTA6UuDA5pnKn2jBGriUrvMcpqcDUKnxwx6
8cIo4zV0tbTomozJ9miKynKfYpoUKQlE/Ast25Kre+SmhddKbk+QBqXftxfx1wORKVJABEkxbaQG
sadFjadbdtzUyb1u5Cmq/B6eTaUc7G8PNc9OeSnAfGO3/aNIPn7aT8GBDh2rN+XItFHviv8kSYAC
qFmIP/UiLm0rGLxz1Ps/FCHKN12OgGwixdazK/baCpGj8k0Q8K/xvUw/YJSJnSeKlz90lMAOLUk4
ooWUFFexoFl/bz/27C7/YOLS2sbQarSjnzx1X0dIuTSVaYtJlqw6vKBXuq/II7Oxac8IQVj3gpb0
34Y89BZu5llZmaFHyPZIYYLFa032QJNqSGUqoWVjdIb6dPtkdIaIO6pDlWw0fOudperTVy+LLgQ1
DequOm97PUWF5vpKGAqmze4MN0Mj6JsmS9wHprWmBBaH3tmkt1Th89wtVZjmqSWvSw0dqjIoG5Gn
uB68w/PDC9PStCu/l57FpGiRoq2rzVCY6X3Y1BJ60I61682iQoDJNLH2iKR0nSilu/M7XAcsF2nT
Vito1eW9+AZ5CJqMryOw0iNrShqZe3y6AephHVbiedCEYqUFXrORIm4tz+nRRcNBBMtqGJOHqvKM
D0aCu2URoATg9dGuKYveFqpu7VLMGZWYBETtUlTMtk0soOTlW9aAT13iI8Dk40g9DKiwDNB0VdM5
oriXHQO3wdXcCp11mreoLFLg8JFxQTxar0Xl5fbileYTCvl8RAqR9RswYiZVgaDwJD/CJ81OBUVb
tT4exX0el/d+PBjKSsM5al3xae+I6b/laLutg0r3NxliuUdixWe/QvbcQyAdwmgNTsCJ2/LecFR/
i0zdElhhfhbxrGAUwD5SWJPUybNK+L0LpR/R/UKG95djJltlgDztDv7T7a8yv8xoQkhUCcf2EP85
WeUdJoDgfirFloYLwSog1RaDjErOEFiUFkKm+X3BACNwlDsTsNr0gEVKIkWgRFNs0HLNg1RW+JE3
nbD5z2/E5cwkUUoHgjMF+uidrNJFEBQ777ElqJCF2Uax99tTm2xlOCAPbg/3xUuBZae1z1EOAseS
r3dqLsV1bqr0KQehpc+JtjYtNaetF+ZpDjGkSMt7WTRAuJwQlboeB7uittbJD2zRdd+02gNA348e
h6VYBStRz+4QVQ52Qxfhi14ibyN74fPtN/2IM65vYnp6I0yECB5ckzhZlFFXDa2UD4pdDbg+K3HU
HrAWNS+V5jwCp+h/wsjjStDQdH+VMj3HfhYZLQuKdR30yn0he999rW/vYTDUd3nfdnjiieZeMcN0
Z2FCc3ElnGW9QW2OToS+XdOUdyh64tBbQIgu5WxtNvEdonXpAxrOaro1wNGsCqjCmwJftBMCvOlS
7DUetJN3VlDeJACjuo0WxbhRP13UhdfnhYVcle0jwIhsmNGdo5QQSwkj2XaRh/peCNaFihQnHp0C
YA2S0fy8/eFnqQbRAPw9Qi2SaMipk++ueS5F6VhRbBNy0hHROgw6oVfepTEKd3FS/ao0LBNBK9t6
3iv724N/cRIpmjz23cjjAa5MDohUkvEGNjLFjpAClJsK27s0wTtGLYAk3x7qi61E5m3pYLTofwHm
vP7WkuH3PWrbpp22vf/btZI3JNjFhVX81UZiGokjuWApTBjjifhpRgUdh3RBYRSl1yHYRC1WAxa3
Hx3RsYWEkLohNCkSkomx12Lnb46S8/r2i35xE1EUgk+hqDKhpjbJ3cJAQC1fiS27dY2zrPYPch/H
jzpV63Wfp/EZ6w3MJLJmIYb64vtCYhjrPcTToxLL9ZsPeMWrVBstO41DaZdZroSlJfo5t1/uy1E0
CaQl+QqK+pPVGktx4xXIkNkCxNML4oWoHnfR4+1BvsiJoIexv0ce/NgvmXxCrXatsu50084i5UKX
ENsZCDwnxcuyc6ar+ZOSqv29ajSvmLyJj5oXazunNEoMgZP2GKIyeqq1auGCm29UpNPoVILUp8Fh
TOG6udTTMwKXZTdq/4aJAHKFOfRBx0qbYB2IFYJiegs7POAIOgmOai7cRfN1xe1qMTyifczvlE1Y
mKIrhRJZhepU/alN2nRTVrmPUO5jXm4KBIhxnrOWoE3jhF4fkXAECKzGfgtqBNObKfJ80exzybCN
If0RhQ1wM4Qj0jZ4onX7C7XiZuFI+ijmTkaURr6tzCuOfYHJ5IdNKLmoXw42sVm9R6ba32ejcCLw
zeIe07KdYRbSnRr4aLspLV5UtSZtWnAMaxr39VIl5ov3h55CnsC5BeVsmhWJQtaSoHI811mibUVM
YihT+EH8FtJZuSsTLG2rxJT+iJYrIF9Qr/sh3FiIvfbolyfKq4oeMjZXKMjlquhdMkWhlIQy6FJj
cb4xZcjqPB+BCgfflOAb+HEh5jIxpaT6+gVhv/uorr2FLTBHuFgygSQH+HhpQeCczA2g4xoXTarK
bhoPiB56pbcO0KHdxbizemGcbLRq6LdJLco7S6mfyyGrqaQ61r+FE+KLaeG6FIHb0TsiHJxkjI7Q
14SxgmS3vRQe3WBIj5mqkQBRQgqaFU4Q6hseps1GT+pwH5VGf/FRNqyhD/5E+d28tzIUY8j5CtKa
PsnjoyvH8Qnfu7+3n3R+ahBaiHDMqJBTE53G+rjkDqUQSLo9yMLw1y0RKkobaZNgltsrxgFV0m8I
TQ9vWFsuIV0+iifXO4mxqR/SZxsbzlNkjVAjZ9panW5b6LRSEzlXuYLpiIV0lXAahvci/pM33Xsa
mCsAavgv1yeTggR2z8R50FksE0+9e6PCbNW8C3REBSqs7bTmr2Bpx9ufaR6IsHYRWwBCi9gVdZPr
2wunY7CBLhKinqn+Sxo/e4gjN9tgYuEtjDTPicbsAQb8GO7Au5zEIaIblEKMv/ZDJvXqLldiZYfq
N272AC62Y+K+EA7Mm1eMhYQU2BuiTAvmwPWraWJFQ6SKlIcCUyfK/LG6F1CnBpAT6e9ygqCrnidI
j4/xvhaa/OZ4W0oi6gseDsKbi7burmhyHxcsfSloUMa3nS4RCuyU7EcQNyYd1w8ncLqnvVLptus8
AArIimyb9khqqz+EWNr4CBw1oX7XJLgba1GH70aKL/vvShsedbe8K4WDbqIt9CIIz66A9bMlPhRI
CJqPegPiFiFX5J03hUVvHLmlDhRuVx6qdN8IGDLeXkBfRH7QLoiiDcWQCRk+ehOfIj+S+yHR+UWB
zXv1CpyRhQFrqiqos0fXMUcLMMH5UetSuUYBKtuXmbDAsJmfSWQS6FHRMPjIFScrC7UttNcDXbZ1
fK/PGUaVsWJt61a9l5octJ/ffrv9zh+5wXT2WFUAn+m3oC8wiXZdqdILD0VQGyXqk4qbbEOjwsPn
PCxxl6ufTND+qgAkXfR3eOesaw9opJ4ecW58dUV9nQ9PnZmtRXwAnXOqYjsn4FvRbavQw1xRPkR4
coTVGs+Xp9tP/sVFwreCN8UxIoOVtMbM7NNs5WJqJF6oyDZpdfeAhm345DYYeBpZKa25y7jgjcbd
aipuemWpalvHl/0Nor/GwrpRvzigKfBQh2ODkvtOr7RO9lG99mIV3bYB3IF6F5jCGlHiS+jjYxc+
ScFjXAcbU/AOeV8d2UQgBfqtoOVbakYXy8OnXbg02WsnnEBOasVrIOwLDW04890XHzT067KLEqYv
upsfcgSLW0N+9ZOjPpram65tBOU2EB/qgupcQmPF9QBCVOG7I2v7XB4e4dQ/R0lOAa+iDzIIxmtS
W/ejcgCpyxKHfxRynJ4H5MEfmi5UWCAbX8+Lno7JataIdoE2kypw7A/OSg+/C127rkejPuPSBy8U
/EqajYmI7L7dSGev+zco3ztFWruNTTWta70dLitwBqJ1mojH2lTe0MLTMX+LHtFzsIdkV1XfUmSF
RO2wsLTmkRDiEjAjSDHRwFCMydJCNwb1tqIebNXThrMnyEgekC1eMJqNd/4gR/ugTFvMpJ1gLwoF
rm1lGGPY0Jb1RtDE6M5oovqIj7u5RFb44smUMarlpEW4Tv+Qtfu06NsmVPoMRLDdVf4pKCs0h/VW
O0hmhL+cgl89Pg3VG4Foj3ua3rxXyeDvtAEzectKX1In7n40RblwiHx1cNL0hVsLioHGxccG+fxU
HTrvQQSljVhIOpWq/JPw1jsGdOkfsQT397peCFulkMGoUWk+GZ6yJGc4v/0pfSAdODKR+TT65PZv
BCvQUgV8By6JBwmZADACMLbuBs9bCjTmtP+xzEJRj5zGhBwwZYxoDrJ9TeX0dmn2zQm1rfOAicFJ
g7Z274Yo0eUtNJkiET0Mp0Ti9DyIWbCNN9xxCyNZH0Tcipni1/cYBUq/LNyFD3Lh6o9iPxiYXzji
wr0yb6tTSmBJg13imJcRzbvelDWC0yaWRp1di/EJWkVn+xWNb6xVcc8IfBxZOKFXemeoj6XYe3do
jad32D52p6oJ3RNChP5KNr3+ocSy1JbiwHxoNQP9LKM6F6GXb8mg9q5bol+Q5OGlroTfro4wy8JR
+1XkpQJHRE6MIA/AyPVrxPWgAmKrlYcATyREEhwM6yK7GZR6jbvCwmDzvUbURZ5MHwvIkzENbIDu
mZ6W58pDJ9TSOhcUY5OXxd/bZ8183cL6oV3MmULWw4V2/UZh0AcZUNTIdlQvsXOzxGDG0u6HMPvP
uf84EC1S6loal+akTgfz3WlUucSs3BWSg5U3f4rIOgUtpoatFJ4TYv9VEcb/WcYJuLpGM3CUSiSw
mR5YTeqEViDGqe0blvuqDNpPufde1AyzqsYy60Po4fp1+5PO520cEh6AAmuGfGByATmwso14qFJb
cE39jOyPfK60JXDUPFIbEYDkr2Qb8EUN+XrexFZpYlQ+iHWAfmyDqsfNV0uDraGjbd/Jcoc/aRMu
bON5oKFTZUUhB7oayeAU8GiYCerxSOFjrqe1e65g4anM1PqhCMxfVqGeaY9L1KCV/pw6lDgW9sOc
G8Bcfh5+fLxPx7xvBMIQhGVmD2KxavBki+4FUFltY22Vtt5QVHxx4uagAndP69+p2VBMQzuoSJ7z
oKJR9i0ndg+r/ZCfG0NYUVZ/M7PiYrl+uq6lJ89akmv8aiWQb6HmRtMeAtX4808PbIlJkpm9n1Mw
Rqq5wr1ha1qY7t5eb18tBTou5D9cgRyuk50lilCksX/IkMEJ3WPke3ycMHntTdwh+6AuLsagLsUB
X4yJdJGOgJ8IjJ2i3vWbyXmvl4OuxfbY3tdBv6pa+aQJ8cZX8DrNnXWBiHLd/EZc4iHInmPLfEob
Yc3lfZLb+KJiBJK0S3tifjqDSxjRRixNgHzTym43pH2dhVJiB/ihVRiDUBER9eOA2aed5tliWjz/
CCDwOJ0Jh+jBcLBdf4RMLnKMgOPajho1+Y5Rn7vDSm949XsZyJXsw02PMDd4CEvZwZHCekrY0N8S
Pycawr5+iyO4DM9Cd5WnuEr8Y5AZwy/sUbyX2wvki1RlBNBz8BIfIZ6kTw6L1NcAghUZWuIEL4fS
kJ1z1Sp6uVb18AcmqBcnKXdFSolvJQl68i0ftBwvHlFZuAPmE0Riy81JRAsmjVrk9QcLTMltoxL0
olggTqoIrbCrSyvfp5lGt1BKl5Ta5vVmxiPoGI9KetTTxhSIwzxIoWTZfuOG6HnhWa1VZnAfF+qu
MjvpnLboCuAtFmwWvvgYz1yntWBQaIiCwRs7KOpkT8rGoAhmY9R26Iva1k9Ked/0mnByShgecdUK
jx5O7lsjq5BIg9L70+enYCR8zR6crNy0sbUkl/PFaiU/BAgFKIpF8JE3fTqMQqXoxJimjR1Xsn4g
knVOmpYnG7p06U/Atta2ibqft7/D/ADkrgATMxaeNSSzJolM1bttnvpdQyGclNSUQmM9SGie3R5l
HsOAVPogiSB3Sv9x/PmnNwtyTJWKqMhtxDJK8IMxrs5SJj4OHh5ft4f66oVG/hDsXAACzPH1UFkV
5T1mYJnd+aNbKJgWakLFsHDPfrQkrpfPSP0FXsHhynebKljBByWdSUTnIcAybaf3UXIkgDonsaav
ZewXt1mq/c56tbtr0JH7a2H6u1EMMuyoCGFu0EXY4gWNU582/OqIjHat7PgrKPQKWgIRctCZjpmi
0Kjvtz/PfCZYV6QlEIbBflIzvP48hY7XKwAK56Hxauo0Iby9VMdkuy0o394e6oukjyBkDChF5p4j
fzIVZYyaL3CY3Ibq8asiy3vyi8bZtqHr7vCKt1YRJ/dBEQWa9+YwajFW5cLCG4f4PE2jTQqhl07V
zqKoMH3dqquNAtP16oF6p7BrTR8XWas3Xxsz8g9tiFdlo5Wl3XjKGQMmd0l8bMbzw8l09LSgNo4g
zkjzuf7cfu8bfma2xkON5PNda8r50c/dXeeMUm9isE0CdrWnqAO5efjTr3XnKDTQ/yryjadMaOR1
GGHL3nvyj85J2kPqS/X29jRNTx3ETEHD0XYbqxlcyuOG+rQ3LdeFM9Kr/qWx8j9e22rUXLAsxDc+
tZUCwKziJ/WP22PO+m/joBRSiVEJOPljMqibIHoOpzy4xIrqPreuBb9IC1CQiWh5mh3ca+RUvYOg
yNW6K4XkjFZ5vA6xjdZWnpYtJQTTa+/jceQRKjdGJ2Rb19+gBkoAJM/0L61g/Q7k6kesaPvIZEcm
eKotrMnx3a7W5PjunwabbEFyZp9yveFf1No375wQg1o0RYeFUeavBHFxbOUS3BKUz25WqXHlvmv8
i1xZ8YsZOeQgzPK66Dr9IJFRLuz26cFCmUMCuEgYw05DmWdyxMvUc3wn4a2wUvw9aGp41MIK48Ne
WLomvxxp7N+QonJzTU/4VBXI3+rOv+DSYWqrBO2uVdQ1CsaQgxasb6/U2UH/8V5EvaB6xytFnLxX
G8Lk5IiHPSBV60wJdoo5dq98JATbrhvWg1M/ZSGoI8rhMHGMreb2BzHGgj4O7zE7hV9BUTwigSGw
WSGrsnMV94yazMl3w4WgfxpNjc86Es7VEZDHfT55VmT0sKjXLf/iZb0MASQxn4ZKTrZZgw5FKvrt
Ju01Z6tm3VLe+dWc0OjSkHIkm6UPeL2B8IkviqRlZD/W1JVUB8qdHznOyhXV5D+SjsaXpDM8vidI
FK7466GEQe9xj0SGy/ONeN1ijbAWrLZdmPf5Jh13KZA8lhlR4rSt6Xg4AweNG1wyeI00C0LCMJiE
u9ur66tNytVAesbSQsBk/Pmns1dH5BCKYutfHMt5iFynsQtqsqdcaLsHHx214/9nuJGni9IFDiqT
CxngDu4iGXsUmgdCpPo/Qsx8awnmbzmSu+3tweb3Cl+Q+jh9MhwHiMSu3w25VTkL8FO+jBbrqy7w
/uZijlRXjZkcltaXQC7fb484X4QKUgt8yI8KM6jX6xGbQc68Wm1pg6s6uOKoK3ZIf9arRsnbhdN1
VukgQMMeR6XYwQE7wqyvxwobDUJVImtANhSMIp1dRxV005kldOS2OgltJWxMz/ytpc+yKx86/z5S
L2n3zYsvZQHkUD1JYJhlj3JoNOwwg5XXhZF8k0ZeOE68OzNSUJJKFx57lmfy2NT3qFWOMn0AfMZl
/2nBtZmvdxbppR3iSLMKYizg0SkndvUCbHtzLfseoBi40qtKf5DEpjk1EiovgWFVCyv/i7kiyYGW
S+qhEQpM5korqkIPQsS5K8w478bW/AHnNzitgLcXXnp8p+v71hgdBIApcDiRhkyqfcj4a7kVC52N
QyWKTagG7jqxSL7fXnzzrXw9yuSFUjfDrtpxe8qYJth0RcbAwZT2oUJTy3Gz/e3RPjqG05ca/c6g
phuIJXzE3p8mUhIQ3jGLsrfdRNoJpfOSmbKzDktIhR6eAKe8/SkE7rmWzklw0dtTkD/5wWsf2Jpz
lrt317S14CKHmHr26zrHhFS/AJOzo+xXGf4ui1Pc/nErdz2ICPDsZPmPOfweaqTs8RiwtpRcVrXz
s0VevLdOlomeS4X4948qu7jd2bd+t5aCSUEB4/oQCMHakp4V7VEYXkRxS2YrtI+VhV5YsNfyf1Zz
bKVXZPMbypGYb6wM75+AL7gW4zly0Eedod+J+70VQtzR3+mnhx4UlvKX4f9Nkn8xDHnTUQkzTn15
kuTvmfVg1iCg5E2ClLAAftuIjtierG5//1luQ7AMamxUMaYuT/lgsv8RQ/A7j1wK9GBNi7K2pFdk
+LX3yurcu1z2XOThY+kIXUI9p8D6VujuGkuGLh9h8mQVkFaMaEEidxS+x132aRXEYWdC5nJauyoy
zAfEU5Adeq36hYUEhSIv+ksTMNoMkfYumcFalH4FPZW+ZFUDxMnxrFNOjT+co/KH2f0ZpL+WdIhM
+BzCQ63+EkBWpEN2H6Z3XbULUuO7msqPWvzL6Ogeo4yxpmy3cCrMAxggwuSmNDu4cmdUX030PKPV
I8WWffjXivciUDld+5B0dmqiJXdo9q8UK9cWhp1hQZWPNh140NGFDZDDJCSX8gSJM63r7VplkgKj
zPfdgPhlpDnVXg1A5KE93Eg/fMXZV3ESPYe1ot37aZRdwrRR76u6dtY60Nj/fGFTlsGXD71RMM0z
YGQahpoXBa5olwjSpohX79QmwbI3wFdtBKLdXtTzgxKTF84Syn6KNSJAr1eTaMYuPpwpoyF5u+uz
OoEA2y2BIWbNUT42tzRH/yihieDxZOsY0HNlKZOhtcfC0eFEro5AmVdR9NzEMWuw8WilaXgPCe46
cEFnDtLvwEne9TRTVklRPqM1ui/CaN10cO6VwSgWIpf5UT4y67jVqVuQOE2zQT/gx1WPvEGWaS0S
X4rwolmCv3bwMnqmxaL8u/3d53ch/yCfHilTkMjAuq+/O8IbuU5pXLRlAWZ2ZXnlrnHxR1X0pdj5
i/0FS5+LSqORONJbrkcaYnXwBBfYgoHc2cb1gTVC+61XjjecXW9PUc15b7X62+33m1dBmHFiDlBE
gK0BgI0f/NMxpcQp2CIvGuwWdvhrDEjxjtZXiuC+1NsJBW3bS/IW0xtyfFUQ3vFkRbvK77N1pbhA
Kcjz9g2M1KMOA34lRkWDXVQbvt1+zHnAanKfchJQCxlx/ZM4wcfdI+hLHe0OxUkhdpXSY5KX+kOm
Dv66xcB+qzT1Uvfzi7mnCAICGdw12cwUKZAg5VY4rcSMkDEPnWRS7cYPAihAs7DKZhhB9h1McxCQ
UG9In6ZCjr3QA9MyLTArcqBvpEbUL1ExfIuycABxaVXq375Eo8vCPJsOwErHl/JnZmndXkVX8WfR
hS+K2xS7plKU/xyhwUvBwRhs8VitmFLI5CguvLLLCpvWhos2kiassi6LF463r5bh2On7uFvGeZ4s
wyjPAM5oeWH75QCqKPL6OxMBv5UEdfC+UgR1F3T5VpQrf0cgom98o0UKPClstCKULaCsZJfW4k9o
Z8M6Gh1Y+rDrlh5yfgiPCli0AeBYsEOnWHCjkpHm1orM9qCBfVO1NnsYzOBH3PnWD63wwvtAN35J
Vlw9CUajPpSGXwPwLJtHxKm/B35BjyIXo6WrYabOpYzKeZQUaGIyQZQLr7ewWdVAw/U6tav6h48O
2Ul2iuKkRlr7I0lA8iSuBTfT6bXzgEfQpcIUZivGmfejFttTGy85T371lVgucPPA98EpmzxOXWF+
U5d0VCPXy178MvV2TRIO29snwlejkLtS94GKAXdYvn7pGgx3lQOztw0z9s714KP6q/dLlhvjsrsO
4kCGjdwsGrWjzMvk3IkiUA5inuYQ8cmHIFPm29zUho0ueIDsu+A/NkjGmWQsatEEjgpA1uuXajUz
G7pMTm3cxao7sRYJAFtjoY84P9Y4Z2jyEreMVizTrSZXIvbdtZ4h0uG6EMvLx7SToncLBcbbU/TV
wqTsNLaw2C+j7Nn168jS4BmRYJU2FxkiHrXkHGQj2OtB2e9TNCH+ZIV88Kuqf2u63l8Dc63XtYxH
eKEqL4GRLOmTzfCyfN/xjIUkzHeGxzAJb7IKDEaAgatdeu2hVrWVGWTIdGHq60BmjkNxncat8uyx
YzapJW7FqrU2g1jX3/FdHJmfqpXSrE/bleWhW2Ohvnvm75qrMK6abdAiiMvdqDVvZhzUK6Ql+5em
ssRjmeJUKEZVMaw8xQc+F8XK79sfewwPrlYq3RzCE0I28g16xOOsf7rHs7obUPvsRVssga+o3uAj
BZhap1pCJySOTf/YgMZ8SaXMP/qiMCzU5OZzzbmIXBqNcnUkvk2LcmbkFdYQRJIddXH44pjWIQuG
7uBEyg6kJWj3pnT2yH29JVkQrrW00TcGdg7ygF1eP7TJQhNwtsh5nJGxRJsdK4KZi40r6RXNpViy
ad5Hp0h2vXMP/e9XHjtL+ebsJBqHot8I6Y71hfzN9Zd3aq/qNSuVqC6kw0XQjHLdYWi/uz2/s/CQ
UUxcWqnJwJSASXI9CtSCyEPeXrRHcvA6kqv4oKRSi95Y39lsreI517Rmm/+PsjPJkhvL0vNWdHKO
LPSNTmUNAFjrbm50upPB8AkOI4KBvu+xAg20BY21BQ20o9Ii9MEjVeUGs2MQMw+D7rTm4XX33Xfv
f/8fwvWVY++qRoAjj6AuN1jiapQJLEPXgMXLzrSa+ox0MrJyaVx/E1AJcYe0lx/KRhr3RqD9kokA
EaPcBzuJ1N95bAPzZTSQlCWZ3CEd4nsvCWTj+6JDVzevyjcw65+4pYu2FFvNcbSG9CwENec4YZk/
1WSuN4EgUd4X0GZtlQFV1r4QtgUICTfJNOFX0ibydkSydWUpX/madJcoLMWq/CFZsnDEkzy0OtSl
yTyWFbSoxK9cY0LvMxolhAIUq4XXyojXgkazab/cv7Q6p2iAEqIKdKWmaUxmnHZqfYblbweqw6i/
akQAhaIDIr1p8a1LNXbkfJdWr/Di2H1/bCjGELJvfgQ2PH3269qdzWyhqsQ6n70ewgi5mPnP9kKE
lpX1vejlbdxEbpI/NYGAAsIW+uagJfshpfvCU5CyhGgnbBxTjTe+zPAH8B6eqDn3Y80RmtwNun4b
GdGWSry9kfQb6nBd2PBS4AlBBeVnFuwHNdvUUeLOjmICKWLCxzyEaod9o/oAPoGrgC82N4pWbTMT
4Wn+9nsRuWVzqyah6wkH0Nu7xJCc2P9N5GkGddfK8q72xl1KjAQCqaoLIg5GSuPv77Hr6y8BDvJj
BvfKOW68TElnei2Sq6rEs9dOdiFMnR0jMgh3m/UoKKN/Hhmt3QCayZX1pKL2pZ4goIzL46gbfwpK
mR8SLTNcjxSFgzC0vxGoOHDrylROXN/WSIWvOC+gw4P2i1AXawbTvxTasGLTk4REJsSkNfk+K8Ly
EZZWiaBhLzyoky89BWIS2gGQbqk31Y1YNd6mThTpAY3pX4E4nDODFPlMJlM6Uxz1W0+xsk9KOq2d
vNc2EowBKX7CvGQdyENeWi99UhulHsFKFUQL3DEd/O0oG+Xz/fm71cpctECyBseT1PVlK1Yhah2F
gS2lfiZSYjlEuLoIQ9v9Vm4cdXgzINagRppDYkunsGqzwBOVuv2EDJJxJBP2q4wWgl2l8o9BpJ5P
UVN0H7sdcTknrmoIbIxosuzUj8MHxldyV55nHrxL0wEcjDQ5lzRQulA3XHY7Tyut8oW4+FRZmeIo
edyfzQzW7iz0tW1YBt/RKO42PQA/J8txvRCwN5wwbl7uP8f16M8wDsYDkmvKz5fDooX+EKH7kn2a
LOO7pUYoqvlivnIMXjWiAoVH/QIaJ3LMV0mSzKp9xD4i4TxBuvlIPSLRv3rIV6zxlTM1twKtIYuf
AiUuAJcjGoUsU0UahbOg5tOmSbpi0+p5t7cKcBCmGUTbNuz1gzCaxg58oLDiob9zIVzMKJplAENn
enLCM8Q9L9tX5ClTIq3XnrQ+hIwdeVZbGlCrKfPAd7niqVRoESe0rZAIvjnCnhamf4xWp9hhnHxS
aqjKajkeHQhxfom6DiCRL3TIK1aG/GmwImNvknZ+iOuut0cE3zf3F8LVAcrtj5ouiL3QnJl5gC+f
Ph/StGkaLT7HaSm5RJ8y6qkiAkZ9s6uk8KCHrbi2J6+OTwhnOKtnLlmmjJm7bLNSh4phJMWToqLk
NMiZfOojqEOMIVd/N0IlPAw5sWlpmrQTehjoXHp6cain0NyN0Ds690fgyvskNskmmDlLYRsjtnP5
NBYc+14RTgW1FiZqK1qo/FJCKPynMArqyu6/3hAkzmRkdEnUgZVc7rpg0FQvFoArlEIWbwk7AFeC
RnGllSvvk1EDpUsVyjyrpFUuO9RS3zASu4jOntFm2yhABzWGvmwLzbn/tUz78Jc494JtRdprpeXr
tCiEYAiHorpFneN8i7xsOh56T231pji3faO5QyC2JxQYIvQHo22uDvHWp67TrpIgPxhoHHSQNTpR
pna/3Z/Sa5Mwkxtx4AKgIQi/RIt5Rq+Sq6nTs6aBE4FSpNk1muFI0dg/F9E4QoNOgidXeyiWvVpe
GYXrLcWlCop8wJPvJB8Ln7SXUYmYxD49U1oT2BkFUzu11TqXHfg56mJzk0nRmqbadUwO8AP2xxS5
1RBjWUakoUOdIPky5ScOLnWDg1ps8PSK1G1i1f/VF8R0H4gTBf45lKc2YZ/AzocWOnZfj09ZEctO
3kwFyUdFfNOKlk0fF7HyoCSi9bP7ba6shhKD6moSrsDKL9dINGWdWQyD+KQK8hey5B0RJxXuHq9b
OX6u5gF8Bpcg4C2Eaanpnnfjh1u2kIKXKHIamoSzkaa/GshOZjnUE1UVf/VSby2XPH/fxUEwt0fm
YQ5AvcceL9ubKjWrSPWLT5SeNnZgDKGj+0my0qsrczW3AmU0dx3Cz0RfL1vJ4sSDLK4XnwQhhQcb
bbiDjMW2CbNPKxGua+eJtlRKWd5r2TAkC9NYDKGUplMtPgW6/KLMwFrEXWJHBRH1Q22HbtfV4skr
5JdQr20ZnH1px5Vv7fyUbGk2mH/c39bvLNXLEVbBOeBSkFzAdbzsu9KaVThYpfhk+sXoZnrgbaAC
iY5SrrR2InrWLhKDeD95YvRnoaOMaVOTHLxZ8qTA3N6k1gZBrXpX+UZjIz2ebT1SFTvdTMo9TJN/
DHoS7IFPCjsx1n54cVy4ZSWPmClBedD6OH0Kpzz4Xure+K2Cu32f5LL20Iaqfi6zRnKw58ivql35
yEFmvUpZu6quM9vuyxEgiQk4B3+DCjb04y9HwDDyKGrlgupCqdVdvad0vO+k5ziSHSvvNaqS+ee6
r+DtU0zfKSuhXHEYrnPlhBXQasLrAhk0h1svH8HTjUj2M2pB5Ew4Kprw2Cp+vSkrY3hI4eo71kHy
vZ+66CET4RBEYLKg7iBS0NqI0/AxSRhQxZ+kHcq03Z96k6iuV1cINCeU30eFv69wcnYRR/amxPvZ
9NIgPtZmWhzLUGkcUYB635lGKiqnUdFPmReqtpmnwqOkSCV6ixm23oCzKcw+3V99N0wsxCDEyWc+
H0jbl/akHIQiasuYCptREbYqTPSertQQbYRSibkMm/YxFazKreJpn/TTS1MmbqIgfSt2tXZII3Kw
OIGN90L+03IJapxbs1dWrOu10eMhqQHhWoWPwUFwOTumD46qMmsBrLhaHusxgDIxoXIpMsGohFU0
2HWniCsn3rXlI1JL0omQl8XBt2Tei5AiKuZ6jHPp+9MLnGHVSQyitRTfvLYv1v5cfKSAyZz5QCBA
W5yr8DeXdAICBZH1L49qv8mHPt40fVQCKF3VILi2fgQVSB7hRhHfB9Iw9/rD+WHqWFotGaVzFBfw
exe1TkykHepvea8Km9KrUCZQwqexluRDpASaE+fwxsvCULtylAwvwN7WXLur2Z0fCTIvfAsMGwmV
y0fKajhAjBEmHejnvvEndZK0SH9Pc2AqviqGX0ZvjYj9am7fmwTRDnkP95x3/twPo4BA9KCPuSed
x1DznQbaUzca8v5nQ8CwIJGznEleSRIRFL/smChCWx2TED2rleRvzSkxv7VQt+9TIVde7u/jK+cQ
z4xmyEQxgFSKLXZIVPQRtMPQ6IlV3D6F8UNrVQgBWpaQOJALKaJDin0jw/Z+pEh4pfFrhAwiX+/k
kUSDSLcsMRFTjJ5ZqDfpuYf+bgf1orePNaMiICFJFG4ibyVu+lJ8Fc2g2HR1IqFSkHeblKC4XfSa
5/i+Pq6Y9Gu3fX4oYMeMy1xSuKxZN+NO4GAP0nOoqPWBoLbo5nlu7WK/0uyYpNGhE+XPgTY4sRjB
2hTGe09O1sKq11gwHoPoyExvwzWCi8TlIlCAVCLw0yfnrJROoxj6J7g2lQ1eNkAmqczdhJoO12rF
2B0yxL2TOFtxrq73F14FVwcuD0QTrmQy0smPOVo6asRb9UVVBf/QRLBmCUHRuHB5bRKlXNvSN3oN
TguANDU6IiI56uzwfdhgCXSdTZ3myXkssgoa1sJ6qwIBNbomJnTZmyLwDiIHEREzFmldburBIkhw
f1Nc7/LLh1j4FSkxoriq2uQsxKGwLXUh2iR55H/56VYo7ifHQ4KWIvwlPCxtLEmI0yg4y30Axk6U
BLfPKGK638p7NerlQUEYhpQhZduQABJzvRzRcBTVshmz4Oxbvcthbqfx10QJXWqVtoP2zZI/Rdqx
Ub6qfeYYkWoDorWtpHVHAanh9snwRviYQ3QKRbsJv8tT/KRkR0390foqgvEvcvDFG1CViIFetr1j
1kBNymSPZ741s/4LhVCPpt99Laq3HI20TVX8Btvxz88XBYCcgYAIOAiWVckU/bR+G8r+GU2VBzMV
ZLQi6lWP5ypYCUjBBEQIleBcJLD0t+GYHfBQyuAcQ1y/L7TRcDwq9PajlW8DwfA3SHRUTm9GlmOA
pdtniSzZABzqlRm9sTrnqi/wzWBnucwtTocaUg+rhV/k3HeRQnIDsUFxjpDeXzfXm5/aMtbNbAGg
q11awaK1Oj80Mv+cTdVrL07WS1kbzauAoUIFJTS44rCAP/90o7jTwEHw6wFvLR36oAZEFZhQC01i
nRwmhCIeAJajv+IN2yQWOhdPdE3p9LqjXIkZSK6qyGlT3H65P2p1CMgKNxmsKuADNT3Svorm1Lhm
Nkguy8h/CMs02d3v6LsMx+WupFXASQBNwOPAUnHZqpWSRyvHKjs31nnKPUcK0DfUEhjHUjunwmDq
ty012tnrAAZX7F8TgducuvH6Q+HtC2JVevzUtAeIW2zDfO7CN7W0HH0c9/G4lxTUaSj/ojYrzbdK
H9iR8iKlJyV4MizCwL5WP+uTtB1FMOt1AsdjbYccq1aYbr0m3dVQZXZS4zbQZRp1/D0F+LwZEzCz
ZgVgMWhQC+qrfn9/SOab0scRISRBhA61WWNG3gCQvBwRY2Jvi33Yf844HPaliC5aiRjkXshFhdwc
HAqN0RmbtFXXTOS713bRNFy3EK3gtM96DoQSLps2rTSYOJSSzxBlynYDAe1Lm2ifKrnxD+i3kELz
GWvPTL2NErG99bZX91EDkjzVR+iyulRGlVcPj/D/qA5GaNyWmEwD8daXKUV2a/C+3h+sq3wf1BLc
/M2ZdpBVdCX1OAx+HKiVLjxz9d5DolIcc0MIz0WQ1Buh0Kq90NZuoomFK/Q4MOMgmhtPFaRPkRla
+6FB4bglpK6PMnLjnaS8jGZXuU3ux59SOZJXlvuVozcjdijIR5wEC0ryY7HJcsEqW6OrlGdP8rko
yGq9pZAg/wbC/E3wWljIIDFwRNnLT/5kanapW60Th13rmrURb5FU6hzUw6OfPIKB7ZHZm6+xcwUH
keLLiY/zScitfJCfvdwPNpEu1G7rB95K5GhpsN9boUQGeTNq8MnSXrYyFEmQ9dMspTGGxRb5PbZd
WTaH+0vinYXl4yoG4AfwCmg3CD9c+uW50KVSIjWJoD1HklVu9UodnQKmV+qhxe8wAxz7WIk3sZm8
6jNHx1i3m6yLis04QPprmU21ydMh3luZJR0hW/mlQsXHboOXIAgDqJLNL5EmDm6nZPmROLuOdeAG
BLNK6ci+FGwy1SgfLS/V9kFQZI40CfGW4KzmqGJqwNzZwPqGTrWTlar6asZ64qixUcIfZyYrJ9fV
dmYgGAUyChhX/ND3xfjBhwyLfrIaZAKf8XU22ha+d2d0ukO4Icz/MDj5KXAp8TsXb82P8MVbOcLm
JbOYhRldD3BnDkdyS7ycbIiWGzmoGvkZwOeeKk61Mlxd3UlcF+7P91Wx2Hs3QV1ASEUhOkjvy5aQ
XjRTdr/8XDyaO30XPw3b4iBtqbS2/Y1ki9vUUXbF125jPGs74yi62c53A1vY3n+O5fm5fAz58jEG
vW3DTizlZ1iCbQ0quER7U4pdJevAN1fW+HIn4SuDa5l9LzwTqEQWXVaVOZoSwLY2SJl2Mkz/a51Z
1srt+3YjYKcJ63EwL3lvcajKyktSwNMhaop5GIUbBOTCla7MB/zFOoGXBAgEuf6Zuo7j53LYtD6A
ynUqsrPe+qg3U2sNHXTuz5X5ngtZxhupgfRTCWbOEeJpbfFc93HGEv4VzSGsvazYIzg8UodK66UY
61RPjvl8w1oTrly0AthrRhmgvzun1wnhKZd9TBMiPynEE2ciuGlrT8CO9wkX6uf7K3AJjvyrHWLg
cIAQC2PPX7YDx4jHblDT8yBGwyHIhp5Mbe7keWxwnEsN4qJNUTmVp1WuGcPpChh+eq010dtJHZp0
TdrlNish30hK1T2MwRjYU0zpd1m1+s4vhkMb7OMu/K1H689ppOrBLOIXysKjXS4Xv4+6F6/k0RfO
0F89Ii9EDmtGQC/pE0aqxr0mU9JzafnPo0q4t2KeNApBbVh8Qlv14agsJNH8uc383q5KhggLjkdF
evZyJEeAkAYc5gRkakn7kqRJeCxarnSNmvp2Uhq/1MWaHPSNRQIiBYQyATW6u0QsxCoHSV+Gybkx
1GDvjZPpJAqlUe9r5F9+H/6r/yP/9NfOqv/tX/n997wYSd4GzeLXfzsXP7KXpvrxozl9L/51/uh/
vPXfLn/lk//8Zvd78/3il01G7ej43P6oxs8/akSF3tvkGeZ3/v+++F9+vH/L61j8+Mfffs/brJm/
Db6x7G//fOnwxz/+No/+v3z8+n++9vQ95WP//r/++7//j//9f/7nf1t+5Mf3uvnH3wTZ/DsEgtQa
oc1GPPG9CKT/8f6SofydlBzM+DMuHEM614dkedUE//ib9nd4Jbn5YWHxIuBjxy7VeTu/JCjK33E7
CdNRa8MFFAncv/2/p7uYgP+ckP+StemnPMyamm9mKX0wgET1ZxkGynW5W3KILWG3igBdh+xXoANn
imlnCpqm2rVtpuZHn631k6XBNAe2mBwhdzxyFlwxLld2IRgeilLqAGazHrU/hiSWoIEnYSKoL75q
VdPvHybjn9392L3Fsp7bwweZqUlBnhLGW7QnhllcjUk5IPQoZp8bmIxey1BfE2wjFnc5jJhxnEps
Hpw0cw5sGd7hnyQBNfXnh8N5e967261tbx9O263rbk8Ov59c/uu6jr3nJ/f0sD3YB95zOvHr0XV5
be8eeW1z5EfevT0czu6eV098+MBbHefAt213Nl/J189v2eZ8/vC6PR8OfJvN19mb+eXtYeu88RYe
wXbmf+FnftnYtrN39rTLe/nGT7szX//gunzVG/9y2NibDd/4zT3Zh8Orfdg4fGaz2Tgbx3Hmt234
PN83f5nzyA8nesITfZ6b3+2d49fNcX7r5niwN86T4/Izvd7vcjrv8HTbzf7RcbaH03Z+UJ5txyc/
O9/51j1vPT697Pcv8zAxUPOn3dMptedmXxz++f7CWHKiLmdsSY6VRlWtipH0fNqe3w7bVzq1cb47
+6PzstLSUur3qqWFu9TUFWhr1sbWff7229m3z/bm1ydHtFfaWapsXrWzODXqsi4CY26HKfp2+PyZ
eXYYb6Zk/3ByHxxn5UK1DNFfNbhwLDypKdEiZAjdt1dWC/N0f46wc/e31bIyqZYLw+tCWnh+2D7M
C3p7ev8/f5/ftuyNM2v19Hbavp3Opc3GOb29MZf2446Fdfi8O+x2u81u92g/scKOzsOe5fzr4+P7
cny0nac9883OY1u4zvODY7M/N8dn5+GB1Xfc71e6s9abhYOkAsTwIsbL/ea+sm8YsbVV/Q6l/2DO
r6ZkfoQPl64JS55pNPGwfTv7G7Yl2/08b3iG7TP/O9g7fpp3tW/Tw+Of+8Lp7T/d/X7/Z28/v6wt
kXfZvHsPtDDAaWMqkEGzKM+H1/PW+XN/CO3tbjsP+mmLjXNfTrOZZGKYiI2NDXTmX93z9tV9PXw+
ud9ybNvO/vbw25YvoCvnnb17/dQxfC5W5PNhx7rbHFnnhb15+h7Zxxem2nVl231mQbxZ9pfNE5Zk
69p7d/OMHTqeZgNzf27fyyfu9XMRvIpzAfZyVioG+2R/w+Z2Ns/9625rf/7LMtM9jOiD4z5seYgN
dvf+E3BrWNks8+sf594Y+7Gfh/ob5v3EKJxmu3Z6cc+u83A4YK33b+wWjDUWn1Nit9mUmNftljHn
6NnPp4D7jcnZvrmH8xmDzbo5f/Zt+xdW0ZY54ZTYHNmF37DaR/vdlh12h/Ph84+Db//4PH/pb6/n
t9B+nezffPuAscMOnT/z648frEZs/t55esHG8vfz/mXzsv/TweTvX+xXTpHBtn17x1b95fHp6Zen
437z5XDc//HyzEnhPHMcOJvNi2t/f+Qg2j8/uC9sUXtzPD5is497ht5lVN+HmZ7/yXBzuNIiZ8v+
xLl8enD2mye2+vsbv77wz7NReHEfnr99YyE6f6zMyP39DivY5YSYvpcLBkcMp+QDf1i7u5PLkcfW
tx33+Nch56ysAxCyd9cBcb7LZuPOMLqcZmmT4Tid2f9stbnV+fQubXaR/dt81mMu2RcHmzdiHbaf
51OZiWbi+ekzHzjYTzgEW36aP3s47J74e//CoLlH5/ndsWFYt/OpyY56Yuce3t2F/fHIhpyX+nZe
g+ftbE4De88SYvix1lsXe/wwT6O7/3bC03H3Z5fP3J8A9WIgABPhz5qEspEBI65MOvNyILppsnyx
zWrblElajE3ROYS/m839Vi5n+Z+tkD8nTDHffJdskblXF56ppLXtZdCnEEXV7CobkjcfrWU3jC3h
pziy5vZm3DqRRZFQKVo3i1M3kSZgeAOEKm1lqej6QVEZJN0aqut67IhgkrKcYTtokixJvyRUwKNK
9Co7UgP5F5Hky6Ephp8jsvurL8BYyGrPwGvQ15czVJWJCNGKVdlDrAaGExAobYHraXC65NaY13P5
9hof7+WN571NYKngUiHfoMpjiXagxKEs0m6s7LzM5CPYLc2Fqis6ia2pr+zFG01x8+OeAxpgPpoX
hwIYSDFPkeC2cyoAYDwH7FmEbYEYbromNHq9CufYPikIEqPgnua75EfjrxV6ZgoZ6MsurKMD4DZ9
Rg02j2quICRY5caKM3NjfXxsbxlgHZt8yvWO9lC0n4p9KnmFsIk6PVxp59YQAumzwMzSvSv6AC81
J2hLtJJkeBl0ThRN0UjQu53eICwoVxq7NYiUwM+hQLBcFBZcDqJVwrtUR2Np+6Mcu21XyaBMdc/R
VHN09cFcQ4/d7BwwYJgzZjb5Zb1Rp1L624RyaUtJS8rfiuQNOsKG7YcQI9+3UreamgvS4BaduRzf
qRA/OAeSoGmxMMCpMlZi4qLTqT/VEdBQK/Wr1/tNzS7df7pC7xsMBd//bGpxD+kmg8yoRK+Qcz5D
+uPvzHgsv8Jdpj72alx+rcw1ztFbq/Fjkwub2KmQrPWxxEAGIjQjhBhRwG78le18sxWQx1SHka+6
SlDWVhFUkxBUs3h1CzlQETkCjDErRI83W2Gxs5kB412VSniap5aBZZQ2ADrEGYdc34Zdru/uT9Kt
pU7oGa0UlKSpeVv4JhUcpVVYAo4WKug7HNNK4mOip96faVEHrxb2qlnZXDdXIOwEsxIJeb4lq1YE
5xQEiAriRMTLdknX/kpG9Te5lNfqDm4NIJilORuDyQWecbmLof4J/B5ybXTKBcPp09p0VXJyKxtq
cfudlzlBHaLdVJbo80GysLiBYIakp7PKLmHSnVlee/TLg2hTFIUPvX6u2IWu7Twg2ztFg3PcLruM
6LuorhULXfeXyC0FX7Nm7PxY8+sftjZ4AS6WHacMIi6J/pzValAfAqVN65UZXKBP/+oyZHucmaT2
oJNabLOh9s1AGvLKJhkZH8VE7rZlWSiveVedfF0YjlVdQKwf55Kt0L4zjOiAMQcE/61DOwrliit0
bWkQmJprAWBXAjSwLBTrR/wjoYOprhDBBNlQDSMRJTe9r7i96MsF4OJO/1zDKLJG5XI95rQ8c+7A
dUV9xdI9GmVlSFuJk2JAK9ipcigJkKFZY0K52b8PrSyW2AjubvJh1rS51nXkxBPZ6UtP2KWqDznf
r/lcRH/fLNzs1wwGJWBNRcMSNW0afabgUUK9NZoV3KuDSgVBk63snWvjw+jNpI0UhQFHWAr5ZLns
xbXRUJnhW/rnHH3YjQLIZCe2SfRbA6P79n6vbo0jS3aG2FKVfWURPBAGYaJxIulRrxYumG3hQfZE
3zHNtD7JHYXF7uDjBa70c63dhT9BThGEQa6W0HVk1QOCWIiMBu10ilqhemgp/XPEmDLX+529Nbiz
twkcHQce9OqlORgKMy2TKmNwQ0n71gjt0IIc7qIdVehiYQeZ0Pxyv8Vryz6ztJCu4grEsbj0Bam1
6DOtps69g/rc1cuyQgcPEVUhG37e7cSVxoMBUzBT3Cy5FWJ1muIeMj7U1tpkI8ZTux0a7eed6Tmr
PYslkQybkzaXQ5jBlZWr8ljYglGgtBOr8DZExrNYxkhlVeLK6ryx5y5am1fRB/vd+7JeDzrWSoRW
WXKU0Ih1x5MrdHDvz5PJF106ZqT34CeYVwfA3qVYO/s4TIJgKuykE+tjYArpLs9S8ZinmrkpDL17
HXoBLs6UMFL/81sBOAzZKvxrLuRLdRgDNssJMH2JAGFjvSSlJp/Ju7ZOIWvlIa/0KbKLAJ6H+z2+
sTJB+3BRxsOG9m0Jn+ROojeK1OOKStC2FIqVkK6NAjsUkcO539SNvU7x27t3PUvUL0lOzKIea9Uv
cKiCvHvQ27I9pEqjHUMyvPvGM1C+Tcp6jTvmxpQS4iDuMJMWgGOY19aHtQMKQ56ahlaVVpfJDYeh
6fZhXh+Rw2ufBhXON2BptVOG3Zpg6tWynQ/dGaQvqTJFf++R3w9Na16fFWWJRfEjs7BlMYMrWTK6
Ff3sqxmciRPBFM93MtytpW2pvEGp+ok1O8ElnNt1G00uV9xkrxTGGufPrR5hXXA/Z41q8v6Xgxmr
oRpqRTMrHGcDZbitML1RhZCsEcTc7BNl7UwZkQGQjpfthFOEbITYFqzKeHTrYlQfxKRND2jlrKGU
bzUF6yflmXArQaO1aAqAYZbn6M7YWunXoMdHwS2m8dcgF8cV5/DW4OELsQVmjlE0QC87VVKoHg5y
UdgVNT8b1ORbO+iRBry/y260Mh8zc1U8cH1Aqpet1L4RWGUYYsK0abBFvQ7sEgmdlb18Y9Tei9VZ
dlAAX3FRjZJfyFHt5XavdTiXGCrKuszo2Sv96df7HbrZFOYC7CtG6oqWyUAWCdbOuLDVsvW2TdzU
Tqx0kUNIZCUXc2voiIf+R0vz6x/2K1XGpTehN4jkVffVNDJlk8lesXKWXTkfcMsSnpztH3aXFP9l
I4B8yjSXhBwC+lx8LOFcfIGHPD9YvqYiXN4Pw+7++L3z9F0canOLM4s/pEegx5fXsKlMoqQvaVH1
LQawlAIKcbLY8RDXRGAebZh9NqAETKmYhSxLKc8kCsday4ptoPTx5/uPc2uQmUiK82YeJiAVl/33
syRtTY+VY1jdBPkSNSuECH78fCNAeUHGISTFullcw/Syn8K6gLwJ8SM5dMY+0hu3Fq1CX9kHt2YT
wBWxnJmNAkTKZW88Nc5EZWRxZlE2OFGg6IDgha2kdfusEdZqHW6NnTkXEKP/oUP4t/CDqGLUByBg
BYhtzXuIu7E8FFhR9+cHj7IyeNZ0zi2w0Jd9MhKjgokJixjVafWYt0G6GTQlXEGO3egLw8YlCovI
RC1HLs5yIbbCYPZTjeAp6S3VkdCB+9lQ0Sw7NANPObW4TC2ZGM2pExphXvtxqKSndBxkt/Ayc3N/
xK4jHXMz4IOocSewDEL7cshSfco14MM5hUhe+AhpjbKVULylttuydbF7MnsNPSPR25SB4T0Q7z7q
VlGsnC9X/hUPIb0X2mhEW8ylIzCVYms1foIjoHeytGkGqN6Qn9DE7lFre2qWhx5trUPVWfJamPbG
NuA2ABYLrsuZxnOxDYQ80MQ2tXJ7TCMldgJRH13UFh6RN1LRMvL47/0Rv7V6ZoQUU3qrLIVqpSGd
RKyICuzb7mul2qJpurYT5se+tJwA/iAMhl5+5kVfXgeIOfsz6U1u60HoO4mJYuOYTcZB9aw1Rp/r
EaQpgK6QO9HiVXUPtlIXKzgO7TzWQsEd86Q0bRHsyBerVjSUqdLeW9nns2ez7B07b440Yr6AoV8u
2gDBi8EvFfCZWSq4KsTyX8u2n34rWyNxJSmTfyMMMjwUgZLv00qu3+5P4fVylSDjm7VYAJ/NzJaX
zadZKfpdD9sDjNa+m+jGH0llvGkZASo03IH0q2te5fWimVvk0ko2jSjrsjS8Rss3lKlItTNB5tJa
tu2erZKtGIPZPC6GFZYghROO9cnZszCfctSAgsub3K4ioZocMwvDbyXS7KpbFZ76qYw7Sm5iMyBm
ZCRJvXZG3FizM3P7TGBP/o5b3eWwVlNhxBnpbfR1vXKr+fHYOJYnBa95XSlr+lA3DB+pEq7Khg71
HNZv0VlFFmK1b0Q2vl5/wi7Gr5JnxW6nVonkqnWgvcRKylV58Pq62cqe5xm2UNfllwDelTVBiBsj
Tz52LjTAvZ5Bo5ddl1FPq6ayx9iXAdu1a5vfeh1/PhMH1PZGLz7V5lep9IOfPsoYBNLoRM7Aa5Jl
vGxXTK1EK995S0YkGpzG95RpZ3VSWK9YvVtzy8ULDCq8hJD9za9/cFDTLIs8kKe57det96UbI8XY
jJLlPTSh2hq7+/vzVmOQNnBhJ8jDn8VoNqosB0IT5zZ6QuKxkPL2qc8Mwe30vH+939QN40d5P82Q
UEREbZnlkzyVItWMfhmR4f0RwXf6xaSIbhdnSbInoRn8cr+9G10jRg/qGDkAuBKXsJNEFcKUUgLs
em6YLkTT6AFX8HzkfObnp2yuxeVIpGtEixdrI9TTwq8bFCusUa18Wx3QyiDtlykHCd7yzL3fsRs2
FXY2OoaVo1T7PT3xYYFEQ6YnfitkNgxAkePlQQ2LV0niz/HMWv6jGatO3JWcNSs3p1vtEm6kyVkX
CsHHy4XZNr2UUFhGu31GBGeAXedJHkk0VlkYfOlzNX804eNZce5uTCMABVwA6iEJ2y3F6TqjU9NG
oMCAZTq6XsYuhyk0dwyjXiu+vbFCKeUBOCARMxYBpV92cFJ6ygL7NLe9eoL+vp3k3ah35r6tvGiu
hhdWantude2dQhtbBsWGOb/+YSLLHln2wUSrJq9V/YBkhOymvpZ/nsxwrQxtXoGL8wohEoVcA4V/
jOXiHFb1kvLR0cts0Q+TJ7UifATVRrC9vzJvtsK5q8mwqM5Ck5cdggw/TnVENe0ySmB490TzIRCC
/qdjYTOFDhEJKB0hVluyu9cBqTd9LGgl0QbDAYmejHt0LYTSHeGvKFdM5K1VQYRqvsfgVKjmslPi
pFctSnUswOala6bnNC97W8efsqmsL1dMya3WiPG9Fw/B67LM5RVZHelKweauxtI/ZmGlbBFUNw7i
MBQPUz+1K727MWVYZCLR0D4C29KWwT5DLnqITTK77woo6KZAlDvXzyVvzYu4sdhpYg6MEaOlmn5+
kA+LfShUKWhC9vHQdUbqpmAHYC7PzdAOQ696ub8Qb4wig0hqEpCChfTrojFvkIas8c3MRg5Qy1we
p/w9q1TNsz2BQC6RfzX4eevIiT1XSVHlibu92MxTbqZDMMiZHXUhKmXC/+Xsy5bjxplmnwgR3Jdb
kt2t1ZZkWbZ8g/BKEgS4YcfT/9lzzsVYclgx38VETMTYgyYJFKqysjL7LjvPRkkIOB8yurvGufgt
i74/vVMk1TADhAYQcKbza/jXOx0Ug4wgyZBjSn6VoJt4gCA+bDozOLr//YW+tdL5bvjXSsUKWhhY
QZBa0mo0lwjVih9mP5kVCrgrPuXfl/vDVVOX58boOTfBnfLiwYTaIYQv47lRLqhTgC35XSho3W05
RFaIq/1VuY300/+wKEQ5/6EgoVp6seguahuPVTo30uIljqCCfBS++DjAHuUYFVt6tHLI3ljzD+UZ
Aj+yavBTQVt4Od4pq7BIlu7wqIOwDiQD56t6dfyTh1nh90Wk4ksuor3LSbRfJtaJN4LN61z63BVC
CEVGjbmrl4c/ypbSpRwOB7p08b1OZt/Af6CH0PGmbwMGGQ+SbvKWrPKNm+911DlvV5wU5NEAFF5e
R7PKoLYGfLKhCYhDaGn0B5ay5P7vH/R1FEDVWQKHBK0MONrL+9WUsx7HZABgA3OBL30YzABRAbnM
x4y65YvSef/17yu+fqHnOheQGoygIDf5Mu4MSpAh2pFBCDUK22zjnN9BHgXa2TvaKsc8nfMGMiaR
aehK2VushT+t/k8Wf5awPufZvx9SA3GKER58KLZXSC90JcHBBHa/DLatLR/jZpxpsN3qonW6AFgc
//z7078OEulZVeB8SwJrAFL6+/oFOhJIkxEkEjell/jn67Rm9pRAROX4n1cCRApkCK2cfwD231dC
7ZDUgeOWnGldzt0cKuubekJP/1iY3A9vhKPXpxRmUigjkBfimwJW+H05ycjEnJK4ThK+/cAF0k2W
TV08wXFaqXk59cJvz6st1xPzafb094d9fViwOqB0EJ6h2ABA7PfVFcQ8Ji2xOphj7DpeC0y2szn5
z0fyvAomfJH44nZ+qX6OE1KBpW2RIcIg/Ao+2u9M5cjl//AoVXI+9WB71i95NRJcPwJWGl4kps3v
QEqHntMYRbDD+/s6fzj5ALfPcnWQDXrt8oH+aS7srOezOXPe1RtGHetY9Jfg+7mrqlLkP6ekIJxB
ugN9MkySvmKESfiQL9v5ExHC0gM3FX+XA/c6iN5ld39/tD/tRTAvzw4AACzBS/99Nwg2wth19Ljz
SysvI7ZlLcAE0SXe8stVQvlwQ7/9Pt/Z+ow5uPWNo/CHGIM0Dq8UqBMI8S+5wTmfDKgfSL6p60nS
bEAU77KKl8AxXbk/JgnJDaRdx+0xG3u/v/Hwr/MCZFgYYUWzB1JTxUvG1ELCmuSAX5oYXoLP+Bhj
0cwJDmMLO5ezLyxohg89cfn/EHCwMPgF+MgIOy+xfzWOcusNigAfb7Il+IWXpgrD57jU0xu564vj
jpMHR3uwChOcREhkvwQTqBlmUWd+7CIroRpbcXmKFziM/H0bvQT1/v8yMOMCiohD/7JWw0i4iMYU
0msMPQp11liDTTc5LBEj7VZAWBj9xPlqSskddRC82tDtvKda/cft/OpnvAhu2RpZheR27MZ9F42D
3uIJiaE9LaVIu6kOh6WAQDBOMwSDQWY8/P0tvLix/lkdBD8wVuB9Bo7si8C+LyMUNUoN/bm+11f5
Bv3GqNfmuIzmrTbDnz7rv5c6n+t/Z9AhLX0uzNjpuh4PMA6pusTJt3wdXgS+fx6oPgPDsAgHPvpS
s4yYAXaqIxvgarqX9ioCC5a20q/Tfpl6VkcfylXR/5jNnRcFkx6nETPmkIB9KduZ+mzb86XuO0uH
/jYHvak7I1f/Lab/swrwvARjEP+oY51jw79eoMawCCUAmLra+Upc65in04VKRZlcYFxfYgaohJ3r
G3XPi4Dz/xZFqoH+BdZGMfL7ogst6TD6bOwE1DwoGsCrHkNbQuU73pvJla5uVQU7n1OvN3Tb/747
X20Z9PPP4q4oEKBAB+ji98V3AxEKiIlkbb6p/iLaKaSjQXx9Y5UXER0uOyANw/kAHVQIKCcv6T6a
jxhgWZK47Uffm9anfHnPNlcfSOHIQXrc1mJe5yPcNN5ytnt1/LB0heYz+HDQlQXT//cHrNkS0QkO
7W0cLUN8l+Sr2Z5gZJeQrAHHRao3ulF/Wg/nAnc+cjnQ1V+cwSFkPKFkPbtaZjCPs6HqIPvA21yH
vfv7t/vDUsDua0D4IDjhHL54tBUTXfsESk1LUXUc6DaHzuFeRkjb9jc+4IuM4PwBwYJAix3/lFDw
f7FH2VRssdMWTyWj5Xqg83oiNIg2gQzkgzLo8VOroVIqXHpj09y+cSe/Cjnn5dEaQVIH5g526u8f
MSF1jRx4SFps0upEgoLQerEDmI5Iivxgie7//mZfnwoYqaEHjYsYPU3wJH5fb+3dRBlFWIPMbXYx
cXjybOOg3nipr5/qt1VeaiufbWHINqW0RUe/bPuqWFruwLyLh/remDR/I878aTmgs2dyNgYp8Hy/
P1Q+AzsdK6hYI4hFMzuu2e7HoR1ynnINQ7DMJ/PBKz6+5Yf3p7d51kMCDRYESgBYvy88AGoEhz8h
bVotxfMwoY25yP9IB8JH+sdxBKA62MqAAM9P/6/QzRfPh7NfZ+vxOM91tMwQqp7XNxC414+CAYjo
rL+PSga5+It3CIMe2sOshnVJgq5PXo3LgYxjfPlftx9WOWNEaIkCmHoJTckFEpZrRVi3ZgkyM4y8
HsdIvrUfXoePAiERJS5GNNFxLc7//V9vDFA99elWsY4YvzTDEOF6szG7cBTN+r8/0Ksr7sxoQk4F
RV74tQGF+n2pfTlP2Y7j1G0YFfseJi0e87zfjhvLXSerhVz1AFHf2O9/ej4wIWBUAHgW6794vh2y
ikW/4S2ycdjQMgaVXSZz2TgS2zdO8p+WwonC/YJ6BbjIi22R88GMGP1CBwdWE9CkhDL7Yqr4OQPB
8Pj3V/l6B56n98BBAqJ+hvVe7PMobDD01tXUQUxtOdWS/9phcH74+yKvvxf2A9oR4P2fr82X8Vam
MZSDMNmKDVj6j3oJoQskG24w9yqh7b/y2zmQ/a3e2J8e7d+rvogTFELzGNmiY5fGJlwY2BueFmmS
i78/2+tcBE1NIGi4NjGCjv7m73sxh33ttBEUJaTS452YdGh86eZWZGtyHQ+Mima0NL3IBkW//n3p
Pz0gLjFUtglyIBCtf1/aBbkS4hzqoaJwXaGT6WZS0VtI0h9XAaiN7j7QXgys/b5KzjTG52k+dmVi
zDFdlwkcsvgtXPf1lkdNg0AICX1AINBm/n2VpYzEHKuBdZEOVJ8Wu8rkGNg+iYtNJOotsc/XlxeW
w0AKBLRQRaGa/H0508/ZtoWMdTRs2amftnA/57CZYfsZq6q1qd/YJn84AkD96jMbBRnHq281KOi/
m9KyriqRbSgVo2dVkqW6QKGi4Ma5VjemlPItv4U/vFbEY5BusCqcEaMXH0+Rc/K1Gdb1uHyO+czC
JR01IN0FxfxbQ/N/eKlI/gu05HDcUVW9eKn1HPmy7jfWSaX6BeNnSP1asA9gyzYWtYQEYLaMb/nH
/+EJUcYBxsIFB5mwl6riWWmtlFqLbkYztAW2RB8Lq9KLkC7m+38+b2hc4ZgDKEY79yWDSukSXYDB
iA48+rI1sclb+GT9+F8WARINnAOjYC/L4Shee/D5lOhAgLaHYY6gO2rrt8yYXr01wCe4xtD3A2Zz
Jrr+vv8dijc0F9nSYbZ8u+eA3btI7vY0+Lj49PcHehUgsd9hAoHUA+cbet3n+PKvvGDeIS0JcvXW
sSVPHymYWfRyDB5Drt0C15O6w81tq6HN7LpNX5jVddr8/ReghfoqiKF+AlUSCfKZCYIJ999/BMq5
CUOf03bweTRhDpyElCf8zvAg+6ktRCZFaGClGHjdYH4SNrZNVIkI9lQxWnd0g7Z3FIsYatSpH76O
E7gY2aXl1UqehnIGQvGJ+onN7KIkRpIfs2CEVi38VShhcGY088QOke0jmraDn80Wdcqg3ctOqmZ7
+mjcWpOlLYbBnv/8ELb0eSsHoX7FKlrtp5CEIn23i3IXPzYoPuo20X6EPjlZxo01LFZMXOmVjVdR
yQqG5hgz/rODfREa5LPud1Yek2ycdevjydi6QYet2m8jflZLgNsMr54A7yTZdYFZyuhHLTH79HFC
QQi3vQVjUfHc4s2IsjOcMD3jxy+OXq07E6pF53a2H2CZWWBcclGM0k6gST61zKt6/+iydGfv9yUn
6QWvawqAEM+y5M8b9zoNXbpZV+YX+xb6kB6gCe6IannEoSt7sQ+S2JOC2VFoJHJ+NxxiP1YYphX1
BqF371cKc5GBpv5h0SGef/B1LpLxpKAU+GmTKGdNx/dlJe/Al13oOzXWAWRnHUvIsOfwJe9EAWbJ
51j3EYZa0zDP4cNarOC01j2kIw5ORptqdZlzdi/POjSiIynR9aec+lJ+WTXcB3ULkGnWH+TCALo2
ZmZ8H1DK0jq+GNJEuYdidGpCFdEHvaFfySKSsYYnuw6fClfy/uOYV2YjRygIWMMvuTZ6uC8HvRrT
YGymyu6tLRduG8V761l77soixx594ZZPe4mJfdRd81qrp+BTS10zmjyQ+0qmPf+e4cZO+lYQUvWy
C3ZnSYWOf5TrD0sxRPnPJISsnwBKy22I2qE3JRvaEXLmsWy93qB72fWwA+uxPA5y/cioF+Cs67Wo
wsn3+Tw/VzmsXKYGfAmYRUIzRZf2C2KlSeB5obMp3G26Ag3yRGTtZdokbN4hfj31KtV7M1YhoT/l
Pic5tjItJMYWiPdx9LnKfJCYWc9c2E3bM7L553WoQ3xlkzULH2GRp/sPaQ2p10dMtzre5TUltsVY
RCibKlJwHDYLHDxuBSSdMPAPMD48cQL2iOoWXWDx3W7ljfesyJ4Uq3Q4VnRBBGpBu5ND1GGUKO7J
xeY5Oq8NtLe9f54zgYN6FJGHTENTTlEARWRmBH591+meiLVuzy3wOuoGBVtzc4iGCjBgE5IJvYBr
TTDJWbexETr8yAeCLlZHBwkWUBMvPlqyIyhCc4WJuZgEHzcsCrN9BsMSgu8NpsrpfJMkPQFLFTo/
oCU3fqn66Wu+7W4d27KPQvQAhXKIJ2Bqx9OaNUGBIqMbBNhcf4eRNhugYp309a7bMx9Cyqsy5lum
3k1LlPP9cld8WPVpdxgNlq1BUQC58jUtaH4Dc9pCaGgXjcM8wM4GKA040nGt1iaFhk3eJhkh69SO
2lZrchlSgfD1kfIc3swP85RuU32A5HRp4487XVD7ILur8pSde5KkvHUqOHddgTQkE3gIh8w2tvY6
PkjpIQvU1cSy/U6wzW8XG/Q8RgZGoVpgYAOXL1v/qESCnsdRMV/8Uutoy+s4mmT0pRwTuTyKEhP5
YP2BrATiIQZJlx9JipjcJAbZQmvdaMx1VEC58NGjQNZPkVp2fuK8L5JrWUGPqkX4ir6VChZZzaj9
ernTwE8wUoohEmG3Pm6K3va3BU2G9zUmD44Jr6f36KvBJqoVZS3zx2rMxXQA3LS7pEHTexneF6ux
GN5d0y0jn5MU2Pd3PNOYflYFk4AFNIHpJ34WWg7xMGnfgofA0xPo1hG/ln6meVdYpOntxOpk+5zq
pCJRQ4TY1huSTzV/SKaRbzcxbmB6t2Wj8zeId+vnkMV+eOrneqPfSxjiins2kaq8Vxv8Sj6DC7Qt
R7mQseyGeDX+hFzVq8a4GaTRw0YE/bnUMt7vQFuF9YXrYaf4DVt2wZ6jMegu93uRzPOPmmaswGDh
jvdwWAJsDH6OmQE63ZBlT7CrsUcid5/DfXz4TGavig+zD1u4GgjLMNqfOcrhsdlXKpovMisLWR4j
GF+7+ALeYSt1bYBrzP7LVN5GP82UbbNtBhVnmrRSkSz5luzO6RQT9LMrQocJDXhhtVBC6nvX1PUw
5pjVWGDmCCvvIYUmP5xA5m3+WWoRRbxZqk1iWnboE1V/3TIWrU/lmIkRGcOCjT40YIaFIoFjm09z
MFPgiapmBNLK7aeqMhwz6Oh7bLcjyW3agCgDyaBqcYjnoB5I/SzAC4XxX+FGjdAYT3E7gQcCjmW8
wEMod8sIWhHsD7PqyfVonD5RS8SPfl6h8rxl3ExAg9f4KSZAzNoUezFty63fxXepQ/UAghdu7FpE
g7svZusuepwvejMN6TC3iD7b5ypG4xcXrJmeJUg9D9wv7Ecx5kpcwPE0vV+tLe4xeNqrf66F576K
d4c5R1lczXYb9AdkCnAhyIe8FqctQNziBEETqg5RSTMHW/J6zy+CjEBrAd1XPC1xiY/lA7ncdx/F
HbDRIWrgikV0CyIe5AjyjXN2ZEVOb1DdeNGsgoevI8H9fbmqZMsO6yAtKNhKicO+xbDBrnycHbNo
7k8oPqAasvoJFlcTeEFDt4p5iVoD0ni3o3uhTxbX23MKLiZvNyhmyzafDD7K6DmUgQxYrar1u9XT
pRxN6ZvMVOCOQS2u7qEg5KzpRk+ku+ohe+EbxubyYhK7cpCssVXcRQTXUBOfl2r1ksAqcY7ho9zu
8VKQLnWJi0Gy64cHhLvkk0yX2TSJr+XHjJX9x7x39NeAzs59vEP+BG+EkOg4wGBm6KJyj3AeFlbb
Bu5mSFYhHLMWNyuF9cT9soRZnuANwlZ4XmNG56hTlbiPEybNty7bYHDSsFxatIEWbM1CwkXnQH0V
LS3D33l//g5Awv20mFZRCuV85ChL2WUBuQh4iR4a9PiJwjTFrJOvtc3FdZ8uwXVgNo94hsip9DSS
AJPOJIzsy4JPM7aj5eSYYvI7x6+dQSnK83UG7U/AJhjFjjiyjONfAcMiB++nah6alMX90z4xRi+y
ntqkKZGpgILBqnpp65iv7ydeVMOxTBg0bWqpC3VMFxmhpV+HqW6WIGHoNBgwexuSx0OGoy+i/BC0
WB9sKUX+QUw9i1sLbzLVCFeuspmGzbnbvOxXjFr3KVz85t6Wcbfge67vthAlF0vPRH65pNxR/CWY
qnS81HFoUkwGmUaVCsEMzuIZP87CkPcJqFXLt3iZfEMqxEzYsjgND4l+w/82ncp6OpjaIOMrSpiB
gCk+l9c1Z2V2Qo5bEbjQ1vP0cwqpsz+hkS8/C77iPmHDOKbdLOt6P6rQR3iWWM4tsqUMitwWdI8r
6vb8Kcm9rK5mijmAdkhN/xDKfo6aFcz7a2cokktjLZI8E9Y66Yol610L4akasouDG+/8liRfZFYP
NyNfRNaoKO0VgmHNxnamBoHRhjj7uCeR/wL/Wlo3BHJe8UOiFSQLclAcxOdp3wywsUkqPb/DsYTd
EvjwuPkKOkbkbkBe+xg0gbRLtCTj9RLnum4XKH8j4Z+Wqe/6fqjSC3yq3ByDHqzEVp3rB4NxE3ag
DgaosGMSZrgYLdmK4wSqztTAFnsoYcVEAQcHQsXQDIuLP2eWnAlRmOZkR4CQ8lCnBmxQ6gZ6ComJ
oEOU9704EeTT66eBpbZZqxK2s7LXiF3obJSTaCxGJMXFjnnXO2BvCe/QPzLx5VaqGBNiBDULzlcx
EnOCwLljF7Bj2tdr5Cqo2iZ8FgZ5vxr/n4jpXHbSZRiHxwDL8AltffEziUP/Y1gX+wPyL8NX20/8
Zs7BzTumqNLvAtPT40wJd12EDQVbyzmSMBhO58d9IhFipohDeixhPoykADYVpMuRUKSnInbxdJly
IR/RZ8/70KLeR/UW4JLwsGPGzh8wgbR2A2UF7gKCW6sFjRf6WJRn1YhkcEaBanha3KErD3GKgGGm
+giOfrQfSbmX7iOb62q6VNmEdFiZqDwEbnAPwdF2TtVhhV7d2BSEDM+sx+R8A9JaJB6Z9lZ2Rmw0
PSEUL7cgUVCM+KahwNiNrosmCzBNbECkqH9Fe+J+RYrUv2SWo7I1jG6+1ZHO0bSsJO4zEOw43B1i
kRxojvIcvJezYKSLxfbVWotJl35IxdTIOqTf0SxBDaTqeEKKTPaPFS2Xb2L2JL1KMZ1+gg1TNbaA
s/cNWhxAgY+YXJnWluUU3JNh2OIns1CD47KE/ksxr/ZdETL6tVae3Os00fc1qe10WpHxgD6pckwV
lwJKPIeRse1oMyHHQx27ijaDHv2t3biLjjyz7lsJSdKpyYlX31kKnQQovcxp0VGXlCce7SYCcNOH
rzLKDEblV3itXZhJpt+szXSJmR6/fF0RPMKh1BW7hSFV9CvRwr4zBDj4Md1k8dX0nD0OOVQyMNLI
5ZUueqRIOZoppvHg+JgLDhKu7zY7il9ui8i3WTqWIL55/2FcFGRZ5BL48B4ucxnapsLMP2MuYRZt
fT1NB08yzsHc5Poa5unrjgLBb7/6IqNffLr29xpX+B08stXzoPJKNAZv7Xu5KVgMiS1Grj/jmzfQ
YHFxC+865IGcD+ex3UyCthBlnsOLYBj0u3pHGd4wNylUVX44lwlVPt7FiXDzcY3GHIh8DEWjI3zF
jG7YNublCZ3L+LlQU15An+RscLznOO4Jxi5LAFWo4TuHsfa9yUpXoioFk6BCt4n4+mBThxGOybnl
KqDnmx1tgsL+kGwKbU+VKXWCpbUWTa2EKtpFJxqOjrLEJqMmy97TrRqewLzgjzbRwIFQ+GnZpCuM
yBsKBYaiEUXlHibe5z/NUvNbK0fZXzm4hmeHukISc9ydqFQ7wTcIcDkMwS7jreTq6FxdP+JOX8bO
5ON8zTDhrS73hRdfFpOSWxh/hvwYV8PwqUfCqq/Kfq8fhpp6h9nHCTMGwFjgCeuHbTtUsSuniy3O
Ztb22Zr9qLbUgQQ0U36dhT3A7lKvqt1zWcyQPPLENh5f5iTQirRHY4bwmfbOuxtEi1wc62RKDiKr
lG03UCaQzq49ijuKh8fb8bX/jKI7fcyntP8w7Rj0bUa15UnTE+QAXTL56BcfmbjGuN85hAO9Ko67
GdeyxRSNuith5wzxXmg74AUEW7QBY1nvoeuWunZYQzE3piLFduiRtuct4Vl0mRuLx6wxBAEtSGHL
ssF5zr6jw0c/RmsmP2Wg039Bm8Bf91wz16qB158qa5YfQAL53a5X8Y3lIb1c8Jh7iy45yl+HLhHU
MsD5Bw/O1vQynSWvsK722FGEKnugUWqSJs7ohjeLmAEcJMnlA4e4B4r9BKwIRM9yuzOoUm0DIV8W
X6+e5F+Ml/BsKtj+lY9T9ikt0UJrZMbVt0lCeapxHPhnC/PXQiDsMZ40u5bVV3SYkSTroe5vQr65
vfF4ibcw84hGjFY5fbPqHklKFOu487TkC8a6NlI08DUbnwmoWc+wGIY9Nk1WjISAuLGcspXRqfFm
dyiBMFaK4j+My3aigthbWp2NQWAD6VSzDUnZt3JYKn1A1uTnNpOBfQZNn94lurCmEaiPQiv6c9a2
ZQZefAU0CRuzFuXS9ikG9q+q3e9fE+OzxyLUGWI3CfP9MqvqU96nsb+sp356XBVbvitQrG8hH7H4
41iMtWsWqGB8jhyA1AamYiOG/8ctfuBmxhVAB0hnIsQW5b2bo/KTTtez06PPsqfBGFwddvGY+in2
yfErFbH0mksUych900V36RyTz2O1QJoONQNFQVplEHOSyFpuRIChS7NmfDMNjnjxjRDL+8OwWYgf
MVTELe+n6f2cop4ADoSe8gmmVexmDxBKOFFSx5eVnMqfvcjmK/DXkcVwgxQjVpV7BLJcbh1oyNS2
MG6qhq7KVxDoOQAxyGVibv52RLPpu+WqLo5KLckxLwwy+lmxMLbJvsvnaLP1XQFyH7j2cNbD2Hcu
+N7W0H+8RitzyRs03sYPvZjU2q5qTjhEWQ1yrwrCUWmj0l580DUpbSvsmoZWZbG7yare17gK1fhQ
QYm3bMSqxvKYVjo+4huvAZkbRp1FIskzyEUYd8fQeyK7nMPilmM6zl5M6BI9lsTuwxWUI3E5Dkir
hwaxiFzUQ+TMKerXsuz2vMKUet4jyGQAy65ozMN7qfhWH4Ibpms/e1hNx3vu06YmXr4fbYFbbS57
tDG53ueLsUSj6BDAPPyc0zV83WoXbR2+4XSjnUrirrYSm5tPVHxSZFq/1YJnfVsgQ/mOJoO/ZaWF
Ix9q5vmdcp7wuwhSDKp/qFeAwJ1bUgVnHqrH/TlOPbyfEAEy/S6jSV/AGbXa/LcpkEg286RwCkil
8BUipOqoDGU6paczAQAjzuNefy/ycZ8P2y6DfbZUxx8qNA4vvIkGHJxg9OdF2Pq70AsfjlU8z08Q
T88+6YUwuOmmRDzD+7rImggV98dAWA3hpQKWu/FeYJfW8OLkByJ1XR2cput4AZd6BnPaOYvDTc9r
5CwBZfGHIpOAF2OXQBkgBYDNu3GdKtdArnRxh6piywSYIxUfJgfhBMinh5k0bh/cs8oY0tCkjGe4
j3L8mG4xG5Z21VbKLgre3SJ53lDLeu63VgDRGw+YzhcCmNq6fSXeFFX/nYczpOCjbbuvGKmqQwK5
HiQbFrbnbRjzGchUqVXUEu/Cgktl3dd2QU/7V+LLCNK/+A5jcpHXdv2yUQ2lU1rqLW2BMaOs8WWq
gfSQYlmvZJYQDpnONAU6BHE9oMT7Ooh2DiG/08xONyYidu7gAopSqA+g7bWD2yEkD+PC1R6TBDkG
GDA9aMBiFfuEBo2bH9iukwh/3Czv4pQhb/MsROIYgPpmbTGPxb3gYA00zusViNskyneQpUvLRq2F
/oGBeKcbgCGwJC3wmddO7GQAYLXW/Z3xEMZpAJRM0cmAtWu73EGhEzh0Xe3YOkl2yymVD2iqCNT2
fpnjc/jmX0eXaYRpaLjhr4/IphtCY/OYhKx+vwqn3Al0fXYHF9846XJoRNyrGgKO0PRWUH2fC5ug
XRUPGplAJJOYHHUNyOhJDKwHx4P1JoaL3DyG2ymbUKrluAZFUymdu8MaCMQ7CQ+WX497FV/s66pM
s6L//zhgVykwa3g1AKvIYOsHy2QcqBFcmb5xoHuhEC3y/qT7tAodxIlXtDIpU31TQXicwmGWuq/Z
zFV0GlClXgJTTd8vpS1+DfDB04hbvfKtxAYqm5zzEB2ns1t7t9PEPNqcCNLE8egltDEyXqIJM5ai
XcUKwreHNparQLpIgwXMCz7s9M5CQy1v0ae1G7J9W92iSbR/pKDIRWj4AwqBnq0NQP1ihUbAaLdA
Wk8l+KPxiLuJxxn/RoYxAJTM6umRokO/HkRJat8S1Ad3tWPInDBdtA9NFMkAnNnz6ZKmCeZ6lUNb
psmhzDB3JTLXvdXo8Ql8ybCgAHBZvrc5W7MP9R6jro4xdPmAlk8MCGOLNRIhradGTRV6Ur5U650e
kfJ20OSeLgVMcofG9MRsnbGD+ZZQmB4j37PrDZsEjy8TRcnjHrL0HtzfIJpc0RoIazTv+0Gg23cb
lhwA2NDn6uM/TYamNvX6M9G7e09mqp4IXTZ+qPeN/czTCdfpalz4Zj3Z36dwXf+5LZDwQHGQ0ver
nwuEILokT4Zn0Ow1QJ8uymRJvlO4qX/Co2KPoS8adKfdvH8pZwJgPgQDxS1dDRwjyZBygV4byw+4
57L36KDJB5SqYW3TPvefQZImX2Z0JnCR1YOTDdcxYbdQLEU/qVeb+bD6avDg+wdYH6xJuf/cI2i2
IFsvfhIIOUYtitHqXZJYBqR3d/IjcQKZ9aB0dMvZOdK4YaD3M65P1VoVm2s0RzB9CyJzSRo6yri4
dXnICrRmBL93sUe+iyXn94kjBaQNDe67qjQIVntZRA9bNbPt/zg7r924kSUMPxEBNtlMt+QE5WRZ
lnxDSA7MbOb09Oej98YaDTTwwS72xvD2kOyurqo/1GUbOsYEwFQM1iZyctqU2Gi7xllfS6yyLBxW
rE0nyvk3b2gNVqSaWVDRTn0SY0yzNOuptnxL0vaIsCaxzrgEBX3tIgQIN5ZC3Wer08DOK435irBn
lpQfpPe+7Wrqd6gVUgblFNeUwoOpHlKGjo8BeDkDsD1ZYvpiTIm4b0hB9MCG5XPXkv43hAM3BnxC
PtKjjJ/0hiQ7mnCAD4tq8DNiHfKkIXHmc4ki8JfLwEjpF6KXRcAmmZ+HPtUeI5E2CVBw07yWWUi3
dmCYXOb301Dd2diT/mi4eW7pNIs7PHuVcVfDhQ9p2RUZ4zdWhHhKS9F8C+n86fvUnPu7QhdtcRna
3cIIS46XvUOMCP6Xaqvp8eo3vC3allzeZBh0ApunZaw3FNv4rczozSKibChotSbLgImqLL4zUMP2
26Ybmm0UtkD8E1Q+3u9skFQ0uW7fZyLLal51RK6gYIO+6RnA9LZsCcXBnE7sWFfpzu/O1OcHOfdD
e1m5NlfOjOZGBM5gTa/0wR0ZtJCQ9zbWt/F5IqHHr9ccnphVpUzSPxXRt8OGxggD2rrLczoN4mXO
clf4g5Fpl4je1S/bGWk8Y/SM4WoKBPytz53B8XO9AMO3Iqc+L1qN/3PRDDUprXRyi1njrvUb3MMC
7YBFsILFBZqrUraUWRjH6z/ondAWLwlqQ5ABHxpXc1PoX3NN1sZWY2ZhEoxJ7q595BAw3onp/27w
klMP2WjObxNMrhceiCktFBt5uXVQh9iBrIe224/4p1/Q8NFHX7GFvpAtlfkmMkNND5S7aOZ+Fp35
oltl8gRLNf7e05t9wc5TxHtw6uKpThPrV7OomFmnuafT8webe6tULa8nz63HZmsNnvgBcbxaGPie
YgLANAqZnetZPn4rGd9lXRhxGTIMFTYIGxlh52/O41TTPazBiZMhn0nxYN7UWzvT4mrbNom8bHGb
AG6aSvkrNAs6AUK54SZuRnvcOckCmzDpLV2jYlBaG11HVlrwzCADWjCxX+ed6nszDwq+3UUplA6W
jCDzV1aN3X1VLiS1WtiGVjDTrja3VmlNaVDpualfLmHehD7GRNaLZkwgQmXkGt0upYB9cDJNVIFn
adp8njSx8QgdFmcAXcTkBo7Cw0V1gu5MtOYBfhSG1W1emlVOcB/LL1oDPMYtzcQPfxGVc6+39hDt
Rq0rvjsV2VGQlDSr/VyLLO4zI68eu3qyfqK5oD9TZr1y/KYrEV88S5wMxbU5z8ZylTUMi/DNLKTb
NESWcwtXt8o2LvfwAtTu1gQlzeqR1w24Q+wiBrjk+5Chq+mlQfig8xzXndgyqzJ5TLNopt1jjVqy
VfCSJO08g7Zy1dlLYMw97GGRLdkTui678Av8LCL+erNs7NJYOp8rEoyj56b51WKiKzcgPuLCHosw
w8PSsy/szNUmGvrj9CXmVT5Vy4LIeEo9xupqGbEvGGIjxnK4VHW1oyUU3bWM/S5QeNjiSdPj/ht6
D45f2YcQUOaimtpNLN1WBpFWQcWQoWuctynn7xWeAAFSOiVAl2ESbDPSLA5naTSVLxJaDJib4LyC
b2JLEZvYdcdsoEKY+7zD943bwAm3cqKI8GU2e7ty6LT0yprH0PbdSZ8SPxpwJgrykobqmTvb1q/K
quNvJSEl5iU4/bkSpEQbFw6UfFiyvL+apa6SK7Iz+2qsdKfcW0M5JIFlFZBqyBzo1ggxiGZTDIZG
A2aJ2DyxZamXYe55kNpMovuCouvbRE2AxEdTGBwsbhV+zdyomlFTLo4T0PgHBgDqbS6rijRlV9BT
z4KcAbc98lmzuRH9qH5oTHVPLifmSZ+hvu5/2ENubXUj7usbWvdgXh2iyJmgVNu/vaFIfs5gq79y
uq9PsrKhToQVjj6BmUVkb11Nar5JhkredtA9YIiBweKjNMwTkMMgs2A2sCHHdHNsXp1UEQT7mG45
N0nnNEGaJS2fYnTY+p1bldIv41Y+eVCPXuNcTE967bi9Xxjl9FpiEi02aTxo9+QTCwyVmh/vuMVX
KfvmKZuU7vnEapGigYJ3AnNMNiQtc1QlWB7Z5ULttrSdn2AAQ6sBB3naXJXTuL7oJ/lqiU5+NXWn
v5caBarfukP7w9CjknyEIqjahMCa5wUPSEoX9uZlQkpqB3kytArOCr7VmH2aGNMOFSQLjn5R7bkL
4zdHjlaHvfS8mPg81Ym9kZrlJJuQFygCaLkOZzVkHwSJYSbQlvEMAz+vIGz5a0xGtMIHln7DWKmr
0qXdCSKXVU8YTOU/s2loFCz8Jb8tczLP7cwkbmAt4N1i46WDnHZTCqxdT3ZRB7OTSZ4sRCW6XUIu
GLBxd/peZXr2SkGAjjsptOXRELOOakWrx0cZzemDMQ+CppEYQeG4PlQVwNcAmc7dTt0OXVjfFNIw
vzYllf49bSdTBjXMq+8zyrqXSM3Fl9bOSLFhgKdwwpLQfIqtWaHAnxPzRgPmjs9UGdWv8aBWBiI1
SOaP2Lh1+14vM80feo/7Qpv7FDgJMPHRtiG1pDE2l/5Yl92vAcHFd5sSNCLfMDmfJkkC2QQYl7dV
9ph0Qd0u0VfRCchEFYjOOlUjBq6w1Mh7Tgrsp/2+N8T9ZI7TfcFwsorWpUxfYdRRhMzd8HOCWVz4
cbvu4raViTpbqqx8VgDCbGgvn5JAozGg+2AHsefTdKIVtdhZfB13VekEjTQa7uGRv7SrY9nHjPeI
aY7nujbnZ7IIIQ610dTdR20IxSJdifa+lGM8w0frtWdq8/zWtGh18+ZT7bZquugOOQ3muaEo5bkh
OnrAzUpR4sBZFgaRmerdjUNT7YmmYvWiR6NhbR09py87NIm4gTNZ2gG6EhpX1Gs2qHQqnDkgzkLe
IPUq7+eeETEbrTb54HEHlLzhCKDyiGDsPWuxWU0bM571s1EDfieGR9OrW1nho0UWw3uytf5NmAso
P4L4hDEzwpop1LUxfhJhYoUXWLKOt2WNY8yOo0Bgg5rHXaksZiGDwA51ROZuNvSbisrmqphVc6VJ
YovvdFGXbbpc1ouv2XN4i95ieBgMt3sbZCebM4FnyGWZA8WTuakQWFJar/TxRsKf00RnykRhTy82
UXudqeHOZpJadcmjtlAbHCOOgxnJ1a+E/cMKeLjvWr2wf1cyzu2t1gzl6xoeqNLAPPDyJpM4d8Kp
wNYQvPSldkeB3iE2o5IbSnNpz9CjuMkbxAXQY+zwZnFyJvotNOLgIsSLGjZeqKKKlEgmF4tV0sGu
QnjqNDBgf+xqbc5uMk9xeRZ1MRpsn8a8yCwwJzxvdJVTQ9nZg95N6Y9RLc73GD44hMzY1L+1S01R
ZOW47sgphm0TGToaw6jXQ9JyezC/sQvTK6j4P6awzevALCuyPSchP3cW18ARssz1s9So4DNNCyAn
ATut423qkrL7g0Yl6qfAdZCNvNE4h5QTu1uc7pjNZJea+VpChiNamVzDaTnoZ3FbcyRo/Ht3rVGZ
dxUd6HITjub4Uhvcmmw+Ob4ZJeOG/DRL7cuhhfvll55KnsYZuIye1Ghdo8Ee2eGQK+NtD7GvwRuq
klTzTgaKYTdCv+DDNXA1skl7zLwpgsi2EhCVxcSh/VAPCQE3LF8aRKTPo9mqm1JPJvMszSt9V2pT
J/cE1zoLnE51sYQ1QUuQcUD0E/LhIivBP8WKJMKpc30HRelwNnlWAd5QJHZLBDJo9jIoBaEDXvnA
24OZcZ74CGEDj6mzbICPwb3OxoSJZq1Je/waURndg3LKbIfZMg38XNoSdCu4N+JuO1RObu6YFERL
O+3N5lmlxvhrLLmDcOQCcd6k3Vx/cTyh5VcQfZPLlGhRBM64VlVgzPwI6DJJ5DvkXs/4kGqXqBaB
sZ1lTF9lLMdfYHys2mRt5m3oW+XubSMLGsJMOFyoB/C/BXUtXav5hg6usi5jSyVfIR10HQnXUPVQ
ZhINzsiElCULmgoG1llES629Qk7bXg8QzfvApd21nDEhsUriW7DWyXiEYbG8kXgN8OEnR4btUxdl
SEG2DRZczrkGlP+Ky/f4PEXm1O/B5F218aiK4Vj0Gu6Q1Nc0tyNn0V48LNGw7XJt7ybuMy+GDRa7
JNdKfWmB8SFW6Yn+pkGPKDdLklnhFnKIBzWK0rTYyBaOEEj3egBkP2NWaJTuUAcud4pNhu3ANAPp
8x47Vbv3S2+OOmDlwmOiUK73MG3H62VoF9pvC5FhAzDSP0SQpnvwIZHV9DTd7CnBHsHc9Eo1uP7A
AiTJzIqZXnFrEXIakVH0uxBDBJSxruvgpWhxBsSgsW3Ab7FxzKrFCc9qessJJkUkuIHSDSBDILjS
3mE7VuHNhJWau6Nzn3E3mQbQnIRGjmdcs1Aul81gAFqZWvSF5HEctjEOqheYyQg6LHqpaRTHLdt3
nHRcFeq0mEM/mwnv4Ig0fM5xBaeYhnDiwO1aUvFqZUaGfrjERtO35iGbNoU5yJ/xUhIDtYRpNL5m
FvRovRQOsN8TrB+avM6/Qkw0qy1V/fQ0RHERn2sk3mAbSWXeO5GBw9YkKnZkZ5edADUU4nokuXmt
08H9gl2wB/mIaUXhNvcWJJ2LaXQ3jZsY32NlONYmTSf9fLEiVd02nmrux7m0dLgbLgx2tab2RWhm
TSD1HlYYGbmG8rq0229lnFPnptiCEuQhcYYbOuPynnAAhoTGDEquWeaaBvlN6+8IU8sQmGkGx7FK
cTQa6z/3gOy8wVe66q4JjeDE8IjCZ5QY+dmMs+q0gfAAPAjNp36Z0ce1mxrCW33B3BT9dzSVrrnX
NXp8AW0CwVWi20yQJLho7laMJuUnxuPdzyIy2pGEOoue8Ngd7ue4GbhhKjt6rbt5/h050Ox2WeNl
bx6XdLO1OVggEXXq1ljQpA680JmUM2DHA3bLWOPcoGIg8aP0zn7Qoy9fVeUkoy+whn8CxaVHM7bd
fK3U6L3i/QKbB8TYqkEBlhTKsqm5P/O0WN4SaiueSuRw2vrCGWSQJqnVrXCeNQR64uTfE7xdGdwj
FuT2kk4dqGeyajrawYMsWqqlgHyi63z8CNjuoh1no/N1xxgtzoHUYlhGadRs3cqDds3dwkglN5JL
FADI1jdMHtPnjaPb+pUVlQwbSMSYqz35Y/atVkRlkjioR71REfohPBY/oJumd+haO3iGiVFoWxjh
4V1HfIoD0nxBmZao/osBV/xrBXbzaNngCJLb8apQufmQ5qYs7+t07LHa8ZJhPjPcYfrSxm2LDerS
mNgAVXkX7mdlpg99ZbZ0nsYZ0cqsL3QbyV0wTV0MN3O3VEmavU2kolyc2tpuNkbHqdlGXTIRH72x
Kc9LORk9ctxRuh69VYv4YJkdfxwj5/lRJUulBXitKRwNUjGnb66COLHHImMIrwdqHAhdTKp/mODN
/ZKUBnxqsZq5lBG99lDG0MlmGDDQGzo9fxubKXwMyfR/Ygq1tlnnaZQEAnLALVIc8wU9CEyPAnnQ
S51MXORNJ7x9nY8ZKCsKoeJsgt/5QK1SMdg4NVro8xbioFEstQjaHCWinxlGnsMwoUmyCUNkMuSR
jnNHb5ps00IVcJk20O82CSMmXcCDnusJco35ZMx18ja5MHuDPHfIclH/NXVQ6254V6YSnhGZP0ku
sGuc7ZRZ2F+0woDI02MactdqoluC2g370Uf+BpupcnT1mDnJ/N3tbfHFBtDStyJcdG0Tex7gBLOh
oiTImoLUNNfM8l64nfvA9Eb1omutBWFJqcgIiIe0D5kOV14hSdNKdM2N+YqfPIRP6LjFeYPwatgK
fN+7gN+jP4Zoni+WZVRwRGig/myzJHox6KbBqK2nIgGJZYv5hlloM0zBYeVdQnCDHAAF/ltYzrHc
wEhagOEdt9rDsOdvmnDrFPce6BvJMZR8vzfxSdtGTefcdKmlTYTqXFj0/tL0uamy5NELM+8O2JCO
yxiGi7Y2uCblu7aGtGVKJOn+TGR7JWmg1DBgWfqdQuzgI6wK3+yYVsWu9epUbma4EB48r26+kItd
4HWhrzdMqtd5spVDTFs2h9FhbkXhOrdr3WkRVPrlvFVt1ARhP9Dbw7/JuGqHRX6NMqKYj8FlwgQi
ypKd21SkM5g3N79HBH9XSV10xmZodPDyxEVVwJtmQwZWV0e5Pyyz9owAkW88zViiu8kiHs3Jwaql
hndp0BojRfPHTBkIb7LSu++ycLF8ivWYpCEUggOhG9rXMTGXr2Ey9AJC+Npnxgyuf5Vpa9bBMtKH
CRYmUISrr+AM4EbP6K6Yq0iDPktZ7c+mI66RizU3rhdBOHZEQWYfSadjWJRXjRORHnjeaGeg3mXK
xnAHUVRGZ7lovXutjHHR8DwQ+0tzGEEzgMPbTUjYb5FYcNefG6n0NL/tmKXclY1GLdoBu28pVssU
GWKq1L0xC2gBcMZaRDShDt6FRq7f1lM8V5tGn4QM3AUJdDDpff86mKM2bse+EenOi72MMxV7NpkW
BNQF+lwUpRtBSzD5OUU0Zrb9ookhKBQCeBKzOYNy4dVGcoH/mFdcj0Pi3llJltcbc1hyZFoKjt0t
kh9A7R6dAi+jNoufIitFu5vjJZw280TLahfFJMYbwVtsNgtBnNwiBaXixeaVJugKGeFDUjvkEjWj
LzSIngNJyMxZ/ZWXEwPVE3QfD6qbcXhZxwBcMxChe4YzKwEhVWtf1xa4c2AucwW12K1SvBhlKGDe
Erl8DSDlRoQCystEJxUm3ggte5OjH/qpwmr+qnKR3kpY6fpKGKR3TDfWoRBV1W83HCj+6OvSK6R7
SMaVWgA2nZPr38n4xi6gRClJQYfGvRWVWYt9KN3le6SN+jUS00G/RExm/hwtYa7NmRx6JrOEonMa
w/ECPqqXt4gLTAGH3+xjYHYGHASQgDhRzpTq9zFDD7JASZ0PNui69di3DbBy3dvAu5neeuezFnXj
fuR7f1m4waczSTfjPKV7ct+ZAz0kPM76KwgR3JIK9skN2QHXRa63avCXlibG3k3qhgaWgZrgCz3J
nBREDQZ8qTJz7+1CQYbluolu6xwmsT/wlr/BUB9u10IPKo6eowfTNNXeoZMMf2QVHeRgMCcqDDm5
OTQRRqq8ePHMYY6qeHbgZ+W0K4oUY90tbnjyR06zDWdYo4ofY1l2VL66V7/gM2TnNNnK/Eck6gYW
RJjRUkLNnVdw0svqUSgYAARZ+BfSwvPYT1qGkm84xfN3b7aXgTzehAsy0qq1YOGQNsKTlvmDTNAy
BKBQ9pvlNs49d1Br7lQYgXOzdZut3kUNKX5TmVWwRud5Z6Q0d7bp1NHGttwFYmTsFrcrB3XexFM9
XZO5lK19FoFoz9tYCrfGWq7WrtuBW/MsU8o8d+mJGL6LwTwlvJoqcdsiBvzZhPpya6MW7fwRYkV/
1i303+7QnoV4m2qO4t3E0lJbpnh1ztXS2Xn1RF2gPWkejVFgoEqHn2+nZLndWImXvFykTg5IefTD
i9JB8ym/4CiGAtHUvqphjX9zmBrqAbl4pUWQMGmNwbONaMJDAErmr7BLB+ZteEiXdmaFlsdX/cws
2s/1zqvvw1/O6cxYI7VndonQMTmjC3kg7s7FbHk1xB8AYWl813oV+n1W93snG6c7Tcsxe9XCiE/X
9Zs868X+8+UPBd/r8sxqRY7vYmMLCvZea42GtemgrRQ+0ivKoRwqc3+mwxI0UXdWt2AUnr9YMrps
phxa8OeLH04V+/Pw4Ow6qKNpr/4p71dnTphtAd2VfhZy5W4bEXKQCsYCbjOqigRaE120CGU2+HlC
RYVGdJuVsE1IYmh413b3fOIXHWrP/7yPv37RgcUKhOewbgo+R6QkcRgIc5NGnhGQKj3VpMIEHrDw
BjXaNu9GC38vd96XJR0AY4yghs+0HOCTeCfe1KEFwJ+fxRDD1fVWmB+cxeqJCN1LSuKyiGi3op2L
IHbkdCOzVtlq8/lbOPSGWFdbHT6c1d0UTsyBTUo1ypIx7zBBoAO7bzJxTOhxyKVICydremPQr3HC
ROfYNnQABGxr3YPCOrC+gCDZqqwFh0cOaNzZ0ExIcwVc3E6fzmHPefuqRLutTPvfxj+wA6UN09he
dyDri4Md6CoUiPBfgPswwkNyRfs3qb4WkrvgnE4Q0Pbnr/bjg75f72B/zbaGMKWqEB6W+khFO87X
M+tewscw4YrX3aZ26/rBs/Jo9/nKH3c2K2M+Y2Fq7DCPav1lf1k7tLOlRCLZ2UxI0i8iuK1cvJU6
/3yVj1uHVRgSyLZBkUET5/0qLJ2YXs2JNkfRXVgr9c0txAWg/PjFgW99Yt98PBe4bxM+QI8BBPma
75dzpRd6hcZObTpus47WcEDH8RviGnH27w9G5cY0cuAe/H3X1/vX60PK1TRTwt0Q1kZ9TgaDFgv5
cBJA8ESV3NDOPTF2/dirdE2MmFDAI004dC8UVNh10XPmq1gbf4QzjS6vS9dOYhNnd7g1uiecuo7t
EEYnuAghXOyfDt3FRyZCSJBbonHTU694S9VWm8pph/L/2IqMIMITXkjJVzt4lwlkcjIK3uVSOzVc
586DczTVJ1Y59v6wKxeQp5iCAif+/RcbHXi6WcwqHQwBG2mht5ylsdFsJ3qsIPj0wj7fIsc2o6d7
sAdIy4hmByfMVo0Vze66RcTg3Y8lxiDBFEWOtu1zkpoTkeTQpGiNXJ7p6LxFiWvE4ZgS5fU5OTDK
40ZExWsCoAc/NIO6slRXbluuI4m1bnj6/BGPhC8uBkzIBLGSSc/G+3e6hO5iWpBEfTwFUHQKJ9y3
M/1Ws0h3dR66dCFMuZcmhMcTj3vka2ICC9qMJxPBRR4kKoORqNitOelt2LsvBsLrlLtYDGcMK+t3
Efro7eePeuQ0rAkZo1lMwZV0GFra0evg2OVgWdBDNxbOlrteM09NJT/yFR0DRzdb4FKE9fPBY2FX
E6XleuZCIxMTrPesTfdm2wp9J0odNnKS6vOtgP8bnwhoR1fmIkDCxrBA/NLff8oQ3v/UMQ3MT92e
OhoxTLgJW84GTZJWvBHbIbuOSDnDEwsfOSasp5NdYHYNv239YX9F0gbJu4PClBebVdNFW+rDFidY
7d6jg3Iioh15Ruz/TAaYcFTWceHvl6pz3VhGq0Cdj/ZvozVQyyarQXibACDdV9CUnzPhnfIrPvKA
3uoNz/wgiw6KfvBNEUzjwTxwSBKBgY7eQEdC2hLuIx2Vwj9vUg/Oh8eUDcbe4Fn+/gFTROf0k3jA
EEOgjdfBYxpr65Tf28ejsE5c0BmyauH4Zh9aAuqDyxSPmjkwGgYCt9mYweeL0+FEKnZkldUbj3+I
nljoH4TPHr1KUVoeYLQDR7QSpQVbJ7b/+ViTRXPkDDwUDR33s/dvbNLjYSJ9h2QBaaS4bTDXURvV
aN2p83XkcQjMAjd7nUuOnfB+IRAlGZX0T/1lxJk0KYwmgLB4wnH4Y1T8M1IUvyxGxJP+HDyNQcIy
TiVNTh43uyB4JvM2aeF/VBOq/y0K62p++dcthxkvwxqhqFvraJWDuJFA66Z/QMZsmhUlW+xWu2qe
ps3nqxx5MMclLkqdy82mznv/9kb8W6MmqynFvRrIMI+dK4bJtDvX6eOgmqJTw3mOr0cJwCBT8rtD
V/zB0HvHoa8DBUFrwf8YJwq6GkYobVI9Vff91Jg/Pn/EIxuER2SMGbcMnv8fSm/88VGt8CLnuExQ
7irQBdUt/77f8eShMWaZa9T1Dky+vdZG447owO9zPbxzJwRPbZrNJ6ZXfswLaEVZXCUOdyUFwMHZ
De0Yu6nVPtNktB1MbVxZUM2MX6Dse3tvdNHgZtEEhNd2xf7z13jky5Fu4RdoMatQ0Et5v1OGRE/q
moElvrJl9IwEyHpGmifbXa6w7fDtDErR7vMlP14rDKbgVa5IDrfn4aUdj0bpjUzR9kOzXPYWrKzv
uQYieaUZlOd3IQpe4as6pp/7+cJHtoyLrafLAXQ5f4des8y9JIHFb9AfcKu6SS1Z+G1Vjf+cx/J4
Hr6XBoIrLL8P7i9VTWj5XYhfXu6We3SNISZvWulwFPK8sE5s0GNbh6uZbuD6RiHNvf9+vclILHiq
1KXulOzx9oJblycarvShk17jRzhfWzTt9ibJ9eO/v06H18i0EZftY61b669MxEnoXUe2BfsfMtOd
wPNpq/BUPFGjHtugjkFNTA5pUaoe5Mx4PlUmjvMwk+3M8VsIC9/NCVdP+Lf1GTqR9uz/eCpKaYxu
KXsI1e+fasFORSERZHdKVSUbVO6VDc0Lk6wTu/Hog1Hlr8kH/3UPan2cqaCF4tCAg0uIhoDJwAAm
rfKm/CwrLL19WFD+nOqEHVl0HZJC3cPL5Ao/uBgWA5pytaCzmZnYBkaFhGuGB6/wtYmKYvP5q/yY
ybE5qFAt6lRuBfMgthRjhsoWWx0kUR3ioiBZpjp/Rvvl1BMK8Xk0TlV1f+aivO8HryNTqKxc3ivZ
w8HXmwovjmygCd/j2BXbZOj063HCQcxLuvIsdIGORFK3+xhmJDMANeApP5odAMECj7wTW/dIvPEw
PiGkmzax/TC9jEeYmUyHUnBrmmjLIF0ofBFO8Z+/5ePP/Ncy62f46xymdpcPesj0m3BZJttv+tVc
i1GR0goK0+turSLWzvURfM3NcaytcqBojMtdpvKk+ok5Vcf2F1/8v8EKRIaD06owkwsdySNHcMcD
CVv1l9nUGZQwPboYWmq0zx/+2Cum+c1dws25DnV7/+zSXphNgS2j71hmje8aCiJnLsYTT3VsIzsM
EheY45t8y/Wp/3rDMINlPvXUCVjo1S9hGoEj1kb0yuDtU6nA0Qei5lodyuH26gcvEHdkCAKChKNh
iPgmbGAEAtTEJxKOo6sgKiHw0Psgfr9/IHRNYWUwNpUxwVHi7rApkv2GSgsF9Off59ibY3wPVyuN
d5oPB2l8Q3LvImplIa3TdxrM9I2jBue+QjH85f9ZCuNnb02smQH+/pmKdmo7T+MjVVNX3bphF4Nw
utB4YRON6df/YzGmXdGCI8UWh1U4djYx7tAkvAMAzK7vOwZfwhDfDF1e7D5f6ti3IkXjAsSOmRv+
4LngMEm7LWjdmKZV3GNl4d7Y7uCeiFXr/+UwcGKS7KztIW6IQy/mMh/sOVnYd2ULb9Lv4YqeExzH
p5gO1a7qUft8/ljHdgbNPiiKsJXAsA6uP7NDNF7YQGf4aZVBuiCPa1KGhJHXxyc+1sdno1si2RRc
fHQyDp9tlMLLWzjVq5q62cdhfa/c5gKqnH2mN8lw4sGOrObiu8z4BGa+rHSz9/tw7E2NaePA69ao
2RdR4WmPjHZCuiP65Q6LvvBEvvlxf+BgLRicQx5hoHQ9OMuJbkPY1xSidjD2l0osMz03Y3z4/HMd
XYUphxxjWhlgnu+fStMGe1pwZ4LRhgOrHKLmBgrnqZlKR97dmgsBtFAc0HRe//yvQEu7HnWUC6++
HObhTohwpUyg+r2QxWh/M+ow//3Pj8UWpMlk4FYP9nLwWKadN0kUUxLgMEayXhg/k9L5xxnVNBao
ByRhiYDO5XGYUhoaZhPlMlDeKRMX3RbvGLrLsgygYiBQ0/lmJ07zx69FXLcYv0lNSYp5CAjWQ4UC
Z/Dg8+V1f+UsaXit96M5/nN0R1KhO0wud4juhnsQ3d0Cvg8EkAxnjE5ti6z4taxUs8ZOT43B+vBA
timowB2dEtlgevnBocLpt9F6HSGiqOfkpVBatc26+J/786xCaUo6sQ5L4IHebz+IoLC9HeyGG2S4
tZ+VLlY44zxm5vXQV9D20taDRIdOnsOP02V9Eic79pxr2KAiJ4KAOL7/BTmVzir4hb3U5HBlksaM
r2RiFf96/3OdrDO2uJi5mQmN75fRsYfv5drGQxbmbjxz/FVCMj77/Gytufa7K4WO5zouZMXCvfXf
94s0Sdk2XWt/79EIV0q7t5OzQnd2Shg+E29IcBB9Ma/hxJ780F1YV0VsRFtXroZBB98QLiFuvZP9
feovvNi9KoatocIgt9PNsjx//oCHS9E71kEfGJJDxxUF9EHwSPCVWKCGogq2p+gGt5Mw6MdiuNTw
W9/qNjo1Onvx9vNFD3fIn0XB+ME0DVKMw9ZeiuuQNaop9vHvyO7RB+TbxZ3dzeerHN7O/63ikvOa
5jpY7+C8AUJH2AHzaDEypxFSiba2YnFRCtCVnyJMHFlsHRaCDg3EmxEZB1G/UYoxZdbKRoxD1hor
94ELjRtz6sJ/3Pg817ulDja+ZYehs9QshTZxRMRQhHvMVf41ZVtXofPDbAz6akSSg7jY9yKGeY87
I0HG2o+gxoBti7P7/Bt93Amgs6ggiFN0m+iPvD9fKA6W1LIRJ4ZJVVHFtjEOi/m/Rl6Qn3erHJxi
ChI8ASaKRwxBQx/frBc9Ey+fP8nHDUA7AmtWhnOsaJNz8FWmXOuMaMFKjaFF9k8x4eeQI9BdfSWc
U6OS/mzdv8MSCQaL0SIALQFfOpxQN+KRIOcBFAsUHRcZckYNsbbTXjVaUd9AvlW7zu77M8xfjWBK
UuMcl9z8RGz88O2okZl5IuBKuauG8+CJixqH9SJ2nr0EBUCNzWIw2dmpbOroIjA8eKcgNrZ+uAi2
L9gIRy/ZXBfe1qxN66JkVp23/6evtzJiJIUQEAoLMf/kIFb0eT55sT2NPsPwYpjLlfsV3xQkpDKN
T9R4B0/031JkuYxqBcNmnOH7LW+GTpKVJLe+XSD+bnnATZ9r4t+CxJ9VgH7+PAwjMA+ZCItS2EiV
MUqb2MCBDUX0lakvpwC7Q/ref8uALoA70ni3rYP3hm/OAH6mQaMfrOYsner5Che5/sbqI2sfUzCj
7JoshJjot8aMISoIpfvo3MK3JeCTnjroB4fwz8+xgQLWI0hC/KEf6ZYGFnpYRah5yv1WZvnlhJ3B
LkHbdmIg9x9e2F9n8M9a0OQMNg7gPbnx++8oZYH188x3jNPmsUfcg3WWuV/C7AzL4jNLNd/7ZPze
C8bnyPBLafXPEwj0TNZXd9k5vvSn+hRrrDz4QVzkLhe6t87KPWQLIbFAletika+LxjN/Ffi/Zhdl
C8p5h3dmme2yZCmMBzzhkh9Lghv1CbbS/6g7k946siy/f5VE7kMV82B0FeAY3sBBpEiKknIToCQq
5nmOVdmoRcMb27CBhoGG0Qvb5UV5a6O/kjP9HfwLlqqKL0jwNWtXEJBIJZPvvrhx77nnnvMfnpn8
xcZWBKoEYALxvcMJ8etZ7pD/7G2gYWj46kXhgh8u3SqMU/fl7frMHjoYavkqj+5YlTTJ4bQsu7DV
hX3CgjgjGe1ev1MZxWKPgmRbzsLDUWporX6esoe6OQg3sjUKm1JGa+qveBauVRItQJoQ+modWbgs
pEivsY6KOP4JVnTzVugF/erlUZ5bHEA92BLUR+jdrqIOgIug7DNY1UkkxVssW0MDRogUeIEatGdi
iaqD3JXlidLH/fvXD80ZBaoMrMfTjQK1OpeGDGqhQnHufJS04Q5fBGEP1Vu7zFCVQzpN1y+J/cew
gU+XCcB57lvAlUimCQmHL1AYaO0IdYx+h6lW53GSF7vQao51W55OrUkHkFcnmiIXvHW9PhSrXhfL
bLKh5V2JunbXq+aNP+snPQouaLa2O0OtXwdrIfhQkZRRC6DMKgPRXR2L8I8Grt35BPMUsYKPVokw
+K6UlEh3kJgtQzQbm4AmDBKd8e3Lr3NZKYdhxpQ4t8Az0H4BUrMaGvAMZLKEoU0dQLYy+rFXlGHl
4XUE2aGtj1Uels97Op5KKwRMMuDV1cqdpNlXAxk9nGZA7kAes/hDGgT+Bpx1DLnRKHdoER/z/3sa
y5Z2IBAlYKWsnHW1PMRrEGI0+ooIGglOIhaCm6iNtSnR1zoSy54dijs7JFC0DDmxDxcpQm0zfo2I
zKAcOMgcIGIier4V5dlGimdJf13WhsuMyVkNoIIlu/TqVye2MMKdNjUYGNqIdodQo29VJhinvXKR
LEh1hiB6glLkZnn4UJYP4GxGgwqhvMxsvGkI49xN9VD7CjfMRAutjI/5DD+Zx9WQ63lMIQCaOBo4
UD1LV1KT+9iQWjer0v7Iwz0JKw8wfCAOZFf0rfXVuRDOUygiiYSW6FR1e7RKMgduUH5kXTwdhboG
XXganRypaLcfTiGqon1sVLCUraTRvCrsZxSb9Hn78ota7y5yF3YV+4pVLpsokR6OAjNLwvMJpEvn
++LVaPWYJgXdflKM3saAaLzqi2PtoSdDMmNcXBbY9oLaXt/5UslQRqWBSBE1teSO6JdrjlW0wqWE
stKFZbaLXt3Uei8/6PL6H4cRimIyadoCO2RQwJaHD5qOQ9eLCUZQ7SayO2fwiq1yLrvHShvrTiZB
43Cc1ZlDttjpVco4pfvTbe7ivWF/Pbm8e/lhHu4jLz2Ncvg0o96EMP8YRd4CKLDx8vCkt8i8uPif
OJpH680+re0T5PPt6cPLY68vn0+ecFm4j5Ivrs+pWi+WWsJOdQYHELz9xTg3Tl57rq5nctnwj8YZ
0xw9iJxx1Hf+toJWfwug+cQ/si7Wp/d6lNXxAh0/ToXlaeYN3iAOwoFO7pRH9vKTe9J6lGVPPHoW
JaolNV7e13nlfU6cm3tte3d7fcw588Hc96VlsQq7AJnTSYoYpvKAnTroD9i3iG1ezI7xHv3O/ZGV
sKzll4ZbhVwLx0rCB8MNzmdEX+0vuX3yzbk+knBIzwSMx1t3fTnPmrwxkAJdngoFLIdikYNnkGO6
unu3/dS479EKOvbCjoSLNQGqNZXSCpcxe5eLHRss8j7M9pf3b0P7snHvuBPYiG0eOViOvb81uF5B
pENOl/c3OZ/njbjFEctrNuHbaO/b6bazj7y/5ax/4f3JqyiSqHAooRcuDxk6GX9UG8VPB3G2I9O5
PptXy38N2VEFrIhCOpf2gmi3ex8qRFF3J31iHHumY2tlFTRMI27MfNlopvax83cRWsmljNlZniBF
cqzh/FBne2kCV8EjNgVZQ3DsjxOYXuDT4BobPOCc95Ebud8g3ROIRfvbsad8yD9fGngVT4Ygw0ug
YmDlWj5pbou31Yny2b+k3Ijsdnk33eQn0YVyqd0cWTHHpncVYIJ2jPRiWTEKawblBdZnvyPLc3zb
cEov9wLXdEznGGT7SbFlvYBWkWaS8yRtlo1BA3IT7ST3JnNm+963S6a32Mj20XP8uQBAQxAQ/8KW
A8d9GLGbxMxycVmymBB7EvtDcS0yB9WxTjMHC793zSWK1tt6q55Z+yOz/FxcfTz2apbRk5lSGiTk
Ku7g6bfpJtwMm8lNNs1e3h2rmT33Sukn0LQAVEdTfHUhiBGqjqe6bOwa9XdRgn2LPJU63Xd57cbz
u5cfbR0ISPupe1LsUBRA/oAWDmdVbyPZD1N1dgSlVTboI6GqLNURHmvTfCTmqKvgxlAgO2n0w0Ey
DXSxDodKTVkf5R7nLB+W+mlh5Tl4YCU9EkPXs7eMotLB4jawsGXXdRUVl2r8IJE7amHlXiA6aZzU
fdo44iRnF3GZZe+hMkmXr55FKjhcq0jaaYLqy/p5lE0UCCXUTYlXI4aTpYcuKzFVbbN3yNWnx9bi
EsIeRxoekDschRuA+Br0q9U+wI2nni1DmBwj73PLQfuieY/4GxpKtVYoyU0q9S2Cr5lRDjaV7Uaw
0UbMLtN48m+1Nm8LBAT6vt9XmS6/A01S4TFUR6VplyK+SS/Py5Pkm54rvTFdotQELoze1eHEqJho
5K1hYGIp9T2eI0IaTERDNGtDd2zweUUGWuvHeIPDaX9X03n8EjRWYLoS3cF5E5eKfozhvs4vl6+k
sD5obyH1io/R4VcSEGmKcIkfHSwWEoSGFdnGjCL7ROEfMYKh7M2TqZQ5dqN+PJLaPt1sCi8NeBr1
YCr0yup0QslVGCbYIU7dmj9VgDfet4gPXaC4eQwl+sxIC5NGpw1PVQEsz+FDBs1ieWfJM3J6sQ6U
Aq6TW0wxaqH0qe5ffslP9zUlTGpeBgUGKGjrlnxgiGNWIGXlGEjheG09YvBUBUfaJ08uObw2WJUK
kEwayBwByxM/2mIBzQklnrve8YXQt0ccRe04CxSbBZWdRN1ceEbqp54sxuo53fz0Xssm6UgEe7r1
+A7gbha2EjCzdaVtmvshKCp2l4mWs+4FhS9cq4kIJtBq0cLZI1+MlMurZ3eJYxB8gPpIVOoPnzvT
wkwpUh+ifVOggDOpySbLDGX3+lEANy/NAjAHMGUPRwmGnt7UFPfIvODniRISKsOYab96/lRR4UEk
Kmv0Kh/e8aN3mExKYrQAQ5xoKPPzVG0kNxJQnxlQD3WzbvQ3r32qBbMBopIOCCtHXa0ZeRKbFC9a
9OHnKDiJC2He+3iyHLkkPA0opqzB2eShaLk9AR3C+qWlN5mNgz9s7ooi+jcpIu070dQEz8y0AWXY
sen3vtB8h2T96sv4r4L74vKPYb/5zd/x9y8FYk8LbGz119+cR19q3v239u+WX/vz/3b4S7+56O/r
tqvvfzi/K5sfNl3+9a6Ninz9OwcfwUjfv4l7194d/MXL26id3nX39XR133Rp+zAc33n5P/+lP/zh
/uFTbqby/tc/fim6vF0+LeBr/fj9R/uvv/5xYYj+6vHHf//Z27uMX/t///l3P//X//jLv/tvP//T
P//w87/9nz//79/+8l9+u/zb//0///zDL7//7S//8L/Wn3Z/17S//tEw3miWxhnK1gKA+AA0G+6X
nyjWG9pLpgkBFzwMRT92Q17UbfjrHwVJeqPprOCFvbWkS0sLg4338DPVegN9fmlQEaUM7cc/femD
9/iX9/pD3mWXRYSXGV+G/faXQ556PtQNlU8CRc05QRZ4uB/jCCIwppgkuVrY3CSKkVy0lJ7velH1
N6nS1/bcUpV+NHPfv8TjQdXlenkwqqQDG1kUbxjepJdxOKowNn46qlaMX2TnVt1bSTtLjc+1dTbH
VyidOH39rpGvqjb2sqKGBohadHxT5ddqlLj98KnT6PMa4j6rP9dytenxjkn6nezvU2PcZ2G/17t3
edNvej92Bow7ovhMtm4qNEVy3CkFNOisZPbUZnTQsN/2oURKUnlxuZV9y0H7/UhkfahrvvS4q0wK
DgEwHZnHNa7N84hqHbLx9uwKm8KpL0pPeZfe1qmNMJt97EJxGDJ4vauJXn7+KBAOqI6J/sjIPqAQ
WjbDhV9/xIjFq/LoWzdqe7X59vK7XV1Qnw65yr4LDXIczA3cK/aNt6m8DbImNrSujbb1d8Ue28zN
9ctDPlnDhw+prNbwhLonOSwjYqTipZS8sPp8Vdft+0MtuZzIflSglB/Oo9T1s9SSTDqj8WU2I0/X
LoOqou9/m8WfXn6ah1LPk9XyaKzVakm12gBYyFjBW6gh5VdzW72vd+NpsR0+4s18H5zIFyr30dP8
XbgNWlu5GWN7+PDyt1gl1A9PvDDLTc5PmbRufQvGaLarKZAmTiN4CrqDt/j7zQb6Zx6MsjCA327L
wZGNsszi6skPxlytVu6DutjKIIlw1vP6qNvmLcKQwVhkaM/OmyNP+HS05Rq15FkykQ96x+E7bbBr
z4RUyh2jgHFIo3F8B+XX3yQIRbrYBSg7aJ3tJp/L7Fy1ysaFlWneTVXd7ZpKqU7LrOkuwEvLF0Jk
JvcTYITXrTrCI6ku9zyCJRCoJ/0SSROosdYRFsy4ezo1pVLXsiL/VBGm2DF9YfFpqI/VdpcM7NFL
kBUdmilX9AWwDGdjrYqEZ6qVYsmrQ7DSqLqYQb2h/x3tXp79JQo8GoXeKs9EXx49+eVkNFcbKp2G
Po7MZtrp5oTFlVzoKHvFeq7d1KJYXoxYep7WmTSJCNJguu6IMP6uXv4Kq5or5x6nK1fwJQuF5AdY
4HABSKXVK3JsSQjflqanSSm15Xood2oEh0RXs8IDz/8TYEgEkSurPsXOvQRKw5UfTzD/pO/05AiQ
ZhXJyOl0uBAw7pgX3vx67ufCavOgCcpNq+jQ3KK5Oo3LqtqrtXmvRMawa0MzPnIYrzoU5jIo5zDS
W9yoTP6spqFQirhFoJNBpzG7LrNO3ESdlbw35DjZhbDUMzxZKdKogW/qrhZPuC1GSoN/tDn3pWp3
qIUdmYfVJWz5TqS6iJ0+CAAAz1/FwB7J/ALzvWoTkgkjoDAlp77RK2ie1giL+ubXZEhPkNsvHCmY
ere1Kv1IverptNAVpTRGH5boAHhjNS0aIACJO8O40VkisAGHXGJVQFaEEWoU4VWuI22/MUM1nbak
eOJHbIeqOzTlC1zIMGslSo6V//nIml2C0qN9A/wDACiLBELq8kdfTYwaDA0ef3K/ESK8QDazbs1X
MVbqu1xrsitDa1FlFdW+lFwlmMYvbRZpppsayiTZc13HlyZqkZI9yDiTekY1z+/xdQmiI9evdQ6w
HJNLRQDMDy8SPMXqRLYkqzUGdI13xAD/bEzr7KM0oMCK/4TuwN6UNokiUanHGMvWYhBBWIMWXmNi
DB5Ncoc8tmoihKpdsuOSLWLD3bFbvryax+UbckEEtU0SjVrLugEyKY3RcU/FZ2gyUlvNdcmTsGFx
pLqkOCONw0kh+coOmZie11tni1C95ITYOUFVmoYjh9H6tS5fh1VPpQimDZjo1WIrK6Vty0DUdzF4
Ao6/MPMSn7paBwj4yCH7zFBwlJbeP5UUKqSrdrjYah1WloGxs+bgXqxnKs3KIrNuisdGWgdYlgFU
MlBngM8gECNBsQqwTVWNlZb4u6mOv0xWFG/bTApdWcnRNkpz9QaEeXXXYWyBO3VSu0lc44CJ3rsz
jEmIKURVHNnVDzXtx/tn+UoPmAceXQVzt8zO44RYIYgZoebv/LaNv8KtVt9ZnbYXg1RwkN8ttgT5
4hSze+y1hFp+L00DQsDxjGs74uJuidr8aaP3emgbVIa8emjzk2Rusm0Lhu8KKwnNk/q53r+87Z++
M741dAYue9ybxHW7LuX4MjG98Hddb8xnUYRQzohh9S71EY1/eah14re8NJPFsUgnLTz0NZgUYWRL
HyPN2hVoMt2YdRzEm9CwSnj9CCTaOF8HP2lm1tyHvqKgCysluwIxwXxT5yhGHil5rJPhh29D8Fya
FIDdiHur96WN/Pde9nfUHKrrYvCTd+qoNVBwRyVxU3TfexsgHL62rdYLX3O2FvpBaokZiomy+aad
4/Z9oZWaue8Hoam2+MKMpRMqqZVsqF8rZx045rtMizUcSlEuKLdZLXEFrMt4fu2ptkwtBAGTnpbJ
1X597W1DHGOChIeB3mtggTYZjj/47S7uqs7D2TvfZKURe7iX65Q3ZzSwZaPbvvx+n1lKXLhNFIM0
cjtIWocTqjcxljkNG8AajX4TgUDd+n2qn2JMqBx5ecv2Xu01sjuopIQ2wJFrPchYXOyg0aDfhamv
uZ3SA06cg8ZDfMzEzggeC/imAB12ozwy8hIun4wM84eBqf7BMjl8SKRLhgmTC2GXT3mzE8QIs4AM
XflqJsoDLXFhWos4S0C1LkokHl49xUv2BlUDbiZ6Dqs1G9VlmpgAe/dlEWhnfjeJlzlrzxYk69j+
WCeMrKiDoVZvc4QmLppIme/ZsuYOapC270Q93eDZULi95nduIaWvIz8zpcugFKgBotIVgo1yOLsY
pnB8dEmwbwOz9/CR+2Cw9d+KxnAMPfDs4y00PPJAqsXrmjTWi3JrFhKPx63E1fBOgmIZfTIgq50o
ma9ea+L802tfHqEPwUgAmWgzAWM8fDg1HnDlY0r3SWqVGyx6600jdphiitkxqOnT/bEMxR4E4Iyw
4loBWVCGelBa1kkTx3CTRR2lAXwwUurUmpJ7Zu0b3L9mbiVCeOQpn07sQrpetD0g2iJauaRHj47B
cU5ji3Ae7JXQzPeYqGFqIPfj29pYMseo9F306o7xNp85WtgQFOWXtB51mifFxhg9dGkyg30RluPI
iHLdkpYiam9X85DtjSygsGGWQd3vTdmXTtLJEipqf3nwCdLgsQrAg/rOYZig6Aofd2FOECfWEi+E
6DGfE8vaVSY6yoPaZLuwJv3UMUh2VCIIGjO15sq4Uu6tJp5OFk21jR4I+JIYYmX3feq/y5JExA5Z
KnZD2XQnuF1MHzMjrj3UDbEfHhX9NPLj8hJbJyCjeZLs0xxLnZRb177FDf5SGn3lvJ2U9ERUIgkv
lb46GSczdSKzNY4kEk/fO+EQGeDlSgW3b61kO8DPhawhWrsRh79afjvXeGpqH/PqbdTLR8LgM2Mt
yQpJLfcAOKarFHuMC6PO6jzYR5ERnled9dGQAvFUKvXBtsr0ppnTo9iN5WJx+EbhIyHqjIaBTq60
RphGqdxi3W0F+yD2v4KKD3a4WI9YHJv9xSx2za4zfMtOgbG7ZqsYZ34x+UemeFVWIjryFRa4OrRy
NF3WSS/mMnE7ywIBBIFpG9bHndBVgatPs+zpA+ZTr41XKDUwuUjoQMaDWXa4k/N8zhGoD8K9mU/d
CaL31fkM+uEsnab2iEjj01N16RYAcuXJIJKIq1N1aqcOOHce7kcTaYgCmeDYyAxXVZt02zCb5O++
f62Lg+5W6hAfuSI9Ez2WshRhC4YTd7Y1N1onSxT6WYg4VgsT1/XI3Fdov3qFpdQO633eNVMmfG76
VMKC258v8kL4EOm9cYy383RhLzB6tIURa1Eoji4/fxQ8zTTWsjG0oj3GvVQEkIOScCb91KWDcl6H
itg7Mba+L7/mJWc4XNgP0H0uiBbkPiRND8f063hocLiI9jpynJ4vxeE5KetwZO0+TQ4XKT2QMwhk
okq0RgQtym9CXpnRfshFzUvlSt4pNdaw4Sy2R2qbzyymZQapr1BkhDu9SpKsWhnUwUjjPZC9/qT3
tRvc1ZPTAjA63piLDVxfpGdxie1cAe3zCIfv6SblQckNH9DofIXVrimlokt8qAh7qHKpN/pVsal8
DY8UbCrm3miO7JwHRuz69ZGNUhUh/FJzXN2EVdxSugnDrn0sKlir6sbo9fgLeJMfBrs4N4W3fhc1
J2JQxxtOK7yKTURJw7bt4V7X+aYVOx97xCj6LHbg/JB6MHYYwvguKS02P4MWn2KpozodTn78z3Gw
FfC4O8cIyXR86q93Wt++U/Smff/ysnxSqKOLR5MAaSmoChSm1m2CIAG6Dxs43tP2xKbJ1DPPlGHP
hH4ebGOjPq3CRjwZRhwszJEfjtHRZv+zkwt8jXONmyImAqu41AhDJ5lTlOxHX6q8keq2W8qjgo9m
I91qmh5fCNXEywWHqu40Q2jP5FwzP2KHMm3Rtw13clF9Qvtg9hq8yOxG1wdHDzRtZwqKhZ8rpBKD
/Brbdi6bfaXRgBQQQCFRGe4UPheURL5tEPM6Itz1XJzBFIF0m2hDur1apFVWRnEYjvF+AEK+aVHF
9eZqCtFqChRXbvyqtst8unv5jT4XApB8Iaqh+qLR7ToMNKoUC71GbWRf6Z1mi8UI3HoegEAC+jpy
dD2zCResxALUW/KDhyriozgaBU0nxW3N2hEKTIt8MTjtAjHdyDDKtwmJ+JHxnomhwNjYfBy6KreJ
dVWyqFX6LKxVqZF0V1FRGg61qnZfnsCnWT2oQJMzCmglFeR1aBFmo2yxFwakM+j9jpJI6LRRA1si
5b7dirn1FjfIwmXfvE4eYrmXLSMv4i9cOunpL/P9aD5brG7KWDbjfSOZ3bmECsXtUFj15cvP99xb
oxdFGs+6JJat0rop6EKKGwKhbLQkrwhE/3yCkbsTDCF5p/vNMXLz8+MBE+C2ssjkrU5bGHpZDVMu
3vdR7GlmA+YXH038t2rVxlHoyDn73NsjyaDhSUpF92sVqBPUggILyaG90UjZaYjToovb9LzDW9ap
pekcFOPHQAgK76+YVLpg7PLF9mHNoLbo99R+rsX7sJTDbQz9axNIGA0HWD+cG5GovfsrxkOgZxlu
EXdcL5UqV62sD5O9VmIUKc9pfubHvLrBopTZ45Z5ZOs9c9ojc0wlaJFXpPq0eomwGwp8trj7UOcU
nEHq4t3YkDa2sEz3gqgWnjVJBTVWK9wNohAeSTaeCWoLIJgb3lLyxcfjcGfEWKVy/OrJvuTZbL/T
xrdjXKOyo7e7lyf2+ZFYOmB0RZLy1e4I6VxbSRWme6mPfS+IrHpXR/TKDSNLjvUwnl52CFcU2MnF
ue7QLjt8KlB0o9RQd96HYht+TpS52uNRZWwqzEP2kd6V+8Wb9RxiuY9GiNp81HpUVl5+3idtsiXo
cPADfVsqtCgiHH6JUqFU4ePXuRcFzXdEveFMVQTfUzILMWijl7zUyKQdaz9w4hz31kBXQpaBX+5w
b+m3L38dEJqMd5hpIYFFXxeY+aK8vi4YQziBPl3Nwi6KK0myWyMsvmWtKl0YhRHOW2BNk7pry0T9
mtapX21xfRrOxmrQPjVtOVJc1vHPzMf6vB1rbK2xSpQ/xILRn2hDr9xO6oBR3lS26eWMZHGAS3aI
zhBocyoWySeQx1cUNboL3LQ7c0ODM7v3oxx3RLkctU8YQzcmYQTTdFmzpbCcr+QOUzrM6RvPJ6m4
ylS1vBSUMIbwNmTthGO1OKV2pZKYupWvJ6EdBQPGpcqct26v50Cb1DAwkf4XlIYaPO3Z1MYkvdl2
cVWS82hJFttJ3JgMqrXpl0KZzdssizhxs7EbPpvllJ6bYhp+UIUZe8QyC2k664OCF1ln0JoPuyKT
3SCv9DOxlspzrD3b2FXiMfsoN0TDug5GfUuzke82jQG0GyyCGw8fRuuuwqDwNpsFzXAlDeIsxM9W
uMYiOQoxA8V2EZPPTPqUiXlw3Y1FZNoCLvGGXYltdC1oRSlsabaZoz13QYGBaqydDWZ5P0TxLdYq
huZBFZQ+Vm2Ujzv8lGb9LQX24XMlmqmXiL6u2BSHY8kNMA/eLfNtXGRjBON6CIPu1KSukztI52qG
g3+KgdtkHU0fzKRPPhuh3LeezknzSUVmLHCzVp8+WVKrGyc0vNXU7XD2fgsaOcRTOvKtPU510l6o
F9/cOOu7t3NbNJZtZUC+7bqKan+ba4X5JSrwWkRsBsC6I+idf26Nen3tJ7ht2DWwB8nDt3g2sTTO
DY46GBqSK0TWfJ2pWEpA1i3MBPU4o5+dNOzz95lSjhBaNavdqWFRXA11ou/nUKPCFOviObLU5ZVh
1hS5YUPQcDCA5L9D0K+KnbqxktZO5066EX2iya5Ou/hsFmvxUuelqzizjSh36oKQjPakD2K4LSOE
1jq9QsTFz6YO+DwGlMWkj1/yyrJUp1Xx6LWDoWort5DhR7OAMxF7bR9bXXWesUaVu6D8KAN//xw0
SYzVsGgsLsq1WH5StKi4t9S0vVa0ububxQjJXXxJFFdtF31+PRjii7gNJs1pJk37rLVDLTr+WIml
I4PnGViGIdA/fD6uu2oxTTZ9wpeTd5p+1zTYSToTIeguiZMh9gRMijC5NuJtRPFRsRUzKvFejJbP
SeO0c2bAQSraw4X0WaNYmmz9YTQvaS4Fsp0nhRpjq6tnOG+E6m2EJdBJXk3x4KSR1PmOgC1rZEey
mv9kDdRWbbOItI767hREnoJ920nI8VHQ4a0m5OSqRNE8lVP5IwrAIcplVslOUpGA7h0sWuoApC0O
hF4aRp1iDxM2vBiZ6OllpuTNZREHExKroxG4hIH6S9GMGVZ0sbrPCkuObTEE04mlQd/srWFUbuck
778OlIDBcUVBHzhSlGCf1SSSGTmzL+ArP4Rp96keRCvBMVVpfgpiJa9teZjNaoN0tf9liLv2dphS
fXJQPqxU3NtTGX5m2YWZGwI2VSkkq1O1B7bc3jZ5mL1Nh8rPbLOqR0CdWatdxeKscOkureWem9fj
ZagO5Q0mFgMvtGPpbro6k+/Deta+ij6XH3sug+myxuBTAEcQt7nb1L3GUo/K6JIAHvTY2CozNKZ5
Cu4Gym2wgBJcb5HFaJOzPk7Gz72fh58N6BEytvZgTGy/Fq0eS83Zupqw/lHcpqCBdMrtSLlJO2OE
R4vZF5JbeiNKHjsP/bph6hKHZn36LhOr9otWxqftHH0Q8UvsNmUCiocLTReo+8SoS9EthQHgOajT
wfVBuQ122o9l7bIWivCyDFVxk0mVke8Kee6Dk0YIMQOmYyW862ZFj70onuurJurCK8vsrc8Dk3kT
ZM1ZplkfuDrGsat3HDZOS3AHCpt3Z0jVzZMXs4A/lV1fRjYxy/ooYjU6c7eVJ9XJkI+bPTPp5Mjr
kii6wRActS1sV275+NoAAWXxnuZk8k/moLcwABTYLDYlneJbofpyZ8M6yt5n4CHfdwDrGx4qRcJb
mkahdBfNvQCPenIRO2y0KeDIUrQrc+qKbTqW8llaJSprexTQ4MfWUcAafbBq3F0132cxhQkKdNif
W7Ft0RwZ2jBJvKnOS0iWBvnVnDVYVY9V2IZUPbKusBNrwPMBbpG1h5kpfer7oNkOwdCbti6VmeQU
GNOespgVmvdKafRu3g1l6epFOxp2qhTt27azAAhPuV58yqqquShJEDtHVqyxt/WQgrMjC0kmQt4J
AIHKVS99RC7RPDfL2fquK/gqyP1FeZ9ft/X9fQua/m8AQi8tIMoXMPT/5g8//48/LBj63/89//zh
l9/94TFk/uG3/4iZx1njDSiVpaREqwL+FGneHzHzy09Qn6FCCXQHMdVF/fvPmHnxDSViBNUfbMoW
ztpfMPOSCJ4eHSLgdctdcvnEV8DmH1r1j9JMnf4urieLyyFyW2BJlnvAo7u2pcxBkoSqtKvKRjmR
06QebKQ7jdAtS80tIgt7+NzPIsCTsVJtVAt8dy0mdxm21GdZXZuFLTXi59iIy32oB5ekhsAKe/nK
SlUygx4N5reLEflNH/jzl74a4cmUyD7a1ELzveo350U/fIcfvmrJ/ctYHv+6a9r6Lo3u8h9syB53
3Q/Ftx+uW6geTRt9af4WlupS2Xphqf7D3//8n/7xh59//99//ve/+/l3/2H5yy//9I/85WDFLh/y
neWhvKGVyN0dJVXAi/Am/7RiDfkNS4WmGxWahZD3eMVq8hsub9yIDe5J4D0XQuefWB6a8oYu9OKL
gsw4wEyQOK9YscsV99GCZWguizg3UUCh5Qvj5HDB4o8z+H2WCXtB67KNlcW6pxf+pyqfNNfqfGXT
adP7oejeP5q1yz8OcED1WIqvB+MCZ8UzEIVq6phAwNYbpZ3NsrD8GMp/U1+WYmMVXG384gN3yuwu
zUPhqpDKwusNEFn7Vh2n3qFly8Wj1xMvzHFv89RSOo1J0wOHarR0Gi3iE5s6FYuPEKWCEBlMLgVK
16klR8EYn09d1H8LSVhvpjmsvglxt1XTeewcX+qWQzHpzvVSCr7kdfa+VqWyczjEBNOeI1n4OAl5
dJlaEc6+GCymOt4adi8PLeeOWMWjHQq+eGGk0XdR/ldtvr+1eA8DacGlPVoSCy3rgDd1QaAo+h+u
wygpWsLFr/7yr/smvcu/Pt5Pf/6876eAqr+BgknBFqo19dSFdvH9FOAnbCpKng84PnVp3X8/BVTl
DaVCamgP6BQ0y/ml71uKHwH4pCFNjxjJXuSpXrOjUHU/WNtL03XZVYv8+mJHQwNktadkPy2CPJrf
C5X0QZ3kkzrM38W19GWx/HRjTTmVzGDD55zKiW94TVrcq9N07ZvFbado53QNIydu5LNeOI/m8Mqf
+03Qls6QD1sk8m6TYtadigW90f14p/UxTaOis5ymCPadNV1PdfLOGvJb0At7o5p+MgvtNDf9mynC
ESvThQkbV65OFjB+qyju+wSDhDguU1trrRsllq4zofIiXdj1gdngWVVTLin0b9JgXnStcgajfU/H
+aYwhBvi04XPRsghAlRduutMYVeP2acsiz/nMOydUcG8PJTR/cqS4r6mom+TPHUYsqsd6FoE27TI
qGzRl0+GPm0dxKV+KvKI3xmTT4KSpnYdZ6UbTNHnQBqvOXIrzE213tEaxR36PuZ6Udya3EH5XPNC
5b82GhoCidxeCY2wi6VmM2TGbSONgRNaleoJobxRVXBuJR/V1A23JnW4DpDCxPJJPsF98xt1+Kt0
sSsRAHLYlsXcjv2UeZmMQ71ZiBvK0XznuqWCkjSVU7UUrPo4eycbrWZXVeaMU3XL7+LLY9KQozZg
gbzapGbD87bLXUc13oZFn3l+NFqOGcMZyszqPk756kBbUqcPs9Q21FCyx0AO8WfmTcxNdQtn/AM1
GG8ShQs9FU/T2CduztWVMIhfKIzEtjmqlS2RA2F6UV+hPXUjWt1bQbvB1uW+Kc3LKIg+5XilOk2T
3wdVldqWuYktDWk7E637rA5cCtFAb42IKkAKJ1dGFMYpmxh4SDx9sGLlbIrHn1B0hV1ovE0NrM01
RfjWhc02LebrQNUKu5kwCk6b/8/emezIkaTb+V2094bPwzY8phyYSUaSSRY3DibJ8nkezN2WWgm4
Gy0ECBC01F53I0DPpL56B32WrO7OcNbNEBcCJEAFFBLMIWw2+4dzzq+lO2cJjrZWoczRFv7WibSd
k7UnQPRHY9I/TkX7mBvOlePVj4U+vIvk+AZxj5NBYDgUdfkYyeXBDAo8WE0+pIVLFR5iXjIdirBY
smgjrS4AmTNN28l0Pk0+jDkzio56TjsJUhxmIokVUHO6zbrvucEKdyZi5vm7KYh2Pg6PZyXHiJUf
2+775OfH3AcnkJVvjFQtQeS/m21Uav2p21HkYKf5hKuosXmYqKjgtsZtMgjclTG6t7KgDzljv2nZ
cKB7m9lZfjeN/jCZ2lHPiqPemGHaZ79Fjf5ZjA1+jXk7iuIdjhE1lESB+N4IHVHYX4PG+DoEzlUz
lM9dE47/vtK137Esr73Cu2pAZsE8MG7tIHladOc98qs3y1TGWyns60LPj4HVnPp8ftABOzpZeVx8
doVmJ0+JhiSlOX+uhf/7VGn3orWuYcPcZIv8nNXuVe4snwlNfccVuxFgrjcvLvk/efdXceE/7kZV
CoPwMBKqz9JOLwxkrIHUieEffqj8XN9GbfMpM4om9KtsWzbxVypX3maeu5dRdRsP/SdCZltofPsL
vVDh9n9YHz96AX8e/i08ESoEqhv8RS/KoBVt23U6vSghWsaRtmly59hO2g7C121Q1A9IdXwujfim
wc+tO+udGae/D1W5e+7JL73u/3um9b/6W6qtv7Ou/++gTD+zB/51I/qv//Tv/uU//fO//Md///KN
f/6bH++7RiL2L0gOqIqGyiV7No1/PPDPP8L6VSV9dFL6ACT//sJrhv8XVS6LR0fJ8yrpmr8/8WBo
/6KQHYCUSDfhmoEW+AWr+Vnt6x8biBokisCCeU5GnLQqYdTzDSSdwouLQGs+6FpT5mj8612ymy3r
uiAQ1lC0zGvvBsSCzU1pLgRLx8kldN+ZxgEArUQGKp2zFgKTjG9Fh+IvqYJSfKP8H9LwSdZ8QENW
dGHnN/2bpteTJynL/AfW5f/A1vt/zfxE2+TFffCT6fk//+1/Idzw13/+D//yT//5bAeqP/vbDnR0
vCzKUWNjYhe+IOervUkIAWI2eB3gCQpy9TcT8y8YqrCaXnp0f/Pa4O2DLVCOHnWMQZA67q/sv9U1
ShMEM1AWZheCKUDTeHWBOWkO3jAeprdknkyEQNBYyafl21Sk4lvb5t6V0Q7EG9wKoqRu91vsoDIU
I1RUsx2NH5fYmQjES2dufRrojavwlQSmQaQgLKMQFi+uU2NOizKJZP5WFI3cUFL72tDL4nF2ErRt
tKo7lkZVbcfUKPdNIIddkxjIoRnBUZPVZysT7mbo/XLbogz7fraK7jB1dntFskkn3RbNt9UUfJpR
6rgAyVjpCKpZ5J7ARIeHAFIpWGu6zFk0jN6kZW/1pgd+q+PbDYgPEIHZ4s/n7+puiq986Q/XgzkF
byvfiPcUKCkOonHEzdjH3dexnPrHpojunPm6NIzvLzbmnzyXz1jvF/eM6iHcPpBUkIhVTYyVKwHW
zbbnnB6WRqGf7LKZfudWscOkc50dWEznRvclojp6CzZs7LVtK71872JGgvIutknft/d2aYt3VVz3
d14l60MepNi8SGFvOr2s9nM6Fcfaj/X7dhjj22DWF/CoitE5B9GlfLvali+Hg98NzFtV2gKySQR6
dW2mI9CvXGu6+9xyBSVr9c6yN8vo2HvfL6NtnCazCJ1EnnpHi4ybadCfWlJ/92lvNEOYTgsR6yEu
Dh7y/duYkmR3zpAP+Saqxy5sZaN9LTPNj8KSIEIoCu2gzU71VnrJ+L1aejIeCemz943zYE3BhiSk
f9u26XCQ0iZ62w6dMYSRtPJQa4r6Zl4snfKSjVV8dL3WJ+CsTXdoAJkfZTbb74lsu1VYWxrJqr5J
qs8R4NKtYQ7fWa/W2BQDQIANqJjgDlqVWZEQSptP9jCLXRRP0XhNQqi7sF/UQXsxv6iieyBxgU7C
LyEY+oxsf3EQ9dxp+xhZvAdpwOysyO7sB7+xLxGWVsv4UzMrNINtkaTx66R+ILfRHLRMJodCdgHJ
2zqONhDW3zRGAhssSEJSUOVjFenV+8Aa35eL9un1E/LsTJ8N+VltTXH2IMXrIA3O7x7bEzO1I9zm
JCkxuRstd76rJYll16/9W3iSZcgl3h3ETGrImYTx+xLU2i3p3uIm7yTRWFgm13YbuKFD8mdTZWLa
pos33BekkfpQa61vM/Hmg2mLYxkLzkrn9jdGmRtH1x4QCLDwr3na5bFAEuVjok/zm3hemvvOJ0Ht
IRl6dHjC3waFME78D2u6zdpHMjz+8fWpWCGhQTgCcwQFCm8Dph5IrFUsb15cCwbZHJ0aNMUg373J
mIc+K0KpQ6AV7rXbTGE8ZPtU1A/Ir4UX2v9p9xGLBNlmAfmwMdvWpVkaMx3cwc5tIhZ2e42nR7l0
T1y7BZWc22gpgPBE6UOqVdNOpK6/sfPZxnMENsD3uxD8QnGb54u4gLL9026BSjORdKDmgLWCoqSD
Y8IlnS0CistHdzCNOydN7KvXB++sT54aOw+xUjB4DvSeb8MlyaMoJZV1IlFsHVyqgFDvorsau+HC
4VOLeLbffQe9agJZcAlULEsFdF8ccfTF/N6GkXpCVC8OtbpOUKTs8mTbQx95LGtzvvBKqg88b5CL
GheQ4cF5h7l33mCXtNNYGNZwiu1+p0/L/dwb4VC63yZUdzrIr4DTLxVZ/pOtDHAJrCmmEtQgzO3z
RsF35wRZpuY0kyERsntIKO0ru/FQzv2TB3QDCcLd2FpbPUt+N81LBeR/HrOvdC5wGGCzmfazUNGL
SU7d0qYWqphPAu347VS5y7sc5EXoTYMgsmk+0SXzGubOdOkMrzYrZT+IF5LCUlVL2azOyrCzq7En
w2919wgLyDvKcITUI6yvBcqW2QZkMjXR+1Tumqiu92guRh+B+Ux7h9p3BOD88QvPUf02i1rzAoJq
pWyL9hseF2F69gKpCnBUq3s2n1JONhbxvTvI5d1IGOS6bIUZlmUfPUjRb9yZYNkQ5cS5muDG62fk
fWbxDdgMyVuvSo8jRss+qcELSziB21JnH7WOy/PQNJc4XCsAOt2Fx44lSm+RPIT4szommlmgH5BL
DbbHBHFexfLGW8NBmm/ZmlVNQNXcC03bRIW8sISrvQPdhlQPgUhcQzIbKph8dkCjuKoy+N/L/VIN
IFEX92iCGd0UQps3TWE4+xog3jFoL8nArW6g53bRCQFeTF4DguJqxEYBxtdOEnlviTTd9ogQ7zSv
z0NqMQwX4idqCC+uBJ/YNgYGlwHpG3Cia6wvdB9j8FI3f7sUunbnCe22khp6QLB9wzpCCHux599e
v1+fM6f/aFNRJCid6ihGO88LdOnV/iuJuacLJYVO1EiUG6usfaAZvaScmtUZR6+Q5Q7ESnlltaN3
tfTu10gHHVN7lXFNnU3iqEKb9lGZ+QdNL9NLca1nqOiqe1joVD5ToVUFvjxfdQfdQoKqxXIqK4jl
Bjpi8dilSEQsAVRyywlNYtgbHczOJ8TVxG0Up/1dOo6oG6SFuCFxhKzMbGdbpAndne8uReiC1+42
SdUnv9lTn1+ZsiJUnEIOT93mrjQz+abLCesNs/1p9KUSzxjna6ufsgsvwPMVvx4cxCaoZDaTDwPo
fHBp7xFWiSd5Av/khoGVjjcWIJpdI2c5btrE1vZFafTXmf80EjS1oXGGhM3Ld2yiD+YS9VaYlHL8
+vqWOD9o7Ajl/6K5xTY0LbbF6qBBsZjyMVqMUzbk1jfHH6sjTHovbNGH3yWpNv/mgwbfG5F+ydI5
v6R/tIwcEmYWmVMkV1Z7Ufdmu6ZipHFKI6/YAzqKifgHxoWX/vxAq1aocUtGVmlfYcqvxxcNsSuM
1u9OXHHoSlvOx7ZvvS1qfdrm9Zk8P88/WlKTSVVdxak2V5sXkLliLdTdyYF2/MmpDWQHquDGNECy
ihnIUhKQ83y9zZ83FW87hiLREgu4Mrqt55uKMNk88RqMJ7gQ9d4lL/PWbSsKWKBh/JBx+eySZRGP
I5W9d3o/DaGfSDwMBJjgaMzxEfxsBrXQ6y/dNKrhs93+3DF1huH/EnxczYYkBm31TTSeYPFjgKSm
8Rm83ngTRZa8qpcmuonyolZvGqkGvamueVoyQge5ua0IViR4YfvCduKDIzPzuuiHpzr2v9sUrwgp
0DRduIttZQqtu6sIJYHt62yTtSisWRHk1qymO3WmcPayFTNa+q4eH7x22vtdA2tYjuXB9jp7D5GP
Ai5kOQDymTL57CYQwfjM/sowZHIbWX18h5c1PDntUB4cJSpWxk393azS8hr6tRXmbZzeBA1Bgske
zDBvnOA2Mf1qZ49pc9fV+mc9z9tHLgZ4GKhZendWkfDcSUFtbREFp2lo/H2SIeA2Gk5/3bR2Cyyw
csN0LJOrC3vsT5aS64H3St3NbLHVQY1nzSpzL2lPnp69JweHxMbS2teUy+yOWt0M93GRkOcU41un
lvJjVPrBb9EyfcpR9tlz8Q67HHjBxnRQtVqCfLlbyKFcV4MTnPxm/kVKi1IegsYJ6x4HHsbummOV
jVU5SpWgKRZ7OAYLeRErpU5iPRfOdpCO3L0+PT8fe9ojds0EYd3Dwjg/gdlQOPDZIoDApql/GhFV
gzObh10aEIpZBvcqcOCBv97mz5ca4jHc1aAkAQlQR/u8zdLzCdh0cXuqZ6CnnZlScWewl5Aj/Wtq
v+pW86HEqjQ8cDBqM6muvDDiZ22aXLunKb8EVqVlWXxXg/AN0ySvrosxuqR/ce6ZqfaUQDTVASmX
5YGCXL2SXukmCXZIffIpqP1eNLBl4ihZNoveTKq8dnOBrPrT+6dYjaCnKU+KkBje7fn4+n4YunRK
iXyIzj1KFKo2fppMezft3U1DUeANOaz6qtOnS+rea4UE3lwiDUAvYMgqr3f9NM3u6DaZy1DTQBO/
zW06PzVGIx+HyrkzW8c6ELrV0cTTzTutTZ19jtLOVZF0YtcY2rjRKrPe+uBRP+UmWpYUL7I2toZ0
NfAal4/dzvNnzeDhify+O1a2pYWtPXYfx2KKP47esikqZD05z+neougdeOppEcdCDONNLesLdMuf
dqwaq0fAX1kbQAxXZkbTRUspJrZRnBRok7VRui+5QjFyi+X4+uH46UCumlqZ8EjCVDIyuAD8Rp9D
reg/gchPcR2Cj0PSfjKX4ZKi+HPw4+z1wFMCUkVAFs/BYxOfbyJ7oqaXi6rEia2qX8+2r41hUQT1
J7duja0YUyu0vKRC0cp823aSbGxg1Xeo2SVh15XJbix93kLNl/oVinc7rWyKg6YN3T7IZLpvhOWe
6j6F72vN1WZxkC6R2vBduRY7d9JqfTN3sqk3spbZTevLbTv79fVQVpcGunIIGRh6c+oFUGKG5p+E
MbRF6QOM+UmTiNNwG96Sd1/CCV7Dviq1eRvM9kMyWdQnGAvQxfb8+Pri/nQ9qA5QHg6hAp3XaB1T
KMREfD7v8hNEjoRItOba30uwJ3sM9uHDIsr88HqDqyDKjyGTZyczY5Aswh0+X1u9IgkEU7g4WWnr
XvtTtLfwdilEawO1M7pjrNX2XTUB+GhsdAnT1pYbJ5kvhcZ+tvQYucIrEiYlSoty/Xk/xg7mZGfG
xYnKm+lhDILkQKKzBqsSRXIz9t8BbMC2jmd/BxUh2qYEVPtmYpmi3Hk3RZ3/JckuLcfPx5pMnqq2
rCRPTPiOq071ZgU1xAFpghTiR/RgCsATLnCVXDPevb4Qq/zY80IQkcc5VKInPrf1eVvI4BHPwmc4
Nb2Zb2o/yePNQqZlEzt9bO2mtIyvR8uu9gbSmdu21sw95OjxGlkN2CNGk4UOBDaiCVWWHwwDEgFE
IYhYvUkkDkWwK08ZfOGYQ06PoqBOLjzaP/k7ZBnhLqr3mmLmRObO+28bWtTYCTFH2y/hi8xVuifW
6W9fn6a1LqA6oirhz2VEURgcu1XQj9vA8U0x1adJi7+nk3cUqf+xVqQiiprCL3K0YVMnafTOQs5k
o0WjcYDVuXzICfSEhY7qxoUOKfPw/HKkQyBjFQ8dhuo69AnfKtYR1atPYD89EGxFsMsXM7tOG/e9
axnyTbXc91mv3SCZ+d4sxXicLjkjK+ueQA7b1CWcox5anMCVURFrxmhqQy3eGcQOduMgx62d67+X
DoJw1JnpDjE03r1VTeOuJJxFqZ4L0fOVCU0HoOSAnQe+rHirSov+pRVlZXFORk/vTs0wuWEjRbGr
++yxyvQvcd9oYZ8l9jZzW8KzlvFrhTUZsGpcCQ6gBo8YyDrooxeDk7lu05/iOf1maot9S0C8fP/6
Mjs/zbGyfdUcM0iooWsBANfpJtkIdzwRXvUPli3ivSQzvWE5kJlfLNPAknLrG8OM6/2QQsOyUyFA
EibRe7eR+SmvffnFzer8rvKz+WAZefRpCZr4t7jX04NtWBSLTuZxX1nLuPeHwdknoyn3adlDhCNo
cxwEDklZxfdRJIidjlN/MydefvCM5NPkFuUBDlew05eku3PzpcfPFNpuyZbgRsq5fpPMoPi82Mve
T7NnbfTepEKUCc0waid7kyT157bd18vNtKTA0Ty7vY33r88h8Jmzo8K5BYYLL56lIjLCa3O+TcrJ
yHtrtuSpDdKv1uKL0Aw0/boog9TZ1KU0lV/vAzRNTXGIKMLzOU763/KRmHFX5OlTU5fDm6npmnd+
MsCQTpJ+rzVJvZky371pKjiFTlmLeydZAggRTgVXNvJQQq0X8401RSaML+oby1bqF4a2uvzUyHi4
sexxIgk0rXeHVWpeKfxEP+E7DJs+m7V38FSjt78+gaRZ0BOmgIPCDq8m0E11EcxRZ5zGYt7Wc7qL
F28H1xVsY7f3jeEh8d2jNtuHlGsvF9Vmqqq3Rnmo4se4v6+qMt1YyxtfUBAxoOracCy64X2eio0v
0nChrB6HbdNY4tHhxb9wUf7J6hOZNQwMZIPrCvD1+eoLiHBIDg/+afTqcuvVeQx2qca0t80ZTpY1
pKzy0sdkMGoHXjSpwk0XZ/Ubu+1tGGVEd6YFRYwmEzJsJ3EtE/8r3LLm4IxOcN2S0n436SQZfE0v
vuVBl+x5haA6wrDeOrFDqtM0xbHOguLC2/2cT3vxBrD8yl7Dh4Qz7psE9M+HZmS2KJLE0E5zbi37
CDoY6eH4bSGn+a2UU/Om05LgsXeXYWuJ0dsIb3HuRAsPtwZcGqd2um91fWmRsjMpF8SVkpFBmt0t
PNTiwgu6smnoK5KBPNQqU0PwcF1MzUP+B6LiaJ5qTTMINtfQjxuZhrkGBPX1/fqnTREzxPszMaEU
1O7lsxDDqi5icB4nswSEm05tcQgAROxyttfp9abW9uOPYTEuCHX895N4wuwMhpBDY51UAaZjbsfG
tlxiSlRa+g3+7ybp6vSqQJzxsBjB4xAs5hEmarsd0lhuQeDeV3pW/5o1/9wnBKKo+EyNAOIjK/PR
rgMSeLKzTmkifseWbirzMLnRu8IS3oVVXTkOP5riHWRBCQyR1jqfaqj+UAzBIZxmo/ygBTrs/yp1
t66mxxuvjqdL+hHKmjvf8dxAsHLAEgBtJJt/3l5s1+x4WQWnYLTqJ1cLAtTU/XxbpfZUbHyQD59m
lML7LYSbo4x87ZvvTL7cwLaXOYrNGdRVNKxs4FwfNd2LrmSaNlcGAVBSb3W2XDihP788xD7ILJEp
VonqdfxTTHNJTFFmD9JKUHCVpvhqGY11BCdkkXAzx6uuSp0LVtHat2JReOVAjBFzxapXcNKz/T81
kwyMqWwf+tF0r7Ka9FNZuc0eqTmq/g0gQapxtr5wLTfbHLWdewl9e2eDfvuxXP8fxvlvyLu/uCh+
gnH+9b/+9//x385qKz3/wR8ATheKkIdZB7IPw+6MI6SId/ii5GkV1+clU9Qz/gJ3B/l8mHcA1P6O
HlbA4mcAHrFZEMe/CB5+9rv/ccBUiwR3Ff2NOh6UglvLzqBX0VXo3jvffQMAYrAzG7vRipAwYSoR
Jhub/IutdU6/RzigX+ztYIKkJB5UR/pTXHUcpBCYRw6rJEHiepsHiPMdRVAW/ZvCKRsIPnU+O82T
kw/ZXG811y0yK4xxc4zvHloS46lIZq/4gl5TE321Sqt172I3bRuL2ptpT1fsxunK+8TQB1FtY0rP
5EShhVOWt4ZHiftgF1MuYLkxURnIftf6qeZvXqzl2x+z8RJTen6qCZM8x20JmEDqY9Z1ZZW9CN56
Rgmt3U3875Goq6w9DqVd2MeCRGjnHWUfD6kIAZ8V6e8F4CHzUuW2FcCW9iGwedTbIJXOStGZ8/Zl
Zvk9ijLpN2iBVp6GQw1TE3JOYGpttu9mEXfDtkuG2E7gVWgInb8VtgXGMDSIpQjrenDJ3OLs4792
xh2iuy0/e32Ozt9gcKHEm0m8KpKZAgKtuZs5erRsDUCJSZ8jDrORpfDcz03vVOO7RfNH+5cioT/a
A+LLq89/KImtHgZvnhs0lHQ0TMrOMRFoiBMIInqdpxB+uj6Nv/za+Mi9Af1nfKT8YXCutSAtERkG
ahnZXZTFk/ZQ5dmim1svp24FFbtaiDsX7Njzl5aB8dqBXAtwuhEi5pyfL/pM0thMOkv75mrdRFOx
xKlq4W3Zg6WD8Rtc9zPPcTRcvT7Q1WZX7eLlYkUo8jqv7qrdZlxqig1Z/jdqSRYE7ye9IfZLUQkT
rQSRpWN6X0WoPg7Kl4PaeGHY5y6+GrYHfhLrVmUSTC6l82HHzpRq+pxY3zTIRa0VOgI/5Qs3kzZc
1TL1irsUDJLxxsrbZXzIe11XidgkLZiU1yfifEfTE95wm0wNOnmkFlBRPe/JgBeUQZeIvkaBrJzu
ULdNGRFVjso+WA6L382syutN/jx4n7Qb4sDqJVe4uvMmEy+JKE2rd99sV3Bt7hfDlUa+dxCX6+1d
6ke2+7kbmXXYgmTs3c+1vkxdQNCu1ptLQqurEJiaAIIQqswPID/ep7WzGQcycwKEAp+StPNK7YiS
u7phyhmYXx2OIrOlDW2kX0gLzmCf6JWT6sn4UDZutoSVZnTVQ1Ai1FFtWyK95qmc0qp/en3Ozi1E
G7kEQFUofD2zpzgtq8t5FJHf6a2cn+Zu6NgE+pjrTJY+C8vRiOhbnNbGzFt1aAZRqy9pE48XTs1P
k4WvSWTOQvX2uW7Buht+a/YDSJ/6qSocjUcRDiuSPdQi04fFubEih4e0B4aDvELmVDxRXUMRB6Xf
iZhlDm6F50s9pUvCX8HXLaYbwPZEIi7c0yvsnJovJkkVugaXi4Suu4qfzpaomqCS1lMfma5GzZih
b4rxbStBhFehaJeWzhFmmPhZvbRlvWz9XC7aAzok0VUfdEWGsiEyScsNMlzVQHFgQgnREI6OrhUn
twxiWYZKj4Q35lkbqgL0FBR8KhpUUN0uHNOV9ctNpSQXiUtCQnEIWUBmOX+dSyyOqZqaz55Tozcc
NlBi2IpRRHAf0WXpqeeICjrPt2cx2vxsfL5OGiPy+dEsUDZs96OwLh/o5zoDL8wrOgdigYOEoBsO
MSbEeefyOe/LKKmbz03HKWp3FqXb7TemkVjLjdWPC9MRUNtCPpbJvCweEP1OtEnIhS/cU4xwLhzm
0s7kY6eNvXvnp66yuGCBlkVwyEfCUMu27q2ALbRMnjOdmi7L5aMs3FzkG70g0AHRk9lngeoqSPim
RWlV+eiX88zaWYix8aWXejz42wYmc793vVGtXT7HKRZb+9x84MfaQvymnjM+osYao+egp5WxNTRO
mX+ZYSC0zT6YOmN6AMAjh9uuyxHgLoqyM0vEpqJyPsY21spvlV9F9uOkUxWz3Hl+jOE2tVWNzff6
3bC+wpl9kN883TisKK6vQehWtFSxgY77Z2mUhOQ2M6D9pt+IOquLK2tsBRfF6y2ubyMTqA75S95t
BHFxx1ebse/0PkGoS/xmyVFtRjHa6vozey/n8XYnMKafo8ySbEJhjkMfvyHbCyfgwilfcXVwG+BF
KM1DwoSoDuN2nO87aU1jqwXgWUu7KgcL0jwZi+91m7TcRkneV8aO0g11+nbqqX8iNk3i1PEu9uEW
1RviOQLtrsGM25uCgmoPs9UV/rLpheFOp4G4VwpYlmDvDZsItnuGYiGhDzvCNOSwJzr7sJ4SrIur
KMsp+x7mE7Hae1hsXrNsrLyz5kuqiut7jbA50R+UFEzlZCGsuHo7czdKKtH23odprHS8AqfrTLwC
1NjZt2TebPuYGGJm2855YPElHp5dBQ30gDoVYybM6CECKU9/zTbFrjymjWmpK7KVqGrt22Jq+vQg
AThz6iJRKieFWhElp9MzWo7R63tplaqj+iDZOZ5NbjVWkIjm6qpuraqUdVaZHxDatjhbaIepDgya
Naqj+3yOSfQt9C1KyOQOIXelulIAWvHQaAmVLG4MqN98q27zPv9CMtmzj6ko1DyogmbuXYRuz4Je
iaWGSK0Ht9/nmtdZ+8YHYwWLnPeC4V4Y2srKZGiocQLRVvhtlcxaDW2Yc8MriJd/sOJJ3VRD17K1
ZCHT+uug+0AxNssAOPnRMyv1PpbIL7MgaNlR43wnS9cY4n1gaaP4gJXaMR3Cyyx2nzVJbpMq1dDD
OhAubdTtNnJtHkEvCa61AYuEBtMhIjUR4rQaTAVFPZiKASVObQgdJAY5EgmqdPzrx/yoqzD/JZeC
5YU7ATgbSXD8ePKMqzNKHNF2F7fV3k8lwp8kRZ7NWzPx5wlBO99M4urStaA+8sVzpJqEIAyun2eJ
oj9rT5bQIyZkM3vvkbVmhwzLMLChePuZHztrQJIi1K7VoF3cwlqY8AIlOkwWLj1mSXRzMbz13N6P
sn002D6XAQdyOnVFzW/NpcbBH+aKh+qPZYtbmAPQT6h2xFnhFKnliIHiM/Valhp8CZYsmE56XQLN
ODg52hePuTsox//1LYc48k+DV48AlwToEqygtWeDOdhrsT4v75NkcRU/AG5DQ3UrPcoAGkq7W3Yt
tIDG3wDyDbJk06GJ2V7rxWjNzkaJjmo3XVxq9puoTDwKPYp6jr/qaaEfRTTaRNG9qi6+2Rn8sxMl
Fsvui5BGIe4BtlCqZutnwCMb0EOW3Y97gZDCdNe1STSjb1HqpXFr6Z0RbKuqC4wwQ46+i4Db+SD0
AV7DQp3DeM4nDsMkO0QNN8jSZYiuw5EY7Qe3GBbKSOuzMYrx0AQiMSLstyhGsCjxsMxCTxZCSuIE
bMXmakYzD7h0D3RqT3IDtXYH4Il8L9zaTB9Hu4gR7gdVaYQL/mm9IGw59ME2IGWWh7FTxEdKwFM2
udaFvImCStcPhjDQM4EJSYJq1+Soc35YHIqJaR+CWp/n91Sbt4Y3ECUr7cSL4Y3fnM51uw/Sm+IK
LZa6RnD8XUDhH2QsU8JFe1mT5K+phF1bJrX2Otm3/pMBbr76lphNPc1btsrSfg/GQQg9zAvRG9lx
iKqWipL4AU7hHqJSy927wED6Oycq3ph9kXynopA1MMszwm6d/UZaNXW498DWIE9Sg0AfXH1XVXbT
eKjYRGlS3FbODNx0l00xGhu3wgEzn+4jmzy7c4Jab0ERzpTK7Z694lr5hpiszrNe9H4qgk2s2W47
bBM4A9lyJWLUE9MDxfp4bUI0AW0uWAQQR+dTrY2u01+xOYQWhcLCbDHulGAUHzIsFvUJ7gsAm3xB
CVh9U0uB7Acb0Lg2zcm6t9snObaBOV1nbocM6NGYNc3zwiVz8tE7zFVmAIt37Em9i7qjpQwnthwe
lS9ztIBaCjMnCZz4fgE12Hjwd7RMFHsvtzSzucrHBXnHezdDBzXYoKeqrGqvG5wkf/TiKNLkjW0X
PTOlLS1XNgJCbHHnRrOizitujbRNjeJtlonMj3Yi4yKId3VqWPSdK0t1CZ124BM7PU6WtN3qDQUX
/W01IN1cfTJjs6K9MqM6zocx9pGq6fCDmVnTH8EVTaEBipgPof+YLMjfAGwxt2j9MvoQpndlufss
EWrGrGLI+VIDrCWcQzUk7ilyf7HvhYFAY0jfyQp74zAEXcnvNT+GmgyOZPrajLqVHm9JH9FakRgq
JGSkankM0Cmm89EoyJAUSOEFGcE5bdQ6lkKrcoqxfm9bHJp2j+g2llYofGOhoGbqJ86osYL22I6P
Q1aNacV8aQk06WSUtjG/8TNPdTllpRv54LKzaMHiR+1TpM1qg7mdplbeWTS+VwSlmpppMvhVnli/
FfRhqnqaDf8YT9dZVvtEBDPhe87c1O5DTg2zwAptERAA2jRegrgF+f3n3RPJPuAjvYyqz2g4D8vz
ZIzsmi78w8YNHOmof1m9k7+x9LTTHv6Yau3Hr/9tkn/8HpECM3/jmU1JB4xKS6anHEpJ2h1SEAoM
ujXlTFuxqgGrP+CAxzUSPz8WqpbTwFbD8x67+KoyEExCszpPpsW9D9DbZJYmsyz4FbMhxtaFhDki
2Na5viijNy4dk28in6G3T8GPGawbThD32o8xJWaKjxY2dQX94YiYsPLO9R9L+2N7uODvmR/XTvmL
neMVavCzuyTs09joVDOJnbh8c6lb3Us+UB3IHodrRmqp6f2xkeS4UIAJvRdLfYqRdj1/R3LVYnf1
FO7iz39MqCaF5B81UqA2KXndIRB5JU3HmxvQN0S0dOisY82ZDp7jlE0vWF/wS2b7ZLhxxfbpqYyp
Bt9NGLv3PckB9YHmpL7YyGzxBfkBdRxK6aj+V6MbJ+LDWMRFnO4r6lRpD0lrGbF1zPvFMwYIOM97
Jc16iuqiMfQ85UE2USudaiqo1ooNLwCS/WBX0px3fjJa6f4v6s4kuW4tze9bcXiOCvTNwDUAcBt2
l80lJUoThKgGPXBw0GPscJQX4KEjahGeOCJ3lOU9+AdSWUlePYt+OavIl9J7EklcAOd852v+jfpA
5pa5Qyjg1Vf4Z7dxxMWtLKkpmbpC0NtEjnft3PCaEpzJ6njdzj3nK3+Wz72duducZHGazw2vLaZ6
35m1WpZBgUJzOaC1FNM2RImz5+uTrmn5jaTRKg5l0/MrYFqaaJaKsLXiNwxHisOQdxFNgVGix3Cm
JXE9fLBhUlAFRPOyrv0RE0C67pPR6EQYV6JB7G6KkiMW5xikpeAv4Goml+mTasMGt7dxUdd5vv/Z
nwfonmCg0ycF9e7X2WyZeu5FlvA4dsbznmlqt+CBtRFuxMsHI3HrsXtojDEZ7X33cuuTF7c8IkMw
5OSOchyXrY29qIiPB50018en0R/nYdKvWpf4S//UbXOw0D4orvV+uzTV+U2ywPn6JqUVqmB5u9BX
hlSYV55Py2K2yytDaJKvsDFBZ1EPFtDR488my6JZBW7XfdXISD+Lo2bhZywvrbeIspyuYWOZOf3S
SMspfUtcsusq6AoaE9ZFydSAO+3MMWWqEeduR6g07GjmzEOzy+MxU+utDw/o79oq0HsXZ8ybrKjQ
176Qc8FdfhpJzyLlfIxaKdODB0iMJmXdE7CunDwy7O4WhedyjrBQypQ52dqjsApgSzX6Pqbv0ASy
P5uxgSI/h+no8fIXxVy4K7sq12OjtKJ1uUldaiy+lyeZYQhaHIxUTY3hfFysMnJu86UflaMkmaar
sAhY/J+Jt6wvZUR6d95ljLnXZSQqheD/c2xRpOSrZNYeeCLx2fbmpNGezKmwi4NtN+g9bU29RpD+
x5hq2RRtONGMAkRqQf9bCfAqdOQHOpJj3t2rcZPFcRBZs5FAFnbIbZpv3gAcQv/UruB1dSfzfii9
QNGXNv+wmL2OtFrP6YB0cKdpNTklSA6v13pWeZl5ejDwhxgL+M7IqG8Kf97Jy7tscJ/l8ViWMa+3
9RxuimJY4583x2s0IftfN2/aIrVQbkCP88yiTF//DNt7ha+Y43n9wsigO1FuqNzX2UZaRIKtHJMt
RkjUz5rYZGzUdVd65fo3P5csOSWRaIVM8lcv/fA1nEKAk9MsDcfXdKm6N33ixGPtj2pF99ycl8jT
z8amWnc5StNrO7Bl6MNvJmlZdwZoi/VtqswfDvQt10/OTIlv/XkhS3ocaQ1LRTm+VGwYHCB04meV
6M3b/CVg5S+NxgapF1aDUjRrE7KVkNvMsIzLZlUixL1IOfapJbjnbmQsOpynerymcYk5cQ1nKNaP
1T9vOKVGcI0+poUfEamMvs5tQ1wb1jXpIBmHdr2VtFVZbpKsYDduXx4IfeA16OUrgIDw3kL9uEh0
o3DcdxpfJwX9KljMABvGKcENmOhpWznpmCHQr9aPCPzbfGonhvB0lGNNmG0Uc91BxUDjJfEH3Af5
7O9Ud29ru/XywOLgRQCDwLD0tM8qcWZQxtahVfUSGjN6wHwK6gB20u8vdTKkYTepTB25Fi0rfj2l
uoxu3rgRqeTf1gho6roOGhGZ5jWw5XV1e3ayvtQ+zXjDtSlNXtnP4Pj7z/K2wQkLhPUDoH1Vn4YM
woz4bZsvGgx4GGy9I7YnhLHU0tZ8vG1RntgsNanze8/51wtiRk/jYCW6rv7BJz2LPJGqVpRqdNdM
FQdFnHPinzlzTpj7ubN/f4MnVIn1Dundwi1imKtrjKNOLjgVmRnjPWLf/YwYY7KsTXvkRWbL2k5m
6w7bTESLvO1HY0a4r6/WeG5IQoPSLibn0Tuf6O1K5xNRSsHZYDTqwfNmVPf2mc+eqoCrM5q74mVT
jeR17PEJtz7ieuriudFsExMKmx56BocDqYWSrB8kE0bTL8HQUNlvrdKoLSgnhJY5INQ3fDn7I9IO
KShfownGl3mWeAmzv7+Jdezw9z4Q7USIYTzXFZTClJH/fnsPeDNMKYYF+d7BQT63AqfEIO6zjXTH
uyvm10uBC3AZhKwqi8wk179/BZ4oIx0TjtiO9y8n52BRzHPbelPy2+/v6mQUxE8HobEiIxnRk7YS
CN5eq8JjKMom4X1VM7qqP1eBbkNFIM8xyrX6GaF6lYFamlJ3fEcWNOaxF1G1FmOCanIeslFlz77z
uV4gIq8eOC03HoEHcOd5vo1M2ttPpqqMN5wUUVKJtS3WM7o1rUP9HhR4X/9oF5R/7KBuY1qUno/p
AUWX31lxh8EXhx7CbnFQ54IGyqVuUsKrN2VkxXG9nzlirfoQTWmuwSCKdCY3n1pkX6kmZIazR7Mp
i37Ru0CtVbstQ1dadKwujUmrDfvGexmL5TY5vXEdVTg8TFd5nAweUJ5+sFON1kIGhGRPvu6gr1JA
HWSJ/DznHYVvQ+D25XQm0cVX0befo8FLxp4/P80xQSDACqiw1tN0RIOUvLCGB4OtkN7zuMlU7B52
bluskzvlJUUQzBh5b6pwNXhneduVGgpJrfSqNLQFtpy9/7fOQcPpg63CSz7wnIgwoBp5vkvjrmch
7GMaNKToua1vhFtzyTInOR/OVZr+aRwUU9lSltAWR1XgwSB79IwDMFrPFGdY1ChrTd0Oknbl/FLO
eOPcGpCF876ke0kjA3/F0s8SrMDxVenrGC9uvwG4Z+k3XoO+77iJG5zHmnskaIelvqdtvw6GSKXA
tB7qrqUXf58KmrZxyDpnKr9NZKNpWVBq5G4/Ziq41j23bOCOnzVrmjv3QPcpEreV52W5vsmqFjyy
L0DLTF0gu4SR9KaqZ95tOE76giWnqlDgD2iTrXjLYDZnbKVyr+1adPKKbMQ9UvFcyXgxTdR2Z8J4
GJ9stcznJIxM8lYUm52qlFgxN1Dz/FUGi6TiZybbMFaO7Uu3JPxl2yopbFyqf6Yr9I/XdAsRkjV2
vyyN4jmpqpwip/KRHsAS4Q9StUsN+E6MoHMw6Xmu+2OuDN49sbB2j6LylGJbQsCx/CSOx6M1p1YW
zukY7QCEGvtUhRZfymnY0xCo7xxp68HkWckB/eBCpfU6yPuIRb03Y6tufXZf8pRJUTzCrYHp6WkR
JV1hdDtqRjozeHBeQH/8XOdsxwoxjEt7BEPpIG3C21UVuc2QX9hkddpfLxkia/htGN3GnVWjYMXa
5ddE9EddM8WFNJX4An2+bmO1dHLBc8T7VSk7TLzRvXVE0jAeF+m3tG2isEgEpCwTnUIr8ppzd9HL
7RxVDFMrYZn8aHeuAjOrnO3IjzxzKWueMGbqd8AHom+NhypgPmnFArErg9+RqfVRmLS4/YJOR4tK
SR0/oHvrfimUyqIi7sv70cVjRdU79RydjCT1QW0blybdrq3s0GZuMye6pQeHDHPSGd43jYkJZYEm
tLtBzxLYlXOlbBB27O7awaRuJxSE7Tz1aIDIOfctaAtB5HhR4j5i4+3N8Lnt/murmxkGjb3oqBbS
EoIy8iTud7eznDJUIkWelx5T/dDUuux2GiCEW4y8L6y205ogcvFJUrNWXE6OqV60NsKOxE5rHUXG
4PYnssIr1cmHM5rIynmaG4keukS/b9o4osKzLC7ahB14x0+jaMbvjaJMgZ5qy5e2zWqdwbwA1rgs
LSs3QXYaCYFa9qFYxnw6x3WrwVpNE+lh1hwCMZVJMIwGpkloIxTiXE6N3Oqi1y+sopx8GqYfrHH+
ikludIDEhmB/23chHTo19WNgw05oocu9MZ2uOuC2Iz/NaFJsM5UpMRy7PgdKgH5OGlsCaWbD/MKA
t/YNvah2NfU24g9ldztpVX7bJnOXB3nXxQ9NMjePcsKlx2+mfsJbQKLKnfH5GFy6tK7YeHjWB+bk
jjee3iZFUC1D9gWZcxTIYxU5JLzCfSEG7dajF38mdOkGvVSjczOtzC+ta0+XGW3zge692XPRqMPD
S2ko7NBvtF2lhjGs5d4XnMdUNURnA5CelbXNjT3a+ZZAb6Phki7OvtNWl6G6BCIxJvJBryuxG/pJ
22VisL9II3oYKTcflgYbhF0jzNnPmjL+PvNAdknn9P2GbGo+dtKzYPGYDYPPPO5wlRqGM9vLxa4h
ndP82Gm9Bw/LnidjEsZ9JqP6aViG5TtqkFE4OLV+ZTKf36mcFPB/m+5Imqb41lgNl4ps88+LWlc7
o9AiAE50ZQ/JrJqcZRMRSc3w5eLUzu09DMwIlfIq2+VWLx+ASBl8/kFHi7QytplttJ9obzU3XpXI
vTYX3rEs5XIRtxnmwA4hl2qyTA+VqXbnsjfHm6qN5D0qfuZXIx8IDnozDwdzLtk8tIauNQO6+SSd
8SzFO6um/eFWuwjlsJAqE+Qn3QPvbFFkdAm7Vd4uups8uAAnPzUIit5z4Md7NptztWhKBxTITreF
F1mXDIo1HJtK+KjuMlewuYB0bZdYqW9yOtk38VSLBjutQt3KMWs+ia43MVSyluVSeqiUgPfJKbLL
+j42Fq8kZpcTyky5u9cYnQWDWMxrd4gNGtxS+aZEOlCuy9kyl9QL5nKiJgidns6we5lbxuB0G7WW
eYESvCeiy1ER8Q3NiuKg4DfzocAMhu+J6Zem2oe2JIPJeic7TF4GitESWnru1UL/3MPVxAAtGdUr
EDP9Q6oPQ7NL9MIwAy/RnAszqqW79dAj9c7LxBUQoFrIyANj49D1ltLxs6XzBr80oupQK4zNL2al
cXjWtjp28rLxBuYl2iS18ayCeHBtTKZy61ReKgJ7kkm9wThN3mVxiuY+k9M5uSgxpkhDRVYWwMII
1v3OGdp2uZvdSvbJbk091BCVrrqo8RwR9Rjn5zmlrSwCzSFzCayyj4Yrmg5ZGxi9Ft+PzlLPQa0W
9iWotwj2PMK4+UVHPdt9QHJwQYzFV6ToLJvEKa5A5+yHDnMAS5/UKrtfjDnSB8wSGxT7z/HDa9Qz
FL1wo26KuZJhMrRWf/SU+Fm9BflpidRuFBfIlWLJdUwNwCe+npjFLXaByrIbqdeyQHUaXb0cvWyq
Al3SDr9CPBW/MXBmS1jTIDrP9C4NkNrOzztlntrsupgVG4sIHn+lTmVIu6PE+xB7S90qr7vOzNwu
nG1c5vC767HU2kB/xAah12a93JhaXySXecKQ0y8ruqXB0k0NZMpyZn7i9Fm+h0hi1Zt4tMarPKXb
GGZTOu2NGOHQEOWJxKGzlEntLI+lYKrXI8zp6yNDZMQbO6wMvAkybhaZLQ4JSOUFM62vD5pQ5LfB
IzUxpJj1XV1HmoEkWKL3ekAKlyh1wIgbRNeIKqd9h5JL7ZCY9ViEFwGRtOMLalVJp/QrQahx7U0i
CuFbcaNN8H5LlG2TjdCn2sKiQxns/oGZaBnts8Y1v8TD8HlZkvghTmA2egKxPsqE8jgCkdhEbiR3
qHA0CKz0tmSK5CwXxawXB4mU1nZIcDAQjUDH1wHtKPyytMqjrAo7lNKe/d5NTeLr0JVfO1yftk6N
LUYTT9EVgzpXDRDKwEUOH5vJvPHaxDg64HBkmA60TFgPLBiQ2uhCa7XIbwUSS+6mdZz4sq2r+tg3
bRdv+glF2jOar7HjKyVOaWWdNejkNcU2byIL6DUOdxga1hd5ZClXej4hJC2Y/dUwXJmmUhaFuh4N
X6re6XfLpOuFj+4EbidY6DUtqh92fQCGN3ZnQo54arQjAhdNHmeBabeD8D2tjIBigivsz1qbm9vM
9IqPSyTTbxHj42aXMaYKJZty9Jc5lwdOeQ5/ROiKMM3IL/gI0R2nTrrt0WkJ+kokH7I01j7TwJq2
YF+8Xa165dYRTnajZKoMBgRbHtWqfCgyAFUxhdvW0aPsUz3qiEBYRl1/MtRInve6EeE3KafMDVJ6
jOeR0LnpWKVRnE5DQBFuXGeUJefDqKVf88RwPudRrD3mGqZeAwPQ0BJNfWbQef1AD1vP15iGepCR
qc0VOi0GeSvBcV2E5lczX4v0uSrXU3vS26d6cHHRKOyUeSI9WTwaKqtK66CV6dQxsllqem7OmGmB
URBHfFtJM+uqEK3+lCQJ4sh6wWfws8JJ3CDn5wZ0kVgTyYwmS2n3uhNSwg+FJNfK4/NS1N1HQdWW
IO5kGOpnDt5Ron3sjsNe6XI77ESGjW5j6Q/r+H2rLciw+emsiGvLmrKnfnAFxwOV57buI0BFdWQZ
l0zA5IWYwWZA/CSluZzaXjxh0zKlQUu3Di4nLoFfuw6Nvx2bkjqtFzQDvw0MfwafwdawqbLBOKfX
i8bwmE4LyTzoy+9I8qBsgcVad2FCkKaWJR3pQkx8FWujNCXQWXUZrA9dWxSfHDFMAUzlNkS5sFEP
/ehoR4ZUrge4hhwO+hoOl7uRpOqc6FeNG6wEUetoJo/UEzCEUh+MZNSUAG8s4DlzqVpiI8UAUB9g
B4soMJMyycwczx6QD41X4geZk6TJzVrGDgECVKlOTo098vJYtX2VX+u1NrYhVUWUE9I8u15EILU+
Lma0CvWsMq/t3ohwcNSa1PhSgL5UqmBQXPTLt8yd8km9ypParr2AansyhY+KVNn2gcOBa81hwhjI
LfweULQ5h9UwR2V+MbsRLZ2g7SnAxE0x0LUy/Am0tNdvZS+a9DGOc7OOw5GtwjQCltBq9DlMTW13
25hcrTrrk14pf7RNOw3WBh/GtKw2VsPI6hipOiOMnQBvhBennE1FzW6yXuS8B1MBddRnAIJppQ+g
xbn976XiOSrPsc2qOfREMlmPlrT05PjS81TE2rfvCm/tMOpaNIkLmKLrBJyx+zpOYB8uzrfYjFRM
hwHOL+y3Rmu99FMvxkRJcCiiAadQ2UbZaHNEEI67DzjWGI172ZFQTgc1g1ppBn3c4hG7WxgS8bY4
8rI6ezIQFxzK0Co6JHoujJ7bg+9YA1ZoA7AjRhkdjc4S6Wqe1iQplip9j8kxcJ60I8ehdoibrRBo
iOug3eowB8xzpYOJInUXHhFz9lKSKBd2d+eU8yxoZg40JNMAZFJfjOYmriYzLTZiBLiC/qWsULde
SP2QTFEKG3PdbojwWPU1s/HMjTMvhrljfFZ+EG5fPCiAVDoY+JDifITapmUDaKP8plY5WRYg8kTm
m9puvSQcJHAPjJX1hhneYq++aIDVzz3sYG9gCA172qnpZa1GSMHpdn+VaTPOSMIowTwNHvNUoRSo
902jcwa1e3F8oxKz6U/VmFc72amAASdXrPR1dci/iUWNUG+XZhn5SEiYfYhV6YylKWJQJAhKsSED
pUKMMmFZO2mbXRki0jY9KUuExravYSms3bl5mlvhmFbVVwlXU0LSx6RHRZN0oBqRmZZsSCdkiwKt
lQ/fYmVaOy5k1HoVLHkSb+GPDZGyLXvNBeOiNxhXYRBc4zA3q+1ea2vnEx6mJg1LJ0IDIqChmEJj
n525PZRwsvsQMbe+ewRBAPoAKChgtQBoRDOQIGk68ByaW4eYyrv0zYY8/GpibjX5o5E7Gye3i3Ml
bvFMAr8MRwGImihBQOhz34ZuZXlMdpQu2QH/58U4U6z4BhC1fSMK3Jp7GmZPC3N/1kbk3faKWnOf
i8AEQEw3WN5NoelFqClmQBS+K2CAaB5mIr5UCMPtZ4rLMbl1stXZtQUOlO7JYOxzCRs5fSJEGvPO
GMzsrsZ16gq0YfwtlhpP3h0XZCsA/NMZWZYUaVsEDB7cyepvRlkk3AL0OoasTlkTTZ0SzH+Oap5G
+9AJvawezzSaFmk4AjH5OBom/EYrb03EvrIMlJ+0jk20qm3olfpoy1bzPQc4XyKLBaB7u8w+NKL5
gLOPnmIdjTwkFUoFztxLB284i20JyKutFlCVMfbMfFyvWBEGVMOBqJxZ3zJoYVypGhAew3gwsCEk
84nownTCAaVnxG1DUoBrwJXRi/4y1rXBDVUrFs4WPIG4HyenA7zbVdwlQ3XnsykTN8buJTGvG2XN
eFtU0iufnBrhVzuPPFAdeZMmWA67GQAm2iU3S0kHwF9sgeZrPoBTCw3EaTdLM/E9sQUqDfQF/meD
IX6MLTJcOrbXwdhZ8yeHaDFcTF0l8dlqBhfLBNlhrKZYVkNBkNIFKvX6yigi/cJNitwBbYOSmS+1
yLtQUNt8mos0P58U0d4Aecvwenb1L5BL+gpynePNQWq1mQyc0UznsB/nDCNf6aLN0SepWxB/pVFc
ZJo+W9vOHq0PqFqJ6UDnKse32qxLVNoEJu7o58SzX4JnONQANdSNM1ozRYGnr6a+kWpBnNay5D63
JjkGnJtkdeTnkPtlg0MvA57r0RhpQxt6HR3cojQeG8AKsY8q+SejLetH2dW1n6TI9DgAE8EbIQ2A
sar8FGOKFpNbTZhCk3lcyR6WTEvf5XMV98qZzNjUKJjnznXXd6iOWTi3UZHnGLHSHcHP0f1Axzh1
WAax/ST0xdhMptreDXLWz/K2Rv8yG/CeI1tTSxAoFS0ep23dfQsT3UaiXCFxKlNvwuJdH4o7WLxp
iOdAG0qWuhk0htVvSF+0i2quEyB2o/aYRPP06EWd5ou2V2EgWvkGibXoB+hcNUSkqHtwSfd3mhlp
6IoO+aPKt1i+MvHgQM4/Ql1xryZm5TsxdOw6NMHB+XY3olfnCD3qWtXYB8uNFyuoUEnNLHecBxKL
IhfzPNcB48F3X46NLj9mNDtCd6JQaeq0Wvwp0eoPiluYxywxzDIw6eqfCVFp8D8BLOaG8XXu6f7L
TS7oB8knDqgcBy9GyZCBHqlo61LcSbOtTesanYCGKN8iCAXERzYQLJi1T3NWNswamNvV17girry/
UYfyoIdGrU5dcqZiJJ4tZ+Ch5+4B/7zR+mpVZp3vs9otOzOITKl2CvKCljlKglcOKIRZGzCDzNNS
Ww3Br2kLaaOrzmkgc1uq01k/T3QxfVufrK1pVqP72cYLhqDSiLyYkKB3rES1QvI8xv2hMttxDC7E
BKoEqpc0HnDSDEebTQMa3LRAVCbIpqqNMqOTwGwXvNumFeOcIx60pHEO6EbE0YrFZg0ib7KLcfZT
m9vBQB9zVdeabCk/1C7mrFnIPNOl7oN5g2vUIcvqtq/DdlwVijeqMPq2eerzZdBmn5+Ckzy+eSYp
mb+IhMiwj2AbZrgMKvN6J6Ydq16xS+JpcJqPvRIvuoUnuZvzd0DKHXu6ULqWghlLuDZC7nlCesF5
T7X27UCXqSGABZXR4Uo8hd17KpdNq8ztVMD238tarAON4QWSYViVZK7bOomJoUs3qJMCXyDNGNFt
fz8ffDtUXz8Ac224pig6MiVkKPR2OJhaM1SeOHW+5S8foHwBSpS5V7DilJq52Muk9E8JNdzXJf+c
2iC/NnD75/+nz9ubr9p9rw9fyu//ERyVKSNevZpfZBz+z3/713/7y7/89X/+BUu4125cz9/2Nzcu
hBlWLriBjKsHsNLV/mb4qnDCY8cFqZI+LFQD8BH/bseluDiC60zbUVqwTZiiq8Q0Y9su+S//WfFQ
eoAx70ErX4m/SJr/CTs492Tg7jBqR8hatfjQgGHMU5G0VbVl5hRXmTvdGs11FYfRNqtuZ/2ixkYx
PjPUOzKutZsbTZgTkd9tWrDv5yaAv49eHqC9XHjnPXMFcR7b7YZ+Q/yjDku6jPdyO8II1IIhu3Em
ksigL8LYvCbDnDSaizdDf+WNOxg6DKrJ/X3dPLMXzXezIJ8ZW/hZ9JDIT9DHSngQDC7YVu49DKyw
o7zQsnOruklT5FY/2dU1laS37PGMKvTrKmFYh+6Da19p+YeYEdhaeMzmfo4vi/g4YHnM/5rrFqsX
zXoPVqCz/14N71+eKKwRXjm0G5Qa3+5PBskdOomlemxTSsEhTsMpNp0LY3E+O1Pv550X1o2yHT8q
U2ddAdodwgxTzfc+xq8vFnIh8gpQC5FxJCS8/RgVzTJhUMcc80T/oFEf3FmMLS9q48JKs8fRrb/Y
wnwoiVMBjfQdcuA0G41iPtaZEhKSH15tjZuX+3+tirFGpTdPxdAQKOGBgIji8zxTX18BO2omfDGM
hPFIaadue5F6W/A2jx1ZOs7d57h2KGeYYvw0ePtToev/Ly79h7MKdH4bnP763//Xf/q3//2Xv/7r
v6x279hW/o//+jpGaet3v8SoNQ6tzh84nNksV2v1BPjpSW25/0QUApCDXTuC8mvw+mkYuDpWrrgZ
A0AwK50AB3rmbxFK1/8J4rgLfM0Aj/ocvf5EiHp73hEcUdsGQGcT9ZBXcE4l/mvXQaokFtFdKZ7Q
zbfVj8l7Qslvz/Sfl1jtrnHnhGR4ilNTaFTMiYn9FBjdTSYeOy9F8OgLk5FuMN/bmDy0Vzvh5WIQ
GQm1FpiqZ7Ge1xCnKPVGskpk2cbZT4L54DHEa3au5jsEOsrIHVCj3++9P7q9VZOCbbcmDafqJ2rW
QTOpTeWu/1F/rh/MY8JI8L2LrGipv2/wl9sCzE7mhpOIpp0yai14sa5RWVh4Za4/ONSTMRBSi7Mi
Tv/8/YDaAjZlE05WCei3oS0C4hirIL/vOrWiYHwAkUEdClIEImKqvXOxt3H0+b681cKFf3MIpqe0
WgekhKibLkXFcNjY8tqgPv/96zld4IAEWd3INKIayi+nOLSxy5NqSub4KCL10tUPamxBARo3v7/K
2wAMdOjkKusieRWAzUZ3B3gs8TEaaLz5tvExuobMh0+L8x5x9PSRrZciQ3ZXdK+6qka/vZRGL5a2
TZwckUKWQZ5v6bjn7zy056fyer09X2SVceCc1S1OuLcXAcWAghM0y6PEqCmcp4DWo6zOpqf6jPFB
4yd1kEy+/nFkYrliwd/Jwk+X+/PlUSCnEECLCyL/28vrwqDK0uvkOBQPs9kck7HeY57zdWzEOy/u
BNT68ubQN//3S63r59WbY0KdORo6D0fGyMjXOHfqtrxutvrldFW+Y3P5h2/u1aVO3lwrB6A0KZeC
un8mwXpgNvXOfjoNRjw4ELqku4A74TM/y1e9uhvVhjBAi4O7ocPhQsxgvrzJ3DKAU4ALznth6dfN
tb6fFcFKAHSgNZ48vNYyBAjZ+Dgl+ib3CK4dONvw93vrjy7CvsWPgtOQGLuG/Ff3RNMSHzhJjKiT
/Iei7xcre0Bn950l/+vLQa4YWCiaP4i8/WIJwsxWRQpknSygLXxvakkeJE7EhOD3N/OHl0GWgowA
gOwvhyGUZ2kI10qOgPP8eUEeGcTSn7P8Wtc09wIDgNTC5CrOyRNrvYKxmB0TVUe56YtDUiAukWS7
P30rcLd1MNiIcJGHnBwUJdiUxbLG9KgBfRhyLQBXN7/zVvRfIwHqc68ucnIrXQOWy0Oq9hheXd8b
e930vY/DtREiobp/urtZgjlUwzoU5yb9Kb8+6hezf/sP3CeZ1opjxkbnGen8av3l0q6TRGnToxEz
Hu3y+gAK/p0w9AfLwtReXeMk3iZtgbmK2vDGzGLvztNGju/Id753BePtLkIUmllBJ9Lj2LlyA781
7KR8zxHsjy+CQCh6K9TPpzIKI4p/o1v2KcAAuc9S6tdq/4+8jL9f4eSg7aasLqd54AoEuBZx+6R6
50Gd6LU87x7exd8vsZ71r9634/QeANwpPYIZ3E1be7eEqX9fBm6Yfo/AYtylDzdfnd0YHvBweaLN
G925wXteun/4JBGCVLFwwTr01AXLSsahk+qSHvu8P4uXHFfj+s+HInPVmvx5ieeT8dV9ximGArAK
06N37brprq2Ud07xU/O7NQ4RGQx17aUQvp+9+15dwWzAVESjweZ9KkI8Ovdi2+7qq/zKOkT3zubr
p/O9E/Ie7bviKt/q+3ord8lm9r/9A2vm1cc4OXdpC7cxmPz0iHwOwCTSWCv8/RVO5GF+rplXlzhZ
lgU2WWOVO+kR3P8uOp+/t/mmsYE4+fHGCWyf+fqGKe2uAMsPMNb16+t4m70TLP9wzVirZ5rznLmd
3OfSZaCURis9xnazG/um/KLoTfT997f6hwEZtgpNNYzQEL9+uzs60Sfk8TZ+vVAdDFzRlYu5NwIw
hP/I8nx1oTUteLV44J97Yz3wSAFiBYYL/OndS/zhAkXpiD4z/8dJ7yQoTklVLAYn4/HqqTwHKHih
fYwnf9g7G4BTgRGUYRUUgbvpL+KwCHq/92/HfXKuXuz/gTOGhN5FyVqz+TQnN9tXUH6TpcyOJnbs
RlYe4IS8c8Q8+1q9zemhTiLfgJCBgV/mqbysXffpgmpBe4yrwfneMgU/wmPtpF8bRou9ujlOnxDF
Wn6IaSwe58XqvjCzKx6EOWRXtjHpdwwo0nMJXokB0awA266zIfrqgoojOi6IjPhl1jVXfZSpP6ZY
m78OiKkw5BRFcgXkhPEp4zZjCaRLXECeG107v9Db1TNdr+H+AIG/tStLvdLtiP+25GJ4QYvIIZax
hXCR5gOJsVpItsxvvVSrDqCvitIHHGDeLU2ZXLmtYmuwnt2JmRzwXwS0CukAcRiHqPRTqY8pPhkJ
tgheP4FO7swIq1Bc4urH2YUWz7+iKQ2eSpmxoZla98fvd8+v5cbqq4bYDxRAFeMM4+RFg+UpxDRl
3n0OpWULO6jdNP2KAVcaT7nqpWNes2cV9Pyw8WwNPpEAP/vx959ijUZvVgKK/DSkXEdlE6NDcBIo
StRUqjTNhqNuRYdZ3DF2++EVsz8mB46Ldziav0QlTQMAQqvXQQPWAcP4dh8j8p0n4xTTA4di52gd
UNfvv78dc82O3twP/sLsHVY39QH6RycxSRWmHpe1md7DF2GVzMzhP9nuaHxDdKdrAeJV6h12sMoA
cs7A89UuLOdcZkn2A7RvfNN7DYmd3uU4xSBGXkj0TAYm3+lkOh+iLqLehVNWf4tcvbxRULv90SEN
8U0Hl/F5LnWkFCLYnyAErIkpfNm7otmoC0hDXOOt/M5uPKvx4XgxiGu16f9SdyZJcitpfj8RWo4Z
2AIRiMhMkklmRnLawMjHR8zzjLV2uoK060P0ofoQ+oGv2pSBCAtYSivVgmVWtKKHO3z4hv8QPAS6
kn2yEnt8sUJIOK4ZV1EOZVjNUyRNc6Bx6Crn74MasqWDgWqiH8aIZNzpCBM3iXqXi0f9kf6I+i+1
4FUOZ0oVsitVH50kq5zeC6vUgJbTZQNnRv8c2Hn7HeKydG/5hXBbP1CfaHv/BcBmADxtFIfb3/KP
n8X5tySjQJCL9AimqVgbhphlYXdVVSSnhCaDV2VysBt93zpK2OXti1YOHhQT7oksm+pzXZbINE5q
8aKKuMLLV+uaPbpEaDnp/njvN6VAxCWFmF4GoWdbSU4xcDCffT/1pGECBeErnSfGSvbQQJjuuReX
Bmo3v+9TEzrQAMJQi1t16yZeMqPzOQLYpWZID4NM84KHObQiqO1WFifbTJerqNDa3z3ge0DNBbCg
qJC0bxmqRXeqXEvodaSt9mkAtN0fa9Hmj5T6lVNuTfWPzpinj3OSh5953eRTMwG4cqZAhsY6IWLw
sc0y3mZIgGgjuGVfyKcpHqpPepQQTZpZl7w30LmKnLnyfeF2Nn6k2GKNX8MaOW0gWnn0d1+EAWB5
K+yEG0pVlT5KRtKjkQODDZ/TZg7+xnTc/iIlsf0xbDoDqUvYFS0ocTP5qsAw/2tCD29w5LIUn/EA
FM+DFLdghbtOc3rDlnY+KBRtq4y5IqASknHTmpSOcONVIO6uK9uTaUSVD0r01DV2YO9afHia9w1E
IhB1adefuimZol0VIrvlzB1VQhfMM0g7sFoJbDkkuT7f3toXFyE+Z6hQ6nCnDVPlPlxdhImGeazW
Jwi+xTaONBnmnblpfrw9yoUrhk4TSCgENNQJ+XOdg4kAoSIdyOXJ90vZqYbOeIfYBsougTgmPDVu
Zu+xyUCNS4kwzwWF/zhkfu5GzeRHTjjoHxvOoHf7V12ZO05VUL8M7OuXfP587kUbhJCsh/wEhMLy
QObo+3nO5o2Q8TKeo2uiabR70R0g3Vj7QmVJI4fg24oTOqfNQ2gIkEFSYBytJWkvp+QZHUO06gNT
2w/QZ1EXidR9FuiZC+wu2U9dOzqVip/2mAIeHXyRHRHHUHdzluDeqQBOHcbsaBi+fuyaPDz2Ul8+
gA8CXRQnjTubigyn1ge67KtbonlLZHB2aSxz48WWKWNTbFn7WQRWoFdmUxWnoQqCHZISeGxpggJz
oocbl/By5a+HYvEo6bGL6GmsngTMxLReq2DGWrh2PNh+bOzNUtjOHw2dPs2hWfRpcoKiCUGhnOq7
N24WZroYA5rKophKU+V8s2BLUKB+1pYnAlOop8bofxBh1G2o1isXDx/D0N5YIhNDpmS6ioJKkIlN
abfVqZy7EPBcCNY2mdt5n1RGeFCyqPUAE4qnIPMNXnhwYipg+l7WpKOCZs591gGbK2EQ3KftqDhz
Epm/0bqkvw5OD3boSHE8zbLItUSgeGOZj7vb67RcGKvPhNQ1lpGaTF9cXnuNSFKWY0DXVyd7RMpA
1mvNoZAQuHqjPyMEDMlDajcW7aLPQTJPNv/PsAikrz5NqPoh7/ZcnRJJh+gYyf7RasG/QWlijSR8
jrhfSXeTVN5Ibq9NFlQQzEBToOO8vtZaxe7RwJ3rk51AS7b81lqkkud0r9U5VipC657pgpcbo17c
W8wXj0d6Uxoq3QTs51tRgJoTjazWpxhYnzuNke9CJthCNVwebdJp0k+bR4so1lgVOYH0a9gYxfIp
GON4Z47hz7Zd3iNQ6W/eMsCamNMi4EEeqC/zfZVUA2LvSyPU1VOQc7Rgq/t73vr5gBiA4RqGqex0
SQ02No287IrzjcoWpRBE9xvpXLQnzkdVAqsTqOhLpxjp1r0m6XdNn8WQesHAtcN9a1sPctidaqXy
Wt9CFbjXn1ofwoKfhBux1+UHJbumKK782cdI6p//lFpttEg1RumEPECyk2Pz94hG28YqLzfHar50
G9kzOj4V1N9Xq4z/QYZSXBy81GZl7w2lQB5BAaqigkTc97EfbNzXf9o65wOi4btAAsjr1EWm5XxW
1oQ/r9Bb89REGBFU6iHwa1hBWvhp9J91iJ8NVad8gI6TJ7IT6oqHGfvGUbmcNILvHFAQ4LhfaWtx
EcpSpJyqYZ5UpFXdXJnm+4nwhK5AgeBWYYqNV+JqgAeIa8n4gHAp1ur+znKeL15L6xRGYpJ34awo
33KwFB8bBdy7g5xd/oTGlN05KUKgM1JbxRB6fpRqv1re/TeXU3mVZV5LE/YRQAdjtcmzKgU5qZf2
yRiR4xSBhIBkKv++feXrl48WzWwFMAXGFAp6Xqvi9FSLOo3QOn2J/LInY+8z9pUVt8eynuUZveS+
vcMPUtYOrdZpg5tUKAI5WQOlr08juJd1ZvU/BRKMMoykcAx2KJbZqVtGCr0uUtdHkRa6R7acfIVf
a0J460pq3KGswy8IDN/6SHKWfykRxx8deiO1vQOH2+wmRFk/xiQlj8qcQ5Ft06kjAZai/k7pYjBj
aeJLn0mhIVfEUWN/i7CuRR1UNrE6KHSjBD6LjtqTBoniBURZRo0JKVsJQxE/55f5ZRfs0ELE/qiJ
I3VyysS2HyelikeXMygZLsjap1RU4tftJb+yz0yghWwmHH8QtFm73IZqDxWxasuXwNY7r7JF6cKC
lWAychKRfrAzV/fT4mjGgOb6CYJXXCYvld9utfWWU3x+yhefCI44fUrAsQvI6PXlXVRlZpa4/r4I
Mw0ewBqXDiiOeusyuchOaRuSeQONBKzD91idK6E3UMvhQ70MgRkfq0hYD4FpZNRuYvhpmp8cfStq
9lEnhU9yN5gwh7Rmd3vRLy8TZLQWmwagSehD/wFWvnqnCgDG2lwY0QtcLvs9zewRkYxafMgK+6RO
Y73lVHllPGrmGH9h6klwsw45SxSvkgIhphdc7KSdFAb9EWI+L9FCEtWR3NxoMl0CLHiHkQsDoUo1
kMbf6rYgxZfGJuJbjhicHqem7d1Fh2SPjarhNqi6UCpFKU+3C8MZDTv1CgwykOHoFRgumKyPZpQ/
D2Pb3CG+Eu5ikoaNn3gZ6i2/kHt8ATlSKFwe9VefINfMsKMyFr9YMp8AqT3gVAzvEuppxzaZR3fs
u+oljzbL8lf2OV1W/POWZBnk3HoDVnqFLYMVv1CyCjF7ln2PyuJWw//Ko4nYOyRciwyAuGvdnTJC
MWq9ZQAmMCljGWKh7cTT5OmUCg4BMpde2ZtwcGECIITQJfd6EJu7PBTqbgC5sbHjlw++OtxUKwBv
UP4Hc2OuLvZKRqNEyvPkJcrsRxTBfxtWcTL84JuPcEJT9D9vH7DLkJM4UEOPUQffg2XX6i6xKD+b
EWKoL5AIygd4v/qTZM1fKWHKGxO7TCaBP5K64p8AfI3H+nwfQU3HHw5X9Rd9tr/Djm4/2gN6jvGg
TbBZm2Ev++pwl7UyxpF4qmzEe1fmScZALQCZOMzUjNVesjqrQNC0Kl7M2RT3WU0JsBRGtTczfQt7
qIrLONcWCkBcYCRLL3+tam+U2FjOtl+/oGsVlkfRR+pOWJXmYO7awIbUpKTE+kUdvmNcoYqDL1GS
dKouLn6gVh93D6aPQwti5Mj2om1Toj2CtLr+LFtV8HHRbgj2Bn4lHkKsKa2KaKhPgyIV+x7ui7qX
tByl0ogvsVNQ+/0h94P2O06pVfRyWWv3RtCFP8bEb0snEiY5rZnRg3Bys8t9zjIRwS6oreibXaCA
fDAHsH8DWfFPS+k0miFdpH0cu0n7mQeJjXUwB3SfGWoNHyM1h3cqglDIFDf59IQBRod6ECn+k53H
6gmnC1o/NszrlybApjTnOO7CBcd2L1BgbVEglebGqTS9h2Cnl62Bek9qPjeFXr03cfq10E1qQjjB
neKr740qz5CBoQRxRHpCExBn+MROSN/kDvEZ5T6g0nkCBe7/JgFOBur4nTAdgov+6yxDTXYgT6X7
rujEDH7OHDMXkhj/C3rWEfYrYoEWCLjS4pDI5VC6QdGGnSumBUeOBmpIgFkM5sHGwwBhjYj2AGaA
0/xYB4n0rYLA0rq5JvcdAKJKtR0aTRO6X0Ws0GnR1Urf0W8LFYeIURM7SlDJHlnj8sus+0iiTT0J
pjvy3YyPErLtLQ2gWEFRwxZd71h2meQ7eGSGv0tCI0V/oK/zL9zUsIdRPkhNx8LJp90X1KIsp8VD
6sHPA/tnREH3p99r2XtUMULBP1QXxl6XgrxyxJDNGuaxyK/tOk2P7iK7k4CZZlr0whuhZE6fWgX5
mtmrH5DFRTXARP3Eh2Cp5d/SuYu9tqBajehbs+cK0O+DWopOGKG22BNANMXQQQ/cMfRnnF6H8QOH
T5SPiOHUEOPoBOS7qDCTP/Jl0ZNNS+8ZYb643eXGHNxjOZu9B+o0/YjnRDNcBQ1y6xjr3SycRjLV
2Am6SfYaOc/+tlD/jZ2R+vqptn2bz2gF4aeWg/cNSUjzWwkL7SPa5+nfXZem72rNiIAJB1rxMIpK
sbHEbIKfFVZAX2hZSsbOKnPxcQbUDAm3iV60QUsOcloV0ANVoHwueVf22USf4aFCZvwAizTsHE0Z
QovahIgyF+4/2g4T2TxLlMyGW4caGkBo5xv3E0Ldi+XVCKGuKaunIlHE96qp0W+Z5qh+gi9nNk7d
EKQ7s9/r7+02qls3tubQKzVDyqFga/sadYKXSdFg1sro4DpSHrTlI8pZMjoRQMsYAaG077lkGY/B
nAc/8QjuOPuSoab3OKwvH9p+7FHq/OrTDa8JeSSZIoQ0j9/popKzzxaaFIMRqPGuTlPDppQlF9XO
l5LeQC6rmH5Vlt0+9GOsHOEgsgwTtllJkyAS0EfiXYJt4K+wtlAEC4tO/SLUeXjkc7DzAopuOlLd
PbpeRVConyP+rtnZorAXTQ2jO804BNEsxbxjcJvWnn+NciI/dpaNsodiIweVGmX5bAepeRJ+M/80
9VGj44aqttvmfXqYAhh2gabmlGiRUvnd64bTZNKHPrbv0BWasI32m18GfYudlkF8VEADfAm0xKhc
NraCrBc6ee+lgMwG/Lhf3WeJ1uJsF0Q1DT9LngpEVHoVux+U5n4rfeV/JFobngNfmj4j4Tjd2+jq
BY40oEjqjNTnKCOF1fR3jNYHy1d1aLiMKKIcSpSrJNcEscMn89NIc4KiQhqG+CUOdtrM3uOOQ5XY
4Z6MP+Ww29+JIS7kHd8ut5zIarUvtaz700b55jIQxFubUAHFTPsPI2H1gMetJFfJVL34iFbeB42u
uAV6kajl0UCPU8mGBdxPxy7Qt6LyP9WY86AItQY6ONQ0yAO0NUSpHrHvCKa0e4Fs2ccuctHKMdTy
YJ90ij7sRGFaGaXZNk0cLNt40sohngZXUuE0pXnTPDa+SN4jbIfuzKBTahKJOf/grWvuJrOBvZgP
cgA1Slbq4pBmevtoc01DRNdFB6xgqKOXNGjzyVUU4s9GNqPUoeidhgecgQyJ/d0gs6SMVJGd1peD
T52Ron5zO1S7BKSx6pSnyYj+SO+uG0ealsQK4loosSml73TxZHwaWu1HZqv1B1QAxL6oEXJXqzw6
xOoAZzbLIINnZronHuEcGCaOgFWLhuDQ83ymU3osYXI78AgUqPICQQ6A80i8xcp+0Gbrrh2DhY5b
BPca9eWNePAyIltqNThq8mlNHTTE+XaKeeXGydbrl35mNZMJeZIolDq3ywx9Y+WW0HK1fV4NdRHk
2kohwGya9cvUhcFejQZ9h4ag7dz+PlcmpNKvplVBvY92wirAHYUWQvTW8xdfKn8MyLU+BpZVuaok
6b9vj3RlPgCEYDHQ4wOovG4BlcDiuyAyipe6HU1npLzr6ImWbhQAroxCBLskRASz1HxXmUjkxxb2
LUH5Eo48cW3qEzuh5/jGb2OgpaoDPaFCwQ3GCT/fBpNAdaBU++pzwkvhFp0WuWULAOP2iv1J4l5v
AUZgsTQUuWn1QGhZ5dlz0erthIzH58L5vkNe3pmdwsVyxfkd7nN3E0yx3gvr4VZrZ+CWgpMHwwlX
dxSXUM2N9tKeu5yx4v09ivre7RkuCcx6ghT0AU0Y7Asuy/N1JBAAV6MFw2ejtB+RAwUrV8Y/06T7
W2qKjZLremcss3s91lKcfFUS8GM7RatE6j/32TtN/yuKT7fn8qcnf2syS4L1agBFHqgijizfA4ZG
ju20u27f7+5+ai5asI7sPoXugattp3iIleyEs0HQWJcEyN4ErR54cMt6Iqy+2i1QQQoDA6nxJaly
Ibs+5oKU+SaM290yUZp7OcFLyynzGHlZZAKVEjDZZIbAikSKz20364+pQEF6f3td5NUT/Od3cb8Q
C9OoNCmLna+LqKPQl4pqevGzaPzayQh6JDqprIkl0V1XIXCZF6r/hImkShcHGfi2UDB3k5rhccpL
w+vsun6sqv7TIDfpu3ZCZmCqRLCLtCR5uv1bV3vkz09VMR+gwyTDmJBXSziTXxLVGeOLjdvrDkMT
0CUjqeXtUVa7nqMMWp5HhKQeth/GKecL0mg9ZpB9Z75MxNqfokxCeA1hDDeh7Hb0sRX55x55E9P1
/zsO61LJ/m//xQ29INj/5//6j4W8+t///T//x/9c81eX/+e/+Kua/G9LYVRFAlxH63rx+vyHv2rr
/IW8YLuJDdHDWcKWf/FX9X/jaVd4oyhWL02RpQH2X/RVmX8Pegp/SYGEo2Zbb2HYnxeXQDBi/LC8
IDBoKVISpZzvA722NHStbd3LshbTXEOmxuEosz2kDwOl8szD3Q0Nr0EeouxYhSLDqKVNg3njMVvB
Ov/5HRoN3MUrHMjNGngSmiIeF3SP1+PnoRzCpBjyD8LokxGcaiV+o9uHeC89gfQvMK38INSyi51I
IYO9+oYf/7krXzPBzw8GP4T2k64C/0EPjpVBv+DsBh2VwG4qRFI9pSr+QiVO/JXqyfBNylt5D69h
qyVxsf4MR0uCiS+gAFRgzodDJVZqW7TlPHR/lQ8JjqZYmlRoxA8iVD/gHt/blFgk8jLEYI6G5luf
bs/3/Lr5Z76AqUw8YzWdcubqZmwUxM0r8nJPa1Lbs9MufcI7JntTSPSvUWAUE6doUMPWDV2TuMua
BplVTeviS4Fj5T5I2/j97bmcBw9/RlkeawWYNquJ0cb5YhZsXoTUK9Urhqa5H0QzueC1UFoZue9v
D3W5bKRTlH0pjGK+AtLmfKjGjqe5wFrKG8idHvS6MR6iWESn26NcToi1orwOS50nUl1TiUmuSjyo
pd5D7bRFAk+YSMmCqfS7JP12e6iLCQGlXOqu5iJISNS6CieBRCVSqjeSl0yZicFCgrHECDr09igX
EyIHNnhAaQUuTee1dQTCyTidFCaOPlNE3bUOKwqPc7M0ZKbIkn/dHu1yTiQTcLFlgnAdyMLy96+i
oQANa7s36H7EXa6Fbl8FxeCS4LUvbx8HtiAFQXRKFtTX+Tj9SCmwW3xQSjsEmCzQ7zW1RHz5fxtl
FRrXpl4FWtngUCZV3V2R6JPXV3H2xi/EO0DzHXQ9l5FYJDHO51KFsar0ST54ZgaaGR0s+mqzln8O
wrq8uz2h9WZgKIur4B+JGV6g5e9ffZ44DzJcfdrBa3xE3ZHfS3F7Fp34SjM53zqw6vqmXUbTSMmY
FoA1GqPno2EK04ahaEcvn1VaU01YLBQKU/cfEhWzrs80ggX6Dfyh3cdZiLqb1pR6j5JpWmeuGnYy
Kl7NTCs/8kWHCH4zl180re9614jLvPscNUVRPTfg0mFBt4nZOSDPKwT1dDzT9irq0J/Q4Y2sXa3Z
JRFmZUbfZCVvhoPWamKRou/q0aOULOcPUVna/l0mGshzIS5mB0w35OxuMKS2G5ykF3V1xGsy/6yI
vn5noGSOTF+rSuNGQH/5iYBK4M3IWwjQD0WI80Xr0JmNg0wMHmVh1alGFeIo7noe5fV2Y+Mt/9T/
SV1MC8wtqAyq4QvJATOmVeoySVaYB4o2IIwsSw99y9T9vpo9hDqlj4KG0IOEpNvTW7cgOC6Z12LR
M+IErzYFOTxC5DiqekYiiX0UdEUPJMCXjyZS7VvU5SuLyRULw3whwpKwK+eL2QQgXlni0UPavXNH
5BPRtkMdFrt2a/fmeVEUANSz3LTLg7saKoHwgafD5E2SHWI7kCXfjAV5O6SN+v32UOep1Z/vRh+U
QXgzUGJZPxzCp3rbQ8nxcHAedjb6//cliu3HKM8U9Eyl8YvdWR3dtimW3nyBKNhXAeThw8OhXweN
cV/i/Zblo1dnsUhAh8UlZLOmQgaxt7Oh39+e6eX34ygsDzLzpb6zHo4iPZK6XS+8vC2VPS2kT/Uc
qrsM7eeNkZZtd34WVCpilHag/RgWF+T558PiNkoM30aartN/Na3ue6hdJm8+2wzCRLiCMeu52I4E
4UZrT4XwiqhEb6o22qON8rAbiM58Y5BpcYm8Hmp1tovGKIMISWcAATKatVZYHpBHNt68HRiF6ALM
GkxAc92q5l3OLNFaszdPWUUftO0OmM8AggyNYmPtrnygpSWPmAzCUcsePP9ADQLMM6LRwqMYou4x
lQVOpdGYvL3h1rkIy4aMGhUBXmIe5XWJD2/GVjTcl54Sx5iK93hX0ccsRfQTqdhmryK8HG0MeWWP
g1dBFYWzDLZmjRviNcEkqTKEB1r/JZCi9sFMw++K2Wxh1K8NhBqABtSPPU5qcL6CejY1QZJ3AmfS
aDqh/YLK+4wYL9WgaeM0XRkKdZylA8KZlamVng+lqUOMlK4yeVoQ+zY6vGYJL11vYegAkPfH4+2v
dmVvkMeBnAQUj6Oevoqkoa9JCINiNtRJNlr8dfWtRVx+I2G+sjXOBlnl7dgTKJFqzdwQcgg81S4q
GSrOiF3XNJ/AHm55Ja5YMcs1T+UHrBV5CLsSiOr5IuZNOVe1qWChpDZ4BdPqHIa9r/czhA84I52r
ZvlixJV2ED/UkiqcG2lhic2PWaXPviySB7Rzi2EP6M/wv09aXX5767oTJYECF0uGCXVp2QavwskJ
wWO4dzrhZEwPNWrKr3Bu1Y11v/y4/OtLZcCk0Klw35wPUiPuTEsoGWE2iOo7Vrn+if8p2hjl8uty
tRAO6YgX0NGkxHM2FVlKiSVDafAmM42ccR4/xFP5y8/m32YoNt7vP66T548NgxF3UAZEbRF07Gow
9IESJEMH9ImsoMfBXsG6PcniYv4wAlDALSbE0PdQwqNFRGgqjeLdmPXVe5C0kvIxwMoPC2qztg2a
ZMBe+4cgKSpMDxb7aHfsAkgeRq1r2b4TOufAzqxyvIvZLdNRRUgaEpchIuVQA1x5hobQPgpKAzKK
wWVI47pKCDpgVaX5eB+30ZzvZpFE/S8QOiWt9yyp6r9InkvVibhJe/w7pvhJ7wJc5G5vr8tbBGSj
yipxPVoL6/d8mYJm6orU1AipLC3dq4GPRDju9S4Amq2hLjcZcR9JP08LKD4U8M6HKiuThnFUDZ5d
5ONhmnrsm/RoizRxUXND6FDQc1voDCYdnj+sg1cHRik0VG07tfcaM/6ZoTv+SxmazDMCW3KjaS7f
gQsp3jVtsUC/R4QrRb75Iy5XFQMcSo+sKKVuytLnUx1MtUuCsuq9dKSZGcR29yVcQIOt4Udv4lEv
NxhlTm4xnaLrMt3VvZwYdgWOLu89Q+s6RxQE3XNgT7u3bhNG0Xn2IevRbPjTIXm1qBos6TymU+CR
OWEOos/K0zyTOylxpWwATK+sHUPpBPgmUQL6qOdrhycFFjNlw1AxIthBGuEmQSb7DU/XLV2aq0MZ
dAyo3vCUrlu09HtwqIrK3kNSGQUSY8q+4uCgfzACGYzd7RW8TARZQVqbNGgJgu01F0NgB+MDFGcs
295HMr4zifVst/6jHgInMVPwHrcHvDa55eIzablwR9irdZwRrJlsYxmwoKXD1Zvuc6GNSOYrWxHd
5VDU16gWUmDmCQEffv7JqkirplxWem8xd0VaAS+aTA/NPSJNs3d7Vpf1DuRd0ZbiVqfmwdk6H8qu
zS4sq1Hx6KeZGHTodYWUI1FxBTavqiTg6EqhOrEyLa5/s6WAwNHm6Y0lWYs4EiMgDjkgVlKK1a+Y
W02TFJTOPbWa0Zb3pXlGVq1t70Jz2AJGXF6b4O7Bd8M2480kqDyfsTECNRlyoXpI+Ctuhr8OLqFh
sr+9rpefEBwuzCSonbwGUCzPR8lxu2mkqFQ8e4JL16U1snA80sROW6yka/MB5cFNQjEOWPMqiZ/0
NizrsYX6KKfdx9RoMN5Ora3+95VR4GTQfQIqTjtoLX2Li5IF3bmWPBjwuRuUunJYKsVvzgDhBpBR
ILoPj+2CkhqZhTpLQxMcaPRkHbdhliv0V4thS//g8vOgnEX0zZaDokZR+/zz6FlpJyGEA+SYiuje
wK583/HHgzGDbrq9Ey4vKoYih6FxBoGUaO18KC2pUN8HU3wAOYQ/UTl1RAdSk1K7bKNW/twNchcd
JpxttyZ5+c2W5t/yagMFot2xesokQMgQyCLgSsRssRPmFUYh+MEUG3fIxThEocSfbEA+GVWy1QyT
kCcumTPFKxoJ5zA8jB3Tt7bwWZejLL0aLl9uRXJdYzVKr0D4xsqSUt9oWG6LjI6LBq25kbJf3IcL
dXLxlodDR6tt3RwipLTDGN89r2kSyCKS3MrYYIhFpHXI4j65o7hpS3+32JUZbpkqHXIYuj3jUfXG
XcPvAOJOdIB02GKafL5r+rKt/R44ntdo2TvavBjs6Mb71JY/DjnqVoaNYc3tEa+sLyQNOoyIngIs
WBuk91QX2glcu7e42xz6yRo8zLe3SKoXo4D2kPF2oBS4HIk16snIMUMzRG4cuqwSu9ysOBHDkG/s
yGV1zpIVRmGTcOqYCAy+1XsSFaxfZs/6oeym0Kkja3E2rn/laSHtbq/atZFg0SwFJapJxOPn32nI
KjnLcarG9Ur5ZRCTfCnMpnDjObA2duYS467nxP0OT5o/yF5XmUUlhTXiwCnOoQVg/HTEPnNE6NQV
WTw9Z5JuPKhiqt6NZfHmygirCdd0KZhRxIKnfT7HssPQaSwK9aA0RkpiE1jHfspwiIvbLeL0MomL
SZoGIFhuyyW8Ox9qtHB56QRDYfKWvJ/sQeBxGNYvSKKk9wZWd3/d/nxXtqNF/RS4D0AXxlt9vhY5
OS3WYfJaqtTujB76CCTWLXHkP4X01bS4gKlm0Duli2+u3ugGtw/83qgntXjOxq5RJtitTVbVYemW
Z5PqTEMeEn2lJRQ0EVT6B5gr1Zc5wsjnDvcUOAbcsDOGAUAB/ioGfIABxQuEg3AM17tHPW3wn7m9
NFd29hLCLPAiuFIQ588/ha5CY6ANqxxwpGwPpZ+G+9AXAU7UmvXWq4fUG2Hv5bQuTeV10oxlNxtw
HhSYOl0KumBqj4aUbDGZr02IUiX1ci4F5KvU8wmZStIAcqoweYPE4HRBZkORoUgV9VF8fPva0QOg
AIaWKYoRq3y1ISPOIrnUDqgp5LtUxcchxyD2MNjDW9NVlo5jstTcCKCpNZ1PKuzrevSVTDukhTHf
V1qkuYhCZBtx2bWlA4BEFYAAkLh5NUqcZCG3rKQetGnonWQwLQfXOn9nh+gS3l66lYoBCfgyI9sk
NCcvhqe3ilqmpmsGu4k1yOxYHQ6DYe/beZL3WiA3e0Ue8wcpUYt3RjPHp7iop8cS2WqIFFx7kqrP
DomZtnHJX7mVaBTwELPGi+Lv6ihYkj0FOLlrhyJvokdNH41vqVSNR56ZAPvwTfmP6+MhKLx4XlDu
WC1BrqQwAYJIP+AjLrC7yz90C8gvkotdHEW/bi/4tStwkSokvAf+QFvkfAfZWE5KPcREsPZdQZM9
VJ/a2PY32A3XdhAYQiIVDZzsxbsfJUM+I1XI4dPr7EM/682upEJ8lPpA3hjqyoQgKBBlIIAEbnH9
+Ad23pdTz1Bm2hqHTErZO7lqHG4v20VYb0Af5ZUCiIbfBJvifNm0Mk51fOa0A3qk9a4w8dLSwijD
Rjor7opQKx9io9jqLV6JAZaey1LtJQAmSzofVI+RWMcP3DiMyRyXuH135c+On4JVDPym+i5OrQT+
HkjsH8KM52+3p3zlG5KSIXtFWAracMEovi6dF/poxWOmEbspLVX9MiyfM0PSDqEZVvvbQy3/1OrB
XBRowMogasjJW8cBRT2DfmCifE1LR2xuRjglaWn9PxRAdRTHTnwcHOtY6T6irNCMh6rsk8C7/Suu
Lje6wCYZx6KWt7rGQxyaW8y8jYMxlQlCHyl+i7skncP3QvahjaM70j0RpJc7c8Tk/vbg11abz4mA
3dI1p8J1vtqAGKtYMkvz0LdKc2jqcjgKyTDQjJjjjdW+dmJeD7Xay03ft9TqGvPQ5bWBXS8yS/B1
tuRaro2ChxR8aDrJ/Ncy4Vc1z2iYezWnCXQw8Y47anJq3ykwbtzby3Z1FGII/oNAP7niahR7wDQo
5ZvZmTbdNWr8dSlbbRz+rUFWUxnwQaqnEq9b1CQ1T+jjs5itYOOrXLthkC7kFVigt+ihns8E/Ve7
QRbJOCRD+47720fvqXpHVQxjzCH6oSFZvbHlrk1rcQexeHxBYa5PnRJbUV3nJGfggKMv1PaTdwPd
snwj3FtWZ324bbDOAGhpFl6U2HPksFU8wxkmMsd7ZGsVp5oxgA1FoWzM6HIoXk/Q0UuZB4rbes8h
v5SZk2DPQcdsvQXRu8uoWzmo4v26ve+ujkS8shB60NRYwz7GsB3HDLmuQ6QMFUxjSdpNcoW5d4Wl
8u2hjIv1Y1IaYKQlVgKYsWycVwcpVeU5HnnJD9NgNC8jZ80NZ9nfdZ2seL7RRne3x7s6NUbiIkQv
4gL9nRa1NfOUchknon1aOoRQq5XhQw8ieH97qMsd+KeTBSMKbQbqZatIyyStzNKsYGvEaXgUVYl6
VlqIjQW8OgpkP5VMbLF5WZ0scy4FalxMKA4SGJUi699Xw5BuNF4u3zBqHOgUYPq0QJ/WHf44Fmqz
VGwP8qyqjhWa6LoOQX/I42jw0qFX3WFsarepB+U4yBSbbi/ltV1CK+YflAYVuGURXu0SjJup1JoD
d1Q6yG4OnNARTVe99yMfp6Yp8TcC98vH0uaQYeqBLjr1/D/kmlfjFXVWFCRD+kG3auBCYyEKNFfR
sv5V99StdkArrE8L4f5DQ9dh6065vCyX0QHMAWlAaHDdcZeLuoUdPXD8bH3q73AdrYe7cajwV/Xr
UE93bWcbv3CMJhW7vc5XNtPS4scKhAQJYMHqnU7SBs9RMo8DkkvWzjZKfyfGZKvXf+UMypx3k3t5
CUbWVX4tTiBepKF+aJgqGwfMiIL6gau07RZl8NpQGClykS2PDuKQ5xunD4tapLrChOLBxIihSPM7
e7bn53Aqt0iQV8daQrxFfxK0xGqsKMlIBOvMOIQ+guWplKTvooEnr8QUd+M8XB0K8CEQH9DE7NDz
aeVSuWCjS+NQ4Ti7K3SFRLYivDKpb2xsiWtHAQk2qj3AoxTclc6Hqs3YbhS1JtJpzem9EgzKTkHR
GbkNS3vB37Y8VpmKg325eedc24yLBdciwYKh0/r+nITvK/1E3Dxrkb6vkWE9xIaoNuZ3bRSiYaCU
lIsRR1stZVoiyjDR6TjI/Tzsq6FBdwMRxf+bURYFLtSxFoDUKtkhq+hQkMd4Pq3j6LHWENWQ5F59
fvvx1Tm81E5obQGlOf9WgxVqeJ4L7YDrDBQNgXK9kYh643K8svkQ2Fq2w8KP5Wydj5J3pWoXQo8P
SmKGLhlM5JqgfNkC85uXjSeN8AMZQOJfwGyrI0UbNaK73MQHu0h9xx7C2FPzcatQe7EFGAV9R6iH
BDtcvatRCPEVHjQTFYo0rI6DOcVwvq1ko7p1sWyM8r85O68mt41oW/8iVCGHV4IccIJGspIlvaBk
2UbOQCP8+vu1zq1zhiCKKNr2m8ra7Mbu7h3WXksGorKVCp5sPWYVdbpatg6UHwReIj9MedgjTha5
Rwjau7sbw9IYk3IknTzaV1UXMWYdY1aAwpowqX4Vg6yyi3ja6+xcF7hARrBr9AN1ojhi+0tfqEJb
eBky08Ekq8JfGhdltPowJ82cflUML2qPqGWnzb91HTnWAeqLqfQ9qzeaU1PZ03S2llBVHtJJ2Mn7
2fLq5tvtE7Fi4qMCR5WP8JL7g3eGXtDKWeGp6XOlw1mbqShPhZGO5T/G7LTG0XMmobV+3FhC/bJw
pNqHukbD4ROT+YnxsS8nMULda5d9vHN7XyMLYZnkJsClgeDLOOJy15oUAkDPTZMAmC5cN0Pf5LDG
V2E4f6Rg6NofE7cTv9qwsLQ/4ZwWzbfacmr0q/TESV6Aj6bRSYm10H5aEuLCZ/TA6j2Q+1XEx2/k
l8HkTOWXEGgVVyqNO8SVpSIn3qJfdUrCSBO+a4l68uEpXsoPkOdY1oFCRSIYI2C3jk48qt5x5wNK
OxcJFsk15VquGWAOYNBXd5rOyEfTIqkdVFnVt8cywasPiMCH+fcwGibnszZBrYQYhp6kMezypWHl
P6tKbf5qSlCh/1+/FkXs6J/qw/8YvjUsKXN9qrlcBzClc8mutiWDw97I3CoLdGuGjzb2YDlYllB7
ryXR/K7vw/vohKUD07yVLy8RBa3vdaEK0AcMmy5vn6dY0Xs4z/JfePrd9QxphQk10FWcErpjlx4J
GpL+cwylTOzCw697RenXqdrvZLCrofTfi3FAOaHw9D90pCszUJ2ZTg8jZ0AMSFUxtxNnhsxMFPNy
MJFaic7W7IwunKRoij5TCqvzR5OD8gtljAVN6UI3lnPlCg+GLcdRGEnS46E46j2sEKdU0Uw+/Ziq
qMoIo3favVjh+kzQ7WWPAHRQ/iXDvtyl2RlC26rbIkjsCA4ST4vm5ADXt6X6oVsz10IR1REnRc+j
5gSiVbd9zZhMZef+uH5JyFtBFtH5oZRHg//yZ3iUnk1YXfNgsOb2PLbdr8aL0icGtfYykau8i3Y9
IAg6psibw3Gwut57VSwp8wRZkCPL84Vpz/hYq0X2JdNn+4hcyZ781/VLLIlELZusx8Tl14XoJSsa
SGmjLEjVOP7Qz6G1nOxUg7L79q2ysS5qQ7Jrz+gnM1CrddF/TqMxtYrAAkdympGDjQ9pms0vU9ov
PyCq36tKXn8yPtVvcXk6QaTPcuFvEkqlN6BKg540aAYtf52MWTlZOS2D0uv6u72DniBz5cyu0WCn
Z3BpatQ9nHRJq2CwEfK0Z9di3rSyGPQTaXlvKAgyAXQF1QcDpnNGdi9tNVErIrdIqmBxy+4w20Ny
6i0mG3sSyZ2HYGsH35qSZ/PNDhaKssxWm7GDC2ICJZxwB2fUa46cuscBdO0drIoZDU44ATu835em
pol0obKhd8qsvPEHK3/KNIFqAqRWUHs6e4KV104vzUGVwLiLlO1bOaPZFdRwmroK0j5dntOOaQIy
1G4n/LzGPstv9cbM6tYYFmKKKeJbTV4bH7sxDX+6yCIeFzNqDjlNOeiHDPgYIzuFgUyU/Y+xyN3/
4Jz0QUiOqTKQQ6zWOmeQKdJzxGGWZHifz6DgZ0VFpMbU9mR6txwGAB8UYDQdAJ+u3po5rgBqhplM
GtMPDLy2gdYCsxaTu6dUsuUvgBbRamGLqRmtLDUqWTFFszxYGgjbajfMIILrnhQVSL8a1n/fvru2
1gXamgyC9jUWV1vo9TSRoL4uAkVY+lFNZu2slkNx7oV+H/O9fK5NCez+X1Mrl8n6CM7PKpbv3cDV
PwNDLY6iE7m9c49s7SAwVgu8Lc8NPE+XJ87RWk8v3KgImPWNPlNoaP9Fh6h/0JVuetZSYT/c3kN5
L10GlSwM2gQJS6a9ut7DRUkjRj7YwzpXq6MCTP7RKcP2Qwdt9D+EeMt7YxDiqU56a6eQunXYCSB5
AZj6kfJ9lyudjCSdBgWvbL3BeTGkSNfDNGLodHuFW3YkywojqmCu6btf2llKxYotmEWCOe5gHHcQ
EHD6dN7ZR+kA630kNqdUSuonx5gurbR1RQEW1riA3E07Gp1lf545+R81rdUoPXTac1HDAnu4f21A
j4hSiYHoW6/Om2FBrVwJOw80BQhlSyPz1JJCf75tZeuc0ZCg0U/OTod6tbY8M+EFyFhbmYrupzXm
U/4T3k+1+kC1PcmOt63Jv229k0B3qXTBXQjOb/W8cQKQ8o3dPBhtPf8CK0V+zjyrfQjDqvtTL1I9
uG1v4wQwBk67Xxa5af2vTpxWDIXSRmkegOdWi09NMVf1n0rqpeQ0eYvAYSGUxUR0Yynjn32d1nuP
7IaDgr2htM5IDrn5OoglIKJUNg95ULmz/aRCZ/pqltXeMresgPoidySxwVtWdTcYPjIzSZciAFnw
02RKFrYd5W48ORACOSgl8fFAvdeYQiODWceqdG7kOjNq30Cx4Ik0K9yV47z2EexghWolBY01Eqsy
KLHEgKuDTO1yf9Jn/TlLdO/QJU32eNs9NvfNhICFPAOQxDqwI8lVnLgbiyByDGBlaVUxvw9jShWd
/4MhAJlcwky1MfJ7eYNMcI25Zsop66omPMEtHL1jDFD8cb8VxiSJvAkH4Fta3boEsPkM4JRbFziN
j85K/YAUyF4vc2vT5FwBsxhcikSOl2uhbNCVhsqrkogifrUisPJA88ax27n/Nu4KWX5F1cuRSibr
pkbDKIuWKmoZUHnvjoVqNgJaNrOO/WhCqucwm/TLdgK3rbXBGEH3mcYzi1vtoNk17pjVRI+doqvM
OCbjKUsy8+H+78RfLwM2Wt1wAF3u4GQl8NqQxgaqoNaj6KQSY6nt9Z82ioIMGtJwhk+UeSuGsS/N
LAZcWwMkrQETQy+zU8y+YnoA4sZPetR/VvrueRDmU2VY52WeMx8Rrz0C0M3t5N3E86k36+uGZooa
rVGkSxkYRtGfxEKe0cdKvXO4Np4wGf5So2XknDa0/PO3OdPiDqqX52WQs+CHeqi717qho1/Z6R5K
dGtBHC26D8T2pNWrc2zpU0oBoS2DdKztw9DakI3G0d3tPG5aExQhzAoWr+S6KNnqA3ILosHzu8y1
fLTFkv61iuYhfFZmq/znfm9EVpR0hbIYL9XqPM/IiVJrLUnMiM8OtUjal7o05p2XePMj/Z+VdaQG
cqXuNJP0rzEr8QBz+HTKrSnxbUjgdw7xRrimmcQ0fCAo39AEvPQH5tUp/pl5FejC0V6hl0O7EGoq
VNHqEH1x6uifOBZ7zcotq6DSaaRLsSlIxC6t5rORLaiHllAGMzp56qc+7T5XIl++2kvh/ZgptkEh
Pqha8x9ufbIyOeVFRYkg49IwZjKFj8b3S/PBT4BJiMNgOf3eVNSW74OTgc4XK+CNVrG2F2coYjqM
PLVNMh/zLOpODNMMOx9v89biuvitKsR+qqvTDMI4g7teVIGSFtqHwYTMMyyMxm+8zv6sFNHsT8mo
Pua1Mn43Y2oV1SLmoHd7Z+eXbH7QNz9k7Uaxim62RTGrmMU36OeKg+IpHzOl/RPphPowJdPX+w/i
b00f2MYc/lmtnMtApDhQFZh1Ex/HjqF3q2v2kNFbnxEYjZzZJA8l9rl0lxBVBrvW8FPq6xPzUNl3
NfeS/3Da3xpZ+aQNuNKGBqwKLD0Joc6eO18jjTq3jtbcn2oyEepB3sPQHF65+kzg9pPERtk0MGzF
+0L5JzsYepjuXJIbLUAYW96Ykd7y5pGJzAbRWDgOAzGMPzX0CkpX/+SpyQ9HRahciV76bngfT/0h
1PvX3BiPpfJvZe/l1Vu3KDVq+ZjLztr6qbOVWbcVrSI+mcfwOfVE9aiJrH4agIPu7Kvct1Wqhiod
0RyoK4/x0dVTpw4VcgeOWgS50f+rGkI5pKp41MrpawqX3M5Z2zRGXeS3DDAVg9XuavbklnEbl8Hi
NB16GlOlNI+j4iA4K9JEF+c0Iy77D3ED8SUweqScmKZeBXtOK9y+rWdZ91kW32GY2e/Q/z1Fozru
nIetQydfc0b1VMBl6/GAuM/12hS0VIqp7pgaWip0xC2nRHbv9h2y5SD00mS0RTORvvilm842Q1+5
lZbBRMzwR2eOxinvq8qfjbnd+WabawLOCFJT4q3XF3XYOHrM3EMZ9L0TIYkdKQ/Wkls7NbOtBfG2
8aAzJ02lf5XBt7HXi0nvygBuvDIQ0xT7iRjaE1IVeyLJ26bAE4BtojZxhf5DjSSvlroEfteUEJM3
4NX9SDR0YvXJpBN2+1Nt7B+bJksvkgyGjbz8VGrWxLHhDmVgZiF3/qzPvovIwE6Ku7EoMkIY40DE
M/2wvh61cWH0BzgOvSYbGV9rGKv6sRsqQ/fVdsr2DrL80atbg2YC4A/KxBQJ1qMpk0DNOllEGixZ
lCvvKMa7EToyWYtSeoP082tVe3Z+bjLHbs9o5rrdzknbWq+cwwUSDdqFbsPlrkYW46OpbqQBEibD
h76dp8dEcdyzTuT19e4PSCLwu1IhWWnX7KClNim6wlBJ0FhaET82pVX9yd2BoMJtOxtLAuNiQBku
eTP+R1zrzdMzWl1hOJmWB8jzaCeHynvgtrbhp1C77uTcGz6JKUkFIqcraYle7l6uzXaODGgeTLrF
igTMgpU33Y3FB82HP5KqSZz31ZxioduVObVYSfO68EVmWD7w0v54e9u21gJZFIN2Un30imTNHKZW
9l6xAuzyFzNfqFEidfTvbStbH4cpYh4QeDTJtVf+lg72oPYKVdqw8NJPdMZd45Dr7fCYK3O0E+nL
3V8dLoI2YkPs0Dhe96ln4rlhHJM8EFZXv8RlS45b8SUhVBHhqddIDRl132VY3ViiLWemiMUlq/y6
UTj+hvkkGY2fPEXrJa1TH6U2oBPGNO58s632HQwP8ovRlKRxIQOFN77eGGXZoQOck2RofykaWs9L
bf8UZfvNRbflsNDDe0WfdeeR2XAVCYFmmI4RFAZRVh/RG5okHeaJ8lwpnIfFVvSTbbTO/RGVZNKU
zE9wvOOYl2vzYJpV6bDmQeIs2UFdqvIwestjMlJAM4rwP5xlgFegMOnW4TXrorAzOAIMr54FauxW
H5C0Q0ikoNQ27VxPW5uHT/4G1kg9kdU7NoKMck1GOGlxRsMBkGH1CDCk37nX96ysqhQKvD0RSO08
UOvKOLthmD0bdjbeO4hIk0zWyn6DCkGnrz5REXd10VklV21NLp11M4qA1rCn4bp1oN5aWe2YsCd+
upZzZwwhJMMJ5GnpNBYnPUJt7vb1dL1tXBXUQGgR03Wncn/pc2IuEzRxbYPR3InKfdQ4X0vYIn7d
bwW1TMmdR0gDE9ellVr0cTSPnR5EBS6QLgYiuGmyx/S8cTnQ52N4RnIpAEB3VospW3TfRyXRgkg1
EVCeP9h5+TD3bY9sYx1kevoOdu5zZxcBMM2daE1ePJd3rw1ATTJagocjaVj7XxRXQKeZp84V1xke
st7IvhqwPpuwOZjlU4hE2h6n1Ma3k5hWipq8kTblnctd1c2B9CvCpDt4/bkosulULHG/EyD+5pS5
XBk1K15kFgZk98rnXS+NBk9PmgBJW9ChnozK/DwauiyIo6KMjwCZ8jaYgHSkQc8Aa3s0siFsD9Zo
5OlhrCNlPqjxlPdPVa4ZyjkWVaYezF7P2rM5zsRDDAh03iFxMtE+p4na/EyqufpXaDPa1pEy8f8X
phZ2B+LfdvbjtozjQ0HpIvOLUM+7B8Qy2+zUVUb2q7aA/L6/7b7XZA8UW0Es8W0JRwDtrV6dgdBt
oHxHqYduXerHlV1Fj0qDLtrj1PdRdMwAho5+s4wJSkJ11fvjuCyfwwyy0CNhQQQqVBvzFLXhMuuP
XTMMxoESZKQ9h6JyEl8vjN7c8cjrW0T+aDrERAPMnK5RZKZSGUkUelRUZ9V57uIxOZRCxA+qNmQ7
pq49EVO4BxGAnCFYl/6sHgBz2RtV4BhNfcyHZfBbUbQ77+O2FXoVdKElgfzK3/MKKrqpVVAczvs6
oLfRv8ZhvadEtWkFpXjSPEmAtA6iPCFI5hIXVTvoJF7QW0MESMnCe+nRpEchi06tBsgY3+jy7Bpp
jT73wlpKZPr8qipRKVjKBVI4sUfhdx0VYoppMS540h3aD5emcrcpm2Gp6iDp8/admFTtU9emwymy
xjlo0RD2k6Qrd0JR+ZeuLg0J75DdK94V4NOXRuuimXUQEXUgxkn/ZPM4n7uuiuALjbxDpCrdw1DR
g/QcxTrvHFYZjK1Ny2YSpXbAfwDzLk03ntMpIQNrgY4mcH3OuiqLfNrf1FLGvum+mVZofS9iTsx5
FGqPFmkepvZpWtTG8TtaEHtKytdPAzk8s1BADAjsqI9f/qAePfCJRlwF8mpiMLbwQnDuWtl/oVCW
P4x1Pv24vQV7BlfhqqohYpCWOJfqZH8MorTeR+EoPqpWNr9G4d7cyKY1CX2EMQE/W/Pi1XpotS1q
0Wj3lP1HYPTDHyZ0UJ/RVj6F+TjsfN+t8yl16eCVId+4mi/TFjMuy5hrzRVV+GcHVMof4YX9dXsL
ty5PgiLJws0ppft/+c3UdDbcUOWa0egSnpIpUz5lk9G9mycl+nbb1Nb+MUOvElbC5UlCemkqTGoT
TKWLKQgB/vaQez0jveQd2HA3cKeo2IFAbi2NXh48JBQ1ec1W58ODYHZuoqYK6sLO39Whg9peXhkn
TU2tndhha2kSW0PxlKCMCeLLpSlJKBTLpfYea547gLFcvAmaMMebDujbONGTWileuvNabzkI9WjC
FYnYhm7h0ih6b3rWF7T3CkN0yABDUVw/j6o6l5/v/3AEGVypBmSsV/PhSjGP85AVdeAqYeFndhR9
tmI1PypwwJwULV92Fra1m7Bw85wzKE6TbfXh0mVpQqFz0FpqqX5Bl6jxS82ujgh6I4oMQcreYNO1
RV5z/JLxIRgE7DUmN54XBEdL6Zpl3x3CxpsPTCH+gvX+y8B80E4UsWXNoDGLc0qlvqu29tTEvTF2
MNUtepn6TgtFtPBm529LydwvU6rYH25/wOuTgHfIhiUoFchP1ievDquanUzbwOgU82R2avexq8f2
GDPT/eW2qa21MbsiJW9oOzMveOmUttGZXMlWHdSgoz6F+dRnyO+qJvIYvIiPDno4e4I+1+eAEUuw
bXIgDUzCml2xaRdHTRo+HsRbycmazOy4TIuxk0Bu7SF1LWp14N4pCso/f1OQIZJnZBAJtyBial4E
yjjNP4tGcZdjaBjpzgfbWhJ0vcROEvdIG/3SWGkVuRB0P4O4DB0/jKvp2ML6eXecCdTrjZXVOXNs
KLhSRCMDA2KOY2kmxjGdsnxn467DMqwwVMkn0hn3WJ+tyUSpvJkmvN1o0sds1rU/By0xT6PVVn/M
itaOgH7CaecO2dxBxNjohWpAINZAs3hkPlzJyyaI0CxqDpqwYPC3IsbcjrcdfssvEGj5X0Orq78y
IgO976IJij7Mn6rOUk4DJI5fvX6Xa+461mQnyQiIsBBngfDt0iucIbMtS9h1YM1aXJzgpdf8SevM
Y6kp9GZMd3AfhhwBekcUy040svkVJe2s7HNJDPClbVuAJjaitIGNxHosDPWfCIUQ6Jr6oGnThyQa
f97e1s3v98be6gQMg+MtSYM9O6yHo+km8yHTw73RzE0r1BUchkVdaoSrAFKU0CSVDh9PiLaEaKIZ
QPAZ2sPttWy5CCgGPhhYKTq78le8uTqcZNGNvDbroESc+Uy3kKuK8cpPLdW3T7dNbS3oranVLYU8
QTUXNi4yFBHC3gbIjcEvkH/9/B/soM35m+ubz7SqD2pW64BjGpogJzH/DsAys30E7OM9oYCt54TQ
Q044yda0u0oplAFR98LkilLRtv2F9kdO7S53qbPYjRMo7WzsXVdbH4uIgi4T47oQ/chf9OZjRZo9
5kLHJQCyx+g3tNYZmfPpWe906+PtTdxYnOSnJCZGfowbZLU4JwkN5kWmNqjMumdcWhXdSz3AkHOk
z9z/aqqwv7/XKqWkoLJDL0YyyKyukEFNcnpE4PYQgLd/ljPqFQfXVMo9JbCNEiXhFIg9GTOSCq2T
cUcduInMqQyUbPA+arWdnFo3aZ5NtQlfwBq4X7OuSR/MyXYDYHfeV2tWknvFGImLKQWQG1PhII9a
JzeRYczgW4Fd2jmQznhQqodZRHFyUEJnujvbuLC1JuYpQxtp6ERjZ0dD8Wcvs4kj+8pfWoYab/vN
hovKFIrOiUQdAza/dFGjhO8si7sqQIqsP7dW3z3qURJ+CeM63VnVxn3CpIdsY3M/EpKvLkijWoZ8
SWemCxPm1HQnrD5OaEDe3W2Q3Kb/Z2X1uCQMtjpJMchxydQ+T041fSsV4e4ct8214Iu0gkDtMxx3
uW3T4mQGYtxgsRwxHho3NE6DU487wf2W51sQiFAjl+kEzn9pxiz4NLWO06Gc+Hm2lPYPneYuvYf4
MNjjU9OOD6PGLLNmK/5itP3OQ72xSsyDVSLMB5m+fmzarmjnHpbYQMlF0kmiFu9o5kPd7Kxz4/Ii
opNKI/yLlvfqnhx7dHLcDmQb+K848NylOeWd6h5AjhuPYZvfP+GErgkpDNRh7Cnh/uW2joIiMzxG
JbhtLfs5pZ76UZ0X53j7aG3t3lsrq4+nhoyRt3ZYBrEI69Mw1sLvi/bf+40wQaVJ5mCwUGtsyJBP
ilVFThnoTai/lKqwTzjDHofX1lLkKBgjbxCFYe5ywxrkAdO85KrXQKI8i7yPX6xhsncCDvlgXBYh
gXPR6JLJF8XkNWNpuCx2QkERbD2DEn9laSq+aXru/RB91LTIzRtKC6N45j4T2Y5ecHsjt3wQzn4g
XnQsyDpXPhGawrHGtKCE7RnP5RJGfl1Or7o+fKs6IoXbxrb2ExkahpKxxBja6pJyrDIFmgcqNSmy
+rmIbPOp7LR0j8t+43Knek1oRVxAJXXd7GJyStSxYJ5bK+P5x9gqpt+oeXaM1cS7P0eibCT5UqiS
UfRYBQOeJ4asU3H2aomKH4z/aI8Fs6an2/u2tSBJHgTcj1WRuVz6oVJYeZHmBn7Y68pLOLboARTC
eEVGLtq5k7Y+ESUj5lKBk0kqk0tTTa1RRjQwZTZVcSxQmj0u2W6EKEsYa5fn6zDlRSgFtc+qxBGH
KLfHoVcyZOaOx8lLfGE4B3SL39tO+w9ZNZI3EX0vlELvhzJQ6MMFoFLTZO1otZceE7paXPPF6g76
vVYT+g8FNvCdM725jW+srLYxWpR4yVsWmE9WinBmYibPZlpEO9X7zX0kPJSUJ1xPa3WnsoGi3aoZ
8Y/LegReoM6tpJGPHpJ4mD6YShy/ogDSPeWeIG407cHd8cyNu0uW86mus6MGNelLd+ntQZvjmAEu
OO+8d1WkpSehKuofczva78oE1njXqZyA/9mLDncfCjApFLYZZ7WITVehf5wgOtkpwFN7z2lfdYbG
vhXaZP2oGL2+/97idgTBDCqc3u4aytYqVtP0SgJm1LNRAB706lVNdfvL7QVt+MyFldVdgtRljJIK
INilbrPnSG0i62x7dbvHa7xph8uX+0qSxf0WwX6TnnlDIrqsYTXFaPUHg6GP9pDN8bzH679xa5Ga
Iamt8okAe61OWl2rlTvR6AmGvjrlc22e3DH9s26q+1FDtHl/k4tDkYDAwmrjNH3RcAYMJXHpPcdd
8z7UPGcnwN5aDeqwUHYwCSTh0Jee7hIGJMPCyKqhcpT6enhvL3Z8LIZ0/vu2H8gAaXU5MtPM/LQs
ApP8rS7HSqDlV3UalhrhhwPTRr5RqcYpG/p+8HPNLVHHhVHq8bbZLbegNitxjFK8cF0DRiFs4C5J
JPvDZB9crc6OJhQD978vNikl95UcsqOVdbmN+eJlheKAXrfSIvUbQx8fEmc3AthaC+Uo8LQ6jD+U
IlZWBrApRtMXgQsfw8FphurDaETZToFt4/alnEJtlLl6VJ7Wa+ntvK7BdGDFy8WLMveqdSLhdL9F
2VD5Udy4X2CgynwrjpTi4DaptrOZGz5JYRuJCYBm4GzXt6/SLhoZOYD2ZWHWoBiYgYO2Y3qeGwTg
7/aOC1OrOLGyvNRIYwZAmf1zjm7r/DR4wf+TETBKOs+ZvG8vP9tQmHXe0y2CRTlvwLJ3P4Ua2ef/
sBKHshRIJSQt1gFArXV6MSI/GpRqDFBp5LXQiPJPt61sfRqEgSQdrZSNXzdxjMKAnSNlv7o8QpbZ
S3rFF1bev6CiNn65bWvD26XeAZ1nKRhxlaYkRmN2o0a63PcNfUVPjpepUf3pP1ihiQ5lNwBe0BqX
H6dR5rYGjIGzjQi2HDSzyYNsVpe/bpvZOFQA/8i+gQAyvLMei1V7c6rTRBDrpv38YZlje2gObTYy
sGpCMdQdCjUe5qM3dEgVZnE8PIshHJNp52ht7Sk3IV0PxNVBlq9ukBop47gawyJYpuivOU20V1dL
ip3u0dZa6ZhyDTKxCVputaVFp4JvNHi4vMGIDxACupC0ia+W1f8R68aLkYp3ooddLtOWHZTylnvy
knHQWB+om9WTOTJELbSi4DjXlnMkHVNPUV+BAW+yPeawzUX+BnzTcwEXvVokA/5LrdnMY4VW/3eT
Q77bOe2D44XfFmd5UJIJ5hjje2HmO6dCLmH1jP7uSdAwIL+lFH3pr/0QRk2WMXQWll1T+I0VLd+N
Ru8+ua3SOp/iXk3th4QhnfZEMWFedh6HzR3mGQUFTb3lilQMMhAliTOvgE3ftVExNBThq1ouThYI
FP1w+9BsZPFSTZyJRXpbBCerixOhqKxxDGJhLVGtIwprRsvMkTAOkUlq72SWtVed3jof8njIwoHU
r1991Tk09SUfcd2pknQNs2KJYxGqRr+zsk07JGuwKcsHfc3NxgjaoMyKWwRC80oER8Tiu2AV76/R
OmDAyIDIsmHMX63GHGqD5QD2rRLG9xSrrl+idNpjwtxaizxzBMO816S+lx5pLl1c6T0uUSlqBolt
HQWumTkfb/vCluO9tSJ/xZvwPrM72uzCgP6y89K/qxryCc+Loh95OKr350WQrVM+YoxEQ2pyZcoq
lKGmjsvHGTrvODZ1dFwA7D7cXtDmthHF4ddks1dT3Gro5lVpsW10dLO/IfIKD3blGv/ctrJ1hOhk
MOnPf1TjVh+HqkeMyC/XBcCZHwxYftRE5/l5q4hDOu0hITZCfPgaKYVZMqi6Yu1gIkB1c/gsgll0
r7Fbh++Uwp7/4EG0PzEpAMjD2BME2HIL6h5wn6A6QAV/5eLFWDsKpOVlQEer8aERsg51rC2+RBzv
nNmt1VGRAA2HThER1qpsGmuZaCJF53FJhuFTorVlfuh1Kzp14RL+2aM4d4JN5O7ThQsy7uORWmCZ
eZ9Lv19SMcWj05Vnx+3q90ZWOD5a7O3ptptcOSNWyJrhiqR+KTGyl1YoKbUqGq7FeXCNKX/V67Ff
Pjh2mO+pBl59LwxBJ8exIoNhHmy1iYoAA94leX5miK5lTtWMEYz1qkOadXuvx8aaJMaDYQiwsEQ7
K9fvEkUfU9vNz2k4eC46EWr60E6Gfu8Jo0j6e9ocBmdo+NYDMXSTwLs3cXbGdeKncrTC75CHdn5k
IcTnZ5pdH29/q+stpDIlybZltsc9tNrCeOgmaxqa9GzFcfvRU9TxV9iMwyPTD94ORvuaaoLmM7Am
Sa5GzErafukXpTX3Ik7b9KxNTPqiIjk+C2Sz34tZHb63leGeVGXwnj0xds8l2lbnqiuTDxEwpZ1F
X39MrkpJYw5TDt9y3bMQhdWFVlGwaIi8n1SYqB+SNNV2rFwdcUkMzpQvTwnE3Kh3Xy4XYnRL9LWb
nFtVV6AImdyPoydmP0qW4a92UucP1biod9dupVX6qGDFKRheKQ+4UJFQO5iTszrM7afBUKePLVXm
D7fdZmsHsYPGGQjs6/qLAs+nm1tmcm4gQ/Ozph8ODUWLnR28em9Yi4yfoJLjgDNlf7mDrl3UWjRa
yRk9xeJDa8QoPJVebOZA3pvxH8sEInp7Xb/Fry4iYkxKCkcItyCoxFEvTSaFGGDArdPzomda8tVT
2kwcbK01jPcKlePl7C61UfgGNL+LPzjC/TmZdhse6aeo4Umts7Z/1un7K4HBJzb9tuiH7LCEYsoP
A7eiPlCwT6vivTq4KbIToz6XyqfQ9PrwVUP8cnzOIeezn7Q+U5JTGiaifby9xOsTTwRHi0TuJ6XA
9U1GOt4uqhErgWIjC+nDLpP99JoyAnLrpN3328auEgwZ93DAZC6MQtc6xY9Ho45IbVKYSOr6wVn6
+nkp3fa9W3XixcxD9e8ZIBg1Y08Ety1fe6gF9ASBaoyDy17jAe1RQ/TPVpOzpuTuye5KACCofN/7
jNMo4UmFSoOdlOOsl+5iZW5ja53NGY+8pX8mSdSzB6abuuYAuB/FKXAVQ3Zu7Bwk3Z0LJGeircEZ
5PzJM39pujAi/u5Qic6eYofqIROKfszhLt5DGlz5CyT5YGxlBMZ4N5Nrl3aSSUlsq12SsyEy9wPl
ItTO+sTVH3rRgyG6vairE/+bkZ/xfl4JioZr52wkm19tDMlZmbRfyIYy1jVrr6OnvF+Udsc3txaG
bDi5DAGEgbXLhbXeMlRKZcfnSg/bU5+H9pmruXkOQT/uhOdXTwGlT4BBUArQyJOKA5emwgracCQj
uMjmVEvfdWNiWR/HTHd/lo6IY78dlGg5lL1T7PReN9ZI/YLZK1JDAMNrwyCW9WJCdfMsOqH5dss9
LXo38yd32qOiuDpwrFGq0PDdwO8z6HG5xnYaY1oPHAU3hfoOFan2EGpjuOP1WwvC78ngafPKCtil
FdjmTBcq9/TMbGp8yiOFtRhqelqyag+tf70gNo05dXI3Aj8asZemRmVZKm82o3NdTOK0zK72Mffa
PYjj9YKI/h2gE1xT1CXXHaDCbqKldWM9yPss+yt3yds9o06/RC0d39uH69oLMQV1gqTroKX8eyzz
TdZbEufVKkTqPE3W56KNnuoh+ViW2o9mLl+7tr77fJkS0CVvf67Hq8k/NaG6y1SDFtRx757DAb2q
1NLrpxzy2Z1rY2MTcQiAOQQKuLktP+WblbUA/2Lg/1qgls5nRHaWR7Dm2UFT+njnWdmwxLwBbRmZ
BXAtrpxiYDKLuWRNC/K5MFAYrwffrm01QOVgT5Dh+i4k4cAD4dLlkzEKdrmosp3z0XYhr60i0fsD
QzBanv1yU+XY0gXY8Y0NZ+e6leMNxMQaU/mXxmwj0tUOQFnQqY7xXk1E+tKrCEbf9sBNKyTojPxK
9cI1EFoDR1sz06MFfWfPrwkcOSc1Tvey3M1vBAKa0FGy0qwBJ3BDIyrOfFHglcwPHZjZpdTXeGHy
q2nsbq+zum1NEqIBseI9We1c7EYMf9WOBtPi6PjaqLUPC5pDD3l9P5ccKSgxG4ENxLZUildu3hlm
qSTAUgI3bq3npCnTczm3d7MbSysyMYIwVWrerureXeK5mZdabJ/QxseuNIeHcGnanQzi+jLCzcAH
M9QKWIDs89Lh4rCZ3CjOdKaTJMmhWqhF97A4VvGih1OpHUTB1NkhRKR53nH16w9mSWVVyuwUw+Bv
Xq0PDiQlSVsTEsM08p4LSBoO/eS5T/FS303+xxsF5ETiuEB/8EBeLlKZptAZzIm54Jb+vub2lq+5
857m9fWpkvAWHIIZHopJa5QHkE+VOrY3B0WUjwcn6etDXsx7rOxbVmiDyE+lowi6tlLHxQJDerww
xhOPPgm+fqx7d692dJUwMAAO3ALCV01KRK3xnkqtuF6XT9P/4+zMdhw3lm79RAQ4D7eURJVYPdk9
2O0bwv63OznP89OfL6s3cFqUIEIbbjQMGK6oTGZGxrBiLUYlTOPVjUr7hzmg4lC6VfK9XVf32MVe
+Wde9XszALfHAo/BnDpQU+Il8qPrb6Ui6hUbzL2cOzG3L8UoVsIypzkVdfo0Ikg6J94qPBQ8IWRI
16byqHWmmFH4c+cyEstsruX69Mfzy9J1zQENCyeQv0xx6OdU+/NZFwxCjiidYJR/+HNt29SrFe63
xOYB06L/JMxNIQDWN/952gqFOaInTEng5sZTOWrqjFE5WFBOxTaMZG4xfu3T2txrfdz5aICbAFbJ
0hJotU0Mn3tFGjeFMM5lF6snpl/HY7ssxTEB23N6akm8jhKNB9Jaeg/5slxvnDJUi1DNGJ5EJ45W
fzFGIQ6luuwVoTf37KcdJAMRGJF3YVujzVpcbwWY6mIsrnLQ4tg8xUxR7DjBjfv9acVj5oUyI1KI
NxQy1brOcYqVtkyH/2Ouy0EeKRJje1QLffkxFm5mXJLFtYodw3eX94vhjUsUPC9gguz6UsPm9jmn
FPKlp4m8k5ffs4L4IouTKqNM915/rKpn+npGhulSOiRzZV94L3GrLH8/fyR+tbJZi+Kgr9MVRXOx
zGF9H1eu9ymFQmNPIGwTCL59KzBi1FAAcOGgNmb0KarWHmXzSxqP7+x++lyysoM1DKs/1/D9Pb8o
Xkba0ES4QGY21lyRR2vaF/2FiUdzPoJHqxHAW1Z1b6D23hEkusUTYosqxubugt/qDafKekhOO4BU
pQJvBG2/al5+i4dmLN+rUSzqExpX5vLyeI13dtQCwgWogPYL8KeNA67MMTOpwg2XrgeedBhVoCGB
MxfQK7d9ZFj/ZEU+gfB6bPXOgjmMzEzALkQbesvkX9las1o8KZc8FamfWXZ0dogQEp9IEa03rUlf
XcXsnpRflscHCBZixfRupSTCJjFf51ZkU75iVlcmVLQqL3kt4lX//fHq7lw5Cm2cTtpLfFJ1Y8ZD
TC/zkri9WFEXDf7aEZN8jZNF7HGh3DUEiJQCPuTzlBuu7zbET6U5JjZ3e3QSfxZQ4ynj/KTsgtw1
WmW0l/D6eElD/ha/ppRLjZYPRJoXQ6/ezYozvFjaGp0f79km2sEI4/nSg3ALKNdvb3Y2OHrULF1z
ma0+e3Xq7p+haag3I3/26ub6Wn+KRGTFx7zUqz1u/ds7ACiPBJ3KBjMivNPXC6w8veupOtWXtJ66
3+s6R2tN0aYFyj/HQZ/AEl31ZNfzbb0SrykhH0R32zzdsgvVmQzWa1YEIoeGYv7vdcHoy6nOp+Vi
OmN/pPfZ//N4m+8tFY1LQmTAbAwvb0K7VukTRkr09qLRuG7P6ryAHC1MwjAIH/JE94eyMped+3B7
2wG0kOLw/MiSy3atDI5qroD7+7Kkc/uh9oZB+62EmCB/r3jwW/lMiSnJS12tXvvH4+XeXhBZsgXr
KI8vlavNBQGPYs/dWFQX0UfFa4QiFR2M+slJKfktGVwFM0Qbm+xjK+HNeGBrL9NUXYZmzs6K3jSf
pr7Za9Xd+XRyPJbnAaFS/Mvm04Ezdss0z6uLCl/Yq12U3g+UAccjaWWJDppWPKmM+nNZwBtUanGk
89uKqWvm4PJ1vbq0YsrgRhvQ001QHH78iTZx63+tkOlQk+XqbXNQBlMss8+gE6/spTpUwh58PQKy
Z1TRXhnp7mlgXEUizPEyW7/cqpFmMBjDDk7WELjDVF6MfN6LGu4uiFYNc8Ygim9OOw9qrAGeqC5R
SjwkknY9juY4/T61SRc83ru7R4LvI8fcKcVtS1VNajkdIzHVRY+ndfKLqNUDBIQhXtAWy3mnRbX+
XBX959eiqk0hE056sPrXrlIXFXEqYkyX2cicvyxIuP1KdZLfC8/ZU+y697Xwj5wLRup44DZBESoP
CFepCwdD18YTTFf2MQbQ5T/ewntfi2kARviJvnCMmwV1clhkNkV9Yfp3+Jrmrf37KLwuFI26N31+
zxS4eC4UVxUI56Y8Niq93bQ5pmJS7oPosuG09KV1XIYy3onq7u3dr6bkf//lySY3WxtaftXFM9Km
OlLpttNjTSC485zcswMChCvFC0oxZPONtFJbtVkT1cUujDnIYss+tyZsr89/I9ASQI3oqchi5vVq
qgYgc9OkKA6UdR29Y6a4NA8aAw7R61Siavg/HAkIByWShkPuvNFW/rJ5qTr1bumsHLxlqI+m8OKX
VG8Kf9GzfOcC39s/YsSf04eyt3i9MiY3IPPo8Ons2nqsjGL127pvjk/vn+yK8gzKsg5czddW+qr3
sNNwaXtlslAxGfpvkPfq43sqOprYsXbntQeCRIBN7RQuna1mYZpaotRLD98aOepLWkC/KfTFX4Tr
Z0jFHzJTZDvH/cYP0pBl+lqCyOTU47aSkyhMTEAMV16cQlE/2emHuj7U6tofJ4jST483864t2lO8
IzSqKGVeb+Zo6rXSuhx5d42JmpR8aOugKlu+WidS41OrONOO0705JSQRJIaEp7QLJF7h2mSdW7EZ
0cC5qEuyvM+pDB9yRD9+e7ywG/dEoCDbObQTKYRg59qKEs1m7vY5VipLHPS2Nz9U1VK+pF6z7LiN
e6bkKDtzVWBMmK64NpVMlVq6Jcz18ywqn+J3G9TStfdpIp6Drr9RRUpQACJF3GfeyGtTajnqJWKx
4tIUufUSKar3QR+c/F3b2+qzwaYs4PPqy54Obd/tBhq1GlfOYomLSB3EXJXmW5kte1qIN8dPKnkQ
ygLFB91K7e56PXmZR07Sjc6Lbq0fCk0Lk2hyfaRLvoxK9GR/AJ9Oc4gGFbkyqi90Qq6NReA9SgMV
j0tKeH+y+yjOfTdKo2PD//bkzNCbMSlJQQz9E3d0bczUeiG1ZcpLaqX6sYxXz1+Ncg8o+Vac/wXW
JM3wXpHMAgSQ5d/NY8Ic81R54Fsvrt5Ho5+XQ1cf4iEpzJfccrsq7OEvmV8B+ObHtuZ188spiT80
sdZbOzjym28pk10cFuLJYIVxXtcrtlapR+O6bO9SeghhR576Au7P+u6m7fy+gzhm2Xnabi3ilKna
yohRMpluXoJadaK+bPr8kvR2+2fnaNE75n+LLHSHzCmOwGcSbcfkjfOCrIi5Tll+9KCL207Den3v
Wm1t5peWCWq/SArt4M7m3qDgjUeBPpkZdNBc4G1BOm1OatxxiOfIGi/TQjeGSGXwIeVoD9Vq7VES
v70m1yeInB1eKbIwmRZtV+Tm3AbRNf0lHsT83tQWdHyauBNYVNN3Xo4AoKtZg2+gJnqu9bJ8R97m
/D0Jy/GTyEyeHK7gRFNLg0EboivwlTcTugxzACBtivZSln37HRyh7rden+0c1tvvSA4NOOMtjNAB
QF0fVrXTonX2RHcZRnOIT7NtKIg/QWfwbLAn02hyM0loS/99G1KuUYIwatz1F1fR+o9FZeXBYnTZ
d0Rz9ePjF+92SbTwwFdRDWRhdJOvl8RYwJRPylheqhSyZN9eFev3TlfnL4/N3J5NIlfwBLSQHURU
tsDiJW8MAr0VM71tHohg4KgfyHCTFXLgx6Zu7jelAVYiCZnBF5O4X69oWd2GOchqvTRiavy4HoWf
pUZ2pFnZojlffX9s7mZloMVA8/Lu0TkBqbaJhTqzAcTlGcMlW9E1zuteg+ES2h0e9z0I8R1TBHiM
dEivDSH45vg1g1DdxVrGSzWI5eiw0g9DoTWvVR09XTSSaGj6x1TiSQNIdq83Me5KGzK8VL8MBYwE
0LvVTGHZxU5gIn/hKy9CX4tBKHpoNsjFG2jGatde3Wi5TjbYiyCeIgcx1Cz5ezSRHrPKWn9XNHjU
ndslv8iNVQpxNJUlLdM2tzFmw1MWb9Yv6mhEpzZu29Pau0ngNfn0QVv78dUpzeJDa+fRf+D12CtY
3Nw4Cjwg4yQ7OR09ddvuNas6ZejCWy5Ka6tHCP1nSAa7pxM4rJB/wCsLDoozs8npQWS6eaZxC7py
Lo/LaP+wukY/Tra2V5PbrofwiERR0uBDSS5BttdHJWKwP8/mTg2ZzFE+TtzzsDbMvRbe9qi8WaGy
CK2QZBbaPjgzYW3hJe4aRqpbS3jrl9acftOBN/h9bP0Fijl4fK+3bkQaJDqnWEvQzHu6uWxIMqSL
A/V+mBf27Asnto/LHDu+aeTfujL+/NjanU2UQxc6+RsKXjeUg21j1baTNXM4MNp/NFslOvRJ3+y4
Rvkpfj35hDvQ+9CIp0CLM972xxUZUQO/m0KRldV/rEozj9W8jue5ifKXqOmMP/M0LYO+2g3Z71lG
QItKkmxxcPqvD0lvRE1hOekUmlraHOdu7Y5603VHfp0lcAun+tTN8NlETet9fbyzW6cp10xcROMG
rig5WH5tuc3nejWmaQyzvlRPQPGVA8INql9G67P+GU0t2mpIXvF+ka5uI8s5AYaiD2UfDvVqf4Hq
gMnvRou/1M68N+H39rOuPyUlJwrgkoJfJpAbB+31uRonozaEs2GnKnqoaxGHqdLZ41cexzw5xuZU
pF/cqRXiZRmNePW7uUjdD9roxdrBU0EJhQRVQjktuTqLo2WiUbTjaW/33qDKLBFqPFq3Iz6TaU6T
Ps9DyBwVuA+kA+uPY+pWgTfke1Che7bIC4FJcIjp4242xBqrJO1QxA2Twq4OA6W0d1Mxxdylev76
+EjdXlYOMpB05OR5+28oNDMRayUT5xyprO4+e26vf13y9EmdNtpFwFeRF4GdRQ6gbEELalRUnSvs
LhwHLzokuZ0fhG32O5/oJhd8MwPCiaQPK9Rlr++HXuoRAGPkY1bTqP5W0TP9MQsoNPs+7U9ZbS+v
MYogAf1o9dT0bnyx4sl9ebyhd74dY25vTEG0xpjuv/4disha59RVuzBL1fKDFdXp+1bvZ0pZxbxD
IHDHFAEN4RrziLj2bR0psYu0dqvFC/NxzUI9BUrTWMpwtvunsS3MSHD0JcsERR42WB6jX2qo+lr0
3RgVbqjmteaLtksDIepo553aRjPSCs87Hk42qHFyGyuOCTCIMD6MnUEE6DS7QJLS6gVS7SjoujH7
ahLwhF5RJEG92Nn58ae7deyUVBlsk7kgefq2r7kW5Yj0XeSEDXjA98tgv2uIuC/kNmtAtNAE66hp
Hw3mHI6PDd++z3w8Od4raaYYzt2cGT3qO8taUzc0nfzPuIEjHQ7bDHLLfPE7oe7FH7d3nssOvTxe
TLb/t08nBD9tRvbphEqSQeEphinseHBOjxf1pnV37dapDnBqJDMeJYNtVZDafgOQR9FD3UCdDrRh
bI0hcao6HB1QzDhub47/7Wyj0qA+btzqY+n2RnspirZKQEny8tAy73XtY1a0TnIBoR79MSWNrfuL
Ow/KS9dW0fs1r+CC9pmSsISfgwsQPgMv3R7R9e3ZADVMLAMNO08VOe310aQiuZAFWVpIx4cpkyXq
VQPBrjmfPmpUXKagVDoLgEGjUHJy7aXWdmZMb88IOTrNC84nKj3kuNe/wBStPXTXQg9zDZlqHwnW
3v0qSnf5w50dZz3E7Muw42BuDgq2pC4Uk2C2RHNu/KlCYMBUa5+G7ZrP58yLk6ADBPHy+KDcs0J2
KzGVpLg3hI2LGVUWHaAsNGslji5m1Az1AaqEJd95H+4YYiKY2RoOP8vZInAZAOu1bJ2yMHdrpufU
sj81oo2/PL0cSfwDCIrTIqf8rz9Um7S9MsdJHoLLYCTWWppDmsBz+NjKje+n5scwEiVjfgy4E7nW
Xxxy3SaWOU9RElYTjEx2WuvvKx16DEPPn5QyJAaRpiiMSXwXg0mbplaXZ6iQ22kagiZaj0ozRwdE
aJwn64pvViSuA7wFhcUtjVtXtnFFlyYJMdaQmmh51RyyOa72vN9N9sVyeKElgpcqB9/peudKd8xL
ryiTcJxa97c+W81TnjbWeTZV8X5ylOZMa1R7sjogV0dbGmiXJPslYbk2SgW8mVNE38IYjde/GeNY
/s7dMX4XO2P6uTHs6VNqQ7b5+IzIM3DlgEm/ZPWIjyYhH9siqmqNi6llZhoWulIEUZOooHrxns9b
YfyPAUAQgGCQjOuleatLUdZMstBJE+NkCrguI83cA9feOe+cc8JI8N30cbdPZBzH2bAUThY2+jSl
ZyTCzDUwsi4Wh8IrduFr98xR3aO2jqANb9fmejnQgbiGMtVh04oonGaefLfT4gCwUbnjZG9eFsq8
OFm+EhBYkvONk62Wse76pm7CyDOm+ugBxMg/MhBhFwewyzpStYlX64Rb6zCehVFDAPj4A96uFWER
gGvUrGSUt23wjrVuDS5zMKExWuuRnf6PytN9iMd1747fXj0ssaFv5JN0LjauUYi2hL+wb0LIVaL3
taKYiLE7zm/E4sYxmy3vxXLW5DnqRplCwaXBu81oJWwQ2xJZPIJktpK+InFb5zMDj92hmcECjk1W
7ly4OzsJchiGYyY46ZiZm1seZWrkaZFdhY2GeDg1Fn1ND5M+dd1J69VI2YlX72wnHVdCZQajuHfb
QwpCAPU6j3jDNuIp0KJ+eQfAZvnkMPX4yV5z7ROaT3t6ZzcxOhkp3kwqExCo0wC6vu5I545ZGXVp
6JASfICtzTg541xdGLHThF/W8ZB+XovGEx/qXLG6c18Uzs423/o1kkg0R5jZlo3M7a+wMPJuTKOr
XOBMSxAvd1yfx2Ovs3jHCk8ertqTevcU664X2iw6TZekjS5rI+JPTNd9Y441/fz47t0zIjtPshbO
I6tujGT62luNlUeXMinyoFzy/mBkkLM+tnJ7Lg0mIYCISsQBic3mm2W4lFg3SxEuGpwWK6yVYVUw
1Rlbyh630a0pnCZlI5nukzBuoe8eUzGlZUxVWDASNh9sdIsgcrYUK4GPZ4KG+/HKbk8jKQxHHzkp
mNrBw1x/JCVvxsVu3Tyss1w/FrlhhHm2Aq0X8/w+QTgu0JzYOdadmE6TmJ6k5uYikK3yRDD9jUOm
knJtvsjlu6sMa4heVq4cK9MANmJS7Rh9hCeWPTK929OCOYo1zEdKycptfpwz3570TrWGRb6YL3Ht
uUekR5LT4z29/YSMANEGAipKTYgg9npRPTHDlC/xGorIpl/SGk7ne31BHyiC42uv+nfXGmLZcgep
ed0U9/sZxW/FWUJNbbqzZY+o/DSc0g6Npm+PF3a7fbxx6JshgAwuhk799cK8pJwg0p9HyuBGI6iD
pynzQSaI8Md2bpck31LTI2zmuYEnamOnBKNHpjaGRjSqPiKK1UsOP0HQD+qeqtS9JZGikZm+1fe3
TDxeh8bTCn4kdJSheFG9cgiEAunt4wXJjbkOJOXPJwE0pYrJzbtWz8psML2ihY4KmB7mMKNEpCtG
mRtu82keA4J19cnpY+6WBEUTK4PsIJnadgidMtbmyK21MAOpcUwRyz6INnEOg5c9qW3+ZoqeLiUK
yi+AUzcnvi2KVV2LRAuNmT7uMuZFECPLvXOvbr+V9IeErm9rAmJ+fSwsvV7gAjbUcKRSemqFBqdX
vezJqd21AgQR5VMZzG2LO3GiQdUjXDV0smgIlsZafaNv97iYbos7cqskx47EadB33CxmWVc4YMZZ
DVenFXPA+TaTH3Ne6OVrOeu9cXaoyJifemUZm0PbWnDkjAqUPydcTzx9zNWhiV/qsh7cF5FZ4DJj
K4oVxVeLprOY2yxy95u2lFlxUqFd538YS7RK0i4mMrW62ttTrbq3bXJsWkOKCz7lLalOOuttS2i4
UHJP5286c/avEp+/d5NuXQMTRFTfAGLxaFC9vT4DgiA175dhCZ1IKQO19GTbKHMPhmieJHnlUMth
JQIXQNAMaW+zPz5LlCDGiWM1K7Dk9cTwGaxTvtG03afH/uHO5lGH5qzJNg543o1jNWs9cYouXUKV
IPCwLI3uO6Mrjo+t3Nk70ALUE9FrZX5ve3+SfBFwvSxz2Fdt87K0EJYkdREfqqXfE3C4NQVLAPtH
d5HI6YZa2zIVb6jSqAlxDfqHPFe1v1JvNl6ZtVF2cDj3TFFqJn6BQedOwLQks+fMRht2hO0vqLFU
h360YKWu3R1A6G26AN0L04/Yot1DCHF99pC+iPV0aJtQ14FW+ZkoFNtX2lFpfFCIVRGMsxZXAZDj
1Hv6RZSKn+RGNBLBlm85Iau+cq2BKx821aJdwCf2p07RnKBIaAc9PiW3bxUao+CNZCWCUb3tTKBA
jM2Ma7sN21IpXjon9156rSwPxVCMh3FQ7Z30/fbs02fivSf6oypL1/R6V6n0WtNQmUUYT15xAftt
noQyfnm8qNtDghG+Gb1FWqW8wtdGpqwozKZci7Bc1Pi7JybnuDCpcqGeMJ2eN0VCIlv30E/eAGzB
PycquVUR0rQaDnHeWH7eRuJYVnH8P5gC4820I1ksFb/NqjLJIzdFUxEOtvWvsbb6C1Nl4ijq3txJ
gG4PBcEYIG9a2fTOb8i3vEWvcvSIm3CiE/pP4ZhlFSLhMSyBqnVpTIeCSuGOu7pnkwNP7igRFyB8
r78ZwDezTtFUCMUaD19gWuuOaWEkgUjr5C/UmL0de3fOiMwMOPb0ByCh2ZRphVWp6qqUdTh7Zq74
hV47q282apORean1j8fH5M7q4GinbMQfeuLbGHecJ7rlNAdCsnxYrk099xtX+xbNymVe5zp4bO3O
2kDnS+/Fwm5xcHYymbUBqRl9KqSygnootfaEXEArXoBh9nt6o3fuNBBC2nFky1Qato1Vd+hWr84T
sCVuPn9RBSnsVLfl58eLurOFNMQhN3nTr7xJR6bFhKaljwa6nZUXaHYSEwTV1rkHw3zJ0B99+pUG
jCNJq8Biohaw7eaYZUJ1aBBjCLjA9YVhLaFVi27nPbuzd5IiF/gUgxvAFzfH3pnKytAZ0gzndAQH
V3jdJaVZ9fJ4727fMkYN+Ok4KBlHbTE4KY0CPVGyMVRAsX5T12U8mmtmn/vIqY6IuXfvlcXQnnX1
nAk50sw24kLglLq+0aWapHYCvWM4tZrxOdGN+FPbON8fr+xm/zDC6LcUZSMO5XtdGxGLm/RlrIyh
WMAmLGlaHMos3iPHvWeFPJh4l0oCUeKmCVLoxuIpxOahm1X5sS/M0Te9da+EdnNt5SWCJ41ePjyS
tNyu1wKbjjNUsIrRsV+cj+iGIgPgNOnHqSzE89+GeggIY8qh8vXfmEpjZWiKrJ1CZVI6PVS9op+P
MbpGz4414H7Idyjv8v0pxmzLgr2pTHz5cgq5ZuZnRxkb30Bl9+vTp+BtdIdoiVyBUsz1zjHRgMR9
y1GzZrH0FKyH4dLbtpXsZPY350BqbNJ2BcdMKwzq82s7wxCNPU/JHCac7SPJ4/yuiOv2WfeNFbzc
G4qZtqu7WQ2zzN5IZ18NtSVPDuvUxX41evmp7nepDW+OnDTFJSVoB9PPBbpeUCqMYVm0XA1t6MMK
v3CjkSCXD0TAG1OEOT3+Tjf1R4tZGtpR/E14S93z2ty8on5tJawMlGMaqN2g/DVOg/mlL5I4iAlK
gHVq89Ewon9bqHAvj63fWSzxBXVwqdhHMim/7q9N4FkpZ3ApapjEmvlqV46HcFiZHBIjaXYejxuH
y0ItupeSnAIs13byPrWtdHCYDghVKoOHpRw+Tq55UvRsOjlO8W4tqj2K5NujKYcNudByjhdo2iZV
ToyqMBbQEGHbDnPj24r2f4zpec+Ci6V8qAckzZCchww6bs/mYqQp10ANFaMGaTg63OxKHU9a7XQ7
j9bt54KaSg7qANaSLcxNApbClJCh6qyFallG/079PJ3K2qkORj2oO/3mO6ZIkiUjObsnMQLXJ8Mr
x1Up3DYKo7lKGj9RZ+ukMrDuR8JbnqVhYQtlRk4jRqJjqNldG0PMEffvpRGJuZL8sEujCA29eVKG
j+4v7z13GugSODHqqtdW2pyBxiLKnDBLpvI01Lokn26rnUzh9pwzJgCgQmL4OOVb9XIX1GkcqZkd
Kk1SBVkist63p8w9MVGSXKJhmg8UDJ4u46IlQIOeWQjCTf59c9ZLIfqMZ8cJjdqYfE5PdVbMetlZ
203AyTtCF0gaoKbKhl7v4Ghq4KUj3QiNxtBPttHEv6UxvRNhKM47VxjVs2+yrLQD0pZgSJKFLZ1N
LPuQRAXdq9EgXM7sZAUpSZT/8aQT5H2USGVQ87wxDHBdryqKyklBZRMrmYj+6hez9L2ind7Nwzrt
bOC1S+I+4fpAKJFjSbbZG+Ac7cYIPiVtCGp3LjADks7wZ21S9qZCr6/vT0OE0G+6hnImZ/OlpjIi
O1inMWg9rQzEPIIFGJvkHYJFe83U+6bIQmhVSLT+5vIaIo3pZSxjMPXGaTaM7mOl9ePvw7oHoL63
ebyQILwljJrWyPV3Eh0zHlnnsqaeKv7kpb1fLMYeyYl83/9/q+LnzpEaMIdJLMizvFlOjJQPsktY
6XpTvIrZtAIlMboDoDD7kAM7+M2ulPm1V4edbO46EngzTD7MQ8XxAB64PYYN2kGpjgZJIDRDOYOo
jgkM+1o9q/bcHtO0UV/ADGoBArTe0c7NPRGjO99RBsCyg8aDdtNdaBD2TNcV+32plL46ZdmhS8ol
LMo63Qk7NoD9/66VriutT9m03vKo1orZGkleT8FSwlASRbp3Vsp2PBum6I42fPH+oK3Lq9QYl2KV
zinRUFBY3N7xLW2uXoYC6pRyzZwvj13BnSPGzCgFRtnnlnnh9RGLs5bxiDFlD/pSO63CrfxxLKPj
YytvLZTNGcMMpQ9KO5BbbT+1Fmd25pbDFJgtaKAS2McHk1lxZLq76JhNRuaLvLPPs9X1B6VDYUx4
enpKnbb//fFvcu3Qf34HvAMVLaAtEg1xvd45U/pOFOUUOFFs+7nnKq8Nk1Jg9KI+GGvlufnxn/Zs
CN3JFWC3tbcYPQHPYDZRsA7sJAWpJGjEDVpV05Ir92gZbo+zHC0j+KME7wLC2Nzjbl01iPINlmZN
60cjz7yvRZVnpxRyr2EnCbpvi0Yjsy5UxrdNVEgplzSe3SlIzYZcq4PxwQeFgQqY049fH3+yzbSx
3EMWJrWEoT6lEr/tlUw0gTWRMylkd2tUv+ZjK4YPC+O4UxDHTm/8sWSu/UldIy/xrQmosVVqVnMQ
irfWByMW0KX5elYRp+zswu3lAUxGYAABvctrvUVumCBCamNxpiCy8uw3N0esLva857gvfi4fBBj4
AjCJNOE33zU3C6XtPaysZTGEhl3qfq16/c4VvbsWigDyFQDWu+UjzBwx2gDq52BdvB/QPOcHz5zT
nWjgDcl77Qd4M6E4kHOJck5qc/1a3pRa0Zol8KZ0qGGsjOLmYMJ71vuz0XnKAdo75u2qbnLrk6lG
WXHOa0O05whOse5VWxa9OA5qnJmfiEWb5ZAhM91eOpsSvL9oY7dXW7pz0KH2kVMGb8N52zBzXFc9
bmuYfYrZ/WNZ4V034+k7sM09ZY07+0/QAk0bw42EgNt+hTGBEzDdaCZ0qRS/LrrsUETznpVb9ycV
pSh5Q0zDrNQWOTlpzWx3WbsEk7wn7QrETy1eDQGHrdUbO/h7GZ5sPjbhH/BMAloJdd0UFgRiE/XC
CFFQKHlxcAZXL/3ONdaTZS3pa4bAWZB1Y/L9sbt4y6uvzZJXkY9AHUHrguniaxc/pl7WD3Txg6av
oh8Rw8Xd2TTTMfUrr9G87zw+0zcIc3LntUqmQfjQE2da4HVa4p0SW5j/UYChm4chX0qpXZEb0Ye0
ddwURSqz609at9rC16SS8L/uoK/vaDDl3/q1yfrQrFIBX7RVonXRqIX7qhcorvt1qxjVOYl0+9ua
Rkrnz9MU6x+Lul472vsrUwJShqh+0YfFRrUxqic7HOZ6EdrJmLPiXxX6tOgcFUZdczusZGl3bubt
8XNBhFGqeGuoElBdb1qqr6PNSKTB1M5avsTAEQ8kw8/Bq6UrIxFgUgi5G5Jee9vLj80snR19cQKt
ULMPFbNDYaXWe9MRtwEtQTNDVzpdPyBFplzrLzWevmm13OkdJ6iUuvhkFrMSTIpYPsSIth/bdoy/
R0zxHE3mZXaqdncsM9NOGZJsW+ZVm8pIBclF5Y62G5ja+GLPZuIvtfEPAmMXCLs+zJFd+1H0ZEUS
mlUmXCSQXKryUNvfakNopavPpd1awZS3+nGd5iVIGk3deey2nhArcuBRjs9Rv2Ng/3pXBa5L0Oe0
Aq2lHKKIxP2nHwqPhrQVP5UFvy0ItRDbxJr8y97kPUvdVulI/SVQMyQ1ICgc/1xSd/3rsaPY+kIW
RLGHEjshDMwz23hJDIi+yhmEIO1ayz4M69p+iaopm/ymm72/XatW9+i87+yhlP6BRIRaCUWtjWua
cqY9Fzu3CRggKxySNg0m3MwJgMsedOqeKcbVGB6lsAsabFMfGe2y1ZwFU6NjDH666uMhVZn0itN1
D1F6byPl0YMSUQ7ob2NqdIJB76y9HcTznB9ckel/ibpDSMGeo0/TWjmHpz8cPXA8iJSEpSojf59f
7vda5latSSxEZk7iIBqI5G0tW87QuXZHg2zxf7BH4EVTmrCaIuTGns4sQx4BHQuaNHHeYaUMlmKt
z7YzLKdCU8ovj9d359ORjkPLIolFJHj1en1mahOyS3vkreUfVZNDTa2Vy/fWRYrusambvJRLIFk+
JBMuqGDU0K9taVByjn2TR4Ezj+2fKCpFVQnn71D0fw5unbu/96bbWlBeRZX+EmsdZFA187PTxdLE
8lrxZIzwzOWxetTL1Gxl3bStdn7J7dtEHYwMlTNEY8yjCrzx5yaFo7oxFSdIrDU/msPSH4up+/fx
TtwzQnuKwQcCJNKozQMIpx4tMgg3AzNFN4AJScVf7H6v1iJ/yq+xiVyKrLXQcJEF062VRdR5Ct+r
F+TL1F2mvEMvMR7U02wN46elisTFXB315Ay6+OyMWnd6dpG8idSm3pSRJL79+mtnaV2P+ZCKczqR
g2bC0AK7zv55bOTOmeJ0ypeX5gf+Z/v+1mvuVpU3i3OCEjWxDkNIzJnS7UyO7bB6f2tRq5rnceo9
7ffIXNUoJR22+uXIEDi806JyFeoRU+r17+ZGH/51BmN6TqBMPjEIKkgMNThMRkG2Pgup8SgdTBGf
u3myz0ZaWOehLeqnaAv/a4WdYISNu0pZ8nq/m8isjGTN43PcJ81B7fKYUnhcPf1VWQvjM0QcDGtS
Hr62QgN/cZaqis+GWxm+PaflYaJuuOMFby8IiGLCeUkWBZ/ZFlxcAHCvoYKJzwUFcf5q3MNs9OVO
F+bGCrUSJnNsRg35Ljf0TePsRcKsWqxoXnLqwP8eUrR/nl0LPxk8KeLOYMRkG+t6x1wjius0VeKz
ktsRzG+e8lfTL9Xfjy/CRj+Uz/9mhlYZlXayLnXzcKyKYc9Dh5CBOhb2j9WbrfWr7sS15RNwiE9N
5OVtqIzKqr5La9P9V12yzp6IRJCd9vM+mZJjP4Ok/GesEEMMhKdln+vUZMxtLJzxvRDz2odGXE6p
v1qrFZ9HMNjJYalT0fmqUcJkp6pi+K1zB6agHy/u5pFibbChyZnd/8fZefXGbbRt+BcRYC+n5K64
Kpblpjg+IdzCYRsOe/n130V/J16uoIVeIAiQBPHsDKc85S7Quy+El7fKpJuQMjG3BoFA267vC5mv
d1pdXKNLvjQULffNkBivamB2519LL3Is3aDDxE7p4o9QYWmU0UYJ8yC7xkPYp6yb2hp2BdvTu+n+
7J8amXvuNHUBXPqmOvWbW40zOj+4jj8u0n0aMIN48yr+qb1uovvYQ+0TIg1NReXbXR47uduEK97Y
iB4mGADRtr15fagXThYB5wb8IfYkCt2tYh6gMZoXTR6rwizjQG+ng1NYb/Nj+LPlt6iTPgIGkJtw
0vm3am2bjNjs81iDRhuhCy8PntElVzbfi3Mh36GMAaeN2tv5KNbcL6OWU57KyP6O02RMUe6io/r6
iu2zOTbD1pogEiNjpSy2i40cJAWbLDPyePS4hhpb2vdtWRlQe2yt60PT6cbfi+GUtzby9/++PvZL
M2RcKk/UahBY3F0ddTWlhdcyNtlPcwgmczloqEC/CXn2/1+LDIiEhMyOwbYV+CuSrpupbnTNw2kF
4epDLeAGriuuU//DXDZlStA2NBn26VxZWuk6VnoeF5WjR97qwVlY9eCtryBRLG0kiCAUiwmydnd6
0Q79aIiyiM1VE6egGsjAu/LL61PZlv0sfoPSQzOdv8Dt00DYDTJltrWMa1PGfTOgAbtSjektp1pC
UEHZjada49frA17efVRlkHbGL47eCd2q8y/kVWMCIYTikSP68f06LNZBaXnzyy3KK1fRxdQIgiiY
AKKj1Qhia9uRf+2FCXWhSW/NIjZmrdPv7Wkw8lCmiM6fbJN+8cMsR3gmr0/vpUFpIBAf0ZJBuno3
vXTQYeQJLiW/SefDok9T7GMHCb0ZKmTY8xV+vj7gxXoyS9CIm0czegakrOeztOrSSxIIt3E5myo4
JsIDeVQLz497W1rXXGNfmh7xL/uRt4sLZDc9Atk08/SF0RA6CxHx77+oLvF/cEVb7xLNfaNDBgea
6f3pFHP5EtvuewW9C3slRWQtrtq5eaclhvFBA4b+XbUk5UZaXbMUfmmC0CLIwmkabEpf58vZU0Eu
VvBAsVyWvIG7qo3Woe/T/FRNXvJhbqby9q0fkNIQuQWRKAcCNOH5iGlSlpqBrlKcyJWuMGK+d4Wf
Ze+1ZalvXh/qcnIMFUBURWCFUvm+Md6l0LjK2ZKxx4eCgqGrZ8fLaFsUY5rIk7Eo9dYyLLSIjZlI
t4vSF6yP/eyoPGV21QP6HJaU2knwBbhcdyUruTwDlOVBA/nb88m8tv/+10kv/NacM/pI8WyQUIea
SrKnkcfu82qn63+vr+HFO8aEwOjAP+LSvDT5gRTUlEtW1TGNHTtqCy7vQ9sE2jUdgT+i1Wc38zbQ
BtMGp81u3K+crYnRZPepOA3K/NPkZl0XJaufzSfCYcTglikowtrPmu5O+lmXPnLVpV+Ul/kL4Jem
eT+4hTX8GN2c+mxSpg5u4zpUprAuHSd5r3IJT6sU7fwMKsepI0ic6XoHJW+17haQ3S4a/2PrHIfG
ML7V/jAIGVIAmAMVevZUv7WSvm0Ukj58c4npNnPA828YyHVdys6vYm2mazYWifFO5dn65fWvdxEB
7UbZTshfOwWok2nKwqr4ekGO5KzjR3U14LBSVcXRz/uSdRXqs2xUGb8+8nZx7D8nFzWoIVhyWxnh
fGQFlKJLyw39jMvtCY74fEzMoYmMWbkf0RVZTo2RZp99OMPv0tFgG/8P40OYIwDESfJC+EjZ6aSh
TSs3L8kKra0q/ya0Yo4qpZWPqjNF5OAa967XxuA549l/axpMgQJeDQ8HpHVK07uHYwBB4q6y4Igm
hX/rWuP6figIM16f5I6Suj0XAHA2Gj7gog3Zvvu+XVDSgMMOCMfqQPW3+lr2TphlS2fd0mhVS+gW
pjb+FIOlpaFee2t1S1baGHfK7Fw9rI3Jh2GquUKh2lRoOc4W5lxFSkKEDTvPm9GVLxs9i6bShvnc
BXJxb9Hbk/n9YBWte2W7bpv+fNNsryzvOrcbef2+h8oKYakAyoZK8FiHS1l6UakNn5GlWY+vr9zl
07AVu7f7jAvHRPLrfHu2xdTaiLrXMVrFjhEG2aI91NKWcaMSFVqDUb7NpefPp6KMAJKTs0ANdB+e
ITDgrzMyCfFSp+VxzbPPQasFUWCKa3iLyyubEJcXltozdGjL2yWKM5SpgeStjlNI+cdxsvUbXY3X
sMqXVwtFJGIjAGA+u2/fTjJX5a+DsFTcB8m/vPRjZI/GkXtUjxC2MiOz1p6Wxr4SPbzw3batjhQE
JDoqybvvVnSpUhOasPFqL1ls58iNtc1YR/ZapcdxtdTz6/vkhbU8G293jeGSLAAPTyouvE6/Xa0R
L2vy2uj1UV7Y98iBExNBRyCI3u/GwScAyqdlk4FoguzQtaW3YO2oWwf0GrwrN/MLS0gHl0sJ2cVN
nXT7MX+9CbWQdW9VtYrr2gK1Nk//zVb6nEn5e+2TH69P7IXl4/KnecVVCN1vHz+jCqolhSTKkkpv
oxQ/0ENlB9dih8tRIMpRG9lgcD67e5fnY1xj+/hPDHEZeN2mk9trYeKO9VvhQqzX5lgCYBTYFNHK
Ltse86rwPcU4o9kZYeOuxslNS+vw+ppdbgYqIn+AvZto24UCYScSF/OmtY8zczHTKJl5No+jY+Z2
7K6Vf40McLkdaPxu1Sv2Hu2qPaKkH9p86Ox5iD0BRyn0W7+TJ2KGMnvE/Laon1RntG9j3G6X4dbc
pwXGPJFZ3PcxNN0r3c7QMTk3XHnw20yLytUyqH0P197Iy+XcsF2b9iedaAqQuwyH/pnSG0PT46Qf
p0gkWXZQld/d9hCyrshuXexDgjkq3mRwNnpAF2zzgs0uZ6ricdo286FPm+Zmw0xeefT/QJbOXkn+
eNIZEBJ/BCT3mi6tkQwFLgl4t0+y/cdwueBjQ6ZZF4liSu3jIO3265LYZp9FSd5Oy0Nt1N1ysgrw
q+mVX3M5ZxojxDckPTQuLuwp7aqZNGtI7TgYEP1Pek+PJx+7htfPxB/y1/mcAZ2xOdmjNtf+XnvD
W0Tt6sC34rFyivXY9V7aPub2mskDPSrNDzNXlH04TPms3YMHDWzCeWUUDx1Ft5WMbzYG44uetdLV
43XxmhFuSL9o//SDDl3ep2hrf5IuIIUj4jJTcC9UDUGmbMDXq6buZpKBOu3XQ+GZjfktyFbvuQUt
WmZhO5TKi8RqVMs9BXQEkCtcTJ4rP4cgPLqTUqGSbucdlVKNcWp0kIz3g54bxXEclTs8VoECWd/U
Y54iZmwX42FthKl+1VXXP1tlZ3fhmDqijZu8M8bQbzQY40oZYAKigEbgHZZafXdIKd9JmEm28k++
tyTlhzUVvUuYnyzuMTHapP8yoMzjHciksuldB/IguIFQg0PE6nh9e5SyzIPD7E3aSilnXqbTaJto
7CSlML9YwbrqnJpNrr/BHfI/VQPp/lrpSMF+T6yk1B9Kv83LY5sMMvn1+ve/3GUbt41onkADXNge
fT0rY+5y2oBxF3Tq4PZGGmFSo06vj7K9E/tNhnQROxmKLa2lXdDeDk0iuCnceJmE+o0QuXzIW1ch
+6PKh1VYxrGQTX58fdCL+wnkD3HUJhRuE8jvNUvyQCyaqm16mCgSnia3NuIKgmo0LvKa6uGLq0h4
TegEo+2iWixse4QhwCFCh2d8kEDb0D/U9f9hQltbDtgK+BwkRc7ji0WVosmKxI2DMd0ENtzyWIHU
v5HdMn58fe1emtBGHYINuMl+7svfc9F3hpK+G3s4ED42aEneJU6g3nqt+4Qv1FNpYVFctfbI2kZv
y0GrJy0ey9KEWqElB6B+xluXDeQeFGs4Nhu686IuJvwVFsdkeHHv194/tDSTQ9Y4wc1sN9eMqi+2
HEOxDZAyIjKjP7GFBH9FgPrY8VAGtc87NSU/zKRachTyjAyPBSQcrjwQl4PBKWNqNOop+YFNPh/M
V2uFn7cWxBK6SDy6mv8TbdY6Ej1ekVfGutgPICMo423Vdgp+5LznY7Vuqrld5gYxu1+BSO6oJNVN
cA0F/fIwQJd4jWCT7/WmlPJzwKdWEFfVBN/WzWskyxP/zRuCyXD9guncSIZ7nnKmBdzHRhLEk93r
IAI2na587IeDKpr2mpf3C1PiXqVOyvYG7rA/STCTMp3CNlMSjQpBGQ/IURfXnvEXRwHoQMMA9deL
RrCwChSB6jSJx9pOikNay/Qntdn1mivC5Z7j02zpFJUfdtw+vCxnt0E5N3fjJM/sMDfhqEi770+z
XthXMNIvDEW0DvyK+gv7bq9/ijfAhPihHcRdm09H4uwlMrLExaFjaN+8u10WDf8cIEAQ1PdDQdNF
Cirtglh1fRDqox1EqXEVnHdRuCOcg/UMiH3TjwEzd36GGs8fUHiQSex3fpp8zbva198r20p1oK/0
lMJsHVV1ALZf/BLa1kVbPVO71ni5XFbgxbCTuRA3ZOdens5Zas0y8jnA3p3rVmWDHeF8HURDfpWp
f7kpSYcp1m30RtK6vfqEdGReaGTnsVF1en8UU6FXeEPX1rXn94U5IU3GQOTeMET3mVbSOmnr6XUS
O0PVRaVPtalSFf1Ad5kPrz+MLwzF3U6eQDOVGvMex9xxsduDrWsxpm3ohjXmv5MOoLMCk/X2kbbS
I+n91tyE3XK+XYqyaHH6atJTN2AzYgTKOyIy7N1MufbmpJFrCb4wJ5rxfCw5zocak7GRg2Gmp8Lu
/i18cL5zt2jH7f+6UiJ5YUtsNS0SRoaDPbJ7s4QmgX1nS3pK7baLWmcdIjuY0uPrH+ki8+aXEbyA
IyToBBy5e4bzOSMdm4z0pOr6RgOIFwbC/VX3I0mLfJv6CRk3zSIg9dvywUVlY5wvnmPJHirHIE4i
GfwQ3C1V+GEOrpS9/+zhsxCa2Jm7iX4GTUXStd030kzROVrdarGtWXY1hWMwZ8X7RUeU+Wk1sQAO
h7wdXQrya96ENd5HH/M2GGRYdIjnbgAaWca1cHE/1nu8yb4PpfQM4LPCT64EjxdnhAeCiISwe0PD
oW1zviLGlKIclabVCUGxf5TMyaBk9a/ELuxKde9iN7Hw3KnUH2COUtvZfeekHuF/FUqe5qAQB6/u
3GPQW/WVg3ixm7ZRYNTTTmLn0vI8n067GKusHbgf1mS2c4S0Q92H64j4fohg0FjerfzIayqil2tI
CMRLCyCetwlBuPNBB1eVtCcyn4wJnaDIDSZqlsiBz+tNZvfpNVGVCxoqDTNuNX2TN0fYjDLw+XjB
bARCuqsHH6ha32XVnN61iVH9py8IjB4h2mUDur1jgOVzLYV3CoKsniJL00R3YzWQe65kjBePJY8T
KRs3H2Egwh27gLNKMqwVAJrES5Z875c1NqV256Tpv+lcPGSt+4/VeA+Vda3LfFkCYlzuDIJ4mDhb
a/t8HfzOkkGdpgHroAwjNFJphX6W+NHQ6capGkRwbwRddl/W5vzBGDTza2JXzufX76+LdHn7EbS3
wKIBtAKOef4jRD3aNl5TAZGCyvQb6iJ+e8SoyHJOVYlucuiLunsqRAUX6vWRL08UpSYKQeiyb/2b
vWIFBjsNLKQliAujUVXoKG+h57s64/8yDpclCTNiFeiy7Gfo1shH9gHc9tb7kRbr8EG3uupKCPnS
bIgJKBkS19EX3d2Z9Eczo2NvxbXyvAca8Rizl9lyePuaUWTg6BClcuvtRiFQLX0zJTdaidms4yQL
YzrUxjxd67xe3glkerClqU6SSOD3eL5os5PSXJgJ8smaswiMnLoPvKE55GVzTYv8pZXbnG1QXqNg
Q1R1PpQdFNqQlUVCd6bNvrpwLmOnqM2bt68cZJ/NhxAhUMqu56PIrk3wixNJbI3FcsysXD8NWu5e
eSUu72+W7a9RdsumwPt0JERJPHmZfC9Xp75TwjZv+kwz39Fn946vz+ql07vpPhN3bNT2vQs7hk/B
TDWICNtwh1t39b8XzThHoFXg0i93eQ1O5vURX/ham+LLxl34U0bZXVpwANChMKokTsXSxb7e5gcx
B+uH10d5YfvBNmEgl+4CdbzdniibBDmYXCWxlnRpzP0XnKZK6Ed2xzXz8xeHoiFEsWZT0t4Lb039
RNhgDUnsFc6XRc5Ulr28JeaR5ZV35sWlc8A1b8hFSD67LWhrBZ0NtMFjjFrbcDA166jbg/P2jY7E
wxYeQqThft295mXrukuaSy0OyqFxo8RNkwfb2hhCb/5Em6olQSI36+bSen6geOInGUiRnoBgVO+1
vJruc00F0TJ08tvrQ71wqmiSQP4imAdQsKeJWKVaWdBenAZp6vd9svi3UtO6j37p9t8cr22v1Qq3
Y3oWAGO2TAz8Z35bAX23yVveSSRJC3HCF3lW4dRYvjiYrbAhy7ta+5NoNvFv6skR8otV9F4bIoTQ
tb8Gb2jlkc623uShSrrqPVwQa3oaEP1ACQzmgBPKtp5kJD2vT8PVV6MN2mlIvid4b/VHHtuZ+hrS
eerQ5Waah3qxuv4Pt/GSjQVt6OIxmUwuGEN1Qx+nfan9DJAm8HnYWlnfGF0vgmNedDqM/hRyDbzX
0dbDYpq0IrL6mV8wWVM3ROmU5l8l4uE4Ewd6Vsa+VgLjfv3LvbDlwRqDoYFouRGRtv/+V5GyBZpr
ozUEEngS9UckUPMbaDr/w6u4heaAhMgSCZp3W3EYvRqk3oIuey2cI9WVKmpWSh3/w1z+GmV3t0Of
ci1SV3FKjPy7PQzzQVHHOLw+yAu3EYUM5IyAR1BhsLej8NeCITfZCor7bPVinDZSuqKdWhlHUa9v
VQ+hGLnBcGndcplTJ9oNhaXRYldliaEcHiSn3CHHGFVuxFvj7srSXc6KHjiR3vY3qmf7hFKCcikz
18xOuUizo4f8yzGZg/nGWsE1v3UBaduCPNzaFn80Ls4XsIT87foluq2IxVrR3HjOMUg950Nv29mV
G/ByczMUTdwNxwJ+/4Ktn5Sd1TigbAXdw5AXugmNIbiGqH9p7TaOLbx9iiZ0v88n1PT5KK0Mzmki
MzqGeTBE5pL9g1DSNd785UhbLQOp2E1Si1b77tGFmVogJajXp8abjDwCDYKCp5DGNB70KtCvZdT7
4fg+2/sO3YauPgHg7jzR5C6kWwZJXPkLyiO+WZrFKUvLFJtMfRDrlXLQPlTahoP/R4pL2wQm2O5O
d5TZ6F5LNQ1FCNBNVabujdEqD12dDXHrQzft9FK/EsfsX64/g3KY/6wrYLXdGdOo1aGUiq5Wtxji
k+aN3XFxWvtWQWB4R5R7TT9mm8TfDxfj/SGSbEUim6nubsIEcYUVIrhGczBDQ0p1v6VpPJdd+zT5
JYoWhrqp8unWroorSdYLH5PcZytSbsC/C7mPpAGqkNZrehKmVQa4NqTVxwXAdnecVlddu4pfWNYN
90Q0j/UOweguxmkGO2mN3kpPRoqn3uRLIvqswxwqLeabaQyW+coFtj/q27oCfGLfgAu5VA13PSG0
VjJg2vhzGPgtRp9ldc1O9+VR/khRUkokkzg/6r7fyAoR9PRkL9gD4mTWHvB2fCvbg7n8gbUyHRgD
FGHORzEs8jpHiuzk4vkMf8+W7T02ZOmDcJ3KDXE1cd6+eqhuEY9CQ96wH7vPpS/YpDZ2x4h9X73H
y3RAC9O4JqL2whbcWh5U/2F0U6LfrV6ZBbO/oFF/0sqiPuoidR4XzTRjcyiuFX1fuEtoUJJKclfS
3dgTFLUWyG1R6LxnjWo+CgFYQ3FBHi3RJmW4YIocD07jXGEMXB5uvhxKC7RFt0B4f7idZQ3MWl/z
0+Lr9Rhn/WiO93bqGNnNhHJ4dze5Q/mzTzJ8xAqjHbzD3MOsfeOrh5E2+KutZgOSh2robvtMmeYa
vaiKU+9k9adJ+MunYejVx7c944yyrStNZ58MkOr9+SZtUIJzMsPOTnrTDfdwa9cITQTzMUukdyVi
uDx1DEWPEVHATaljH6N2MP/72vSy0yznX3WtN4ea8lD8+nxeGoQLmerTxsDg2Tufj+70udZiMXpC
zkc+aZ6GfJgr1++vj3J5L9JQ5BrebuKNDrw7AhRYGpsqKrwf5WRPepl6z5qz2RumwsC+xEzXK1vy
pQEpntLgxrOE4touZLBbt5itaSkIGZz8wSxT464RuX2H80Z/I72luX19gi8sI9cjMn6begMU1922
SBfwiKnWlydHyfbGnAZxa2bGdGUZXxyF5sdGhqPxtm+z5PpsWBX2aifljyrK8ioXoT61xdcrk7mo
hLPL6VgCh+Ku17fezvmuGMzZshuLYkoxS9k+rk45JjeBlqnxs8Lm+bdG2Uy775s6v52T1gxODfNe
b/MVyjLZdp9aR62HcPIwdbbXfKiGxSzbkJAVXYnMdVv3KIpUBPE2jDoueTaVBN5j8HNkn4+RKdXU
hJCD/CY2u7a1I31ccXOoi7SRX/WkN+1DiiCV+ylxJt49aB6Nd+hXgM23qWWO7YOxCiSuk2EV4iPq
Xm7xI5WJysN0sA2tCsdKM7t701o9gdZXAiQG3Q1/ifPO1/pPMHoM6+A0ukIaJ2l6/VtipstybM1p
6Y6iyrwSNBrKUVEB7+fDGBgZDGNTGxBfBddGYp4nte0JGk7zYMIEVqmxhKJsp+wka6/xf+epssbD
LIzWeEAKY3WiTrmjPEyVJbp3y+AuelyUdaV/ED6uLgcZzPp0L6QelHHBHesdRlkjZxNoTmV9Ltyg
DkKX/W1HdIJSEU49tk5D2OWYXjxuclv6gwN9AzGWwMSdDxUj+QNB/2p4X4zKN8Np1msn6mWrfs8e
jZ47Y9WW6kPr+2jY0ETEvUZTWMscgnyGeVm5MF4OczGv3rH384w71046+a7RKm+40TRXM0/kUVP1
aUnpG90mbeKWt+1aONNh2sRxPs2oI5gPABFLrM66ojD+ReTPm+DvA+5aHhkFFTodCkP7U6Pn6H5H
vDwh9BhTKY9ICGUyxAK6Lo8LCvFChMHMZZ2CnjeG6dF3aPEdFUou2IyWQYodU8tjK0CeOG7+ZPSL
pSNI6faI2XTLAlm7BB/cH6bO6Lx3+QJAHqJWqswD5ZZieiqdOg1+QxxOgw9Nowz1IbDGsQx1b7QK
N1wrratOhavZ3s9OuH1znH2rb3+1mlNbS5hUYs6NSFmGVn/qvT7gA/iqn+a7uh+s7q7M+8V4aKHz
1HGpBVl6TNSQJ+K2IHI1n+EZm+avabZy79HtUt3C5M0why+zSX36ptVy1HlEORvT1wWAZH9b0rvO
OGv6MOfHTe5F3aLhP4toRSooN8M+FRymcBR5TTPNbOv5P8pok3loiJO6T7WW+NYNvQIpPmhbZfym
6gB6HgXogjxKg8kizZsWI7+p5358bpXR1sc+GIQbsWfGNsSxl1spWRVfZezqrrgpmsGS30Ca45St
7NnTbk2t7D+srkQAP7TL1U+m0PS7MXi/1p30P8oB8b8nvZlMOMaBnPRsDdvVdyl+Qq0haM9G6Tzq
I+3fU+2KyXyunHJaDiYeCEGIOOX2J/XIoRyMLBf93YzRSHaj7N7Rw95bOj8ercwLjhQIE/lJEW6a
YddZ2TdVD72FHd7Q9dYNYqPiB5UD7EBXoyuS02qsgzqOKp2nr5rTi/zo66XtgG5rB7uPKjFO1dEY
zM5DP2Eq1I0AW5W/t81Gs0RIuzFtDogYu3lolX4//Ziw9ppvzQoJwcj2ZEsdQI5maxyyLKuN45RA
I0XUqKja53EIjPK7v+jZHI2rCBBkBK3g/TaqFheucK78KYtl1hvRaHW3jjmBS/KbxT9aTtc8WTlR
RiR7t0kPteuOwSEvRNpFaM92zYcc6/Z76oBTcTRRGxrxQnXz7CFZ2jULV80rcoBhwdB/8Fd43uFU
yVGD2Zak37ZCrshCt53aNeJhTLr/ci1PPg9Gm813qxyScgCq5I+yPHhZJeyI4ubot2FKx7xH22iZ
ifHDYcz6qgi5y3L9nZGV9nJr2CU+Ou5iZvqXNlEzGyCpynE9uLLQUGMOILmPMjTsQnefWFlzva0D
ePCfUMZwph9zM7j9QY4+0Oqw70QzhOjuSTdug8q1Ijn0k4Rv5q6WV8LwQQz3YNVZlz/kazIr9AdU
u13fpnQhrQHPLZ6yss1E6DWy/IEG3JgWcN/bvj1kXo8a9Ooofls3VgoZyW5uXOO+STQx3K526bKK
qmulnrNtk94PPfQj/Tt9NWvjLiiq+nMAuGu8E8bSyTALVnFXNbOunXJW1blR89C44ZQzzKGQlvG1
C+xiiGasmmhG22LIDituDu67gkdXe8xSdsQcNjq8z3e+3TrmXdP0YxpLL/e9H3mR5OsjNtpjx4vV
mG13mvPFV4iujwS7HxI3SNr3cK7Mj0FdUDySq93/44+28TNBlhk7al6mJMLEaXro0qH6SgwhntQ4
2FXYKnpwJy3T3a/QCsfnRsp5jqjSr/YDrkWec0f3cMzCbJ7H//JmdX4n00xIaOdDU5wkru1cS0p0
OgWCwEE86LHw7Hl5bo0RlhLgutS/8as15RRZYnU9lslNho+ls1jZvd8bGRbkDe9xhRuOmt13IA7H
4leJKoFtIRlrtdWzAX+iAszfLl6NXZ90zTHkxK1VrAB3Vh+FLvw+LPpkteMBHTlzfWq2f3gu67xA
gUUrlT0I9i3B+k0g22GMdMRzfko3cTDEG4HRh3mX99o7rbH6J6OjSn+neVmTbuGQU4R5k5oDkYWU
+sFaB+eHNvcZolZ5ljs/bSwDiwgbF6E+aomjytBxwUu+GxKRdebBwVDmP2PKjc+cJy15lmNbZcfF
MLP8v4IEbI4kcO+39luJBAO64RsgkFI2VNDzSJAIQudBXOTJ5FU8KEdzIzpJgOZKyz1cCTv5o85r
ROdD7WJow8qMhQKgPFUs3rtZlPKb7k/XKv+XKTIZOMLMQP/I4aiTnk8I191czctYnTLINreVM9AQ
MVbn4+LL5jlze/2Qz4X94a1To/e6EfZJsjYy1C7/UYPejl4u5ak15lwcOnNItpBPv8ZVuyw1INRC
z3WrJwKC3ZcamjHTzaq2xWmu7PLbWKZthxr07OuHZdW1/yEVhlCLwDV6eED0dt/LhHZtrUsiTj4y
JBrHyko/18TUS6SAX11DX19MbYOlAld2KdOgGLBHjspVEfYaqj7NHldhqvnlD06lhUxmtX56/Wtd
JI/sDmp38ArRVdnQ0edbpFBITlN36k9Dwitpa3oRZcH0jEQ/UsHWmzka6BbCEYZK61I/wSl3V4Vy
VdbOU2AyHO7rkZjXbpNUQX7eAQ/7+swuFpHSBduC8hq1QvQjd3mdvnQ5bgoOEINi8Y5kJ+7nYCqz
u3op+99vHorwEJSeRdkeVdPdlg9gHHnDylB9wI4oBj8Lh7LI4jpX12SrX5jVVjMEYo5CDW353ay0
uR4H0fTGybAT/BEMnvNsIz2NTnZNJsvf31EW3QV8c4AmbYqfe/azYcxeKmkInIbFNtpbcMTmd6l3
ngrNNM2fLWEmH0TKRI/lWmfV8fU1vcj/t9FpEoAJAI6CsMP5xqyMtM8swegp2e8NKbjHk+Reg529
NApwZUqWjIGHzrYGf7X6yEGUQ8ponvSSZgCCncNBRxXkypW4P2TUQ6mUoMMNapR6yR5EzJWoNo6r
fxql4d/WVrPelvbwe4CWf2MP8trS7fcIpJStzcJmZDDk23aT6lFQ82ZZJSdgMPVNvfrLQbfaNhaB
uKYSt18/hgKi+qe1bFEN3SuMZ/MAXmih9Eps4EQliNTboW3FlXLn5fptEgZc85tiMFHUNuG/vlKA
CHKgza5/moX7by+Mh65y65DU8cPkrumVwS6mhP35dvNyUXEr8g/ng2USveXEXK0TyAI1HfqlJQat
szL//voGv/hKNm1fSLMsH0n9RbQhmEuQuEZ+2y4tIoV5XlfRhnn4LEbhXLnlL8eiFMndxJEC5gdw
6HxOjj9UbqXs8hYSvnXX8XA9Il6h3U8Ap68s33Yu/45sKBVvUGDuW2otFCN3penCXKZCBlp522Bj
ZxzHIjPdH1mTUNFYzcR7ahW0gPfmmBT5wyjq8qPeq3E8vXVtaXIAZoNVBOEMvMr5fNcNX5YaaHRY
nRIo2Yvh2ehBx4S5I66ZjVzuF2y30H3iY9JbJNM+H4sUDaC5SOWtWvEsnTvXOXhz5t68PqMLVR/W
lQAODDDGEBvIbDdMwk9wzcqsbuuJRBVHZW7mw1LpYx5RaPE/9wH2WLeULHBsq6d2Xh58uK7r+6Rc
cpvKQ7rqp3Xx3S/GJHoUHgrsOg495K7skJhJjjF62/nNc6Llkw4VKy2C4hAIDwtb6SmvOTrNvNQn
Nev9jDrS0Eyf0Wt0xodgxRfpaLf1Nb+J/6+8nm8lWgJbV/8PrQSRq/OVNfuSRCTw09vSlIQ+N+R+
k57f6k6VbaWopfHHfxxbDevnrlln++usTGlkIf8msx5BOxTOwXUg1D5mJfCYd7BpxRw5ycy3wnJn
NZ4qkZfFaaBMRB0rwGHvWOc4gIcTyE/5cywB9kQQAPTuPXRnMd/Wgsbt0fDyJotGsxHJgQKT0D73
pvJxWlVLXRyXxNLGY02ikbthUOrTfwOdE/tQl2ZFml00vnMaJyyQozq1jAn5jaHL361zKbOHWjUI
iNVOQGzkF6slIrWAiIMsW6j00UsRyDw6QzK1YVbq1nLvlFB/0BnP6NS/9zrPr96LrrLcJw5ag69i
2iZVZExLCh/AJ/O/F5VstI//R9l57chtdFv4iQpgDrdkh+HkLMs3hCJzKqYin/589Ln5p3ughgwI
MGzYbBYr7Fp7hcX2M+uaPdVtbqw8T6pgNc3lG7f3Vtunk1ure50kBy+CBwD5KtAlGu4rGwMK+btY
FTAGkKhFQkTtxjKMi6KoDila+Xy3ci3T90m9xRilpef+Zo3y1jM2x2Ok5VU3HtZqKf2QYKX4e1qW
mGKaKYFAweIJuwzmxSFMLBuN2Tv2saF/40ioKyZ7VssrbbXHdsd6J3O+68tBe56bxXkV87SUj0MZ
22KfxUXzDVWh9jsbjOR5yTWJISFWvSDTYsu6tAs197jSDNlbBpbq71zH6Z5zd1WPshEjQk5bidth
Gez5UJOimuIBRHkXGNPStaFb1SjLSztx07AyptK/LUrX/qFVINx7GhSl/gWUxlpuk9aPv2Mumsc7
vbGyIfQLP11TTITc1QuLye5fa6fF0IDwCylDTVZ+t9P1eQbXRZKZTUfyYHx81bVUa19TzV/qG0xm
Z/LNk6WajnOHwvUmjS3z31laa/ndSVKvugKWa8WVbS1m+Tz5HPzEymiGCPrO9R+ls07mGk66SPU3
xNHGa1UtVn4oMZKqk6ChbIj/9drOy3+BxlZveZbm41Fritl+WBJaqTvNamFt1GvOJ1lW3Oyfa5n3
SVgJmwCrKVP6ys1Ia/BCEa2g/WqUg3dXp3Ux3je50P6tVphVV0baePkU4oXpjo++km77Y/br/N0i
GSt5mFTdvczeousvNa4MkkZ/sQBT5Wp1Ik92LQJ/zZ3Ld9svFnu39L5OUCUY7m9FS3oKFmMkZjHB
fU8LfE1o6rax+qq7Ldwpe8X+SMsgfjDzAzNfYudVzZU//M6MGF61WkotDeQU1++zlbXDfTJMunNw
tFHTjl5XOPZ108HHvoV6W1tPeRPLO9NqbaxJHfT6d02c9tlO71FnAiZ1YHcmHYj1sUUXXLzSHGA1
liDTesD0Sl0qJa5kd3bitQ8kB9AYsXHWkGFqxrof6HhkV/tSFDgdEOiHbRpQdhPNCVHFeyMGyd27
GqrWMLPqygwGU8u7Hfg7CH/qZt4PTdhrcQOol9qHheIzDYfKN55wKSvt3ZpWQ4lRiDGQTeB5A2DU
nPQyNOeNRwlk4z0oq6T74biLMxG8uLRoI0azmcLM6OktWaPop8AeKjCmNnGkufMgxRNa5HpFHs1G
V3mbBAkbyc5xhivXi7MyzFJB7s1YZDZeR66Rp6GkZfLTmEkpCSSGCrTMQevy0M6T9SWjtkv3pim1
h0SnEbg39ay7R9rP6E7FICMSzLofTg/Xdm+ZmfWIf0JT4Lq/VmW4KG390a0pjXobf6XIMDFK3KeD
7wE9URgEYiFTZu/mbbvHun/9koxJadyYixGbRxe8+1chZIXRztRMNnuxGTs7kSr3i4Ln34ULx5Ie
lE0x3HENqr6OrUEqVWrkExCu0T3ptNJ+kiewfh/qKf3HGOgNhNJPOzPs3cFh5PSirHazwfEASOMC
rmaa/aOQWfI1L7zZD4cBqT6ZTsY0B2JFp7yjde2lNzPn+S82T7MNYHXNetBYSqf7hq5z3GWT1n6x
x9XziRNaV/QydfrFc0Vc7TKFJ80+H70c9utEPD0WZBXt6dTqnqyu8r/NpmyMUNltddPTbVxRwaTd
deYbo75TJcEIpI8Yax/ofjxnez+XxnesvUi5ACRgPFNfJHpQ5L6/BLYENIWwC9HkONMdiLkwuua8
N2Tm+SElygrDxXCmdlciobiJSTT5Uc3rBEyV5VPAqKLuWsh3/llmWmVFhaOPRTg4DWzdhivGg10g
MNibJVLMMMtc76drtMabay2aCBKmME04A6xrXKtewmmbJjbgLhPwbf3YtndZPE99MJAwTq4zm/e/
8ei6JpCzVvzyh9n4Gs/EMu3Lfhi/TJOkATu1rv9WJov74tZjSTjztJa38TpCBvS6cZQhdgOUUGnf
0BUSsJi+kgNn8LczBu67tSd6bdclurpDUD2Uu5Hy9Eo0PiODwpPz13MlvxG3mTrbjYnNgQGE1euc
Z43yAmaI9tRZTvuzTzi7YQflRhXGNYfPvvPE8sSXm78MfW2LQM9l+2KQwNQF0gXDDaRMzLs8Ua7a
+12f1zsN0tYYNHDHiaNCi/mlIXlxCvIZDfK2tdLSpenSsTFMeVvuYZKm93IeMKVdU5k+a1Y+pEfu
DXZkcLibiLTdzg76OXbSg1ON9UvZShdf9qWkczAZ5PviPzew0agcvOxZVlW1hzATl7vSq+2XzqWj
GFB8mmWo5sV+znoxY5WN+bh3WIXVuDgKl+Y/YmWF8Opjm4VerzXv5eIMWC/i7PqzWRpPhojyJ5of
8YooRx/p4N7Ifqm+CW46NotF91m3sZdp+8XtTUZYqOWbWWl6HKRO08R7ONKFdqSNiV2IUgY9vSJL
ZRGQt8ex3LVWNWJd46xFqHd1e02XYSkCOZcpbj0TCG6ISWP/jHn+QnMbuvodluZjAbBtd15ATpNW
7Pq187KwHV27P64jY7YvViuXoW8RchkqMSy/sY+33ySei/9UtI8fa8ufenplkxwC6TtrE9TNtHDa
TkX3C1h3/KWBn/ns2b353naQC641rdaMYzpN7a3Zr9DX0Q9yaq7Soo3kxE5GD7itqxcKr/atKur+
qx0byN5MvZyeSMTt6gNolvtSdrP+xSN8wA2mGZgwQFhDmZtXi3hxoRs8TwSIYwEuCyw8dKWlZAum
phJ78FPzds0st99V9oolfzOt9UA/a2WQpOxoXsS2E6utH9pdF9TH40Om135CoEpZPOfa4OHIripD
v1qbcq520yxUx/Lg7AvNyTF+Ggtb4K6V6/zV8WX8ir2x37CnU1MFw2qQFWzhRjgFeq93xpEbyizS
0FH2Ul3lpjdkx1HUrEa42dl41U52Mf8YcftZ7ijALbHLzXTSX+NFYYbM28r4quuKcT0wSmV1VFXi
8EHJloTeP1oy/gq9I10eKBzy5otlCyn2tacsGY6+zNVtC1+uf0L77HQ7R5u4pXWGVVpNQOApm3cw
Nvng7RvNyKowlX2afFFt3tFM5zz54cT+Gr+jtZ9p2dSxqPeDps3ofaZCDogkOUbuoPVZ3S4xpOu9
x5sp3cFsjaHeV97QFddj4nDnnbHVWA9OXBjerUWDb/hmD14v9ppXGP6BlMHe+YGgbmQIdLFAVqrb
sSS3Wg5RnCOX+GrXRPLd+0ki1mhdltmICBVdvkjmj3yz3FVvk6BA6tTeVYhnnXtYIdYrMJQh9gxS
7qRBouJ6DIUkli7CJNzvb5y+46aDo3s9RnLW6+JmFnrp4Zc5196ttEkGDd0pt51DVtDi5bhuKDdR
fyR5qOVjq64oItwZgLJt653O1Wr+7hi2MN+x7FogT3Cx9W5dCtC3rkGnsnU5aw7LRuf2kVtNzaVN
kDT9DznGZfI6ii03KRRcX5qwapq+ebdRUeshDZaOMy4hpXfCC3cY532rJtF8W6oRSSqJS61/Y3Fb
Ne9JvhTlsV2MVNGVs2pxj3kVqY5MRctgyqeelvh7lTWqjGq2y+leVxWlnym62bshMXz2151XQQJ/
m8m7W3YdWXxlYMR2Y9/Ap8nkIa98e71CTmTjyQpGVf+sjIw4bsLhxzVI7CnWQ6QuVnWoIa3nO2/m
CvtSWm2/4EuzuM59UbTuuFvVQHYjTIZ1+dV2CqZfoOoFWzzV11a6hwHpedf1pPJu3ySafJa9aMwj
3ciWm4xX9KV23aZQEe+BnnV+6FpL/yDMJU/ngJgPv7126sZvLuBLn0BZ7JhQ8QFcdFqup1igiagP
H5wqysZ63NdJHIcs3DeA0D76M+Ty2ZNchAUAZkjCQM8+wg9m5mkjeGQVzXqT3pHb/nV1MwAPuXz5
+wdhVYRwBrQbG9ATAl9meY2usUVHtE/nMI41AuPBM8IUWdUFGOm0IwgIqMGYtWE/8kTQpI/vpFRB
lVyXTeTXvn2H3MQPi7J/x/JWRewo5h6Sx+8/v905PgYfnWGkj2DRrzhjXVJQNVxUqwjTE3c3msnI
zjGZf/2xuCvRd6TopV9Aj+7jixWawAokd+uISIKM4Jd5KK9TkLJlZ2JNcGEOno/iBuSj7tvAHywn
TuZgYqM1SWpuYxuW6e2E0+AEIfWxv0rWPuHaJ229xADIX/42rmdLUMLWlD9wf5mTJ+C0JXmxQo1N
5LKf5UElAaaDofMMtf/zVzub/FunkzWGp9W20s4k6brlrBoMmWiJlyWwYmgcXuzXoQC4vfCoM3Qf
3BTF2BZBAP33DHC3FwisLp6E0aIa47dSlRNWY+OQuqZ37Ijt9LfdmM0khC0b0B09HDPz41SZcBnU
tXEtojXtjFeDlfYO56D97okxfyGkOruw5s4XACwBbbNIpqngowv9+Lw27qQZw5eN5l6YodO63ktb
1/VftxN4ClUsmgVadVTvH5/i1HGzQqUpowzOKJXmQoZuYA5tCoURk/lLtkLnL0XrfXNfRqPkYl9w
MoiqUz70uTKLzHglLDb1R/mvh6fq3/pi0JLGOgmu++YcwOZ4guRbLSgvdJYcv0Tc3ZO05zwzaDlW
srgkJTubh1tDhuBXPAS37ep0b2zjeBh0wtYiUTXdrrD88VXXu343OZn5HvveJRL/2RLbngfUxLvR
h0ag9PGLDc5iDWsy5pEjKSjKdZ5rzHZr7XaoavH1z8v57HOxtpB+otTB7YOy9mR2JKbE+kKMazRa
2bzX/FrsXKuyLuyLnz1FR+/OUYb7gn5qiJxyB8x0jQJxwhHxRxsXyz841Yzuhc7+2faLCS0KDIgE
mPFguXtyXtqqzoy5sbUontHK5IPfRWOJxjWo6mINckD9JJizZP31t2O42VdwzNDZgp5hn+y9fsE9
jjAFGS2DLw9b+m3YtmV2YXc6H8PtmGQEYaVDnzkdQ76hOZbw4didsG/vFcBXL4pL5IhPnkL5xACy
s8MNOj3B6ox7Z+HVfWRZYtwt4+CGEAr63Z9H7PxDbUcHj4FzCWx9utNWZVcA7XV9pEnlhrnE0nQu
bpKkuPEg14altC6dzGdreJMdbS1VfUs1ZJp8XFNOZoH+K0pBkY/LcyW74egnSh4aNzajoWjmC2XH
+Ti6dPwQQ2zTnv33pJ5C5Dboq6ZPUd77SeiSbR1AJRz/ehzZJDirICpwTlL1fnwrBs/Ec8EdItwr
kt9uZtLJxLkl6cJxIvj5ilaJ/6TXjXXJIXn7H3/owG31zbZdUFghOTq12p/6eGwmVSJWXJvlt2ZO
7X5I6/VGW/TqaqEhis9ukdvvOteA45/nzvnIbo/Gg5IZj8zpv37o//T8h6bK87XP5kjzKRvLelwi
Iwf1/PNTzvbg7QX9/1JfOcvoln0c2bRIpTFU0xxlUqeliD/brdnRBfP79dKJ+dmj8KZB3wQHivDI
k6mpe6RI0HOfI6M1rUBTSu4XL3NDGXuXmsX+J5+NaoAJyQHDBN1Wyf+MHcYdDXV+DuFaL/OvaAmT
lvaUI1SIzxRpN3G3xg+6O9rfplRNZaglQ3PBv+x8IdL6hxEFgYjhhSby8ScMkqzCGTvlaE7RBByM
CUPtb6UGHudW9rA8zHRmugv618+mjPf/Ww0qbVReH59pDpkxjCD9kWeBe2gjYkcCNty/XvIQUfB3
R06M6fpZobUAacRjyVME7Ph900h6kuXw8ud5eWb/RtENq5GbzHYSWEj8Pr6LS3+vxrdiilI3RZhd
i55dLLaXeb0HhbLGoDIH/RF7lkVnY9XKOFgcB6+70k1Ef9ABuOUxLiXyhLRp5yEYlEyLPVxpPb9k
1MEvOd0jCLOnhCFwCI+/k3m9iqyzoPVPERN5fk51p/9VNlN2YdQ/mdKsUjYD2IoUTacXH6L4Cicl
pQ9DJ7t2HpjSiRMWmqqyHY7ZTnbVWevyYzbwhTgQR9JrYWN78SVI4JMZBhsM9AHnUIjC9knloeed
cgdaKdxla+9QOFp3g22p3P/5458fm1vCM2ZCXNWpEU8VaQlpnsSbZCqi3qh6PqyW6aGSpeEHaYeb
x10aC5Hf0Y0ulr+u4HBCM3lHSmDuXKcC/SKG+bTEhYpcXw43oItPfl7Jv1+nVDcU2tYGq3Ar+ji3
a9NI5jnn/cp+wdg/1at9J9h5/zyK5/stLrIczmyB283rjDCj6IInzYJSb6AY3CG8cfPAxfPf3rtE
z/+tUy4GXfCeoQFt9PGNvPvxpSyyrFVBDEWk11ONY1vJPTlbDOs6Rhx4yefs7FzmYQg+ucgyRTAQ
ORnBoo6JvU1MN8o7r/2dgSfXx3HoPXGlTWz2OyRJwn0eGr14NzHNM8MUl/wyrEhSaGlE2cXXFE0q
l5wlSasHjgO3fVymon0ThiWHsKuK9JksJ18FC53uDgnVMLXDjTEURR1mYDhfp3XOvB1Ya/WTPl9Z
RaVfll/M1KblNJOgIHaYYsH8t81lbiKJ1YpN11orslcAcotEDJo89UE6yk/+WRH+/LLWoTR+kARY
ldFYL8n0ZNQe532H0Hsk8VNk1vNKamZ3M3LLgCpiUL7uxzXuh9DSwUqDSbnTpTyZs6XIQFvU41uI
94Y2ntR31TjOaZ6ZdiQG7Q0fTovtdDqKokX2VRLr6rbywkZ3Nm15IjspcCOfd1PRf5xHdmZ76zR0
TkTncNEPvVtgJJ6gmslCc02mvy6zYJlTImIiDTPVZFl+fFxmzbJcIG5Epe1h4NDSph+q+Mefl+JZ
McBDqCIJetnuu5yaHx/CwTCkE5nZkSBfMhxrvc/opxnDrVWk3aNWFc6FtX+2T/NAaxtG7mqsxVPv
KPwb/NZLJ26IPjESVkxDHU9u48Kn+vQpKLyRem+AknXyqea08BGj+VrkTcX0qOB8vS1zckmV8tlT
8BrArhpqkw3s+HHw6OCljYlqNEpNo7vKtXoNaNBfAj/Opx2SeA4c8p63YvvUf9Twk5n5ltoRWltj
L2gjhaVe0/C0zEvH2/kLoX35D0AFyISmfDLlXFquLH7DjqTaGh8KKVSOce+Fk+z8hUCDaQ9wEeTq
eYaubGafiTGsXmTFKitfNb8gds3W87b4ibGO9fznGX7+Tmz+NmvW5gDgtDmZChP83lnJzos2s/Qv
kBWz97JYLlmufPoUbtSmabr8OXWerMeub9t49qJR98b3bkrHG11k6v3P7/Lfmv9Q0QEKwCZlS8bR
l2jFk02PiFvNQpnsR7Q6kFqhQx6yw4IDQRci1TLNa9dcvF+D0ot/Y9FN+TFNtOF7neGvcIDNsOrQ
LstYP/z5Z33yQRECbIaYm8Uwfz6ug7kqE6+LKzIACz11HhWEkf6qsqtifVtghvz689M+GWqYp3hL
sS0CkZzpYvpkartZ8TQns0PWi31w8LnZ/fkpn70TKhii7GgyYXaw/fv/uaiN6dhoRdz70UwSL5Sv
XIsUim+IfOMQ/PlR5ycZgRtgUsgPSPLmGvrxUVu9QLudj2pbeXX0KMCCFb+U60xqdSASW/tlZhcX
4SejaAEygS/Bx94EAh8f2rRlo6E1i6MRKl3YamUVauN8ybz0/HghAmsLfYOMgIHDKU84hWM16GYc
Rynyzvsmy4of2LNjkD3hh9iB/1w4zj4ZSsrJzf9bp5WGzO3jW7Wzii0bK4VoSEY/EBrSfC1x8lcN
zHHn69K4aeZJXoo9/Gws8V0k/JoUC7SBJx9Qs/spjec8juqSk9rzZu3oG+sl0c+nT0FFjIOUC8v8
1HN2wTPBspY+jsy1/IGnzLxPO++vr9BkMpOLwmFDL4sm5PYj/mfaV5p0C2pzEU3KM3arZYhDWTrF
hSr5k8VFBYUvPJAAEjDvZMDSDnUgh5qIlGVkoTTs6lA5K7Yla/39r9fWhyednGiajYFCEvMkv8XM
zEXtf5NoNkt4bLwKMk1PXmkZi37/58d++oLMeHxGwSMAPD8Oo1GTNpvqDGM5ZfF3wAK9D+dRdmvo
zJ389tcPQ3JGSsvWdkdTcVKGUAUTbQccH1mUII8mOWiBXi/Vbuw1+wJ29MkcpLdJZQFWxm5/qtxb
M3OFGeHGUaZkjGVGh95cOX/r4885CvANysJhilLwFFHIfGKwemWJCPN6OIFaDsPWGdXVXw+bz5vg
6E55tcGZH7/RIIrGSZYsuY7NvtyScv191UjztqFh8fjnR51vg3T+2GO5QKBkZt5/fNQ4ZhMkwXWJ
RpX+a6n4l5+bz6vWEG5SFsc/P+t86vEsMh02P1htUxV9fJbRke6VTPMSoeAzIWDgGY83vIcljD/v
/vyo89nAozYHbK7V2AGdNjaXzMm8wjZAEktnDiVcp122Dn/rjvlf10oDXcLpCoD2lFaStA2V1TJb
USX0Yde46Y9h9R34Xaq5cBCfvw+oDpCoy1+gZWe+ZXMDKV/nboJVx/pI8F5xXfi9uoCxnH8gznk6
cFxNQJAw8fr4gQo3zlLy0IwoHlLr0Pbkx/qrVwelvl5Kkv3khchdQ87LB6Jx6m7//n92c8gctVtJ
ZUbYiW22Hh4ESVW4f13PowHclLwMHdWEe3KHLJ1pItPScSIiV+nJjt63tHTu1tyaLuyq569D7cs1
CC00qiD4Dx9fB7ub1Wzc3I36VP892El2ZRXKulDMnpcQPGR7DVSGlPKnfao4mXHaaHs3wnmkngKz
FQg8Cmf9wjVZQGLFJgJ7BThsf2sDuFmvE70KfQRpFbeik9plHoReSAn9Rsm+u0rd8Vkb2/jC250P
ITwjKnRAPjAF9IAfhzD2Spy72oFSpeXOIJWKA9Fp44U96JOncGHdTHrh7rpAax+fws6UVsBLcWQt
dr2b7KYOkx6K+J+3H2AK/j8fr0ObqJstHBIpSKJxspQ0BA9d2mZxVA7K9Xcin1z9qp/09DvuCsN7
0inrZ201mjiY6bBpv3Ht77wtycxfoFfZsG9Dt5iM8s7IAI6eZdmK6XVr1otDnMejeWfQ8a33hVvW
8ROXVc/Zz1qsD4cEoxyBskIzxzu4Aq198OiBpSjEKkA13WggkCd10c83aHLm5Yj9x4i2yq/8Yr+2
iWvttEHa8G+zZuyv8eos9Vt7sQenDPKm7Ys98qhxOY5Yd6xXzqSX8Z6ESst6s4SY37NZVjZyJOy1
nlrMtKyr2hTpvHNlDPNVW8yqVLtRTc56Va56aUemAnQJ7b6StLaWtOufF8KkTVQpXf9bVqqXd02T
0zM05JC8zQKX7N2kxWvyMMwmCQcVwjq5W9mJVyjZsCN3biftV9Z9m1w5pjCA/bFyCgtqSmtfuzCl
H5Rr1E+9wRvfJbNhFgcHi+juanStdd77WamwWzFKy48mCxOofIdvfrkETS0wzdHzBf8VtxrGtymb
ln/zdsBDR6xjaYdTrtvlszJp8hAoas7ogpTjJH1QwjMj1QprV0Wop8lBxMkFacTNVsIZkbtMHYIb
fKyqJ4RYqX+XIuer6EboQt0DXabuz6UTWvmtb5VKb/QBJ9CjRXKV9o/hrmhbBuLqxPViOG4XaFhs
AP/NsZ2nh3nOZnVFx7e77sBHv9h90+fXdWdjuIaYSlRwVizl7dZh1sdDXpNdspsx+FJH3Rrh4lcd
rZPr3CZp9tptoGnubLxjurAZ1SCurAzXhl0Kg6g+5iXF3rUwdMUJaPFZbrl6L7/GxR6Ne1fpiH4E
rJZvUrOlBz5gO/JqbWU97N26T7DwMfJ2wjvFXJ+yOHa8EKJvmt1bE4DDrb32+nhNTT7mRyfHQWiX
woTBK2gmKNVGfqWwM1haq8b4bRGqxRusK/obVakiDpfKGvCNaIy1CuUYiyQYezNXO+XkNpIOWwxT
sHY9ljWtQ47t5h00ltd9LCYVZG1hyitTwp7aFdgq93vOlHJhrrRaF1K0D/DjBdmx07PrKz5vAv9O
hUvmeerGl85iHkZtTSxc08Z52M/plEzHJrHRTwS13xvTo09DiHCiOdbEHuPv1v0nJuy0v/Wnwvsn
HXLtBRs23w+zuE3r22TCXyHQSvxKg8FEBRUWq2Q+bZ5yVeg5k4iDNUGIEE5Nqneh4NYWAwI7Kg8z
0JAldEpkABQrVqYCNOQ+QY2AMg/1IvIXQ2/Fi4HlS/6YECamv8l5rdSjznzBXJoQ9uXa6QrlBnXR
9dVXtLb9uJugqomdNZfQdjsn8cYR9aRdLjJUxD03QVYZ5Fun5uz9Y7vx3BwzZXUmohM63t+HlHhP
eNNIsiS44Ww9l0Na/jvard4eJ2kuJUxpbXqHdpwXz4sLB+7BRRMwX/WAHvIVAyS+f9b7zXsnpkTf
oQvyoY3rM3nEHSkHD/lAcu7Bx1LtW28vZXynkx6Z7nPWsfq+TPpMMFvNcr+Z8IxFt4rwr78dh2WE
wg1HtQnh9ZfTcUspdfZDb+tzwCphCNHipP5XtuG4OKI4G2UwbIGRV4sbW8NVnLp+f/BLsuXDziWo
/DedjdYLh3lMDLwLVwwjxezrWNQBBK637kCg71PWOUi8mmWWxpMj5mQ9jsmkzQezMPova+wO80OC
mKbbZ1pbtruJT0nkerfocl9N7arusyKJkRZKQTo1Dk5Dr5EnMgprN86ixrXPlo11y1EbI1epaEse
Unsu1DVRClZ7U6p+mKMKAy7x4I9tYQUynV3jthhnZCy96as+8tbYWG4pum3zR2zY6r1U5mQ+213n
u29F64n6Swymqb3oZToWUTlqWR+kq7LXY2XU/X2+IsU+ODlC2DeC3nq7C4duscXOiadl5sxXMVpk
pgmef7hHeoiMcJppdxqioApFgifFZmk1Joe6xZn4UHVxMYeqF4NxT7DJuh68uW2bcGiThYm1olE8
eu3okHdZLr3zDzvW0HxfcacVbthoZY26qI3r6UBXbHh1xWIt4dh6sXvdC9oFbA/JmkYscP3JWZ1G
249KDsaVLwlh/oZWqJSHNAeDPNBVKHUzmAuRpI/ZgscuhPbWLmk0WWI9KJubNnZzXPoxIUvWr6mN
HLoPjCUWxc6W7JtoBeqme/Dp3/bX0NnNB3Qlbf1dUzKJd6iNuNhm1BG/aF9xbRoKb22uIIR15I0N
GWxipHW1/dPKEppv+G80cleyN9MyRblu94zzapa/OH266c4XnvCDRVYESogq17MQQ85B3PR5jozP
X+iv7O0G67sAS9IhDuj/2YAihFJSYtpidUO/WYzX1q4k3m99g5hrXT33PtF6J48Wd83z/VpaAnP2
SuvbvcbZqR0df6GuyRuNUO2ErzRHyBRNO+Q/8spHgc3tcvAUkObO6VKf4Lo1bVlJSh+PVj6Ld5kR
jPHoLoWuBUu2mv8MSTJkT7nwOpblijELuxnWYv23TuD7lQbMkXp6WSfh+i8+5g6ohegemnuvlDQr
sJHHbw3LS6c5rqg6vxAGZSGf4kfGHPepa5LZmAiCxJdFbBlfdane8MGDgMP+u95i/mVp0dLmmdgN
qMT6n9mcNYRjy6n+hgYqxn0WGtZ3hcDp+4w+Zd2v+UYSmt3RYD9OUP8g9zNkcciwC/9Jvmim9gYi
mvzZTv2svq2SqjMoDqfWaIJyRomx2y5/ZEvUS5O95yov5HuNfSayWGPClkHhS4P8eTbnR3qN5IHX
i1rFy+IYqCqClHPszYaE3j0rLvzdrqJHmyONk8t94aZDuR+LpW/u5mlKxjtXaJO6Qrao3aJoIL0t
dYe8ZJiFfO610aJDnCP7OTZ9H7uhB7NAC9HmIgahuuQXIRKvnxLMFpsnjRhl5+hZyv6BhTmzbezT
On2I00aR2CawIbsFCpvWG6rjVV61sZGp+9LLZR3im724x1gb9fG7i3vdY7VuPpXEJTnzsVn1bHo0
p6H67fVer0fSGvR3MfnW+MOP487Y18S7LC8e/6gLZpkny5elEkj7yS/Pjh3FaaTj4mCHuJLYM7Vb
zl7Zju2oDkO1YlLRGw0gSdANrST7p/Vwybw2MfWEXNEhawlhS8cctmbcZPteE+Zr4oEvHhRJ7VAH
1s4i5AZTRs8NKmGh4BwtL2fL9kUzhKaXDOlXM50988VL7aF97wcmQ4SdHGlGNv9c7JJ+83QI4LhM
1a0jy6rFWDCvwCaZrPZTYo2uft8w4bpXL2mNcd/FtbCONbs9NAxnsQ/cCk0sBQpkLzd1hSiVDBsr
m24KSxbeLVKhqbna9ETtr9Lp4nLfD55wmM8lSsnJrfAxLrHVHI6I76BekvygyqAfDaM+wB92jQdD
dCLe11ka4xaIvaI23rZYvGlFoLSkwqxCJZn4XXpxMRyqQa00hwQSyUOOAMLCajdbWT2Jtrkb0mLC
AatjS2tClav4fmw76yXpehRvtvw/zs6rN26j/dufiAB7OeUWiZQsd8t5TggnTtjLsJOf/r1G74mX
u1hCfwQJAhjw7Ayn3OVX0rn7gO9tZQexguvvIVaV8hXFPTZc0Xq1eo4iKJH+CNejfpiaaJg/Fkns
lGhjUtFDx2U0u+Kz5czw4vzenqXiewVd4dkr83b9vFh2z3ZTZn18LdUKVckMXmNyiOJs9XyIdrnq
17WDMVfCU2hL39D4VzNNUXUgbgM+HK1ecpwMriF/0XrCLh43e88yR9ZnLxNLj4I+6Su5Jfnytvce
VWVmlZHnUYE04ofUQ0Z17m3jw2IgvYH2wedaJIhVKOXSITVrvtfmhlYJ2H1qKhRTJMNpU+iI+36s
G6ONAiAjpV+7SvoCuwTLPNzSX+4n0W+1x81U0W+hYUKHGcWorVif4maTIxQvClqUbDN/duf+7xga
xtcaQq7j93qT/6rzZJ38kjfmi5fHqndYcyX95/4PubHk1MQ0aki2JRtumzmjaanWAAOVAKnZ2p+d
XJz56P0ZbZv2DF16CLykxPsh7ZIjjM8v90eXf/tmFUAnU4JBLQ6Hui2ZAdljwcNaxCEnbBXnvl0d
mJaENK8ruqII+ZTQsvbqF9sxSWfAREsWDwiFK0y+qkyzyb0bBXDHyficSJxXtzdfzAUxh17Vlp2q
jKztXMyR8aisA0rCsVAFe8Gf/1kNJP3ntLOrqpTOhGY15j99wYWazXN3xLYu+kCAPv6V2f2eENNV
yVOO7Gp09qXEIBXwy5EzLLg6CibUabI6P+SJsnyEvI6QM9Juf93/kFflOzkUPQraqDQCachdDtXR
M56qiQ4giMzlJzz88jy2tjiXCKU8JD3pGwAx9D/uj3prafmCNFIpu9NM2GzellCpd2faTLGWvxYe
/aUsmZ+0YfjHqElmIcf6uY0Exv1RbywrtBsq4vg5IUa5LbN1g1ooZFZKIJxeO/VRQxxYOLMf4QLw
fxmKHhJ1UamluG0XTxms3caalMBpIveECk3vL5CqqSfEe+qhV0U9BzQp5WRPBbHB9bspHtqKYxaK
MqDPLUbUq0e0341VrXYOw61RKCZTGYfWRh1os0+UWi0rjglfjJLIsYIEdgCLtNdRuLEbpREk6DR8
kaU/zuVuRNEom3UXB9+0UrLvPdoMX2ZW0ghbE+9YZZpcSjIo+OqP93fGjf0oaSo0TVxwPFxql+Nq
a7MC4ouzUMX8DR6pKMJsmFFRsUwEMKs+O8WzNn3Jk17snL/rPUltWeJ6MLKhxLztEIJbsNuFOkiI
qPV8aPNk/j6Qex8oGO2BvK7RMJxxOkJI9QHvlFfb5SwjZUHIbs6r0BAetqhYmObzr3ju4vQlV9ue
qmvfa1aYgHO3HjVqxd8WEp7uLNyoR6XDNlCJYCOq/Y/7q39jDXSHg8mu4mQCiLn8XbYhO1WISoet
itkHXa0x9jtakeS5hI3n+4NdbzEuOtAOdKwk7uHquHSTodJPz8N1MhB+6cbW8we0TJ5mCImIrhhq
Ur40WRktO3vs+gTpVDohiNKhBbW33dsJ6XLbYpsYVo1QpGYHeQFRy7svHkbxKFnqNIThoMrp//Fo
GXmGhIqbFSHSCMr3vEqjk7GsA44L0d7Fc31oJI6PQ2+ymhLcfzlUh3kwhGSKklbdqGFWZeZDg9IM
N8Qq0PtJkeMrYGVTwnj3XcTAlAgxJKPrxE7eDFzoHczysgj1TBlOqFRNflMs0Xv7jg6joOoGnJSw
A3/xy1Gc0UKqA4GhEIkI+7dRImrpGqv4GblD/16Q59tQEEQl4YsIVr8cSiVv4eAyVOS1OkENnQbX
zX/f3/hyVS7DGS5WhEBd+MK40Gwhdy4KUm3rrnyuvHA/oSKsr0eAC5SF8xxIbuPW1h7l9daWJxkA
HANuhYtV/vkfm7HrNLtbpqIIy3kt/5qGYn1yMiRx3j8xcByyB0kL39tGSzS0NFFXaRE2o+qcsSIh
9VkW/tMReZtjrr5/PPYEaEyqWICLtgd5ad3GLdOkDNMUF8N1LX509Dr9Ph8DT8v+uz+5G4cMwJnK
XudRlF7Tl0toDfbQI5rH1nCPpTPXD7VZfNUT0pzG0KPT6DYLVTWxc4vc+HCAtlEGoP0EHcDYvBSL
F/dVjmZSmCul+7MZuQzZlfNeGHh98cucDW4QbBiQHtsIW2hdlkuVs9DI4cCO1PLPSWXkT52z7hJ6
5SOy2f7EyMQUrsSwuFsSxbpS1lGXqAkFIjmrXyJa2/uqhWw8FX4Hl5KJNsM3tS26T2Aw21+TaMY5
UKMYxwZu7qw7QgFZvlY5omF+OsWe8bgMnlE8tXln6I+utSp4yxB1KkcMKMrh5KR9Ph2HlbZCyDva
SJFwjtg5J4F2XF9FR3l94DWSVt7j0Pd/J67XZ4jN8kEOOViR5URdAdHK3BB1HNZVHzsH2oMlFoWp
liwnpCjIs1EyRgKQanqUPyogT7SDBbPXBeO5ElAgFdXWTxCB6508+MYO8bgdVBJuVHhRc73cl5Hb
meyRrAot+jQ/Uf6bP2NXs+dW+pZNb74a/X367hJxhEaFPB5/3CAaO88thr4KUaEymic0G1zvFbsS
urP5SqndV3VER0MagrTp+kRM/bOeGnF5hO++pMfaHo1/0aRspwc3ahtBfXaZk9MaN+XfCkxaKxAZ
kP6/+lFN+sNAATYO7p/fG1scuj/sHfmKAHDbnN8SDdKI2lsVKkqu/CzYgyOYNlU7LbZivVvqAhIf
aRXoFP7FHXHzZGFmZS8a2WqIAePw2M9ZfEodoznTEVN25nX9/bmO0AomdyNtBEV3+WGcDi0fg0Ic
N8RqGyc0fAcDOaJySs73F/D62aKyRHWHwUhQr2AeTuZlmptyFa3Exf2hKQpsEVLD8PMIqyZqnzQw
7o94/cm43onHCWzenspNOFojEdjmi12ENefsgEJTzbGjkYZduHa4P9T17S6h2cDPAH6A3duuIuKw
ZRuZSxlqomyP+vKhaqoDZjsUB2U5GSvSUsqARjvX+6019SQvTgXkREwqV+CPU1Xg1hLjBFKGcZpn
fjK6x9QuzIMmzNeRe37nvbyxVXTg90iROySQ4MsvR6skorhK3TIkVEiOZWckT2ZSvJv2QfHRtuUQ
RNkQdDYHbUWMS0N/rAkRz8F/SqfaCrwF5VQ+585XuzEhKZMtIejw8si+Lyc0jDESyMrQhGM5z59S
x4sfoxyLlft748ZHAv/I3w4cDY/rLbDKRfYbelnZhF1z7rWRRauyyTdn2jqGsrMhbsyIV151JM5J
wuw2WcOcEKrVyOyFMdWgswBvcU6WYvl6f0bXqZekTpFysWwEUFs2xmTwrkaZzbotZLiE9jmtLK2A
+2bVOJ3N6tQccvyK1p2VvHGgIf7zDgIfhNGyxcF1jhgqdGObsC1a9TwDC/atUvGOmAq8G3TOUwXt
CDSLzC5BuF9uDSNT48HtojpMsmk9Npboj5kY94KZGxPi3BLwkkxShN1WX9cEuMXa6k249mCQyli4
X0sA9A/GkNnvzoJ4eDXQfSTm8IG2XusjArx4jzQiRNS6OxHReIdSZOZh0bBWvL89bmxCVO4pAiCS
g3LItmYmMdRDNtYiNJA0NEG4e4p3Wgwx7FWZbg3E4yjltXDlQAPl8iPNczpmCJaLEAfIDKmLCZqY
ouxl4rdG8UAx827BgAeKezlKUSzm6PVox6EEq35MlFV30XUE0razbNf3BPxASJbgE+WdtOX31F2J
cOusD6EXZbHzaMwLSs+p2sfTaVE8lPXSxRF7Yc315Aj6eEFwfUDKiLTrcnLYd9JdXeoh7DqvCEdi
BRo9dZ3mO2HG9U6XzqwY+pCBA23fHt3W7duunNUhRBBbnCnSDz6csu4AeXyvOnxrSsTHtuPxD7gI
+VP+eBQ73R6ohNsDIIckO4+GPqO1ouxxX25OyJbvPWQRHqrNwsFGc4A/xmNYaFP5QXFAGqA4axk4
EShwu++fqOsLlxzOktZLuEegxLO5jUbDyroWMFE42l2VH6d48pyz0SkkD5ZTDGlI+V33HpaijD+9
f2QyA5j3dAN5JOWm/WMxV9PGhkasymMujMo+VOjPVg9m7YFjWRawTs9tjw/cUbfnsTrfH/o6ppJl
FDYczQWUXrYqDprZJ66b5m2A8ETrO5WxftcSCyHdVY0fVxr0n1rbaA/g/aKd5b7eQbycyBJyMExo
cFsWS2uITsxl3gWDIsyHrOl42fR0D/d8fd5ZU24u+aTJHH1zr8yz1vQgO7sgV9OvY1biW1s2P92k
/te2uujx/mJeb1cYJRKEKn3qqR1tBtNSEziTaqMK1KZIb6/xcs7JK1Dx0PZw/m9ks8tcT44lcfHU
E2FsbfZMnOpVZJoJEj0i7pyjSMCEHFGFHtTj3KRmLqGeYAYkpGc9YsSoPtOAGIev0v8P+08ghFrv
m8lsRHhnzn2PgDbQunOqTDRIx9iQ3pmTGMFlZU786/46vV142x8PfoCCMikKtezNuZ5iPZs00TRB
V2RrAta0LY1PpoGAwqkoKrdJfcrtRXKY5rpwwgjmZ3YoOmPsjqmYc2DV2UjgvTZLN57xoY7jU95T
NSn8OS4196lRW8NsPpcoT+uvZgLS4UFp3exvi6+z+nnC7YnTCRn4MSsSTfNBOmXWC0AIbBwnqtnF
Zx2jifEYw+1FUgy8W4bxR1w0P++vw639QpBv8SFVemxbF6VurFTAJWYOUw2Yi7oUr0QLlu80zftj
IEfW37DvJuqnSLV5xNHMTY0JgHMwyuJNP5njAwbDE5aY8Xq6P6nrc+2gXoBcGmKczG1bUxed5/G2
RVVQ8xB/AB1UHgvdKd59exDSyZY+wnbkS1viNclK1zguvsvDrBZHtEajR70ptZ3a+Y0PBIWVrj3l
S9KXrShbqQCuspJBBMJKip+tpq/ZEQ33/MHS67rYCbxvLBwdSdllkQ0J1MUuX4Fx1Spj0RKBlKn7
U0Iog5FXfufrXN+HMJ7kG0NKQW93W6cHRV5boE7aABul6RFh23VFprvr00CNc/N3ZCuD2KH1XS8i
wpQ8LkTFRMZXhDsYkghBNzwxSZEl3+bWnBCoVLwBI28iy2nnk92YoHxV0OxAKpCMcLPTjUkIYkep
BAeqZPRzyxYtuEEU1M/xYiYm2POFVvb9PX9rii4tckAeBEVXJGtdWTzRY00TNFXTfIK4MX4palc8
Z/h37MQK17sEUh1vDLwXKtxcG5e7pDDLBm+PtQ9MjLI1vy1zF4pc2y75+f6crgfCRRFiNcAK1Kiu
YEKKhslbiXcrnIde82cjB30aG+/mcMPfJrijeEQUQt1j8xK4ZUyB2TL7ALuYX7ElHrRyfpmaHr7N
oL6/UC/jYoJwKh6ErttLQ2CXq1qJ0sMl64ufA9jqE9jgaSdxv94MjEKTmoY8Mo7UGC+/EPpOQFJV
MQRTNVdP6KE5vhvbs4Qk7uXqN74RhVLmRBzOad52qRwV4x/qBFMwNblyAJ6BybcE4797J9AF50IH
OEE9YguempWK3odJfR+9M2xT8Ar9qGjruhM8Xc1FtvPk5YTUifxEm2XLoDI5YwJ4vcYT4KVXpZd9
V7s7l9HV9QAxlUMDTIg2hSSYXn4cs0i9VB+mKcgNh/rJoKknPMZwMFGK9GHCjN6/v3Y3x0N3gZSC
Dpixja9VFVEvA7WYAPsx7wsV9ulUT3Pze9ST/EHRIlgz9we8CuiZINZpkrAmA0Rnc/+1SoFDgWdM
gSUW85TGyeO8pj/nSXsgBf2oRfrzWpp74cXtQTlZOltRDn65qujNC7VZbb6dqv70nPVAg7H1uwZT
mCRJK9/pu49TOe2EkZqcy0UYKedK0YDsAfQQkcDlsJimZZ3e1nPQxoD3R009riPYzq7U86eoV5Qv
mKKM3+aqSkF2lq35xRam+XuOrO/31/wqc+R3kDX+/wq/lHq+/B1Ftgiw2fYcxJVpI7A7iPKzQns5
PvSRVkmKU6V8hpZL9nF/4Fu7C3GPN2I+RUJnc2a0eaA8pHtzMAzjghOX/bcAfNviLun3dfy/+4Nd
3WvM0iN2pObE/UnidjlLau72NKRIOyaU4T8OOEuA61fsn1Fk/X73SOSiAKhgrHLvbPVjp6jH83BF
+XPGtyHESwcq26AVwTzq9un+UNe3DiOhkMLbg1Ay9afLSa3IxRZNDnneA9j+6gxO/itvhbVzg95Y
OrqolOS4oqWC8GbpEk3H2KPK1AC71OxT1RTOU1kq0Sd97Mqd+OB6KJ3ME6wtFFn6aNtqJ4lnYVSd
Ogdu5kynLGqn46zDMErS+t2MaYq3bwI25BM84NssjvK05szwh4J6FONXp4jGV0K9dCeguz5cPKZ8
I2oz6BJScL/8Qs2kpqnI4yXQVrEcdOFm3+NUyr6NhnLWhhQUNxConcfo1iqC9eQiBctKIXcTlsDn
c5fZLJcgjQE/ejCRfoysuq/U8fr9vTuQjiDCi7KjD95pW/yJ86XtNDhwQUoL/LHowcwiED4f749y
c0IuwYLUUkcCY7OK2vAm1qMtAfLP3xbk/06g2iC94hSyM9L1iQLxiEoq8DTibG7my++V6oXjJIux
BPncrjhveZFv9LDC7s/n+ubj04DOwx2VGP8K9LviIDvbXrUGtLy/1n0T9HQ+/WoR/zVoGf5fBuPo
StQv09ry2ttCq90IYlrgDe6C2IWzOt9MIMDwneCKhh7Bnr7TSbg5P55SGau8uc9frqJkU9rVOK3B
7ELxOzR2Ox+ECtVFeHoHlKtaduZ4vUFMjWYWkHE+Gvtk89kQwXeXBbRH4EZVG2johJ8Hz8N0rPWW
HQDXzaHAiAGsQs2SYv/l3KYO/1V3XaxA0vgfyFz+w0hwPnFDtTuTut6LTAq1F0dyHmQT43Kkrl6i
yBXIOOqOkp7TajDRbqLCen8v3piPhA/IOgGtOrSNLkdJl2rUBrN2SXBxPRrLVvlllvCOMLq0Xu8P
db0tWDSyP/BGLl2zrbZRXgydVVao2zWmBRZtKCGOF4YRnzRco3Cm9JTv9we8sYKIRkh/YwTRaDlv
IozWWD1sGkw7WJXM+RCvYBj61Zx2dvutUVwuDW535+17Xa6g1UItxETKCYzerbhlvar6n5rnxc6t
fmMYiqVy08m1o696OUzaujnRqOkGS5HGJ2UoMDymF/3+TScvWim6RsUIdMTlKFnl9ThY5lGgpZjX
56XwTgMh3M6muzEX7lfprUMBnXE2H6autER64rmkfkvy2ypX96Oax/nOUb09Cptb597j2dgcIJEl
rdZbuYsF8tJ/cIraO8boYO98/hsHSIYQ4EdInCmzbV7beM56B06mG6gIqCGHJ7QPCJJibjrne8Ku
bw/dZc5AeY1nkLKDSnC5lRWyq6xR4hJhCI1MKO6eEb/0e+EAIQGvPbjaj8KBFF36Kt64Y1YfWZcD
eg9YdGQIcC5fE9ztlOXH4n5Tl+5QJh96Bf6HXX5LlNdIZI+Oh3GdMOb/tcrv+0fx+uwTOMpLkwoC
6ev2FRqcOBtwVoj4FiApjaJJw6nR44PRmGiBR+Oep8L1t2c89tZbNY3jvwkZSFOVcclgENWGO2N5
VNVHOlN7oB65Ty+/ByB7CoPUFaigUTK+PC3YvPTQd1akArtmDIjI6Dik8Np9mM7eJ7BneWj0rXjG
EK96JcuadtTibqwqI3NYKb1KdtZmhwN7rW2sAOKQ7kISoK+BUTHWi0fitZQnKdvT+b2mxFG1tth/
MDZk42YrGK12qe6gCReHuZss83+aix3xc1yBij1YGC0OD7lELDyuvDTKcYGp+duySglsSczCPb17
SwELl3Vgskfe/s3k0yGDY10XSYgbqnoczUkPtUyBNYLSLD6I3vH+cHLHbL41VyKdRvrvNJ63UIIW
hTw6N0kbwLlPT73WmsE8T/qTJzLxCDA0e3Ttdfpxf9DrD4yeOdQ7khUaIJSFLzcYJoNO1tteH+BA
2nLsU8SIISI6qRNgq4WSXV6v3V7jmpv4aq7kYIbkyEjE2pVRUpRIbWS6qEHcDa5ySBHLHg9t203d
6Y2M8DyO9frd1QzhHMpJFdnP1esH+2TDE/zYj9StUYNS8Q6tEowWcu6jJMpLbiBgLhSvGrjHeYpK
9QGqXWl9T9cmqv0hJuB50fTRaH17gDcUiG4w88/tUtTKz0qhdUEve7YG6b9d48qGsXl7nKx0qP8p
5iF2aAYkXUxG1wxlfUwiWLVfFx2fb1xSFeqxTtGN5Umd3GTAVhYl7rMFe+q7MvVu+9NKkzw/4UTg
eCdbDKr7YM9SyQM5gfZ3C303PYsYwuJTHo1jxs90YJKpo+dA94pmHTdGQ3uFDoJdIoo3w5c0n4YB
o8K6wzV3zAotP4DvWesHPe1V9S/F1CblUWvWtUPSVGnGH7pJppj7UVx46qnpolx7zSbPnV8SQR7x
G0vnHPmAMl7m/L/JiNrkWe9QinmK1wFZ1EIr2umgpzYyHelYxD+yPEu0h7xcy+TgFgJ4EpUcO1ef
ErV26ZjO2ZLNjJ2j4OScZrdIjbOTO04TDKMzJ19ztY7jBKNUN8ezAFvUFjI5wZMP9k6bPnpeoXMU
vDkXh3lMYRC2VHP1By9rHOeRaefDwejVtPkUrX2uS5nRqnsdRKF4SFHoa/OIX1D0r1D6tXyFsh//
a6NJkpxSFNzjD02juVFzMKoIrvfUFRD7i6FGy6KjUIU01FB3wh/TwVJPEc1gTKnr3jBRROlU9XtH
kNt/A04Sa18XasvpF9DC/RgY1tIhrITYNf7jQ40ETJKVznBKwYaKT2ORj/9bDTSkP/CGjd4hQRUo
PmZq4a00dCe0rrDLjdrjUCDGceqsKksfMNoc5qcFbQIL3Ydqac58avaYoXP3PRpr3drHNp/tJMyd
LJ/OKmvv4PatlM7/aGV78b9i1obsqE2WJ6C3FC0c0Eot64+iS5P6uLqTKB9F43T5s5qo+l/Y29v5
S6vjzRzU/Sxgj3QJTtxDgjjyi0gEvH3kYor+UEeK9mU0F7d9TjOURw7FpI/Wi85npw3Yo8bw7OiZ
/QF9KFynBSae3XNM71M7IyE4Ol8WaHjJ9xT79+Jj6gFyOYINEv1PES/lCwrsiJWULFT/UDtarITJ
mMH1RlXF1n5Ubuv+L0duBE3lEomzF0UFJnFOaIwsD3lrL2iq6G6kq36VGeV0MkxeTy0YMBY1vrdD
m6TfJktZtI9W1CBCmsMCxIO1QagvVXw8kRYdL1KsaM6zh2O6T1lKROHsIBp1WFO0sj/UyiReU2pU
keFHRpl9aHKte56nekQgvMSj98Fpe8NSfBeq309a+dFcwyEpvLHwkSzjyjuir5TEX0jA4hQP4DRv
vKMZK0537nBX7WrpWKowayXOo7MBykx9WQpuZz+KyiEKFmrjr6Dl3RRZKs/6QaCNyj+AxwndoWTU
7QM8Y4U6ZyJc7zhTrxTHWUFKCy2Usl04jvkwY4vi1SiyOQsuYRq+txhCuxZm272YnMDFptd7mtSk
+ddI2OZPOepj9S9BCc8NFAM31p/Wkme/9cRMs5/wfqL2qdPm8R8YcS6+yQhHef6kNqp7UNx4NI+r
FS/uw8ijr4TpjI3Ri+rNsREkgm/7xRrxO3hQMsMp/UqLRfIazxaVOTw/2/nYookhEMoxejNQc9zu
gdo5VflB5cFc8AKZrBUSS5+iiZrU/XSYmrhZj84wu+bHZE2nf8BQjq/j1Hfqy1i6uYsUGxKNfpVW
y/jf/Sf1RgyD+r0sLbNpAQ1twYciY5sn9WrAms/UE3ys+aisZvUBb6AkMFBXfUBDysRfaGw/jKZA
+sVFou3+j3hDQl9GE9ApLDD1XC7UgraRPCi6VtSJaQR5H+MdOa9xXp6IZ+BOTSP+wguf034SQwf9
ZyrJoL4ZmnCaH1qpLJ+4jCpxrNJ1QOLDWFss4XEUz3HjFrpTZckJu+jCcHwOZjWErtsNyEiAhOl+
6zlndZordzhHXTcqJ5A0M0bckLfMMzvA+7EIo+VRdzLAXP48dH19aAak284trAa9QtmKPlrr67OJ
07dvx6PzTzlp0frRpDU/vTfEk3qMcBwBfL/5AG5CPAXRvHQdqzSskBw3DgrPf+tzfhP3YekblM8G
ey7U4P63uUodGFQS9IBkkwjTnrmMuWLgdSsqTGnYxdp4WhU8nOuam+v/MAqoOTh60LmpEl+OIpql
WlfHSEOnSKZnt6WUmVudtTOXq6AVNAbZouwNALUiVbgcZRoxGzSd2iSQ0y0iADgwWEXrxbOVKV1I
0OoF7PU936PrFZSjSkAgFgI0XTcp8ehRl0CrywwEQnA16kF4rfgQLeadMsKt2cFwpMxNi5IOiPzz
P6CHuUHJCE8WKwAIMown3tMh/TLifGwc9KZewNcYRT8+jcJQ+p1s4CowR0gB9UimSN7F8dtM0RKo
lLEbkYJZ03+Gcnpu2/FvL3f+S5Joz/fw9liyLAPDCwkQ+ed/TFNUi9UMNJ+DFt4aIkpR1D2kq+rh
QGGgAECl+ud79yaTQ0BNcito/W4BV4jCLZauMLmp7JuDJ/3OkR4UO3egeWObSE4FtlHchZJgdjmv
qU2dqK50L6htmL0nCF+m7lc6wLKDZSFWd1jQZWyfLNQ2i6NbdytverFAycNUS3kSaaonj11qxeYx
KRIrhT7n4Uh+slYxj8fIaavlybRFisRV5oxuYEkPNPugRyWCakrRuemPnqNpn3WkKr8j/jZB+1Xj
bj0QrRjddw1Zrf67l85x9NDQIh4wlR/jLrDqPO2RN7Sd/FiCLSViJvFDhwYHHKQR29hVD0Cuyp7f
UyhL2GgrpNtiFkrzaEVptp7QzoteG1spRt8bvDl9bw0PvJcEigAWAAADculyXbMkMbGGV5EPRfQo
Pdjow8HmR3JzB45w/f0Yh9qDLBcCTt2ieeJZ0weho66u2V0WeL1VPKG4Vu9tE37txUspZwMYgLIn
cRCq8ZezMUgBICAgOIRE6/xYJG56MI1h7zzLl+RqFCSGZR2XAtvWGli0bULOz14EkVS9CkR6T2Ya
9Z9rw0t27uTrZZNxh+SmUs2VQNLLCc2sWY96WxI2RlV81/VRzGcnRYV35/GUn/lySlBQddSL0EFR
QXfJ3/HHtbGY06DXk5KFK10a/BI1yBZHwkZoxF1rrovfwnXDJctRBtsv8rLf4Y3KD3M5/htlXwIQ
2Ry0CS/HNyzcvquWkh+ugPMB5Vz0jp300TWG724x7r2n1x8Q92MqJCpRFZWSbXkcUmhXDRUSPpEQ
vzS1mM4VLCF/tUCjv/d2lC6RhCS03aUY1ebltmMsgunkEuUXKaW2svzXqqZ3w5b4m2HcUuynPwGQ
bfO+OHad6m2qKBT1UtKacSaAFuO76W2M8lZNxmXFppC2uSmGzHGFUyxxGFdz8TdwgjqcrWJP4+h6
w1PspxjkeOhQUwLZjJKBsyBhd+JQzQvq1FUdeUHS2XtOmjd2gNQn5zqivURIvRkmXtqhy5cyCZUq
MT9bq2EEmG3NoTum+vH+Frg1FEpcVF6pBkpgxOXWzvpiWKvOTULkRaeDSov9jJBt9oLkTLOz2942
7uUxciVz3pQHGWLUG47oj2PcGh06jhqs2CmrzfE4eGYz+m3VcOUW1kBxG7hyW/xqKy3TbF/TUGT0
56KHOGglC2q+q+UmxXMP6qB4Emucamd7reCaV3jA6IEx5WOyU5W+8b35uZxG1Me55ra5DUDjuu8b
LQsHkxrio0Zd2ngc1pa08/5nuB5IRikAHHRgNrxEmy9um+XatnlchK3b1eQIZf7J8tI9A6vre0wu
Px030hAaL9t8IM9NXDfQYgiHQo1fEIyUfsndiLCtBrMWDdNI7Nzct+YFmhApDXCyNEs2h9/ERDXD
QhXS7rAiy4UEb3pKo8x8/yXjgb2UOGM2MWj3zfq1Gd6zRurA7Kc+H1L9C6AViJ1n4Pqs0BeBviJD
Sh3hqs373XrC0WpzqEN9Jrk+tO6cIfk16MNnFfzsnk+bPHmXp0WqqnDHELo6tLf0y5OZO+sypD3c
YLdezJcGNsJKpXxQStRCWgQXNdDUxd/JVFYz6L6ZUhT3OdoG796YMuEiR8BOWkKaLn+Fo0QdOQMF
e6ezY99aC+UZjU3l27tH4SUCHQBeSkbRcuX/uBnmOhVlZFtRIOJc+wDppPdxFih3vp+Mwv9cUdlr
RJIG4joPEnCEzYpGbqOW0QSDHGGLQTx48KqWx7hUx9xHcXadHhMXWVS/tiK8eu9PUC7TZmi5cyjU
kB1AZdhsHdWOHWzTHCi2TuYiEztr1Nw1fepR43eS1k94rDR/SgeVIJt+687w22PIzC3I2FAEKQVA
4NvkJ7M7jUtZlnXYl7Vy6PVpPujqEu90qW+sLzeYKi+WNxyf/BV/fEWS4xgrlbUOi0Vr/kIhuaoO
Vd+Np9kijUHfWTssWWr/9d6lBfUssYPEZlw1W7GKeUFoWtOqNoRq/m/WLs0XrSznkyq7wNHqZA+A
g6ZD39nu1/sDXy8qGpKgCNlSaHzQ27qc7qRi6IB6RhumhofrD8TBF9HX+s6m3d7Zclo06TA3lGUI
cubLURplXp3KbLoQJ7c+SFwac0OvTedML6bDYhrZw3tnZdAu84jnQYAg4LOZ1VAgXwYyvAo7lfK6
1Y8g5inH7szq+jxAwIULJcNPZrYFZ6BR7bqJ6oow7vqo93WLIu5B2PZcH51CO4zqY7oubRu0g7rn
pPX2yl2eRck/pxlISgl0aiuq0zRWNiAA0obRsOrxM//3txMX8dmUgvJHDVw2ImCdkMXdttI73869
pXnM+ni2w2xt+vxAYqzpPlAMfCmYIQlQ5kHwOymLu2Znz16G4sMqq9CxD39zTM7lgMrNi5Y2y39r
v5j/EP2PNQV8N0PnN47mLGiNwnIOqqVQyEUAtu1OLbajBVRyLY0eolkMWDfEvfq9p0ZOcb0p0VYC
q9nPPqLV9XRQVDeK/RlrYucwRaVhPy1R4UUf1qm3qzM36mIdOmtaCp9LKuseh6y3NFTgKx1lZ3jf
7bcZNW7vxYsw3/HTQaez17fpf4YxO8m/tbH26w9DMZPsEdxYI2jW4UWJYloyfm1Ko63CWUEU/ljG
jWc+TfWsRkdDxHMUqOaIgYCL1/T4TCvC+D5HHutWl1QojkgvGHQylAIlWKWxrZ8gXasunLtq/Gl2
RvNbF2pqHVvkq8tD3i3L8pQULljuzCLNDSugdO+VVeQFwq+J8BSHHiBe27fIrjsv1iJBtbnwljDP
seS1u177LtZeDfAaqD+JFgiFT8l7z7hnG2BQo5GWl4wpDwaY3suznjs11/ewtCFhbeayZu3yS2/s
RvA0eMu47hFxru8WIiVE4qjc0pgnLrwcr3fp7NqR6EKBFpn90EyK1T4ba2nnh1QI+2tS5UO/U+m8
MUeEBRAT5BGU9p6bOcZgpXCyWyHHazxFyDa2vmKQreXG+l6NNZaT2YE41LjSIAJtHl09qhcedMjx
hcX7IPth4lEgpfRaN16DC4OXD+f7l+eNBUVl2QKugzCkRM5fLmgJvXVdqbWHiQoQEaQolLuDlbSV
cYpis/N4emtrTwPgxoq+KdWwnojjQEi7HHShkaonnTOGmYuNu59qanRS+x4JpRyS3U5GdD1D++0x
YrtIp+KtwItVJS5p3DyFxL3FZ9JgDMlhPjzAhZs+DXm2F7ncGE9qNUH8RMSVtd3En1E+I4Km62s4
mrqI/bTEyMcfVDjr/pqUI02jroz28KrXK4ovJrw+/iEmhdX1/zg7r924ka5dXxEB5nDKThIVbMlB
tk8Ip2GOxWK6+v+hNrDhZjdE6MMMxnPkapJVq1Z4w/kbZYqo4PzTq8Fg2dVjPpb5qbSj+GdLlN4o
/K4tRVGGdhNgHFhXq+tdF3pnYs6gB+jJJz8qRYwIqjPAD1qrlBsJy+VazsKeXVRKmBaCdT9/rLjR
ekmPxghmY5C3pDXaXdxj5TQ4SI299yCQrpD80PAhO0Lx5Xwps5lQGEliG1mUPKRskNN92erZ86x3
8QEZu+7d64EkJZItAgaLZuOqzqymGB1zU7EDbE1SX4kR2igy/Vjr+jM4FrERw161Lc9TiCV3oCai
SbeQ2FaVhLSGWFOAqARpj/beDl2BPt/lYZ0rz2GfhyOYoFCo9KszGuOjFqETPZpmFZ0UFRe9r/Go
VuOR3q/z6+3XvrzW1e/SUdaBvkCzmnHVauPSgss0WaI6MHbYEhQ41Bx1xYk2uuWMay7XoS3PUIz+
JEyktcAjCguCu6qL2bUx6KZqESO8sbFBMD7JJhWMNtvOxrmjxAG8O00hoKu9gGo3MeWwm/rn4Bj5
fMjqWjp7xBMM9anrXIwS49IdPldz7upfMjfLjT17q8H9RdVG6zjYucuYlwmFsmN+ZNd3tSxDKA1j
UjY/ukGo9UNuxGF0JEZl1T7SO/cjnsCpdwgXo6QvNpPoe6bCxA4dtXIV3wbEye+Zr1RYtSHQN9xl
ntnkdyQoVVAB5WKeTOKv7PCjcr8UzjD+ojgDSzPVjPP3me4Ops9QNLF3YDMiw8eMBBePdjSsPyIP
G/cG5GwBdqqcB5whohb6aevmyryPsevM/+QmBhN/sqif5W0fG1m4ZzBumEERAgY8zjImhqsyLea/
VY2f0QcYjECLY+Qai6MBlqL5JfK4SE5SLQrumZDgjLZ9iDlXR0M+4cqDnNPf5nC9I1ze9TodIh9B
sry7oag3632qFeYHp0pl92FIPPvFcMp2OuI1ziA/Q5RAOVqjh/BKDJbDRaqgDplB2k4Y7lujiJ+w
wSu9O9A7uPI0LRrYOBtFI/XX7HylA5XXu5xURxwoPp3i1gkzYeJEOFTNIZSDpt53uRpaB/jNQM9i
FChgdjhNgU2mIwwHrcgm7sJj6aniERs/5AeBrinasYet9RuNU2XYNWS06j0TdyuCOurh3lWKCacc
1VXm+aDEzMn2izPIL2totOak6nnzdcJuxwsK+pDfvDgzG2r/VI9PRuHl2sHGgqr9Mo/QjjYOzWtJ
szqbwPeXLqsNToJjcx4SI22sdG2m5EkTA0WZQk+qn4m2uI9byB//GV0Ulg8Rzh+/9Tjt74yEz9vg
0mLvp4hpz86wsso99lL1ns3MiFIGw6TFOzM3ta+OVGhH1yF6KLduOXBYkKrpwpMntOm9kg/0gMAS
kDKiikbDbd1EdKZujiyrqgIjKQrASmX7wcaEaqNAvBJhGKZaC02AngVY8fO3pYmwz+w2qoPOBAVs
z218COumPRnlJq3o2lI80FLEL72RdYWdF04MVXeqA2saSqypnPHjnGnaH0+x3Y0OyZX47LzqXZEg
Lq29VXxu0pZ8w/aaoPUG8wFNEu0ohsq5ee8twHgCET508SDjctGevzviWI8ZYN4EphOW96NbFaeE
XPXdmcuyCp+HfHfpqS2v9d9uj2JaYjLSJqjHZPoQRa0CrDIHQ4hW7P79D2TQWVp6WMQlY/XaiqhT
LD2O26CWWnFwC1vsSQm3UrHLj8MEk5LPgGBGr3Pt2espKAVl2tgE81g53NrMWvrQjDdyh8uEllVc
l0zMQPQc2Mz5a1NoQJqtSOgaMbi8R7F4Ok0axMmp1fu7mJ7u6f3vjnNKz5+pAn+u1gstUBVA6Nog
tfHdyqvIONRq32481bV3ZyJUbFjqQkJdb+xuyksJamD5Qkl6aGQByrN2tjBAlyd1MRxAI55tp1IM
LL/iny3HVQJ0vUhb7mZp71VHejelp/U7OVfhxgNdNqhYio4pYYHmKTHofCmjM8h+koHPBF5rV/Tx
i9unp3nQDF+d1ZGUpDSwX9Oe3/5a154QCUb6UwuFHw2582W73M7K0NZb+mJpukPkVMWhEm9W0tqt
jXhtKQZblKsstxB7z5dS5NzjI4CbqaVYOKIh4sx4aO8U47B/+5mu7fglri4VFSx4axUobC9WzHEo
2gDv6wcHLSvAeIlERLMoiBjhVjl8MWakWOTqQOMX3vqiKrwKf0WXKolQWW+IsvReS7r8Q+Q68kbx
8Ag2p9Lb55I0U6FqfhmA5T8OcYXfJg6138KoK44SXMMuMiDAeU0mfSuMlI0A/epZfJ4LMK5CnHLJ
00EMrcFsoxj1XEnxJgyLrpqPnpWRk3qZ6iU7ysQSsLrapuHRakCz+27Txsq+bS3vSyyG6ac7Z/bg
x4rTWn46mNVwoP1tj74TeQTGRLcQyyp5ENsX2jyM/gglvvNtfCOfko4Kdu8MqZWi+tNV8canXvbM
+rm8pf0PDJDm8dqrmfQw7FTAtEGDntPOjQd56ApMGd+9oRawFSpGyHuyp1Y9gSR2FaeyKhFMod7t
jTJOnhukeDBtaKvvyJxSQr9/QQKOy5o4RtDYOT8qgHlnS4yuCCIcHIAXYzyZ1qP5pOPm/VdLw3Aj
V7w4mtqrwRC0Y2IpUXsVsxuqSiBJUx9YLsR339BrQvfcYke5s3vH+PT2072Kep59NVZZ+n9o870y
sFYHtKpEaDc45aLArbXqY8P4eYBL0BQe+C6zrDU/Hibd3SXwyZ1DZzdW8QvrxwqN9nCytVsu1dG5
mzo31Q5NnGb2t75CxM2fqqZAy1jYLa5IjeaE877qwt4L5jjEmI5SwE50UBQg+Zu7XuQjXN0O3ewH
rVUG6plo0DBNlLH0TnVRaPKWvLiL92KKPDrrEzBh9eM41qH4HSuUjH9KTCW9L6VRUQyZKjrE93ps
Z/JpaDvnj6VF5Q9a8sv8C5g8anNJnsnvKfcmfvaNkXl+jtVueEjt3HkcQajkn4zETH9BAXA/mwsp
6KM3zZZ1L+cuH+/rkbbje6M/XBuwKwxcgVNzjpbj9c/9NsJfAffTa0EDVuDgeV3v5wlYPvT4tzhg
l1uMpdD8RTDlVWdztaUhTbkYDNtaUKR5+rkpFbGnhQfLQBppvpH1XlwASyudDBG1J/iLVD/njxWN
E+bUZacFymha/3lDF0Px7FzzExqH8anUanNrR6/DEPFnAaQjfbdo867FNxSzU0DXzUaQED6awzjN
IjnMs0g/irjQ3itgT7QjFYFGSFHHpH7deyoTtkZTCSvIkkjdoxbq+q3ax76hjr/ePqlg6y6fjBeJ
f43LDYcK8Cr0ufHoeQhCzwEZpBL/1LvR659sdRrmA00xOBnh1BvxTmhdIz610G1eZgQ++6BI4Aft
BjY4/Ae6WhiVysS7F6XZ0y0oXVG3jzpILc/1hVL280cNPsvsR0iClE+YWybVrhwb+76hf5+Bxkd7
cD9rQ2r7iqNNEDbnDKpENnQYBEUJsgl+bUb1CC0lj9IjwJcp2wteSnkkxEz68zxVsbN3tcl1n6TZ
1Kg3ZJ1lwFcoXGD6fY4xbMcJE/f8X5kfR8UexydifjjvemnBDVKbVoTfY8ONf6BMyPgqimcrPYZe
P6gnHQF1+0ehJp4BGMSrlGd8D13roGD2Gh0tawa6ihVl5u0aJvZ4B8/4yd9XuWv/LHpZhLthGL3M
T+cRWoJFof2f2jHWI06UnX3CJagc9l5iJdqtZkR9B5RgSskhCigA2j51ijzFOa1bwKpJrSvhX0gO
muknlTXae1GicXUsjDRJsL+e4s8Yo2OmDL/N+68ZZmV+yKs6f6xRFX0mi8EPuJinPD7kUnF+9HT/
oP+FyJX4g9VTnchumVAlceL+zmZ1onci0znx50mt9aNg62PdGyrxb3SxwsJvwB7hZl0lifY9Uoa+
OuhxLu1T2srZ3Xldosa7ys1zyNjYjsC2Hm31hfSj8z7kOqKfD8Mks+ro5qlMb130gfKjGqPzjmU8
heLg670m7A9WrMfdwVRKD8/mhJIKpueUQgt5+zisETLLwWPAxz8AypiXrXsEEMxrKIg2RUftzVwk
bofBsBG7KhiAvLQZ9FD7TLhWdHpyGg1cGHZ9M7Vb2MPX+vP8AmVYTiMQ5TSaI9za5wEO5htTJSiV
gWZJw33CVD32brKZXGJnSkOtTwr4D+3OrfukIvlsseCkg2L1CGxHUXro0nLsP+C87han3CrD4tQo
KqbKiyRNu2cIZ8V+r9c1klpeqXwvwnoyaHr2mXesMX3td7nbFS+J7PsXLmdczxwpCnPfl1427tRe
UfWnpqob/akrMuOnHaFufFSmuLR2VV4P3Q2n1kgezJrrByP7SUyq35WlBHVdaU26kdtcfjSGqqrO
AAJCCn+uLh636FEpanO8iqvMyfzJKjPnk8fQMbwdIVfM2Oow8d4nhapkmKa3CMr4UhZW9+3tzXOR
qnK9wvoG6ADeDmLHKseq4elFidl5wYhjwa6jz8VE19ySc1n+lvOdQXb/yrVGTw8qzurqGz1c6Sqh
eEGf9fp0BD6KU+SsYnHrCiu7N8zSKA5RHwpnI2W9fM2UkCSspHULz3tNDSsZ/o9tqWZ3bdP3TOWT
Y6c5AnJtd8uiM+bqotxXanKy6u7l7Tf7OsI9f+hlbXpmZOjuAh47Pw5ePLoScGF2p8qwp+Or981v
xVWzZzuNkHiIElV8SSsleQFPUPc3oxvH9U5R0JrAuqiy7iempt+hF3glcOFy0PcucF5xQGhzHB5i
qXbJ8e1ffLkXGGIsGjgLNArQ7WpPAn7OMSiO8ztUciUG6814yujPb4Sry71AveIxakdeFpDbGv5K
z8KcI6Up7mahhGPgwWP8otFzSo52omI2XR28cZw+vv1ol7kXPWdKfAAvUO8ZM55/C7vu1HrQy+wO
rwDnUI22/s0xSoU42KRfTbuu3quFiZUPc3cDQuBCSzQukG6ZZSQD9OQ7Dama2jeJ0Di0Klt8uiuf
7FU/ZBFNX2hhq1SZQjguJ3fI7moLkbVJgueronELrHD5yehy00Ggj4A6A8nr+dvz8smNZjAKSzd+
utHqaPrQC6f+OAkpnrI86X9Zajd+ee8n4wUyDKbvBFgQUfbzRRkEmFIPo+LOzbP2lNSR9uKie/Xb
UxptX/W1tpGeX75KROoQpNYWTDB8g6VU+Kfq6MiehGSYfgfiq/aTmeYnaWaxe/uplr/lPCicr7Js
1H9WyTST2RAgxDs1MeMPNhh3pNHxRRdgvj68vdQFJRX4Iaav/AfhOHqs6w5QPKRdNttTfjcUov3P
TqXHlRp3tcV8bZbZTYtdfHi0ayZUhzk14+Zg2yJRPtFYytxdWOpspDLxRvya8gIoehE5/RfLrusf
SeflfwnpBvIRE+NAQ5iiPZSqbCZAbEgGPNI/G4DS9JrS7qa8kZHfCbPId0UZRg7gNmZL+0pThHHA
Y7v6qdRyFk+yH9Lod4SDeuiHSi6/YIQ2po807Tdd8i6+A41Fa5Hwo4+O7vSF1og2mEDI4jhoSUn2
VozuhZCtfqhrO33vJ39d6tXhEDYLM6/zT87st8BvLYoDYScOKqsm+WcY/yzIn09vf/GLsmhZicsc
1BSjMLrD5ytliZWaXgVhQuBw5IPljV9sJ7JuzFTX9mMzScggw3DnTl67EV8vDs/ryrTxERkhi7BX
z1igWe8ONa9ztDr3hhOmnjpwvhu3+bVVGBggYoUzxTI+PH8+LPOgnM6FcutGTfdYu2P/EFap895r
kGehuY4A8HIb8u/5KjP4RwX0sXKL3nTy2FRjfZd31hYq68qzWEwIiDPLLQjg7XwVKFSkx5lE6Qfb
AOeUVE39UQfPY9+8vScuYjfAXDjxjKg0RmpwnM7XQTtjQJEjjQLFVvsfSO+733E26PA0kOPkfBqq
QvSn2crCrXv+ygkDZcOaMC75Y40vpSJdSD2hAgGvXWBmSVxjM1+0tARaz0s2gt2116nTlCS35DBT
rK4eM6OOHUGZBqJzvP7IqEyv9lZlE3Lefp/XFqK5gVwbCkUqEeR8oTrM4iIPQxbyMNNG+ETcMGpO
v7x/FZrHrxyVpZ2yehzonigGF0MUSEf56zV6esj0cIuJdCVcMLP8/4u4q+NEfIeBBzqXcGFP3wtP
0GizQtnfQHuOfzZJZ+wazc4IkSaV/PsfcAFZkVBAnryYNqtMJnrpVkCGa+EdHW5Ev8EdfKPKurb5
CRjQKVAxghWzCogR0h59E7dxoDmTOFZ9JfdN/Ww1j+jWm8ecRHjjsa5sehsFwoVyitELjJXz3cF4
CcNLS00CPTTNn57R4rs6jvasHxhwTFuGEFc+IPksbesFp04/ftmr/yQT7RhBzPLcJJgSOl/DjPQH
Ppj1vs895jdqqt2EtG2/pmmcRhsPeuUYELTQicXrBfT/BTevVBqhZWh1QXIYblBxoHSxqmjjVF95
ndg5kXAy84a9sB7hN8gwdmkC8QxipXZSrfG3AXDsULeJ+/7nAaqHRCyEGFopa6BFE2tykJOTBqMn
m8esLtUf4JHSjWD8+oPP0j98nBfa3zL8BrS1vifHjlg5VWkKm8lR8IOAbzbEB2Etk43RdVBKIoYz
+JojQ7GiXd8p00jmBOyd2eeojHicN4PYS92m9TbHA7KbRurSWNLRFVP3rVl72l1Vx123D2XHBEgF
9/O1cr3yP1k0PZQbLzG/zICjzIe0VRLTn7Ehnttd1KeW/QkuO1lgkfWWfrQ9q+1u7MLIm49lNhsv
caQC6387DFzUZVywcBCAQDNgwDJglQ4D6+cmjgYsVvEjRStHTHuBz6A/KepjIostfuHlfiL1wHyJ
5IF+BNzw8wNTx0xMUmRVAlHCFVBTdGkwNcx9OPtbuJDLA8JSqK0xVcSBiZrzfCmIjGHT1rCserRa
j62VR6e6Kv+8/fou4xvDCw9FB3CO7N21AGtrVnaYK6igToWbHExvEN8H3c3vq6LS9ujADo9Z3G8p
P76aOZ1vYvYv7b0FGcBFuCYZd2Y2NfQ14DqILLdtPxuUSDzqCzzlVklKkcZ+Zg6e96iNelx8RCGr
NoEaWgIFhVJVw/gzTqW9+lVJ9Wz+Xla98tBmc6n7I7s32dHubj+bZj/dVyPcQshSLopdkShL4Q91
qKNsZJaw/dRKZN+yCplbX6BI3J/iSCm2St/LEAutf5ERoDsGkmjdOKjbgSTRbtvA6p3a8mO36u4m
PVafZNRNX9W+lqeuS+fhrognYWyEi0uALZkoRwPDOXoWGrHjfBNpejblRtoz4jURY9sPjikYFxmz
Yj/XqSezLzLJa3HfZI1bPfPqp+hWk1n5F0B3bLzYjZj0nZrQgn1+e99dbu7F6QuKOfkP3ct1euKR
sXqdK4pAGvRr9EnMHzR0Hf57e5XL0wqrzAM5zcCZydnauiRx+gT8FlxOZwLC79dARpPdGFHU3kA/
nbe8Ki5j0YLNQGsaju7C3Fu9bPRedGMOOUxYB9flwXQVxj0W8Nl6N8f2+GJlhvX77Se8uiSf1WZz
EZXWmDu3ztvRQwM6aHH12nWDah8a4fbHqqzdQ5NmW+ZHV9dbJIrADnGprkmCNlYJBXJgBKVxCOtj
OsThVz0riycGv1wxScsYZeNivbIkvRu822HWc4DWSWbVqhp1TlIHIKTFjRK37U432vgGO/V2nyG6
s5GfX9k0MNTR1CFvAP261kpByKwWjRvXgTll7VHT8ulhyFrnTiBkt3U8l0rwPBAuZFaCO0eB5HLt
W8xkzhxVW4Iw1CMQJqm0JgdWgWt/mRBPlUEqavdjZw7VR2D5zDyygm27s7rOLI6JYaCxaDmimzC+
E0N5eHtrXV4NvAMmQyCOaAdA8zsPHYUQWUartQzcppDI8hoHUaTNXxpcxW5sacbs5SDqjXz72sv/
d9ElbvyTkKIMK+YuhAWn4m11FHnh7bUyQnlT1ar/4TuTfLqvSqq0CJef8s9SE8L6BlwZqO5mqR1L
7otAVwu5xz59S/fktSW9/s7k9DRz6atAd1g/FsMu0C1aGYSoqye+oyrIRkZGODxyfnm5LZY7la9L
L/xv6it3vNfnKfpO/9Js/TDP0/dqIXuLIgaTPhKYZWSzTlaVePAaLYTmX6MV6SsdXbS5S97rh8wq
oIQWQTuY4mA1VxlMpxhDjFx4Gcwiw2jUMgVgTac5vb1Pr2wZUgh1eb0kMETB8+9oD+asDEoDjjoS
yg061zOBr5wDGRJ3317qyq21dCRIKclZVNLO86WYCs99bNrQvxnrA1OoseSuc+udUgHLa4PNS18H
nbsFwXi+CuQoIVCxQLBgaBDhV2rjUc6Z2L/9LLDo+HtWm5LmOCMtkCuMu9f98cLrnRBI8BBgTpXP
3xMg7vMPA7qDuDeKqMyr3axwfX/LRaYUTHyTuhEHt5/1fldOWIJ+UmcNAzVMbcb+YCdxqzBpxWjy
th2USf+vyGrjKyCAKj3RbcNhXk8zVdsZ0mqi3ZzGxmfVzKlaBEgS94FiPkXN1R4bzT20VgOYqMNT
wb6Jy1Fr71qL2t6nYVIKFLlIVz7YSjtXiW+lWuJEvmiAe6a+KFMlPk2OHmn7fEJbdV+5vVlBZCnz
2Xd6q83BAYqu63+oVT85N9LqijJIlFxNdjqK2fXJtIaeEBv2nYSMFzfFbuojMBBhDmS17nUtfu7L
wqkOHYmk5xuasKJHjbtJ7so0nfLnKAKiVfr9mOiJn6r62B/RlrV7vENCs7wpm9yxf5e1PklYY+5U
36KgWZrPBWJjoKUZ9Dq/U0uN7MBJK7U4wMNIwj88bWvtDOGGNniR0FDpwJc9QtuJ9JAMm5HKPdZ8
rQdzikT0zW3s+ns4zIKmdNYgQtrSNm9O2KYOPyZau/Xe8qRt+uPQ4k/uJKbS3MSmIpMnZ0LJFUlH
/CBb38CSLz8hB6m/RP0Iy9q3kzqd5B7h3E7/A42YqIUuG5Ksos+dz1LOnoXmbguGpWzRR8mSEj86
t5AOXhixLXBgx/4tLx7mjpr9FKphoftaNY/N0QjVRtlnMkycr+PA3e4PtiHmJ7CfjcObQsBpB5pz
0r43Bl1cvzet5MdsJKUOOag36wMSPK7zMumlfM7VHH2ZLmvF/OCpschPHdof4wH3VW5K35Et3Gl/
bLq0u02jSuluRq3ukXZ2PCIVdE82nV8DJyh8g1xuOGJ1p/8ZDHuOvr59Cq9ElEWMgLbqMqK6mOKb
bNuizJSaiyFFoV/MPUrPUdV4G0nUlSDJOmBJF7Q3ff1VTPFQ0i2xp2yCfMxgRCPfjUTyJCEL+fRI
6i1k6ZXHYmpJhQyrD1DJuuiBcDLo+CA2AVS1Zq/GTfhFh5GzwaG98N0lUtKVo61DgojD3hotb9ah
PcY2spXANbzwCXxM9x14ufacA2zrfkZM5OYPZLLFfDPVJY6PVeo1bNm+lK51WxuplT1Mk5s2O69m
oBy03IbdTukc/QUZP108dtMwpbuoxSt3bydm0VAMheHfJOpz1MkbxUg/W92sxh/Y8Ub3kM6zLW/b
BMCmP1o9RFRV6dBERSjATfYVHIXi9u39s7RxVzF8sYJedhDyDxeik1qnea1tToDPzVpflMKRgEoj
l5GgBRBdyVTEYAsb/JEaG9DYLMX+8/YPeP2U619A/wBWBFUP2NfVzrIgRkyL60CArINt7cfZqz+E
QkkLP29DXJdlnHnqbtJr6961lXS+k+Vct3ujn3TNr7KC4aDjKq1B8R2V6c5WulAeCjMV9g6VuiY+
ybBNfshmnD8UwM231IGuXIK2ge4utzrCiABqzi/bXMUZa+jJ9kcwR35T9fsKSbFdJNp7sl1rI1e5
klMzrGHbQljRWHeVq2So82qILaNM5cytb7Gr9zUa9jOjG3Oe7zhIG2O1peRcfx0yPLDPQLxoWi2P
/0+SS3UQV4nMiC/ZpD7ohizhKooOmfu8ucFtTA2mbHZBxnX2xs68EgKw9UFyBYMExsfrsZHS2xFi
dXnNo9JvzFFT3Ddht8WXuRrXIMswamMUe4kYK40RJfGwDoyq7HeKwCNyLltl76rpuBFCrz0QXhc0
5jErojG/epVCmhH9f5aK3HBofCMNtVOZmf3GF7uyIakFES5BacigIbca3IxQcVFss+pAxuEDBI3y
mzTdvwaaZrfmmEX7t4/v5UNBjqF5oPONKLHXLQs3rVMU+BxBPd/mtzlY1YdRF9NG3nz5TMuUgfY4
KCYGbGvmShOZAPNQXQnKMQt/LTLlQGjsvH7UQjNUd0boyR9vP9dlXFxOF8cM7iOtr3Vfs9dQCR+y
UQZqXzTjQZqNHG7Kti/MQ5/lUeSDF3Cam8pxCJGWcA25yxQZhp/f/hmX5502Pc9MWQIsylo79Laq
PqmR2nZBX6a4ieaq+Qi6WN/Ri3tVp0u+x6E9bZy8a297EVjjmqdxjN7D+ZmPPL0PI6l1kEeGdAqa
VJXg1LxUiXz8WofoBgRpvWV8/JpBnEeahS2/UObxvAIxvmoXNMCYZAaJJuAmjZVnL5Gt8gVBCik/
QiTqo8+VN8cTELSSHhWMZNztZ00qage9BUzmLtdMOdNlKOofAJ+99FuitwCWW9xdo4+D7Gz3RDlp
/lDDLkpg7dAU/pKYveLtraHOx0clnJJ2oz9z5XSAvkMOm3NGOrOWIQkbxZt7fCsC18Lawh7y+WNJ
92LjDF7G6KXVBLoecBQ75bVb/k+M7qBo4xgkZdBQeu1LMoZmF5L49L4qjOTFKsb8GCH0dCdjJ3v/
GJXFKQJxe6O7hhTD+Wbp7aGToyJkMAOEP5U0fXzbQUPq7XNw5UUyPQUSAXyFmnN9Dc2JwqgoZhU7
V8zAGLXiRa2luZEPXl4GSyt9UbZF5WthV58/izt6UVXGFi+yTKevht2PD1SH+o1R4Q/xPzyQzfF6
hctQsJ8vFRMrBl2YMujhmyJrAOGsMXL9+D+sQgtyaX3Co123IgWKdnFhxH1AGtrvo9oYUK+ttjoB
Vz8OWEpwvGC/6decP4vO5tPTuO4D5Le9Y6pN4oTXwPz97We59nGWIZ3LzQbA6AL20GptGnduH8xF
K566Xk+4s50K9JilbDRQLpei3QSjjXkg+D9YmecPFMrKEXM6EPylVt4Wppv9DoUOZYLx3cZtfXUp
0MF4TS2TxrXyL+zSqPcEuCjKgj8OI2A/thp6A72y5RB6+ZXgfNJKe91xQGxXXwng1NRVZrIIBqHM
MSlV7ntolBze/kqXd8f/Q34BKCchvhAliPQxTPFQGQIpdTnvCwYrJ3gWlfqURHxa6qTGTPdvr3l5
SZJRw6heJrgL1Hl1X4G3h3SQs6YrhP1xsvvJl2WzGKfoWWAbdnJU3GrraF15UFBTKAahIk5Gt56j
4+KBmgcM/0A1OuCMMaK9Oa4eT7FrN/dhpW/5G17ZKJTD6NIuoplIEa8e0nYmCB29OwSKhMEibbyV
vLCKjmnbe+++tai8qYwp+GnfExHPt3+G6ghEq2IMhKtXN3AYxlsYpFvYn2svEKqGzdQdrSB13aW0
zB7+QxaPQVN1doVfSIZ7TiX1ZAoS3ZFfijnX34+xWLhvdDKh25FMrqfvZc+4104bBJwzELYhbEpE
a7LczDauq2sfC/ANxxqdJx5u9bFGs0rRr+/GIDSqNsgiWz+VBlr2KAY1G5v/ymska6JNYi6iVQyc
zj+WPTHwCGtPDUStWTfx1Gf7WLj1LiE4HnujlBvrXXk0+kCERvDlIL7XAzxpVardIvQZqPgs/Dfh
goWEYGiVdxQA1sZ9fO3ZkMiyzIVXRGt++S3/JDaiElHDrtCCsamUg1vi3V2YefGhmlHQb8JNkeTL
QMIAgA4XiDBYffoa7JPHedcoBWMzPXOtR5We514j3/hWZkV1GwI6fc4n9IPejl6XcXkZhuKuQK1r
LvLs5w9ZjWDfsIMaApJu9aClquJHeFgc370KBfwCeyWPJldcgTChv6RzVmBUazZzO90wHUJ6AsGQ
pn93lQsaBAUw1gAQQjP2/HE6G2eNouVYt4aEA6bZ4cdZUdr3qtKAkuKtMfhnsKgybD1fBV8uMy0w
Sgtql5yGCt7chwg1+1VlvleYnTsFCDttQnDFEBjXORQ9KS2GZzwGHfB1H1Zkie+Mlu8cO67/h3cH
xsMl/C5K3etpbl7RgR47dQxm2OW+DJUMLQhn67q8PMFLD5dFSNxJqNcIwVKo2iwmVOzZ7gr+loPm
K0k/nmwcJA5v77prS8HWh85O7kGDerXrBtfKTadu5qB2XKa+ZB6x9CFvDNmpB//4592rmUA10AJe
5CyhipxvCk/HPozXpdKr8pAam+xiL4bBPWLX+F45dTYFsCoU4gkX4EPWBHFRZ40YskEN2jby9jq2
kTvUrar3vz6Ay5wh7kkqqzX4pkMseqyx5QHiWNY75uxo4xbhfDIyZUve8SIKMculPlg6OVQL+pqp
rRuQQvAucwKXNvWvcUy6fT0k2fPbX+hyFVgghFZQxVz4XPvnXygazCyuWxQy21G0J/r+84Pb1bAP
317mYtsZONIRSqEzL+DvdVI9yNzNByWjlbDgWYrEwxvUaDDJsaatjXBxRXGUHCpvBuH8Hyip8yeS
RjG2veX1gUxF+NnuM7nv8lk7TWreHYWotsD0l4/G0UVelOE7uCc0Y87Xg9uP/ESuDQEDZuXGmPTU
H2QdH0dNbJyma09GPUJZsuhqc67OV5oaaICZpQ5Bihn1gZEWY8JkrI61VtUvZlxtVcSvnYKzBtAS
lUiWFul5xvHrR3OkOkcOzd4g7OJoF8MGv3MKhOpkFVb3Lliv75mcrDs07TxY1bp3YhI6nGYgc0Gq
4yE4GaV5b6jT1im8yAp4yzhloGip8a0tZ9WYihNHVtJQxiB3qsmfTWPej1VXPcZ1MexaFNc+OVm3
xc69pE7RCeMGNcAP4QrCbOb89Y+11TSQwfRA0pv3nsNUTsXn3ICa+6mqoEB9j9zZzI8gq039gb7F
hMJL17jibojRfz6IsLNCLHhakmqvNbUPHmJ05g68lTkzzS7wlB30Ogp/d7RbXZ8uZ678tZXIyjMs
RUcVKn2RFu0uHkTi3XRJ5jYHiUdweS8xZvFeprCq0z05cCV8yr1c+VUjXR37ScNp26PwE0c+jhOT
0e8bulPhrqJJ2r63JcDbAa8BPm85CRcUKnrsRU86YwQuEqAq4AGdeijBOng0ylRsBJXLbcBiIMEh
bFGtU7acf5Awd4SRzc6ide3ZP43ObaLn/+PsTJbktpU1/ESM4DxsWVM3Sy2pNdiSNwxLtjnPJDg8
/f2gxQ0Vi1GMPvYJe+ETQgEEEonMf2ja0SyPemQZ5aU1rTAP6FrOe0Sdu/oe0+SdBJKDDITy1yrF
b6zSi9IZO420dU3f8LLuCadcoGzD0L50AxqYB6upu1OV2eGnx5H0PmAzUXC2PK3hdDH120kjBFxM
rlkbQYVkyAHWrHgu7GreIT7ehxpGQS0KNxRw9ox2O4peL1Ouh4kZxJE+p75X2Vn7hYpn7TEaPHWk
a4px2kkhN74nHkiAfjH3oFixLilaCnqk88igPAXn4bDYaH7RbFRK81Drk9IfcsRsIlB7xJ/nx6t6
P1+iN2bnlJZ+eXmsPmgNmGWxRtMMwGvZxrGt0mqmw4mvwCku4yL0zTZq2uPjQe9vDiBBknFIkVi6
/6w+pecOADOggYNr8tznLjIZBk7/c1q4e8qU9xtWdtV5z/DSNkHpry4pw5qStqGbgcImrseGHn5o
8vrruKDhb4r4a6fg5FwJc2cX3e9VyuxS/YEEkGfc2k1dSniMqQHuZbaBeqR4HB3FkHRvBRhSEAEv
IDUxpUjQms+Pp5kKaw2JidFxu8NUG9GlNyPLr5Eq3fli9/x9XlGkMdhC/Upq1zD3ztRBv9WtGxRq
VDT/9TPvg0MG5ArICr1u5wL4OQzPRVQkzjFsI0ND45x2BJosVmFdpjQa6hfbCHW8yAeqLE+lEZKp
EsW7KkdapcYCrLfaMtujHsi9dHuVy8oO8ZIKEjDmdfdsSr04L5rSC8B5dVOQqaMFtwJ2aHbMR1tL
rqVba+0Bx1y8bFwF46lTN5TR18c7/n5DEDERRkWBSPI1159qRODIgdIVBqlaDX9EWY2GH4yUL49H
uYfIS2QiIEh6yGx5Luvb6KW5Yygh2mGArCyHCugYltuWleNMVAjKoU/4RyCIm1kS/jGW+FZ+dAcD
9Z4ZhJd4VoZWPOttpuxVhjam71LuxY7JApwHV+L2d1UFvh8L8g5BMUcgEngze7U/NsX4ZrCO5GBI
aQOQyLJcvjru/VwlUY2t7hVJ2OygTd1wURqEXh6v813Q5AzAW5JIC0ozVBhupxONeYVVSU1hgVbw
B6+Ju6caAvN7zSn6K273/Z4pw10UY0C0SUBW0QniPbGaFnmuspQK5UhzHLyXuMfT54JqVV35c9Kj
dl05Zfaf2S4zOkBsrp04c/f1aKkDWefG5/tJRt/tdFEUzkKlAl+B2Tvpd0lXFo0WLyt30pqNZeUm
Iq+VUjAI1a7u3qosMrqrOfW8Pl6Uc66bYefrqahe0JuLjbNlxNPe/XAPZ0aiFKEuWuy/unnrOix6
oVh2z+j6T2M6iUNbpk12KkXsvbra5Gi+6w7Rfzmee8D0wNwdgUXWro8FdfpnTD8+PD7eWhtrLZlf
OP669K+wmbtd66yrY6cg0wwMu4ODYIn4OYyt+unxKHK/3ARFJo0mq0QaE4Oxl7sdZVIEPMyu1IIu
7LKnvkb8o01CL9DYfjubZ2PrUlSXrBVQudwhq6MflktX0KnXgnFSxTGxUwcxFQtJamUqDmbpGMdQ
U+cPrR3tEeS3JglKEDYo7A6GXmUZqT0akde2SMwhq/QC7Hf+IFloP0t7FG+97yFE8VgknQHsIhVj
btez6OcOhK+mBS0Y1ifwA86Tnpf5DgF0Y2/QWadLRPlZEtlXRSUFyZSGZwznI63rS9LqP6wuNHY2
4Mb3YtcRZ2T9hQbd6nslXeRUicJjL7KFfoo6vb6CbAX7ZvR258+Z7nzOcQw6lVE37YTVzaFJgaUG
gDQqWO19bGcKJTQiXQK88o91gaS7nRXa12WwxZ8q7kiYG3khyGF7T/lwI/Lg/yQ1Y0BeUQFfnYew
tfpkDBctKENTvERJF59F3yffEaDG23Vp3uoayO3MMx6kBVVwqIprPyFAYJomdetR5ne010JphqO6
NCnOiwKs4OOzvrVrZBWcHUNHErmI273Z9JFK6RU3kQjTkmNaZPG5isl+Ho/ySxFmFVKo1xnUV+EH
csuvrqhuDm2gzKYe2GF1nRBRyWvl2YiVd6oafS0U66QK59/GMD8Osfe31ro+BhmnwTKgt5a6c4jt
PXzi1rzBgVFHpFPJq2r9g7QJd7Qy1enY9OXB7sPsWkDlfXo8740gw7UoCyO8xCnzrVIBpU7jYakb
ZCXTovg8ZFEWRGlinZZ22YO3bG1SScUDNc9C37mwqWozNKnDUCos/h9UqERgxIv9NYzD9DkLvf6t
T0M6ecB4SCaJn4Sc1XHMQ0U1Fzczg64Yig8U6LOjhwLhoVLU8KzajfP2ICqLW5S10BmFfr6K11ra
ahHWdnqAc/OC+6uhHxPVfLMADbMCIAJKiYYhb9/VB2vtYUngPFCocZQOZVMtPS46ushoOu2JXG/s
QMTpwamr/E+e99uTV+tGCM0Mb524K5tPoxNFT7U7VjtRU5OXy+rk0dQA0UXM5H1219kQzWjmkWoE
0dJ7F/oRIeTJMvwwF7MofeCCfYv8jRH7SgV/IxNDeBp1fDgeH4SN3ckBIJ/gxiV6rVXtlpaaaVWh
rZlPPIWolHZhoMDiAOYzejiTmumeHPvW8qKIaxJz0Cy/64ZNs9FqFRKjoALD+Wilrn4o6345P56X
TG7XqwtWRRa5ebvdqa8Lp61TQ4/MwLLGf+xa+dLM1gs9iVeu+89uMr8+Hu7Xe3Q13i8UBw8ZwM48
5m43jVMUujFHtQUWAbnKC4JTInnm/bSMx55iRnzMlxSteWfK6mdebpF6GSN8+w7Z0tblTytOC/tZ
cYf2tY6EZX4GcJe4x3ASiXLQasVwL44yOh96OE8yi00m3CZKO9eDXlFz/S+RpwgVkSwPyUs3J5mH
56LhfbHsZa4PdZyTOXU4v/bP4aKr2WWOOwt6gCLc4gnev+h9qOuJ+GY0s4n/TScUhTgfLtUxnjrz
Wz3muXuadLV3j0armMAmYTTBhkV83D3qLU8DP1VQifVNJ9bR2Jqc8A++fP9TK/IpOmZNkcYnI0xR
ZySxRU1rrKlbnXMQN7k/h1nx2XVC/Z+ZGvR4ELo5F8cJgxqeDmqofLNr6KkfLLWO9JcqLrpAj5y6
PAyN2f4Rz2FYH4xYHVwfzV4jf2p4p3yvFZWKhN0XZuzPxEn4T5qS/ZOrQmSXMZn0nyKEM3aAMdR6
BK4R9dWi8LK/otyD5dnoRaEesWAbnJ3jtrH5bTD+JCtS1/iurkXPFmubAjnjXoAsLWsH4M9oL8fH
u3FrFMlJYY2pid4lg1VJdd8b2fyRolu+OkOLVsx5TydmaxRuajIv3uw8TFYhWQCfcBagREHbDfHR
EJNzmkKx522wNQq4Qx5VZJdSROX2YI3cLJ6rhMzFUsWXRc3Gb4XIotPjFfulVbo+v5I9gs0gn+Uu
XkyUF1s8hqhtlibyyrNsjr1UvFIoXCNkoh/xPAMY09kxqewyoGJ5TPE6/AcDzc44aqmTd1+dWh/+
UanRpHu/buOugB9J1JR9XBWQzu0ixHMFpCoEt2qjTftnabXapzlVHAe1EcvAzzTtVF8KFf2Y2zE7
05ObA1oNew/9rU+BBBw4eqkrdkch7u2CXAax20BvC+095Pv4L7QGrJ1ywkZqRm8SRTu0IihcrFHc
i2sqlExIAAk7P+c0jC6Cs3/IBzHsLOvGfBBQoeIEN0Si4laZC6QDACZNqAfxNEJIs0r3UChOt3MT
bY3ichI5J5B7OCy3305YVlYScPUgGTRwhAXct7EiXD3ewBv3HbDW/x/lHtw3ovzbjnpQVKN4qbPC
/gzDTPeLMVmuWtPVX3JR7T06N6dmQr0iX/LIIFZvlCHKliLuCqZWuYOvdN701JSOtbOAGxsCIChQ
MZkxUPRYxZlIiXtTryYjSENLP46R901VZ+OYVFm8s4jyGK2CAGqTFAQcm5c6u+/2U+HSltotwDXY
4oAxlSa351M/u1l3Fl2ZfbAb5XMZL+01bUPzz8ffb2MpGZrZsePZI+tdYrg8ZnO6gEHLA/qUE8JP
2CXsFSTvqXKyOMDkEOogA6MmeTvDRpnTqfJyM8ij9mNoaf+JwlWgyQ1nV7F+eElyTJU/nUZ5TzD8
vNAORclGf3VBi/gkWUcasJUfDeOnpJtf+9ZeDtqyd/63VoILEjQESgWS1Xf7Ew1aIY4+sxK0s/Am
nhf3HKX4qT1e760CIvV8/ihLCmYxi9thyBlpP3mDGYTQ6QELmFWDfrFYzA/JiDH0GVnPaHhX2GOZ
v+hLRu1U0xGyOZv0GjWSoczZe7htTZznE0QIIj0QdZmq/4ZVBFuPTDIszqAYMH7GxaM4qam7Jwa0
OYqUn6SKiD/gGm4yUYnqmZ8ZNNbUnytdmOdENO3/sJ0p5AOGROSSd68MV7/NJVnGOUY1wqQ8m4tT
o9rlxcbcfee83kcGyBwSYQ9Uh/msn7qjaOghVbUZmIManYULr9ZLtP5cV/3bl00OBbSEUiitijWj
aUYmPze6ihtYjSxI9W0yfnPiXS7M1oxA54DVorotSZq36yZEPiSKQawzLDNFpSOlIhNllkf+GlY7
b5atsSAS0iIAM6NR+7kdC5Ip+HOb/YaSd/RuaozuYI6uEsxt5e2ctvvbiTyR/M2lE2lSJl8dtmFA
tX9SLCuoRvzXrcisPpRmX14AKLk/ElDUfiN6dWcP/qo83IZzRoWGgRoSNQM6ybcTTIq+1JxOtUgd
eZl9WCjR/5smXlnbxyqucSFveDjEvM/0+lVHpGE5hXnbfRuBCYvD3Omi9VWcc15D1CFSUN7jiCIA
5g6wFIVkNPOIGuqzVVfDx9CLq7/TFumIw2Ca+XLIYAktvlF40WtbVcmrFVvaV4qobevrXRp+qQe8
PX1dEaly2YlscjHX08ZHge8KH0S2slfTRpoisTrPDuB9hz59XOOpJe4fspCIYvYaD7LU/tSJ1HjK
Q+x88KzAGmNKkuIdxnnV8fHPuY83/AoyBHm5ARtep3MK3pf2UE427jRtdMSf1IFZNrs776qtDUbO
COWAxrnmrcuY+oBjSNbqdmAmyvR9GvXugDNG8RR2SRIsUIt9IWpvh+G5MTW6azSGoQQA/1h3KoSm
D4Y1JMglddF3DRuQ11aU9rfH67dxZROsIRaDd5RJ6hqKaHXCdJdOhEEZRVb7XXUUHZq9h/x86ucO
tgDLJBCwi6LE1S9c2WYUtDmGtz6iuHnXHZpCzxLfi+gxf8FGvfroVo2ePTtpmI+Q8m0rDZJkKaMg
Hcrc8ZFfLIydLbkRabgCqIrAQ+XKWaMQpmks+StykCwcqyPSc3iS9HCUKnQ03n4lsFzSaku24+5a
AstSLhmn0CHbzu1zE3rdUSkq5ZLVQ78z1MbnB6fOpADeE6fW9heNyAVWCDOzAvWF+kxLc7dy9lK2
rVGoKMn6HPMhLbg9zb0qPD2aSjdQFgskjIHni9CXcCdAb4xC5YrbkgcRvapfxcrf7mu96PK6jyV+
ikbVubeT6QJua48VtzUKXRMdAjudIhqZt3OZa89M0gTUUukO+NoiU/pUV9OeBcR9Fi/hltzUfBau
0bXf42xmFHc5uJTZCwqpavbVjOcnx1ggk8XJMQntE33q/x4fUxlUV0EXZBR9GnCECB2sIfG1YyMn
72VW4BDZOZ5K/Jpxlr+5bamhKxHz2R4PuLGW5Adge+DtQJNYUyaFKMAnpUIJUEtPDrVppMeks4ud
k3s/CpK1Ej0AdR7MxFrZCkIJiO5hcQIDiZKzFw0F1FkKZ2+dC/QIi+oGWQjNi/UXa63O6UmuvSCi
ePoaVpN+TiBNvH0U6JgkTpJxBz1tdS+KVkz6HFLvc2R9cgD/+Led0Rx981zgyfJlAFwA9l2DApMU
TbMOBEoAHCB6nQZnOudLln39H0bBFl6CKuWMVlFhbK0Zvac0DPpuqJ8WF1uhmIfqm1s7dF2IbBSO
eZCRyt+eVzKCqEZGOwwWqNX+tIBbHqNyz2bk/uiAMYA2DYgEFhq8ldtR7LnvvWZwPIiWiZkE6tga
H+soMl5m0DXa2Zw97/ObVw9Ug3zgU2XiHbx6BSOZgZUaldgA3Jr7HKqZONqNsber7289ACq0xmAS
gBJV1+gpLKIGkeRFGMRLpZAyzulZzHUWjHq65zK5cUzJsngCwaCWrMF198Ezmso1szAIsXf7h3Zj
8r6uGncH77o5Ck1iaGrsbB53tx/KC71qGZ0mRKSw6XG+iJsnFbmiL48/zuayUSuTdWta3OtOX+rG
uILWjIKTXXhS9Sg+W8mSv4yy/vr2oQAQgL6TR4mwcDuhWPeKyuj7kE/SdAdNF+6hDB2slft8D6qw
tXaEBR6Ov4qA69KS1XdjX6s010o869+7y5icFz3Z01LZWjt6XpTKOUn8c7UPskbr41EhV4xDp36K
Ko+7J7YxKhvL4fnx2m1NiNgAQIFUC13b1WYQlq5Akp3DIEOcDwB7Yp2dXAxvj9mY9XBdS7o5Dgyr
CKRGWDK6iUFPMl6yP7Jy+gq6Wd9JsbcCEPJV8vZh2Xit3G4DoZhFkjdJGDS1oVzo02XvtSpO/ESo
xWdHXcqnty8dhRduMPY3/UK5tL8lWzGig3UHOC/o7bT6LJzYeCFM7Ln0bH0g+D0gS+GYS2Dp7Sg2
WF6R4oIaUM6YTguOPYFpLt6nx3PZ2nEOvRma5ahFAti6HQUPb/qS3RgGhtCSY4TD9UtkIoLZYDx7
fjzU5oSQQZFN418N69uhzLZCCddjKIDh+t9V1c7XBFzT3rptzui3YVZBocWmKi36haBQ9fqLmlgf
lMqLL7WClfTjCW3tOw6QbASSl7DHbycUaSGyR50eBkPXfxWGk14iZRr9thL9CTHW3H883NbEkAzl
ENEURAVjtSHmGQ8VqzC5zTPT+dINWfNnBccnP4Y4Yu1MTS7SbTosbVRReOU1gargmonVI7gGzUxE
18Wx2tNMRfNnZw3hjyKdSlPOkIfpJBxkOB/PcWOPIIwFoZKQDhxljegT4wL9SAiUK1EbPJUEr4/9
5Bg/3zwKVXTuDJC1UK7XiFdL6YtcAxEdxPGCLxoFiVPSV/rb5yKLZVBtpT4wtcfb7TE2bUhlhrlo
6FTJYDS+RI2a7AA9N1YM8IkDahArH0qbxu0ozhTVbodlTxAuqcD2dFJPduv0bz+72OeAUCRGoJ+w
Fn+05rrJKmoDAUqI09WNscMIUTbdUV3ZmgtdImCWUCv4e7ViyZJGSa81TlAspvCr0Q1PvbWL6r4/
R4i98Y7gwLJg6vpN5CH3aGtYY4PWX/BjLCvvhf6se8rjXn3zJcufD8cadBCZKt/p9uPg8JLnilpj
i+pMxlHtkOzg9q92lm1rQjBliawoWnALrtLhrtat3DMYBZdd149RQzl4AufQCrPqnT19HxeYikzq
ODi/BA9vJ6RMyqjrMXt6Htw/h0wJRNz8EznDSzFzkoq52ynRbU5Nip/RoaROs97dSo8RyTIxtbhU
9cPkjuKz2+jWu9zonePjoLA3lNycv93qtYauWJbJg6So85dJHzFeL9zy0uVxsjOr+4uDzY39CpQJ
AHd3yH6taZaiyBwblX/r1XLaf9Cd/hZ1bucDJvrn8bTuz5QcC4SHZEFzya/iQ2HnjtfK2l2ieI0P
oqg9Dd2yF7c3Fo8+kcwiQOOQvK624DBMnuKZkxNUkOCXA3rB1kGMU6UfqWK6O6dqazBiMlkCGSV+
W6ucBUFhN+0i2wmiaMp9BXCTn+fLT5yqjTeHPfrIbHi+E/ud2sbtnkBP2WvHWHeDmZL0Qc0dcW7p
Xe8cqo1PBEpYrhwFKF7pqyjRNlgXNfHiBqD2vcOMlttRaat/37wPaEhxGUnBBx61q33AZT8muU4t
QGt7xe+rvnjKK33P+eAXJ/w2ceDVJxXB6dpQxV0n/CPO5cqIOVmAS/TSBuUo0k8tEPYvIyZ5tt/o
M0o4njOk75WMk3XMlnyKDzUC+tCEjcbWOXQF/xctx9j7mzkutX5onXDpfHvsdSdgB9avmjcsy98R
cTf8mSN2p/S+mhhKFfp4N8bJt7hqte4Ashy5qcerKLfWo+mtcjAkkaSQl8sTmly8CCbRVafEmMTz
ONvLa1aEXyHYTZTlk+xD1yX5j8fDb+x8KEkUkmVlFEzyKkaZpRsOptXh2OxB32ubOj3HCHJfo9z+
+faRZOMNnBvkPd68tztfuKExx/Lhppq4ZLpCVU5UrR0qo9C6Hw+1sf1JxGgsIjUADGWdJ4Vu2ptq
UiqBEhXRKcQ87MIavFnmlXIECHl0DOT6ga27nVDY6otSl4kSGHU7n92hhqfWRN/NXt0TY9yaD3cV
1VabzjaZ7O1IwiiKvJhtJaDa6h4FGhoWiCHI9zvrtrUZ+DBSDRXiIQXe23HoyMR1X8XR1XGq6rgU
XfmH40bV07I44+XxJ9pAW7Dl6Eny2CVhpvR/O5bRKAs12RaxGBQRib2fWqP6Otc6Zqo5fG3biVXf
LstPStlfUNT8Gk/zXm1k+zcwTxpRHACekbe/gYyjaTWwLYGR291/Vtg334dZXY4uyrDnPLQ9Xwu7
8JIVrXMcXb19dYdeO6RE8J33/6+e5yoK0KyUnBWKDfJavf0lTm+lKlL2zXVB+CM/mGgCeF+hb6bx
eZ7U1PxbzafwR23OyvLcdxHaIDUZDtaTWloq4ZGkEOEqLIV1VDpnkStfumRWkJWNYeAcF6gjWgA4
U/kKLcbrP+Bc2ySfR3tQhqPdm1DEs0atmkPeF05n+c7sNAMA4FYNauAG+nso9sRSNUzak+UlXv5t
NOvpa9oabXroXYwUfK2fwuZohAne0DbPWOOsTOqvxpTtLM/q0E7KF9iu1AH8Rmna5R2GqnHxJSnq
UnysxyV6LUUfWYFWhHZ8mIvS+xKn+aQdQj3KvKuB71b9Rz7PankAyqSMfm7EXl34HY/O7KsFm6m8
CHKG6sjDJcYvJczq/hBWsQcOVZvG4Vy5fam8GKOT5xe37uwsmB2rn/zJKjTNtxSdV4HpDjjmIrZg
zP5I78R5gkzRR65PDbD9J1W1wjvTOuw90iptCvl1kzal5aFyC7qluVp280dnzrPmVW+rsvxDmdrJ
QNChd+afmZlG+SnX9Fb7MEF8cvwUJH2tHefUCcsTEI+48t0ocaZLZxV4Ux7tOrLMK/pbRf7iJl5S
HyN9sXjILnau7Wnxb4QYbNIp7JOYUNxfZ0BRWWA6EWphIG2NrxjPREAVomEn+/m1j1f7HKwp9Cwq
eAhurgUDILYqedzVCvhAXbvqudl/TWNtPCShhHiDlhDPyFRqr8m8eB+WWh2+YAaZfXwce7bmiuM3
EEJ56aHNenvY6sloMA30wsBBku2gURY/pXoz7gTTrVF4rYNFRgxfqkzfjmJqja0tHjerncbu56gI
Y9q0TbXTkNkI2RKCRD0AeAclcv12FEMvEVHWs+hahCHEAq/SP8vu9kusReoeb2ljRqA26JHQc3aA
i63CZdm3xbKEihKEKiH6oIfiCz4N7Z6d4a8ceLVJAFwj28F7GojIWqIqdfpsdg3GScTygi7NQbGj
1E/L+B3R8bmbvKdUdY+8eN5NY/J+NqLnzsVQshuiD7mdH1tgLL02XxD0PZdF8VefN2dMx05ZAQki
UqrDrE5Hq5srPzHMnWtt4zULXFOyngA1sEKrmxqZ2mxCUDu6Atf8NhDyfarIytHo2pfC4N+V/XZW
IAdWNuqp4lE7XuM3C5hd+Im30dWw4t43C21+JtMSOwWBrauSAeRFbcmH87rx5zWJPYVTGV1VF7ea
sEgvcZ5DHgMraNnv7VCM2Mq4P9quxNnQ/jgOzs4VubX5WFMuSMoSoLNXK5vXkVEk8Rxd4Zho/yRa
Nmh+0wLlenNsAAMrmxiUQ8HcrU4t9XGs1hY+YIxGzTHNWg0/iGhPy3NzMhwjHjboUt21SmahjNpS
hdE1H82IulQF7cTX8bs9Pp7N/XakgsNfiMpK6t8aalUhKG8L1UyuaiPs/ET9pcQIdclQAoz0wUk/
5qMXfzJKxE121vE+LqFmAvkfjX0qY9R3buMSgNIcYnyVXXXLeCZFyC5IfDrkrnvyb/eVD8milhAi
4Ln39RycAnrVBdh1Tbj9xaFWtbbwzcZJPjraNGPNKaAZ7ZzyrTHZJRx0MLmky6tNsoRqZy1NVF5r
PuPrnGttchjMHtmqJh+sD/Kl+fr4Q95vGL7gL/EuhAgp/q1Cr5O6BvDiEjkMUxu+h3ajPmdame/p
Od9/NcoFvOdphXPK0Ie6/WrkdlovErtEEG30sF4WNs9mb7pUav32QghMRzjG0iKHo7bOvcs0M7S5
ZihMcsLqedaScLqMfVbsHIGNKQG5QJmXQqYqO1+3U0rLNgO0oHNpRbPiG1adnCotH8Cc6XuwhfuP
RBsKDBOYfUqL6NjeDgW7QtEWJMWvAo7cD6ou3sUFkbEnh3BXMaBsBKqLyAGElSb16mjV6OOCVZ3H
q6YsWAM6yIYZL02sj5lfWlH1HeJenL4sTVGIyzC2IUZAddnueSvcTVbiN8mdKP1I35i17VxqYf+2
wEy45lhZa3Dleg3JN5j5b8bvSXA1Q3DCbdkuXzV8HdwU6oiL9apm9XgcpnT+3A1Lc40XXfnz8Sm7
O9cgkqWVHm0ixAlBadx+QNNbGn3IDXE1Czv6s809EfngkLCgHqyB2hGK+G82cJEgaFAN8LhQu7nL
qbBUqPqy0cW11dP6Paa2pZ+p9fRWwQmMTmyCMeqY9M35CLcTC13MzOzWFFdBF7F+UvOl+JSgFran
O7yxgA6YXuITfXNJN7wdp8EQRlMXY7yaRkcPRBG9eYnbfIj8tHf7GfmzPcqh/CQ3uSIz42NR48GM
AMGHVSge66JW2kGO2HjDv7nWlU9CaNMltyKkugwt/l7yjjsk+iyS0+PdchdZ5NA8fR06qNzha7xd
41S4A3NnXy08OZ5MvU3+aDFOulhts0dG3B6KyE9MJo6tn03q4vT2HIvxOoQ2nvS1WhnFaclz9Z2W
LHuFuo2Tjd490CtSE+BxawxMlEQc7aYbr1llG3/rZW9eBxL+49tXDzIIvqMS5QXo4XarUGKxKWMo
WEwXeooPX6yXvKfN0anfVQriQd/ePhyqgxR7YIx5KAbcDpfrUx1PZkhhM5JcYqdvznU4fhuXfk9Z
cesMIPdNyVqSVK21ThmMY6TT0my6qsu0/AANVv8tolkbn9DyzZOzXqeltrMTN4cExChlxsHGrPXa
aa2LsbTy6RpRpn/KDbW1/dJLrb/6ei5yDMQi0vP/YT1/OaVLlSNn3fLMtURNbSedrnYpih+2Ns9n
ajFogY1Rt3cD3F94lCIBnPKYptZKS+P22zGK05BSTddeH9JDqhCjfaUt46eB9+7rVDrifd6X7cFN
jepS1fVeq3orxtDuIn2WeKC7eoFmLYXoKbdeo7ERWHmFxaUvquy5nX+YA81Lv3Np9gIu1JedVb6v
l0hmLZ8UYQRZJV1PvR4LFMFmtu3UNFMfYBwfN4fKQIHiUIoo/C9SI5H4ZtSWH6OuE6+aYvo1BYfy
8ObPzduS30BmA8TSW92McyN9O/Hl4RJO63MjFuw2leSnsMLh6fFIG4st00+c6HRSa6CYtx87iXVo
ME4yXXGZmZ+VxDS+x01XnYt20t6XoRjg7ij6iVxvDyW+EfcQZJfG72QBvOJX26zyUtWgCjvxkqjF
aTL69DxkYbvjP7ARyslCUUchCsk+yGp++LEXNZf+dG3qvj6VWlV+6J1hPJHTJTu3/sbukTqrLigO
WSAy151aJcXkTCkj4BWtPU2f9LyrHB+8W/oyFZkyHrowbkvfiGf4i8aED9pBMaBInfOIzu7ODrr/
rkRfSaanqAMQf/1baqwCNDeO2Mlq+6P0hj8G137uxunPFgaAT3HZD83h6+O9dP9Fb8eU//23Bjy+
vIVHBU5cFcEBrcElIgbRJDs79v6L8ram0kFfF3z3HbvK7aIER2F5OTuF80fddMZfZpY2iR+64fTv
4xltjgViVNrA6+yf1R7Vopa8Bp2YK7Zm40E1x+lE5Vo5jLH39ggvWTN0tgxaQtzSq5zRSJy8jHSm
lYe98jQnaf5kq0V5nlx3b29sfCc6q7JAgTAphZfVmSCvn6ciHnnRJHF27qgzBnleRTu4Jrk2t6ki
E0KLhf4KgeWOm+7Oc2fk6jReewfmQl5CDY0/1Kqa+VMVV0jY7Wppbc+Lu4tDiJ/Z2vvDVppeV3uW
sB+5mRIEJN5Vokl3QNibewIYBjVHanMcsttdzkbAKwBZmWs7oFcllGiC418DXDbKN1NMUOCTErz0
Vik2U4+4HSoKVTc2qQ1c+6EdkI4EGtbQKT493uT36QzVB2Tb4dCxbLwkbkcpeJ7VZaWN18YUYGes
3sd0PDt0eF77xcAL6X8YjnqzC6xFwiXkz/ktSmjlaAw2tO5rMqbuCx2+8WM36c5/QtWUJ8pL8854
W7sCfTXuONJQ/qnfjudUNhJjmZiuYUN7368Rf8n8xB26ty8jfz4UGtrGBP917mDMLRCuWpmvBkKq
zju3g7B4zN1m7BhtXBLUrLSsen68mBuTk88ioJBo/ENdl5v1t8WkQU1xJRPqlUI4GOOw+ZYg4nB+
PMjGjicvctEzoxDCjbIqCTRhN1O9bNWrWWt4C9ux/arz/Ho2G7fe8324Tz6hU0mWsqz28dxbxaYl
WehARq0AWWzn58lOGSFzk+WEK4wtLWSTEb3jcTikiZJ8n1trz/xma7K//4DVacjLQQvLeBDXroGZ
76RK6htCmT4qWjX9Dx/v96FWH68SBRiorBdXsk463l5s+EaGF+njr7eRCUgYMNk0Oul0AdcrOrvO
qLWzuGauOx1qdow/RrifFt2cH8pY+zsdUs/ventn12xtzd/HXS0k7f0lbMdRXDUrpc1oNNkL1s97
UP6NW0YCQgA3sD/RDF+toaFw65sxBR0TI+4jSW58DG0thL9URf8qqgj9oW3c49uXlPvz1w6lWLYu
psZIe83CpXDlFX3+bc6H8mqmov+Y0k0/c8l3h8Tuoo80796MFJX4F0jIWA8j0UFOcnveVRf34TZn
ugrV4ucoEt9cUbdPCf3QnQTyl9rF6v5G3V5CDxHM4kOu9s1oF2lpJtRbUrOYLnrST8Af2hyF3cJz
j0W0aAdRGphV5GZ3SarSO5tu7F3SiPKCMXX9SYs89wS4SyXt7p1zuLR71NxfWezdb4SaDeaWHINe
1e1y1HMKucaMR8Sj+9p3taJ4qU1KDW7WHL3eiLCaTawj+lH1Oa94sGMWpweYbuhor/XKabGz+svj
rbEVPqAeUhWgJgcMepUdaF1hae2gimtaW9FFcdP4q76gBrW03h5PYnPry+4ZoZ8q+Fqify5Ut0Df
ebw6CyXMczIVRQXKIcpb37V640W1lXA8pFO8p8K6dbK54ni70dOXDKTbVYcznprOnPE6He2uOVkt
tkO+NVmLudPV2hyIQossEANZWhetbKVTF90txqvrIgiR4tTnt1TKdsLwRv7De18qj/HWJklYbaIe
jm0ye+Z4rRIbya7JXMjour5KfOImtlN2q3Z7tKqtbSL9QPhsrOKdxpbVArFxZdFvHjXvq1DFzDFL
5ncaidFOHN6cnstOlDwJME+rCJmWhVYOeSiupVeq7410RKSl0O3CV0WMHfwU/x9p59EjtxGm4V9E
gDlcye6ewJ5RsCxZvhByYijmTP76fUp7WDfZGGK8hg8GZLu6ihW+8IajFtDdrwawV7JipUWjfOL/
FZPUo61oeZXJ4sWaRg/jsubCHwdRHWnI3psZOFWa1JBJ8YvafDg4Y0hgTz05LsgV3beERiw+GMv8
G9KTZn2plK4+KCfcHZK4hMCfXG3H6cpX3LyUlNTJS7TkoZ2G8kvaqG6I7rnxuaMfdHAC7o4niRRg
RSkQ/1QP/tdatmMrqmQmAyha86Q22XKpMZJ4UuzSDkx3+uXty+v+aBBYARxIdNLmddFry4vtBDiq
UaDjjpfx+mvTKR00Hhu/wW5VD8a7t1NolMgkCiAU5a7bnRKvpWanrscHRPpf8+uppEaxZOZ/GoZn
k8oePP2tlWc5lNnqpXTw2q4Xn4XWzR9Q2Jz/y6cCp8MVAgQJCP3tZJbEHtd6ojWiKX38u5LY2dl2
nfR7Pk3Vb5MQR83ju4sn4alkumCxtwBfLWrNaeQeCbtpEdlFiXrcKrpJ7b6+vSnuXVXy8pB5PBrD
276L0CtvSvJkDnk73bNdivqCMG3/jLGVFbw91N39939DbfPdJNet1Sopv6ILmAZ0e2o/1oarGplP
TX+oaHzv/WT9yJpI5Nkcm+tj9TBVqRt2H9Jy9uNU1sPZ63AlHVHJOC+wnGK/o0R+fv8cyaHoVzMm
Z9q43SZ6OcAcyThjLkZd56nr41M3tfp1TcBV+AhJHtmG3suoOGFS0IrGPyImtwPWVhUp48r3A8Kj
Y+FScvj9atTyb33U5L9M8H7OuViUT5Kb2Pq1Urp//4cpSwUo+ls8QVsSVeJaylznNC9cNcF0Yyw8
VQmciRLABC7V8atW2qa+Pea9XQs6gNtFGowif3Q7a6W0lAGSyRwOU6wvQSSE/YkAKXutcp7Jg317
7yhC8wUN5uGUw3t0O5iICm+OVDoWKi4cX1rOiBKoijMdRXx3x5Fmy1wcRJfb14C2JAV5u6WYnWsA
WkvcKodkbA8usnsJI+RN+ruE1GAfNq9A1iZGU4+M4sTL+NFdl+oyNBjdYDyTrSetN6qnaS2JLws7
Oiih3/lq0BPRcMGbk3boVt+/FqqzEsTTjQAIweHwrADLndhfla54/waBMM0iAo7lcd0CVZQ2zg2H
Lk/IMsTfHKNYCj9XCueclXr/8O7NSD9NKioA9wHuv7lprKXHd0dLifGiNUZULp5EdVFydU2edW1s
j4pCdy420JCwwfGZk/ZBmwAsntwFYBTs7MhsNTeIiKD+IFjQdH9QzeEv6S+1Pthu7pgHpdE7+5Pj
DWKV5wgjyG3TQVXH2tViDjqaweKxQWfvJS6r/CBevzsKxSGeWhznUPe4PW00lVpl7dkkYCuKJ9Hr
cbCU6ZF++Z2tKDm5QH7gz+gYaN6OUjrFWpbtMIdVa9nfFr3sXjowCN+UrmTAt/fHnXePlJFaKE1H
ruotHUGYXdwqtse2HxwUydPetAIvstD5ntKs1U9uY2nvP+SMJyXBqPzS79zsEdebU2wwSTvo03cR
no+5vV51I2+KYAA28n0k90n9sqiTIqAe1h9pd91bXsngRtVGCvD/dBL9V2CrQa9plHZBQSCvi89T
hT7oKWmwQQ3srp+bg3vlzomghv4TJkxJHUGL249J+SFzFzD/oWi9EUHHpFOGACvQtTprQl+ap7rK
6g9OWmvx5e1Pe2ezykyIG5s6PpLNm6NfSO9C211UOD5GcepVJ/vgdLb1Xlg6Oq2cdZ6gn4WA7Qub
4QlKc95SwSu2dVioZn+xEqk4qI7uwVB7aDJj4a7OVcaXozy0WcvR7FpMNHstTC0KfP6aUCEFRxLj
owoW6YpKwzKfiykrzIACEFLwZVQqkibYJ342at2RqsK9FeZilXE9tjDQL2+/bbYsdkJFSg1bpAD9
IVPHs670R35X+1HQ3pIMZtBc2FZukeZta81Fng1qOKGl9zoovfuoOaj0v71b9hcB2F1CNFncI4fY
fkcvacCdU6ENFw9kwexpxZ9Ntcy/17bSY2Zvpn+9Pd6dWcFZlfUHJM0xdZZ//q9TWDW4ddKDNsNl
qZZ/0N5dltPiGclRYL8PKXj2qK5QfoZFv4N0pJ2OqYZelmFapcbLaA/x1S6V5CnP4uZTlkfWOUss
/cForfrd5w/gpC6ls/hqEtxxO8NxcLSmNMs2LLIoOzvWSgceERbvy3sXUuIz0TEn2MRpZovPEYa1
wIDFqXKwm+wCZHR6WQ3nKBWTW/m23AmhE08iSXABdrRln2h223rqNDShpdj9qcid3G8X6xeAWCbV
j/LsoLDmd035ic/w59sTvANuYGwp0E9IQUNc3eTqVpuZQ72oTegqEzjvRBJFCtdpT7BMB7+s+uFi
5JVzog7vnaxcq74YaG+9/2uCSyU+pJ/Bo7xFjBoThaC1Vjoe5TWd/TZVBxHYa5cdGb3tD6KMnmTI
Rm5N9XtzMFIH9FhXKD19Nd35BsWsX052vLgedqHmMpyyWG/Wj28v8f5JJMMmfqLmTg1h52ZbC3NW
zKaGDkaz5CNYq8r50S6ZqE9zQev34B7fj0b4CweZFIlgDXbW7cGgK1QW3Ao/OxfVg9Gv+seBqxo1
lfKwTn9nLFkXQXwWm3Upen07ltXEnhmnogrdKUsebTuDdVoW+aOy6trBS7+/0Yi0oeegj0bGifTw
7VAp19nECldhpTbdyarn/ss65N3ntz/VfnswCtK+cAMktc7bbA9Vb8oohsMZCkdrT2VlK9fYcsfQ
XVPlc9F22gGW4s54pM1cLLw8WBxuzeVEskbLoKd1aLS9idB/auSLr4wx7t6ABEQWxBbMzsu7J8lg
5A/Ah2SguDnxkMebwhB2zePgIHjbr8NzD7ziHNVDdxW1HR3s//2n+ykdwxylWy5khdtPl4tkoFRM
Vw3jtd8yo1cu8dLM57cntX+JaIVJkTFQ0zaCc5v9YZfogvQGqBQ167QgQWHgc43WykMZL98dLclj
v3ZK90zH+evbA+/PAJEDGS2ZHnVcuOy3sytjU48QXwGGUJTj+uqRGP2aNdoyfgAra7z7FHBB8+rB
CZIYzu2Bm50praCcU7NrYhEaS5oEDaXyg7R2/8H+VzxL5rbgNLfCyHkjQGm5yRqW0xzPJyg5bhYg
aD57796JkGVBOICoB3hDYnm7dmk0CbyQBj3M5rm4Fm4yBp2TNB8FFqSnkbfyIB/bfyvQDuDpaSoj
T0J18HY8xYozGwsiIyxsRfewUjXKOpijtvEezcq0P713Z+C1wDEDEkMxAkmU29GsFhB2xrkOnbbT
gxVJgEtszclrn6vKwULeecUJhQiVwXpyqHeK2e3U67m3JH1YjlH+6GY6JCqR9H/2Onx1VArT8VT1
jnKSYLQPYqjTEqqJsRjnt6d8Z+eAMEaFWBIpqcJsDoPiZYnCnwwgH0R16vtcKC82OljtwZWy/5BI
XYEuJSCTUjPbLDPVo6xsLDGGqA2ZNKF02oig4JWnpJ+0gzdhPyfwUxQLqCVBnyEfu/2MQCq0YkAp
OjTW2Dvpaj2dBeGJ//bK7TNZlOMkJ5RehiSmbTYLxkuZPmJDGzZzpfw+Je68fOgpBz6Ibop/BfKW
KYgsW8uRXYf89behJxw16iFQC8kU4Mbdzs6wG81pq3oO16nRHrp6mB5gB4tzVwnxQUFL8d1HEGE3
Li7Y6+A8eftux+sd0XaEeNxgyVIgx5D1l7LrzFMKj+YgtN19OIR7QNVDIOBUkNhu3rmxnK0JFo/B
kiIjPmqTc+nGVLx3y8tRyD/gkRF28YjfTiixCrsFs2SE5En/aG7j+vpYv/t1YxCJGZQoUq6ubemW
ekqDWmdqQ3StkubXunDaIg4yJynSB22p7L+LofLm11j0onwUtZG7B4HKnbVE0g8YMKUBmcJubs6m
ylox5kINPXqGl15V3MDQE+2gzrjbjFIiXbr8UfEwyLk2XyzmaEAz9NRwpD30kpozXDhN6boXs23S
82JP8fTe7chUQLMSvVJ4pz+6OdxpNNY4aJhaiHtD8h0PH/dToQr3tah08fvbJ/zOEpIjy0/IhrF3
knO9RSJQR64WDi32jNHSg/yEqHPwdt9ZQry9aGLBhcNIbKtxk5pFRIzgWKHo7PlLkqpaMFeVcsIR
sDg7k5Ff3p7V7iamEUPeT5hgE5STjN9u/6hPFm9aOitElNv2zsKoNapubg3qX1udMXt6e7j9IvJ8
A+igKESqSHHjdjhPbYy+zzQr9IgYcFFsdczHYSs13//DONyH9HxBYaJwcTuOms6oasK4CgctGz8U
aUsUWVfdwTO2/1gU2oAc0Kgk1+D6uB0lamC61nVuhxy8p1Yt+pNi1WGjucopy5rf3p7SnS/FC2MT
HPMuSxrM7WBq5DapW42WtK9OT4an5Pha6iWy/c0R0+jOULiwUJbl/uVp2aLZ4qh3vdFenDBXABT9
WRhOif9FraI4nQ6UpQ4CrTvLSCMQqA+VE9qCW9jeMCaOsJCHD23q2c80v5zW17w+f7BjFXh63ypH
rYo7E2QRieq4Mfh7m9LUHhGUbdduaFfDdOmVbLhEOW5m09i+G1Eku1mSooAMFxSxLcyzt3OrVpeJ
odIejw8U2ozxjKYNNpxVlasH9/y9iQG7k7AUyteMe7tJkIYox2WwvVCPUNAZlOaX1Enzx07XDw7y
nYGYmJSk48mE+7+JA1Ktje1sHKOwgKIQzqk7Wue+7dqvZh8rR3Z6dwcD6chfACxBPd7OCm5ZXiT4
FaJGYdemn0bu8LvS5aA5wG//8e5jBoZOVil4xEgKNxObklhNCMejMNOt+TRXdfXYOkBkldY+vT3S
LmQkhaFkZkgqnXRb29wegPmb2mm0KLTbKvuNsr51RXddO5fNvJy6rF8f6thLHt8eVC7VTbwoB5Va
hQjvUybZNunWMrex22XQQjH0i3Do36aZe6Qfvz/R3B/SS0SV2ChwsZsPlnI7jaPFK7YWv1fT+g04
NQKqVev4S9r8+faU9ruDwVxZn6eSDZFgs+ez2G2UIeUWjrUmOmuNVT5REK4fjTVLDmBm+9WTQ0l0
CMhH6spy3v+qy1uj1w/LpFjQrNNVPUf8yxmUMRlwvz2newOBtkfnkcWTLYfbgerYTNpoyB0Y5Oby
mCeW9cgFc2Rist+B9FEplMnKHFnL9p5vaU7Ns1s4shKR+9hgIsJf/zHr6pPVex8hjX17e1Y/vQNv
dx88D8jAwAKBqcKmup1WoTR2mjaTE6ba+Dpk7SmrFxTsIb6NV08dLqnZoU9EebpavVennOKgcYwj
oovcD7sfQZz601CFy39zwqGIcWVBUw1tNO9w78ibPNCpTj4WbYIcZoUQ80kk9eJHzjh8fnsF7uxV
MOIyXpCmX2RQtwuQCcW0+qhy5F5tfTAwyiO0etTcWnFkd3ZvKD6qVI2Q2J7dGazaBCfc1Qkz0PDP
ri5sSmi0AMsp0g5usju7lRP1k9UI4m13Z2Z16WAaw4pWrWj/KuD7/NM6zbvlHwnnuE14cYBLsXib
tSM56u0KM69QzIn4WDlT8tpmg3IQjOznwhhYGhIYcPLQzbz9QnlUr7klluyKtK8B24oZqYGZVNOR
7OKdgQi45T3JRgRyvDnioH+bcWrN7AqkRkUSQslPCADq/ns3HJVpCKcMAp4OG5Tb6aTKQhQeW9m1
n7v5jKbCGgyjqT3Q0Wj/w1AyjQBkD3B0x4EwkmpBya4S1yR3NPE82040BjQVVuOxbKLiiBS+f2O4
QjCjJSKQfLWtSudQIF7LqyyuKFtUtr92Rh0orWW8xl0OYq8gDHr3pSxHlCJLxBpcYurtWuJUkAjR
TOLKMrfYzHvLOSOBOnih9+f2dpRNUTUSOvQYrRdXEBAeur52eoIt2ft1k+YHEzoaanMdV0pTtSn+
IVfVqvuru7b6B6MZuo+LswzvrXzTsMAgGz9ZS0K7tv6dpVOThBkMNccolsXZ5PgdeNyDi+junuBZ
kcE2G34L4lQosmZVr4rrmKmKj6Xlw9w7iIPYL0Pb1++uPTAl0hb6FrK1vL0psLizsq42xHUixg68
YlzOUTSkz242HX2ou/OyJZCCwGMPiqvmai64ssQ1NdbXPM9O0NSfh0SzgnaMjmjI+/eRorcsPuiw
TiUE4XabD+NSOCXlw2u1Wsk3p+tWw9dxMtH8TOsmwx9LqabhzeMwn9bcORQ+vLcrEbKRc+W2B9p8
O36tQhgwilxc20Yx2Pd23wYCnFwfjFR5Do7AnVtYttGISnCngxAt//xfEV2P40beZpzpHgXVVwLu
6oHievTw9i18dxSgzHStcW8G93o7ip249jzgdnZNp9nDoNtMH+d+PKoy3lk41JGJ7CFdOFSEN0+X
sag6tRWNC7hC2SuNnBWR6chF6c45ZKHdG0siRiSGgcqmutkkSWUWeZwv+XVsFk8/a0Ud/+FEUbf6
y+hVczDUFe9m6djwzxrkd/8pYSNpgVY4Kl16JEFfKsVa/xna0nutMtdTfN521Xx3vA6UG7EzrgJu
HfpUt+u+Dqo2KHkkroIS1w9Azc15mpThj7e/7p3TCc6J+iOVT7CT2+JqNitNiuqjuC6K/asw0kcX
POdpxfMwFvrRR763lagB0fwFGwAeabPwTZIUa9WW+TXR3erSDJWUjVgAexy85nfHkZuVWFUyOTfZ
qc1G1YTb5NdGifJTgpyynzipeXp76e5tI/Sc5LKBeQDwe/uBmmSq036o82taG6+zqSg4/bSrPy7x
+zMqknowDrJ1DupsyyarLK9VptHMr8oqplPhOctlKZL58vZ87q2a9CmXui0yStjMJy/rpKf+mV9L
rytOxZKPiLMa5o//MArPC5ej7I5sDzovqJGgG5JfAUpWl8kV7dkcwP38v0bZqqVR/FVrPVbyKwzv
NJjGjii1X470Ne6tmGzqSs8Y3tBtbceJmWJSM0qPRGxQjULnJkB3++253NlnpLeAC/ib1tW2CThZ
pWIOlVielyJusX3D+WB8UYVRfFnm2DjSd747mrx0ZHtKBZFyu6udJE1NG5XW526C7+y7pWkHkSaM
U5ea6vf3z8yWQBAKmqR6W32SxMqjjC7I8qw3bv8Aaljkvs56ftfyZDx4xuTvvs2cZR+VfAT0tSyA
bO6eWp2Wcqyt9TnJgHoDKehFfx3dSa3Pwo5S8yyUvFEDF7/Xo6Bkv02kz4rtSQQKnZHttbfma2WC
YtefTZzSv1kTGoiZBePh7cXcjwLLCRlV9ooHKHhbrBXt3LKemGzosb1e9GipnlRtrN8L8QJ0LGMB
PFaktMc2Fla0sl1jc8DIEc2LjxWW60+DUmsXVNKP3un9F5O5shSw+5kGbplbMX6Ky+xIB7+8cAKj
tos/dKUxPwxm7J60RdH+tEfj3SA95oeNH51GGjzUlzbRjg7ZepkF86OPma6+PXjDSV/4fMGYgqB3
xnFMDs733XnC/qSUykSpb96eOLeOIOxKL3AjnVQ/np0EQibmDS2GmRdquouf2faXd28WYgv0b1HT
McxdU7cYIktvJ+wo0tmersrUDx94iN9tQ0YZHyocYEdZZgdpczszj76cUxQqoyQK+G071R+NSG0e
3p7Lz2vi9mijroZnAA+kpFds8Quem5ZqrCCgnndmN/0iEiMvEe2u2u5LAYQufZLtvMkv0qof/Qh6
4zAFa2ai+mY1KrLkROZFFHTaIv+zjk7zq5eCvQ3VpHEm3/DKNj+bRt63Prh+z0J1MC2GAGC/OHq2
9pcvM2EjyFY3rOrtE7wiRFWZDjPpGgPjNowLzH/wUcbHtBNrdajSfufKkJkSIHSpqIR+6eb7REPp
JVaZhKs12+p5QNSsefTUuHEf7KjTtOs4oZwdjpo5eF9RzivjJ35hQQVmTanuo4xblmCSLaUJjAUD
3sK3omWNEUhUpi/64AxK4C5GVL6kQ6v3r72IpixoO3VWf0/tooiebLOpJqQFEPn/OvWVN767pSQF
/8iPKFxqtNg3l761tGujdqoIRV2QR/dLeim9OH/tKKOd396F+0CaRxOiEgVvkNQENrdric8Jki5Z
m4e9Z86wvtb83LauCoaA3RNV67uta0DtQ8wA/Uc9B+Le5my5tSfUSF/zcIzatjitVpS7px7ris+6
nlnqQTz101Dh9ozB9kQ0HoA0nsTIyN9OL6LhSIeC4QpMMPrSX4fGGH5zAek5p0FQ6C59tK09B8KN
iQSY32WdFQeTpbr1RyzbQTlk2pD+MFob8Vo69Z19EVmsGddkblCPwS7DK796aabPpzp29L/xoY0K
KNVWCec+NpTkbPfUan/NdZKxi2Ks8DLmhNT+1SpH72/qTU3m6/weL1yHRe0echScx4NvvDsv6CrQ
85LQRB5aeK+3iwDJtMyWqszCce5Nf3GU7CS8/AgpuAfUgfRiv1KWkWxe+q+3w3R1vwrDhPLW4o9y
XloN4WSrtC5ZGxX+GCe6j9kNfkilhQAP3cWHblnTAzjMfqpQe/GD/gmFocSw+Q1JV5WEt0DzEWPQ
n7Qp6n7RkqT75e1Ds7vvKKshMSURiuQ30IlvZzp4yDogVtEiCxrVp8Vd6iArIv3BUpOjzsmdCcHM
5GUHqSidWTfZTVUZHdYXdhvWuf6jt4SJhAseMW/PR/5Pbk4J8yHrpBQNE1sW2G7nI4qkduN1bUOO
gjDP9coRPUVmahknpekm60mlcmCfJ0odf9HiE4vfdYZy9IrIb7P9FWibMDz8NGa6ufUQ1Ooax0Zu
u2iq6tVKx+xhzorpAVtGC9Du4MQP5ezmf4vJVg+ARrtbkCxV6vJBNQDURCPidgEWaqhmizFbGCXD
t1GYw4do6L5ajWs8q1mSH9xK8rxtJio9vnkxycKk3fztaOiZRqaSpn2oVK39GKkGtPM6q9DUT6si
6oJlKkfy5dZdj+7D/Tyhcco+O1p6YIi3ElFo51lYGCGAUrQodD5NjmC6ja4ll7EZ6/y5jaqmObh9
9p+VMWU7hIhY4uC2h6XA2a3Pojns1pGoJS8nRX0pWzyu0lOnNm73Mkb9Un2o60R8rapuXS5v7+79
aSVOIGMnbkMUi+LZ7XJLxQ5tmm2pQ6RZ30TuqU+mukK7wt3u4OHen1ak1Llq0V4mSqXNezsUN6Ne
xxFyQLmeTl/MIVs+LECHDpKZOysqix2AQqH8QlnbTIgeltKqObeovQhLCRD5UntfcWCxnMtqXNoQ
6ygn+tSSJI6+SqW1OLhl99uIwAskMTsYIiDCNrfTHAbN7PIKxipcUkUWQoTdBVVsF+kLBCJEOltI
Q0ccjP1nlEkGqQ2ismhVbINMD+VA8LbdGsZirE7xMHm+pwILhO/x9b0bhtuHIjisJ6yAds718ToP
qLBoUEhTy35EFKI7G40WP2j1bB5kv/urAK9MWndsUE4k2fbtSoJzM0uxNFro5FaETtegd5BZFv0z
oWH62dDG8nVStOTgSN5ZSs4h0qpQ8MFUbNFfFhpIy9oDGvWmzn1E/CNa/Dlt2k9JhX7i24u536yg
lVhOadfKVbe9chwpgpY3lh6uBYV0fCK0hDQ/QYP40kh38SBOxDB8sLVi+h5PlXbUQbwzVzITyZH/
X2ji5kg6kS4g76pxaEqLL3OhE4+H0PxUYgh5cC4B9/K5bm/2n3UGaTZJZkyMcfs5tbFfyjWeixAK
0lh+qJQxG/y4s5JV8+0eBbbnuB3X7BRrWtc9cV2qTqB3ian8mpdpFn9pBiiooQl64MvYIUhYB5O9
qmiZTWaZdafejdb07HhSqzb1sjH/akc2fdcx97uSBDVhF30lrWwDGewG6xybjj+Yirigj1E8Cx53
9yLmpvsFFIQSCBup4GKMf3fNZPRFivAD1t5OriHhjiKEb47NEFS5lfd+J9qiCorJdk6dvfzVCKt6
oZXpiI+amWoGplNj9lr2zvzoWbn51PVWlJ2iWr04ird2Z2zyMljma995QPCQw/XtNqJaq9aGljX8
+Nb92Ob12AaF18RT4hsgcN2gUzzn2cK8E8pOv1wLQ5+WYBgW5Z+2H4nTY8jJP6Q3eRTMqea9lm5/
SSdQSUjBN747aPkvbW+Q37nruBqBw4Pqx2uTPBjITA4B+axr+8ib/SgjzfB7HUHeyJ6ss0vIOPtr
XaoLcDScN5bIWEE4WfUpdWKOiYuSkR9F9hxMuIIMQV/ZF2PJ0Y40S/Xk8owqASQ4oOZlhk/tnwP/
wQ9zaTDq7NpFmP7g6aIMjCxJsrNoh254dtGxmgIEFOvaH8XqOY+53kMqt4vI6h/SeC3akyGQIznj
2hFrj1SZot9MdU7aEx9n4ASXwzDzU5N1LfykQxEi6ExV6Z8GLS6Xi7oUa3dwe+3OFhBLOEGUQFEd
hAi7eYjWwZprzB5hJnRuQusJ3MEvetZlpj85avfl7Ytk97bynkKyAiNrombDXXJ7tryk1vTJHMxQ
oWp5trLhW14WR0rsu0gYagwEP2rItGHQJtrEoLG9ZCrfxOU+TtFtNCjNxMFqrh1TWnP3k7q4VRS4
5tjyrWtFlB+VslaTgwBx977KX4HZKj8AiNiOx1+5laHQvHTD2XTpcMcqPT+v7V6sOsOt3MNl8u2l
3X9HAlxUIzXckKis7axMpqFHQnZAu03rUAh14jn9Mykjrz5RaG8+vT3Y/jsCcpZVAPrNUnBmcyGr
Td+oCRWccNRLETjQy05zWR3hqXejAHeXCq/SoQV885bcSC3ZimMujLCrMhwvzSbuEsD8UekdfKvd
2iGCQCYIl9dhRPKE221pVPkYRUVlhQpmXHaQmyL+Oo5G+3dvzekB+P3OWOCZecgkFAvlCfnn/+qc
L1Y1JmPqGlj2dM0aIIjW2U9LluvaCSfPQy2Wn5/i5jkDIkWpA20/olnChc1pUCZZNyoGSopxPQ6U
FEcv8lVRDNMHL0qwPF2ywvsMxCRNH/VGp+ZtrW4xPluFNfanFs8K+6WKidmeV6wh04OV38VO/Dr6
fRgNyKyVhbldDbeNRcvDD4+CYvAZp6bkpW3VGWSfUlHwmZ36pWhhax0ky7vDKfN+NrDEI4Gw2Wql
zfTOYhy87HCZE+ehaL18+i2em9x5GOporM7k8ut7e+pQKsjbKAgCu9pv5kakUZcNccU9O4roIkwH
U7FudaeDe2AXq4GroZPKzkKbAuLSZkUHs0zcMcqWsCi16JzCvfezafzLq4X3xTEWxAyqyPwUl9NR
r3B/WqVuK6Vj9ja/4Gdp6V8b28iEgKdbK+HYm3bY9VP2DHD13bVHKjXQZkETIywEQm8TnQ1W6rZa
lIHUx++FfWz1X52hiV5X79CKZ783MXDEMhtSgGTfbJGgXjF0fek0HomgyD8Pg+M+JGXvXhp36k5O
r0Z/2+JIl2K/MX+6W/Dh6KVJzbDb8zD0fVovdIgAMCfGK9lSjjnapDn5ye0WZXlIlLbw3rtjqK7S
FAfrIZN7ds7tmCXNitK0Ji+0NK3+1q+z82ikbREAv8Gb2Y7z/LERufijLnvtIPi4s2cYmjaQ1JlH
RHCzWYtmohA7ml4YiUg/4w1tnD0xG/9lFDpqVPtYUYjXtxOEkJV2amd5YUHh2p+UyPQ7dGkOlnF/
sWOnx2tFr0lWxd1NL21Wx16gwuyFsx5VAYJT7qmtp/ZqV9TI3/n88sUYgPSE6ij/uNklTj1742oD
6e2KTPuD2mL9UpZF8s/bo+xuEkZBqZWrGVQq6GQZZ/3rQDtJVfWrJ/c/NfD1h4OTxwdj7crpR74k
bhcoDvHvxURXBM1DRSt+vD38vb3BPcsxkJEUV8vt8EtdDWo1xB4PZZQGXYFZiboO88EDtAsWmSRX
CtwOxoCGLH/FvyaZL/U6oVPihjn6GObJTpwO7JxYk8EfctXL/BRXrD+Mum9WepUwHUEJiOkIZXPn
V4BKMQndqLqjxLE5gsTgkBVJs8JuGF3rrA9z+WFQ10X1E3PyrkY3JJ6fZ/q6nlAIT/RvZpFgRfzu
BZfSvDRLKQnhrbnps2hKxe0wdF7oLWl5NqMIZTGv7A9GuXPDcbURZVH0gpK2rVMrkTPVeutyGN2x
9PEw/15FWuprRvVdW5z3P/T04IC/c2XKNuM2UF3SSM8W1EThyI3qK3SO+BGQbv9qtJipOWZ0RNS8
cwnIUj+xqmw+Q2683U61iBPKblkUjhjfIUUAOSmbUs93Wns9KOD9XKnbyA5QMIExzBA8J4G33o4V
zyqqIrh1XrvZXbuT4M2Ucjf4ofqxKI1PsyOi/GIjbPvPWCFH8MH2Ejf1lQ6t1DzRxzFIDHT9T6M2
1eO3qhRd81VdBZF2gkJu4Ze1uzgnNfZi60PN8s4ftAqn+ofVdOYfhHVW8VCM5ZCdRsQ/1OtQ9G51
EktEi27GU3w4DTamE4/F2KBjbUwdphD6yFn2x6btX6deic1Ac9ZM84U3xNlHcygdcDFWa6cPNe2M
OdBgYvSnEcyke8qLyDDPUzeXf+YOGv4Pa9waI4fUHKvAUzTrtxGX6dKfvN5sTipMFJB3SpU1j4th
r5XfeHY8oCQvL2dNrPPyPJUOsrxOTWR2sMf3NyfZJwAmmR9JisKmtjq26gAUHWqVG6vXyRn1wO5y
gyKPhvJ6ht7MRwnMeaGJfWTofidm+Umc5N4kuwD6cLsnCHYBidacLijXyxntjamkNamKl2FIh7Nw
jfWjFgk3Poin79zV4BhoukCbkTWzzbYXE+KYU9Irodp6aftVxdGETTjpSnEQRe9XFsgWFwd5vSUb
wpuVhfo3JVo7xtfEjZrPRTNG6cma+iV/7NvIFYmv07Psfat0G+fT6EIWPCiF3pkpaS80JGTFaW9t
qVi4Tjqj08SwD4ch+1otqnk2qtE+qELeGwXGppQul5fJlu80Cxu/VY5yOC1mfE6TOQ1Ms3t3UwXt
DXJ36jHEXnQhNhGL5zUkLB2kxm5sy8nXnXx9RGdnjgOlKY/s5PY7kyec+SByCoUMzN3tzsSB0Zya
qoivXTwP1xGbptM4syfzwkieKEBVv+GudeQou19HuGJoUtI2J07ayQK06+zl1ejGV418MvD6NiYw
a96NxpX8a2QUqWxJTZ8t5lfQYWjHxI6vaRtrT2bhdr969Db8RJ8ou779SN9ZRiIymskQzClWbIUb
KTzHII2M+GqKNajs/k+0UfBnqfonmyrWyVUODtz+QWNuNG0Af0rpkq1GX+rmWhJFIrl6k6vGfpyn
eUCX0PzqNYTRb89tHxrwlNE1ltZMVCy2uz4WlbI22N9erd6hhbLOv6Eo9Vdkq6MPC+vIGeknnPT2
/aTyhbUaMGryclobtztydpBFqttICSe30bJgkGlzaFtjrPJYpIr6PRIjNyca34kIYuBKSEYDKqse
RiShVL9Lcs180IRl9eeenst35IlpTPSTXqHiVPWuEtjmUtV/vb1Idz6IFHHi99J1Iv/dXLU2auuO
0TU2ovIoy9Nh/ysDPPWc6vlB/L2/aqkYwVXgNkejiuLM7fIsHs/j6Ak77IEsQIKkr/SZIGGe/oez
89iRG0nb9RURoDdbpquqZEklbzaE1K2mN0Eb5NWfh/UvjpKZSKJmMDMaTDc6MhjuM6/ZxYprvMfK
oT/LQtgvwozbf+5P8sa5Rc4XrASSz6+Fq8uxXbPIbDkiNEDumxzTzlZ9qn7exn678SkRDGHD0eoB
VbMGFs30NwcBQ/qcJI79XEwqTQsY2ON36Cbht7fPiK8IcZFkZsFbXs5IyFwnKLAdKk5TeYjKsn2q
DXfrRr/13RC6QAiZIajCrLa0SGUpShm757qnV1MDQiDcMLfCmxvnlJIsjXh84RYFv9VcWgPsV4vS
PQ4z409FzB9kvQgtkjv4hkBM8+1fjn3IxcA1S562evLjtE6tORrcM8a97kNfpcahVqwthMOtvYBI
COwp+v7orKxGqQe9QBtT0DSwHPllokvkkvD6I7IQ/92fzzXGCoQVSlCgmF85FWsXTq8YI7tSdPds
4nFR+4j/lPnec/vusbScPtobTTZ+rwbyTJ/AP60AoXVtslNt5LEO93/Lrf3Cz8Ddb8l/weRe7sqx
cssu72f3HCuKRrYXTTvTrtyH+6Pc+ra8+3RjqH56yCdcjtI2sQPfxmbCQzr4ij12pzwse9+Zx638
69bWBBpODruoDdD5vxwqDQ1Z1waNCTCRzZfCVbuzPpj9N4Qtdd+tdO/D/andeI4XN1XSBpPohjN3
OV6vT6OV57WHm0g3jwsFQzxUswaSIq66TzRni13c128W4F/kGsidFxUCOiRrhFzSapUm5SKO4qbI
G4W98jxWRXVwbRH9D/fW0gSnVUFCg/bw5QRHmJlhHHL65oF2aaR1zq6d6y0Hulv7kB4MgFl8RJbS
5+UoIoni0WrYh5psxyelzOIDNPytaPDW5lhE7ZZzB29q3QqJ0L2N6kJyOw7s9rFMhpckrspn6ajl
QxSV9Z/7m+PWvicvXkQvPOp0a9G3WhceuS8HPSW4epgizfo8qQgj2rFpHO8P9boOq2CG6hGIxtce
IFO8/IKxi4RSOKve2bAkRnH8nPyl9zpD8+d5NLtd4Th98a5pKi32XcVAJ1EXYlb8qFLSF9T9jK/d
YJfa05Rl+WfPSvOvkWlN32skWL6XYTW9wFqJfqRml6q7qlW+UQrVj0WYAjpovbE+jaGw5IPZ1Xlx
qPGCRnc/y2fnwFnQvpu526n71k07HHeSgtqalhXmBv7vlfS2/gQL1oeeB1KM3K+Xn8CJYG72IemM
nseuJ/w8l2rvp40B4BexDIsqEy1LGf1y9dw2fsbYoLt7o7JMSJQJYIeziiZsyRsGUOPjmI+22GFk
Fj3Ay6gxP2rKuT6GbZuGj6XatfGLmSv5f/eX8XrHLCwaaIpAswjv19o2DVxl0dIkCmrDTj6PiRn6
bjbPAX5L3calfCO8Q3kCZtdSf1/EBy6/lh47JShoLmWpFzNgBj3SEJQc5UNTTVXm18noPvZyGg6a
XoVvrxcYFJa5oME0U3Jcs69U9LHmmir22a1gungpwgME2G+PU4hPaN8AjiKMBWl3OcUssyAmSZjm
MpMzNThqzWAx9L4r9mmZ1ASuff72VjIxBAJZSDyBR71qGjlO0cyljGAythSX7LZMTmklFF/WWJzd
3yzX1xkIba4xgA6gttU1eUfFm71QcW8OUppFgP2n9gBGs390K2nsqyyXGwfs+pIG8AowW2VUzAvX
wKgoCk2vnZbPmcvhEFNW3WPnthWS3JgVvQYE6OgKU+dZL1qlTWo2VXEeWFky4dBpnqacAp0swqPi
SmcjuLw1GjC6RYCUawNposstMhInV55egc3Qsn4v1CY96qWGALwmftqF1RzvL9krXfbyjkINGkoJ
lN2lWrBWtMwkyZZIxiIwjE5PT5QmQFYpEPjah9B0izTI26qqn6QJb8GXM/SD/ThZnrmL1dT8hQez
6x5GtWrzgz03IIucZmrejfAwQB9n6fi7Uo2qoW5aJA6V0EIWvycChWbvjn37y6ypFqNG0DufLY2X
aV/Iyku+xIBi5heCmKnZw4nJ1IOeIed1qJSo/9g3tiZ8MU564xeS22lnCDn/G7HRB38eOvfFBrWK
w6Quhs+9acJ3tkjd0pNdwRPeb3w+VmP19cjSyDqI1Bcj19UjJ5VYn03ctgM6GPFOM+ZhX1TFfLg/
yq1LeAHmLt1l6gJrKTMNaEvdW6IMIsWyPuuKdL+GY1h978zkzax0OgQ0Xfk3dT5ikuXI/dV90j3J
pST6MlAj3fLRN0gPVqduSb7cnBAhAf1VehJXsn2J03s5MM0ymJDJPyLVmRxKEIXHot9MKG4NBcF1
ISEgnUNWcTkhRbET1J+aMoiTcD4peIogECuyUw0JY2OZblxHJKFLv2rBpgOnuRwqLr1CiRWjDBBp
7Y+N7YZHkyLwxpa7OaG/Rlk1Qak3V2lVyDJQ0Dv/3Y9AaNrB0U5Sn9KN+/XWUNT1FoAt1Z0rt5Q2
KVsV9W82Q9t9xDcS/74uindSDlsGTbc+3d9hxiqoz2Q2AjEkzIgiPTuDQ0h2uad4T/fP0c1R2Nfw
L0n9rogKkRGrQsEjPjAwyvbJNdWdrSTu6e2jMADgN9pgCBut4hgxDKk96EYV5LkdHhT8iQ5NV265
U95YGxgtTINYheL/umtJySBORKmVQUGryachPj4UbvNRhEr+5gYDEjKAVsEt0uEnJVpta436UNe7
HNZSDgkNUi16jLLe3Vic2xP6/8OstkAYu51rtWoZDHb+r5Y6+gNJwOij3bXlEHlrJPAQVL1geRqI
y15OCK3Dqpl6pQzSPnGPUJTqbpcakfUCxDB1N97zG4NBgCTJ46Zjh69tzoB9JWne2HWgu/lwShJk
VKpa5D9q4WxJhC2hweoxomOPqNXyGLH7lu3/193ttJGXeiIWwSLFgdqw1N533WSfxZRpO71IrCB3
G3MrgLgx6KLtvWij6pTZV/FKVQkncodOBNgCK8Oxs6Ow38etN3y6f6quAQn4qFGpWeDTryWxy8nl
ZEV6M9klmYd8ka1AbFP9ldUVVMr0Ka2MxI+m6ROW3V/vj3vjzliqYwsaCa0EyD6X47qtMsk0bKuA
qlXxTUx98oLvTnnYGGW5FC7XjjgC/AwycgtGbg11SOx5zGNOdJBMSad/1MvZjna1yUVPbbGsm5Or
hmn/YayN2HzuLeCBfmcOUbfzeGtkgIdxGr/TZ5oYT12hS++5HKKh+RDpfVI9zyFSZP4s57hFnb8f
vgIHFP94XppGT5U5R8XZpkjrnIweD3nsQ62aMCZiyQ+eAIAJXA8K1FkFia3t1LElLRp7NfwZj2Zh
+6o7RX+cQeKVpNVDJT6NTj1/0K0iH45zbiofc0pVmM22afKfJ+p42Nthqn/X6m6M940z2v1GHnl9
4viUYJAwMFqwlOsuioI8L53hvAqmHNq409vdrrfgNmSZWW0c7uvNcTnU6sTF+dx0iZlUQWw42QGj
8+4goPe++YgxCkXtBc3FK7yupAgpEUz0BDl4GCknLTWMXY07zP8wClVtXi44zXha2pcbvTf7OMHo
TXBJTLPzMBixrFGWmOx046Mt/6D1VufaWx4VElKy4cuBJFsttBq2epgJbde4st0LOeIGbypN/4g7
8axtnK5bO4IbeGHuUlqmSXA5YuvmydCR9AZm3Ln/Wk4qvhpVV6m+RSti4zO+9juvpgfaFJcdQsEr
1qfjxZmhdI1AL0BY2PdZWVt/kG4dT0fSp+Z7r4V9/dmdUJqiImVr5b7tzEmerNBNvomkqFUfHrJa
7t1SpB4EAXtGvnhu4h859Atv5wre3h3kDN2guepZwy7r5nz8bJtD7vjd0FnuMZ7hFfh9V07eRy7u
bDqZyLXqu6iPOgjF1MQm33QTyzx1kd30fsUl2u9xaJ6VXVRrzuRj9adX+xIDssj1XSoU/aPqyDnb
62WcZm9++iFQwjpEaAnMG22Iy/XhIyyORTPrkyT1gSKlcsi8NPN56LZEEG5sPrr+CxCGZJdG/CpG
r+Dg2F1tiqCZ8PjI2wFV6NYY6EzN6mnOo7eD61FcQFoe5a3F8nctKeZEekzvUIrASsvs94ywWO/X
Ud3QuFYSZQuLfOM+YmqLMjRCTEsH8fJDJigH2XXCaKo6tzuIY+nOiUNto8xzHWcwJwdwLNjSBTux
qmJ5FFqajFA6kDRrPrJJq69ZL8Y9t1Tmj0Y0Pzexl/+5/0LeOMNLnu0A1HgtjqzeYWOcMy1JGNTK
pe4Pat5zBtx/zWKc9//DSGxD4hk2CXItlx+x9IQMq94VQdRNwPHQsRDW+6TAIOlgJjwtG5v/1poR
YLBe6KFTLF8FUNSr0lRFyyeY1TE8GJggvde8ecsg8taa0YBanLoX/tm60+ClZhpaRd0EnlBn6x8L
atro522CW2hau5UXYPVtugeFCGwLRHEduQEwJH5i90MGIgu//J6ZNuM4OzpNMOhD+TPjfZaRr8Az
VHwlqrTMj8u2Q9goTbPZNyJHafwkM2J749m5tYEgOhAR0J5aRAkuf0aja1U8tHkTWFplHuvGrD6E
oyneW3PSPN7fQbeWlAYLqR/1jcVN6HKoLkFsHhuYJhCZN4SnyIp1+yhDFAgO9we6dZth1LggExZa
8bqP2fQa4uKWxapC3nyKcqUDFyIG8eTp0/zVBm65Ab65MSA6aLRnl9O/NPQvZ2Yr8ww5phVB6gyA
fIzktxeXme9GWQJGeQt0dmPJuKSpJNNkZ37rerIVRiOQC96FSjHEhzgT/SFpW/dDb8qtoPHGki3v
Ac2+RXQThOTlxOoUEy595HoBOQiwOVNzX5aD+fb1QhyR5wfUBUHWuv9W5Ik20lfk9eEV/0StY6YD
lFT6O2uU9hdk2bbo7dc9FWpf/3/Adfd5BhOBYpMtgq7ScmKR+EOV559mwNwgqp/Bbv0nPGujA33r
U5LKkMnQdSAIX73mfVLyCR2HSc6K1uymafaKHdJK2ttLIFwmC9ANRBCVkPXNqRlhUnbkP0HjQUsN
607xQ6GVu3ESW3XeG9cnQ4ERhJ8Fn2JtLqUkk9KEsmiCvjbopbvqOAVemCWPRT1lT1Oqd4dCDbcg
ILdGJfOkVgF8BmrYalM6oeWEqYzboJyc6KHPWu0YmWN37HWzD8yhFQ/2WGxFLLcHpYND3w9Fz3W5
ZyyyyDPzsAlKOhyPjZgHX+9Dc1G2a/ZJybubV5udo2vTa74ruuYAarg1qZKsHgltMlIgZlUbDLMQ
zTFUsvrR5VN/QG8c5K5dtSUCFHm5b1QjA1Pt2lkAIQkvtsSCb37/Wr1x7wCe0GB5wE9cYJqXl0Ea
wR3hyebHlDZADSH3HSDjXYRl7Aas9sbHRtMPsQtYanCd129jOMx5MyJ4F4ztmP9KDDX6iRVj/QRL
P33xDKUhCKmi0/3p3Tig9M3osCLOzNlZS+KYYiDSMKsuUMw5ezeXpfMEn7zcGOU1z75MhCgjIDm7
VGxQ7V3PTfdGjDhNvqIt6uZQSC1HHL+xEWvAeRQv1hTWej7v8yzpnmhQTvuiy6e9npf9sSt61MIQ
YS3etrIQy/FPWBrMSyubcuYq/G9ne7TTzunPqktlxQjr8jGdvfhsjfMb2YfLUADPydYXp2H+WA2V
1AkA1SaRZ2QhFV/3tMjn77aPb1rL11EWtjwhAN8ZWbfLrZpjY204UsizauTqLrbU5kjoM21E/Gsk
A8MswniwVriIaE6uS4tQFLKuSZL5bLRUgYPcq+PmNDaTw11ImwCUu9a21UNtlkZxsLEr/ZUorT1g
hjP0aFXQwvvXztO5/FAa8RwXfpd09o8MPq9xMMzSCXBs1apDBkmjObSR6rzRWmb5/cwA9hh9cCxL
1iUU+qmuVk/WdC6lTeUfLkbEb+hBZRVGvrHxX613/tr4y2CcaaB7PEvs/LUSrkcl1FS71DjXtgZf
jApZg3zwhA4J+4A+v41uXJunDylFM93PNerDRyzBVLHT9LTq97gIWf+2PEbdl7Go7eR9pGZDtjdF
GSObqkTzyZumwfEzTem/dvooMtKu3G50v+hq1zi0SddkXwdtVsTetPpOOxoxciWMPaXVxmRXVyVt
LhX9HCyIFq0vUPur5kAd2pSYsacKhsFFSqLvO79z5I921vuN2OnGSEtXBbk9Kji0PJa//ld1u+ig
3ruF3gaUjgQvsPrTFA2tokjZ3z9SDv+g1fLBhV8qDtTc4BquniIbRm9a55l5NjzEXeDzpN1+VtRo
l+uh9WEwkuKfymre6PKybBokrRcYtcH0yAQvpzf2aKQotW6cycA02zdBR55mWH+Fb7abpJzVC/A6
GB0CiPYwOSiSLp/gr29pGW3rZelsnpEMM7iV43kPkbrZaBytkgVGWTw2eAE4d2RC6ynB19eFkzjm
eUIa89Ec4uiTkZvus5Vo8wP2v+MG/+zWeAA6FzIfR5zNeDmrJPckKh+IJiRJaPvAlqonzU7SR6OP
wBuUzZZg3yq4fp2fS8MFBxFqVhD6LscLO6+t0Imyzvyi+AdKb+Oxpl31WEFU9CvUed7Rn5+PLcr1
G8/YOlz6v6GxZ3mlHQG9XC1gW+kuJFc8BIWSND7HMj51ofzTotT1OCZxETSalexrUrJTFnolLpce
fg8T3/3+Wbk6lItU2NLv9kg+cZ9f7dquhIbdUEOELp3bRwoPchfCO9krdbXVIl6VEV6nvCi9Ifq0
iHWtk+qh9dRqFpF1bojY/CKv1H1SVOW+GCv1QW/6c98z8NQVuP/FVbRRpbmx1rQ/4eyAlYEBsLbX
LOC95Fan40NZzfZOJPpw4gjxYa20Qwiojg/w2JFdyvpp495bo7OXiV8Mvdpmfd20tiJi+9wIMR46
bUJyJFOt96ZeO8cZhP0uZNmfhrHsd63oo5MZvRFo9foTuOMXzS14z1dEXBO2b1a7qX1O0sI+Ck3r
d3ErNrU+l8fi8ual+QVZndcEsQS6fasDRUBfoXGqnoVmS+c4NCFFhk5gg3gYklitfAeBz9rX20R7
b7ZikPuho3O2azyn6HazjdHZRi57vewQqOiJoCBONquvGa25jvRnlxvquY3r88zTKp+M1nkmfsa3
27HepehlbMRa13czhQj2+fKdAV6snx8w1hPinCYfobDyg6LGmo+Rody4Qa5PE1ckAeoCt6RHsa5L
z1kuaO2FxnnqrXHX1/3w2ILl3Zd5GB0rANHo3M/1L3SqKMjHw5ZC3Y1JLu/rgmcyCCvX+bSYZkpX
SWGeK62y0DzyksAB0LBxdG6OQiOce4cU2l3jA0vNKppcGc0zcbf6xFfPPqdR5mw4Ir3ielbblgYd
ERDvHCXqdWWxxk0YSb3aOauVlw9nkWRahASaANaGJ2Pdlu90pW6tZ4Qbu+h5Sm1P+mZcRn/c2UnD
l7aue5WbKzUzyHlOi8ZBvEODq/pTTjiKPSjQCFXLL5rQ+RyDAZ52CAEn3xPVRfNOWJYAQ6pkheq8
CC1vRz+ZKDztUMpI/1GNeNAfTafvECxQKlu+UUiWi4F7nwuK7/eaHqzuJisGXiej1DxL4ZbvBPrm
cKmd7Mf9V+Y6IuMFo2NDIwXFDw7i5b1AKdWskR0wz2UUyk9FNnefIreDLj8I40DjeTg2SjHs7w96
4+jj+bDgS8msuN5Xg5p65LT6jHdurXX1g24XCmaGhvFAXGHiI+clh8Zz013ciWxLAuLGvqUzyoNK
R4ya5Pp11/MqwZQHxz+syYY9ymHWPuuLLcHY26PwniHgTHF/fdGoHfsULLpzlsOUH+hMmU/4r22V
qF85a6vTQTGJ2Jay+8I0W2UIidZgiRDDAEuRGMQVRgGPOWq4M8mmPQo7zX7MmWq8yFFNPnks7S/e
ung/NO3wCwnt6eX+qt7YSkuqTG2e4jx15XW+LHKs31oF40ogq090RZ7bDC8hFxJp3IfynacY6fH+
kNcxEvWshdUJ6wJK0zpwiaKotqBoo4NWKuFz13vmIRnN9qE0pbpxq18vKatJesRqUhFFcenyoCS9
FQliQeWcg3iw/al3an1fOHaqb4T213NiOW3wMFCbeCCvynVuKGmOtcpZaaT8UZDrZ74jGv1LOHpb
uqLXB3HZOjwUS+eKQtLqINKjU0tvdhkrTEtnp+aDWfpF5lZiDxAqbn3VbJJ2h2jPZCCon+pvNJ/i
krPAvpEI8ifo/XUQ4FXz3EZaGQXYTbt+TUV9L6X4/tZdwiBotZJE0y2jEHq5dHFSdJ2JxGTgtLXt
F6bTfYYOOu/KPrY3mji3Fg/wxSs4kct7TUvRNNaswrsgqKpCf2iwejiKrrCeqjjSNo7bzaFw8yV6
wsiBNPByVgYERlKiDrp7X35oErN+oJT8ZXZysVFIvd75yNWAjF5cQwAmrZ+I2uvSOGq9KOhaVXnu
1KH4pcVmub+/SNe3B28d8DO0jl5FelaL1IeJzNATLQKncBeb2b783nSt+F17VvtOtlH3IlAI3Fiu
66ktryzX1SJJhcLYqt1eTLiEZXYCXNEFywRjiP8Jy875fX9uN4aBcsnxIsJnkusOmITnwMvd1ZjO
tfQ1cjN51/Mkn94+CmhB3gPOEXH+8oX/qjzEhDhpKEDHhHnf7WqgmLu80LZIFFfbjuCZoAgc+6KG
DmzzchQ0ZBdCj9IGejaEu9zm7Yy0PEOY463I5VcTCNDRS/Fr4e6vLwdwcE2dAcg7d0PXfTJmq/45
1MYbgR2voxCum8Tq7IArGjW57zCR8aPCFiXjp3JGGXZO7G4jkr3aAoBHQGbho4HCFWHB8ln/WpyW
gIZ7CK2WTmrVfqjjaO/NmwpI14tDIk3diX/R2wKvejlKiSCKNwmoVshGGdohme3s5BWeMe71GreQ
+/vt1mB0zujlIAS4QJgvB7NNPBVaI/TOyTjH9mPp6pJKallMoa/DzN24xK8qUIvT5vJKUBTivVi/
v7Uy19UEmOFsmcL27bzN/MqKD4osvsdTuSWseGs0DPfIoDizdFtXZ0kOCpLb0RyeQbLoP2UtMfPM
auWxI7OLfCuy3ti+Zhcu3Hpq29Q/aGmsEx2171VPAcIZGCCa9iJvukNvlVOLHnNXlyfiyTfK8S0j
Lv5dALVgIVBNX1UEkjyyuhGfbfw2B+sPqh/KS0Md+NP9TXK975czBW+ZexYy1Gu17a99n8O21WhF
iQBFJ/2zV4fiG/Qi8fC/jEJoxk2x0ClWcykhIaF5BcTAg21/wJWaAp0YtzTTrp4o6sMszlI/WQQ3
1xU57MHwQrC7PvDK2XmfqYk4DPgYPBkpRk+ZPU6HvNbeCLBkmcgCaY4TvaAoAfPh8pTlZmMp6ET3
AWJ1xVGrsnSvNj2C0TAH9ve/4hLtXaQTq6FWV3tv0fJq6AkHeuHOnww7NfdTvKC/NSPZJ7nMXrwp
zh8zJRsP90e+zmQ4ZEtPh5SQ3Iwa5OUskfqz0O7W+0AObfyYxaDrTDuv9r2b4e4Tov09tLNftaFz
Eq0yIHgOH6iF7wtm0s/dttj4Qdd3GwEj3Sy6TRp0hrVMJh+hnhvZj4Hm4qYCdlN57yRueZBIWG/E
+zd2FTg/IMhLP3fpjF9OHRFVYXRmLIOhTfMTXEnbz7th9DXZ5PhcVdNhELGxcWBuDop7+8JUx8B9
TS2gtzDmCqI7AeaY5VMETOyY1eYQUOgXLw7S5b9TN93qw1wVxnRgD8gh82ZQ97sCApHIREVTZUNg
x2qRvk9FafmIlv0JF5OvGc3zXY6et98DGNJOg+VsirzeWFWCy8W5AZmtpa5++amtKhnauotGdOfC
/iidKdmLISLL6SP5uLGjl3O5OkwUNRc1KmehJK9JRINHbUFOxojxVNSWfhk1juVHfZJ/0LJF3cZI
ZfirZJaz32t6rOzzzkTOfx4EFaawSSNr43TfmvzSUWAN4BrR7rucfN3T5EZyBBe+Avs/xxq8XTcq
J08tmtPG3JeweT13tjKCnkTV/Lk6zfZiZGL3iQxCUUuLDkn9Ic1/6LlrQbatU/nd4YPDl0gwG/YH
jEt8CzuvjZaVdmvCBjqIhCfYjyCKfTlhFY5tVQwcLH1owdBlntcfajv2ni29sIIk0n7Who7SVFLJ
5HuaicdYdT/bkRlnfua2R08vzF0doXJwSgS6hhvR043DAOOFZUDci7OwTkr7CT6+lamSh7HXrSeL
MrG1E9TDHT+3pln3E6v5rItQj/cmMkWJT30+mjZaL7d+BG8mAc4iQEDd5vITJRjxeYPSyYBXqJF7
20XOsbBF+KiltGJcL+t3IlL/a5wm/zm6HZqp93fKdZhFNGzSyOTG5yZapywILDdCzbmGkr6mi5nL
dzpGnLuCaPVB1GJjtjfeN/YBe4Fkj8ba2oy+qDF7cNJ0Cpoibh9VEdbkLgJqhm9O0TtXLWofYfg2
qIn9ttKmtQDZ8o6j8gBnERNEip5ruGCYpHHYxOUUUBctji16BXRVXGxcUqV+UUIEMI3OwkJDCFO4
CCQ01SdPbXECSb2+1fcVDoaBMY/tKcr78aA39q+ymqudUdZbEcdyLlan9/+wPEQ6r0z5y03hKmOr
4/gBCo+1OfZIavhdapobl8SNrbdIDrP6nE8a86u4xqgHra7iZAowuovfKboOUKOMNKwFZvPQj9mE
zpolPg591vzOnaT/dn/nvdqaX80SaT0LRx0oTevwt3CQR695cwCP9PI0j2500NVYQTgCTd6mCvtP
RuRlnyOu1J1rAc1zI6X24zwxj4lUnL0zOYY/RZa2S7NWHlyKqhuH48YbDVkcIIGOWiNqiqsLu02Q
y8f2Zwrw/5zP5TjNn6SHRo8fG01DK1IP2+95rm0kqmts2etG5U5adJWA2FCGvFz+RnRlNwzTFIyK
V++svsn8IR7le37nR/Yu5o91VR6cKvT2prP4Xdfq8FnUlnwaqDOCOHe2tC9unFt4gti5g6dTQfSt
4tJ2zJQpTOI5oFlBS1gdBzJAT+mRbuhSmZ1E47RHI6dBMrpK9uX+Rrm1ChRU6OvYbJIryhsl0r7R
0WUJWlUb/kwGotSOQbzfAsT169yLn/M88/6XRaAWhioGgtVQClanA5213MAHbApcp1eDydU46n0r
VPWUlbqKgrLF6+HrcaLiBJfL+IsCh7N8zFDQsxD9z5rWJ+lyv1aYx3+//0Fu3NlEToho8ONAxemr
1UAzL3QQqJgCsKyIdqQplHVfix36HHMTPUtDdu3GW3nrRqKzQMgGJsKgiX25JXF2VUvFwlBobvHS
UGRuf5z7udioc14jP7iigfsvl/PSnloH/V3C3MpQTEGlU4Hfh67rHbQpIhZXxqpNHz1H6B9KUZv/
2WAG/lMQOouODVQj8B+9rm05otw8iYBlbV4qiLmo2lxOW1om+shKMweNkdrykNSqbfr1iKbqrkV1
6ahmrLCLA+Q/nlmkHRIPuvpzdGTxbPdNhCQg1ia/x8Rppq0vdSO0Io6HCEV+xH+v60ydNxpKGHdz
EI6G+bVCX0IFVmXNh6E0iSMsbSoCr/fQKUH/6Xdm1qcZFa7HxIsoefVwF7/NSAn4qIA5fougwEZK
9dq3uLzcIVChKYPJCyrtxDeXX65RZe5pZaEGOnXW/qn3QuXTQP0vejCFSS2HHn32ruQe1fxE8ZJP
lizLf6tcsZ6FjZFs003jZ3yYPXlYKMr8/W0Hcb7RzLOjoDAKRKYP+43o5HqTX/7m5a//VSlB5d+2
myrmN08ovrS5Z+wQQfQe75/e65VjFIdwi77rjf7n1EYLjjRUAwOcRRpkPI/jwS1rI3+vzrWR7u4P
d53Y87gjBLAgdYEzogF1OSsYel4aOexhZXbAUhpdY9Q8mwmeM7ObHbuueR66dnxRnKkiGKKiuODQ
lfFTjq5MhYOYREP8/m9ahrzYHMTQ5CTU2KDxcausNoc08zkNdWMOAIOMlT+UZX4YQcJga0ZR4aw4
1eDsGqPM1D0wkaT/rJlx/ev+b7hOTpYfQfuZB2WBmq2Lp420ubHRZAiqGj1Sf0zx7PIjozhmsSUp
bZrKECiWnpOjuXKXIWb1iLCVe3BiSqBpp1AfUab8i5ySeh9LFNLv/76rzcjPwzMHoi06hy5dutWy
peh7hkOnBjnntvCNOM0tH7EXQ+7vD3T1ti8DvYqSQT+kYr3aH66qZHOCoG5QjXlOoFH8E0n5TWmU
P8Kq9gCbj7ZaHu+PeQ37oonFsNTVgA8Sj6+eMDvMsZOGCx1MGjD1Xdcr/RerakKQIkMoMOiUffOe
mFcpAL2lRurPhWEX/gT3Ut2Y//Wjw28x+c5cpXR8wXpcfunJiEuaNJMaNGbnifdKTAD1pPGKvhNp
GXnHgrwv3fe2KcMDGLLaQvUffA+hYA/uEF1g89v9r3Nj6YmIyVVo+C19nlX8F1W9XsMU0YLW6MQ5
9NT+Q2pN3lZ2vpyy1Smk8ET8ze5iq61VILW+7WVFHBpM42j/a3cl8Pq4VIZ6X2aRVeyUeBLJk4q3
gbYXZOXhbsYZ42fceZPny36iweGnpV5j2tFCVdpiM7xycS5+H2VX6jeQK8mC2CSrdaEGphAFDNlz
Wmi5dahHbVJedLS2QhNbxxEfck0f5PRS8v8hKuilGLIdQ4dQ9FyBLc4OqqNM4pAD7YeEn2Vq8yBi
PB+/9SKa5L6oi3z8mhipOR51a1SUT3noDuKPO1Vz++yFiWN1fqonovpHGCmtIh9ZGstq9xFeRMUM
jW40yn1Utjjd29Ocyd82+IroncDrog/KLiuUjWvz+irnxad0RCjMs4oMympjJLUtdSGj5NnNJh0I
IZI//5qZbfyQczqCzxx0oYGotjwQz6aSGt+ndILh3hhRWuz1TouLT1BjhLFxVS0LcblQS4kN9OTS
9GI7ra4qGJVh2iQ5XmJOPL5vra77SZeBs6zZyui9jx2pGtjXYEf4cP+gXF1d1LcQZyFhAloJUmO1
Q9SJ2lJU6vFzH8NjfhBjHbmnHBk2LMVMkYNk9LpnKFSRwEEeLdWN9bg6pxRSAWPzH3oSkDhXz1g+
VgROth0/i9wbhY/R6PBZd6otbsD152X3Ew7ziC/66WukuVPxzEhLLZ9LRMrdndF7Y/NBzZBu/Wdy
4/K/kEzlF25T2DHc/7xXkQpPNK0A2D3cDqAIl/n/FQ8twj56lSCxUsvEfWwUTzlV2A2fTKtSNoKi
60+5RANU+iGOggtbqxZ5w1i4NFmq50nY04OOA+opRh98f39C16NYi9b9MgwFLzrBlxNS4lyvRN9W
z2qTW/CJpLOvjKbeiH2v0jNYjcsckMngWFzVmbphDr1M76rn3vSqEyqK/Wl0S/OzMwzeQdcUwu77
07oKpxYaJYUcDfQ2iN41hkj33KrPjV48E+vreIqSpWJgZoCpPE5WYofvCUST6mME7VAe0DByxp+t
18TNFpHqer8AU4ESS54EFR3s7eXnHWbPEEjs1c9UdqsHVehTePx/zH3JjuRImt6rFOrOGu7LYLoP
JJ2+hce+5sWQGRlJoxmNpNHMuNhR0kHQQVfpIAF6AOkooO96G830O+jz7OzpiqxSleYgYIBCAlmR
4XSStvz2fxsU1YOXm8T7XZnArzzmM3JyttWAvBBBYO+vFvndjDYtlScHQ2rTjWLcdema7aY68Fnu
gWnq/c7w+ZX7O2ub0TFD8xI0nO+GD+N9uILqKk/1wmJk5jAQ4zOWqOcocZYvv/1Of2Wooh4507/A
igFR8rtrmXRxm9V15clrAqmLMKgR+un6Bp36377Qrz1GIMOgpZ9R9l90V5iHgERwjySSUhu3CBBD
doHWlLz0jQYywOdl/Z0L/upThJXqX/wg0IB8/95cNaVps87y1M84sINb7B7gXWkPcYpS87fv7Vcv
BeZZeF4YUUR/tz8kyK03NpLyNJMsFoVd3WAoxyirsz3Vyfz821dD0xxf/d1GCH4iysj0TOk7K6m/
mwAQErZzh1ikEwyRkXqcFTLw+iv44IoLBNv3ZQCj56c0di4cd/7IIKLfCJt11SrR1l9RZRap5dPl
YkB0yJFOOn0KrYzf5rUr1oUnBa1bb08h2cq7QM6qQCAGDgZ+wxGS1nt5YFq6laKFJ6jusuaJeuuF
1EFymZnYwyHfcfK+O+f08qw9oaW9HBcVpldjQ8cNqt0JKUnTxTRooLoOadfTyo3cuDRO4W+VwPHP
rvSpWT3ZAzlTZlPXFDE5xpT4qKnyjfMiFLuMSbfsBhcWbXNDTJs3MhE0T2o1nkAk9+qSBam47YJo
PML0hB/5QtxtF40rVgqX5LDMvOpI2m7wrZZTilDqajB8HQzdA7xc6ieGLv4dbACXT54UhJfDmvEL
dXbyKQY6q/gygSy/uU0ImDeHIbZ4WBlcs7OHCJkxrAQfEK/njM7dz93kTXnbt/6wy9ak/zQuM6X5
6A7Iz+oRcsmrVcRoUedU+C3eiO1Q2eF5h508Qebt2ezQ1E7SIZZIJq9pOLNmly7T2V1Bi2ke6Ulj
a17vYxdS9x3CVkLyBJFfo+LCMDhLRIVrPD3vooQPX6YlAlU3pQsNK7iYLf1We2dHM7fhtKks2P2o
3aBFwokYU2vcEAfJAWWwqrmp4DUm7QZK2eXoQCL00TfjgLDOHuXeZMe4rqg3+0uhEw2P5Fmvi1+6
zE37IhpB080zeDYjU8WdlQvf5KmVO90q2h2XDNlOu0g3/lLihCC6+xlqQb0FfjzBu5C06ITDrSJG
gYDUC/cCDK7I27YdE8gCG9jgQ2aROrV60i0bnfuA8PmLDscgeuiwHClRhEDceOH1rsoqmvFk2oJy
j8p68lsIS9cgVRLNNuyxFZILpm7jzbyHEdls0hc/FPBgAFPJ8Hwc4gFpQ+iA8c0Uyex26KTLi2Zc
iUD8Gmn6PMzqud0OMx/MQwghtn1pqFqbW9ma/sOEMKF1J2WzsrIblIrzpI8GcUNUIiDLaVgCgUpM
RzTTwpXhABDBy6Uec8YN8wtEhfsUJ0LVth+CgXYyBzYwBSafZiAKsDRn5g4GSml4MLxuH+elrUHn
hcBLXQ9g7QUtiBSer3GZs3NWoMQKSSxc58ihVggVO0VqSOLzDCKpPugIKaknG/boiCqdIJOoaeJ5
ruA5vLaXhBFqHpy0d7+gTB9pSSOc2jCBkE+3ST25coRduNN4swTrqO9Upgd9dtds3fmECB4Z5Mge
Cqdc4DRjD0nP3KGwfYTGdyzTs5MW4tIzRXI4+kx8n9oFAymF0008oKNoA7SftYidI4f7V3rTz0tA
VwgY6jYpUZBN/ecQtJXsgTI90FLaeIgLR7uri1a6MfDkW5IZCmZEUG9XHqXzZ+KJvr10GC6KhBC/
ltU8I57eD0mKDR46WQaImFHGHmsQo0UVsnCacsTeI12IwFLhia61HPMoaai5Qvzw2uXuymdzhEFc
x7cOam2nxAkhWqGZNmFyE68wTivg7hgmuZvoUG5WvDedZ3Yc2SHkiTBl64uhP+9aHIV31Pb1po3D
yW5XqVtxQeBAluWEBb7cmzHy59Pa+HBwMJFAmpMH9ypIXTo2Eigoz52Mxg6ufx3FGBRFQ0SN1OcQ
iWtb110HsUfHHUlkxqL1kMfQUT/CExAdh9ihkHU7rRuaa4QfBS706bOfFZnKlLiA4UHg3Pau34w3
+CLKeZ4nqNdPiUcWuukwwONdMrSBLdFL0X6JV50GuR25fYpqGO/1eL00pFgt0PouEhWuUZHA9nzG
HCDEjwpEGauoFMKDfzUG/Ww2yczWdDusi25Lx5VDc01iz+mwiDKz5inY7PNWhpCb5SMOoTrvtLLy
evVCqKO8BbZ/eScV1jqFD+t369l0cN95LBJHvLul3dlRoAM8Z4N4rBeUsphUEoOVD+P4aBjLRNm7
nYxyMOnVBwmzoOc6TYi7STTckOCMCOH9cQAgg4TC2sea3ywg+sFebqBiS1fIMHKcgRQk530HjZLT
TvG6h30cnTC5+x4hDX3fuLkGC/PFlWOoChlBLrlz1bKE5Yxl0r3tyQC8gi/9SvOmPWclpx3sMPNF
NK3dLGs8Rjc81SvbK240lEpmcoIF2OrqwLkupMzQItZTxj+x0ITqNDgZMrmwaBGZw10v1VUU9MFF
P0IaYXO2duuQp0tnYLq6EOtUahCh/eSxlA9VvJDkZeqjXpXIEEOz13elWXKpQ9LBmgo5slv4RFA/
96TbQaqyIts2V/4S3trOdqKK8A3vLNT96mWwHswMIK6CiKXA0tH2lQv9zlPjWtFjBbK2u641Uj7Q
pYOIpwRKqeot2GEcxI25WYcNw1M4zyBer7mzDGNWIDQJMP866eVlBFNmqfoEJifF1HsWEZndnPl3
ECoYcTPB1WsYwTEVDS+6vjFOWUMdnV5AoB482zkK4Vovk/VSwOoTBM02CKZHZJss6qDtxM2zjlca
5rY2jtqDEpV0eeMtYHeMaUTVBixe3m5hi8Sa0g4SGg/Aj8buSats87x2bjJWCtBqU8CFytjTHE5m
rtxUjWk5h3W2XkbBkD0kIevGHRk8X90t6GDGhT9EZNyNyTnUeegJbFxAZU2nG4SusLbiTmqdIzYT
+Qw3aMTQZz1vkBuKJskr2kiMlgoPG3B2BC/FHa+t7C99lnTJC45/KBECnQTzJp4Gx5wQeOd32zpF
Hl1hFXIPNkvUtxxLUtDXJ7AYBPIkMDuTHXSQblv0Sx36FRzZUAoC7ZjsxqJSOaPLwLSKVAwRzdUS
hHYbDn7dXvmBhnPl1NWT2mdqXL1DZmmCmKbOA/N8xdAHqrBKrirqRl1cuh4fpm2rLcoXyfz6cUkx
LA4Y/aDUuRSdtQ3S1Nr1iFS9aawWD1LQ3PCe8lsSBM1Ji8QbiphMDMsGCdYWiZ6e6fFwZkkggz7j
btj1Alr6oie42zTprucGHq9VE1pfbEMPRVhVm6w3h0Giut20NZXOHXLNgrQMlaIOz2FGMaHQQzRL
Rmwx+7RdP9aZYlmT69ZBJpMz8V4WrJXw0YAGvJeVMw6AVMcU6alFomU9l4tHHOcxtKT+VDPt+3cO
leOTRzx4+ZdutC5qF0O2gZRv2vTroZkb73l0QvC+iEG3Ls9UTJYKRfiwXmUiREDM2HXjrfb7LNvX
CL/rchR4atiAnh93FcxRKZzjgqjNsHEN5jFC3+/gMRKzPaT5Gno9PBG+XVqMfBgIzuNctl0kXr3Z
7aJyYXoJd72xzoOLAizJMXSjpTTWS7tiiVngnJzFFU0VyF4f+oC1pGpdJ1gRBEGjDlp7p9NIeBmx
DLQ2RMxSHbmL2FAsx9kB9igDVnsiTLePMe51br1xgeVNwMW1469xigIM5e9pDjwZlC1Oe2se87mO
8Ge/xGCWakAsq6JZcqjRqQ9zx2n9O2QBBGwXDrxLcmfF6nMc7BpneTjAoRHTBIXwFm/KkBJtnck7
9oKE61FbhWioJQ3gLkEiuWCcJbbBkIH3IVYitUhxiP1k6PcoOHRfMEQvI/mC6PmNWz+Zt54NaV0R
gOo2jxcdjxWXogk2M/x/6Q3mApu20lAAQBwJRykOY8L2F51XL+1WnF1sckRUwmmqgB/pdBM0Hmef
CJymTOkph9GlEIOU133N5YeVshAegXFDBomFINDpsQctts7RRHUQ9YuzJCMV9HTnw2GvrEuxj69T
c8ndzAB+noGNHlYfh64teiEZucpQUAVVtrhZXfKOWrXkoI6R8bQ0QY/aCzwStnFXCK93ukeaIFgc
MCUMyshvLD1NvZKyZEIntogZWJMF/rdQl+fItGCLEg4CYNSMaXOAyABxrLGvgdyyxIZ3IZdzd4rZ
LJeNz1CiPEPsLsMV2IATZ28MSJo+BQ2NIAaeTduAUOWKGhpw8CydZczBoBgM0EeRqTSHscXEX8EM
tPLm6xn9716Xv6/f+uu/HMbVH/8Bf3/th3VEkpX+7q9/PDWvY6/6L/ofzr/2z//s/S/98Wp46+70
+PamTx+H7//lu1/E53+7fvlRf3z3l02H7XG9MW/jevumTKu/XgTf9Pwv/19/+MPb10+5X4e3P/z4
2ptOnz+tbvrux28/2n/+w49gev6sXXH+/G8/vPwo8Hv/9O/+9E//9U9//g9/+uHP/+m//+N/+/f/
+G/+8y9+++2j0n/40Ql/gu4RHTW0MUJAjzCt/fGH+e3rj7zwJ/Bp4WQGqjSAKffcp+36UVP8WvIT
zCfRMYacITpLUM/dEdWbrz8L3Z+ALJ5NwM7uirCJ/+tzePfG/vYGf+iMuO5hcKf+8ON32CHY/+f4
N9hBgagNzcQvfAbtIhZ4Y1AgU3RqK5Wg1m3LzhLZ7UZsTOIBmNLQf6p5iKBEhFIH4/Qp8IyPzQdW
JjT4nX7Wd6gMqEFfQbTzTYc+iGzfx6Qg0mTlaXZeH4F05IhCNiMpJjaIMSjiYO2bV2dSqaYVKhng
t7myEfJnFmUDpy0b0Lg67GSxRbVI4PXwe0SRcxv0bz0pdNJRbJ6d0EB1RVYXgnfet9vqTLRZcj6P
9pr5iy0GYaR/4Dqh7XYFvObgWEdHVKAFQccutIWO2lRes65dsgrOXE5y48GbyP297/Ueu0HLFoML
Mk0Q3NAiR/WFkfRzcMEPZNAhvuQwdjhFrRvrwvfywkE0eaw2EtT4FHVaDM93FAiAIOXjAp7LtOce
Gmtp4U3Y+QCFzA7cvHOaddIrw3hV7B5QYfLkTYhjmko+soaGxThFiMpE92lFCfT/azm57wX++34d
ebf+/F/XpX+Fqw0EYKDSQoQDoZSHWQ9p72+tPv/rP7ZvP3x++6Fom2F4G/X7petXP+zbYuS52U8I
Qz5Psm+Lx98WI/wIfTZoKCCeBpv43I//thh57k8B4EDwbKDWAEHqDA58W4vwIxhDIfcFPVpwXsE/
+RctRl/VP3+bX7/46t/bGWS1apD1HrK9EUcaMrBX38QEX6sO5x0KiHq95Enpz+Uqi9U+yLpyu002
lixCs6+IyKHtc4oGVVLocNPzXfKK8N/Q3WfxLYqEmFzabItVLGx3iX1KDaxpPzdTX3QreFP6VYY3
Xoiuw/1E9qg766Tw0FCLPjb0LuWXjrlMhoP0jyq+7tOLkF1P6sjxJ8TmR9tcqWWbov5rydGDlanf
XI4OXGhWW1h9mYRwM6C5yz8l3Y6Q2zl7jJqr3nnjIw6v4eWIEg4gUt5N1dCeBLvG5Iy9aoI6EOBr
d49GBwd9SpYOQ+G+p/NHHwR+sKtQaamCmVux3tHg3rp7hz959gMaSgk9EbUTiNZej/W8HfE5cxUP
O2hyouwihsOqbR+zqPR5odGh5VfLuo2bKoyuaHbhzRvWHtWwW+ghQNtlukZjSRH4Sxzs9OL0VQsJ
iDtVAbtO4KQa7JJpN9rnMqp3znI4/9dXNnyiy43h9wPKdIcdhTh10eUY3kl1R9oTozsnAtd4gxgn
lOfo9HFbarZd48PooKeS+/w0eJU/bCX9Cxv1W9nwbhP853rk+7Ll11eQf4Vrw1cmyd/9dYf/RSXy
53/7X/73//wf74qPM/XkL/Pdc6OfYmCnmJYoIM5mcH+d7lnyEyY6PLbPDo1fa4i/Tnbf/QksFlh9
puCNfstc+DbZ8WFQe6Mmgf0+aOPYiv8lk/09nATZF3oEQDghUkfDFmnZZ/jnZ3h4pFrJRMrUbhKO
PjEfPqoYAmABM5w16F+2lneF6s/LnPOH/W1d+XoxyLvx9WEjBPD+e3JB0zmNDxWF3AlKdekQKDad
ZqlLq229m0PH/B4p79cumJ65FPgDpcx5Qf/53TEctANYeo47H5lLfQ5qsXMJPrDKY7ftrpd4/r3C
6X0F8PUOMyzDqQcNDrIx3TME+rPHCXMk2rEFcINAynQNRijiutEk6K7VhEN4T3AIM74ZPtcRn37n
4b5HV3FpqPxQc4DPjr0LL/I7oC6jDuk8F+HBIMmwgsW1X7UO+n0/2+O+Tdqfv8JfjBdcBTeGp4mS
OQCo9P4GRWDD5Qw/7uQy6UOTyOhR1I5fjQjCqH+nCj1/1rvhcr4WYJMQRR70Nd+zGcmA45bVs9zN
c78x7QLFyKTuTEBYTjmW7478DkH+127uzNiAXhRjFKzt9zcXzCPs0mshdwl0ADmhlO7cBWq2NYle
f/sxYqs/v493dwfmC1go0C6CjH+WqL6/GLxZAX1l/bRFK3k6+bx1Xgx6YraATtXeSLSHp3wiSbDp
wwW2RWdtv2aoAoD9hc5nJ8ucD906jZ9HZvswz1rgN4WDYtupGhSUYyGoRW8vEkAjcweYPM0ntU53
FGZsTgFvX2o3oSe9u1oqCKSsD1jIAC9Ca52sS+72AfrGtg+8Gy4VgyaicYI7WBCFaHAkbaBAt5V+
AvTVQ+cTHeFOlglOQKhQs7AjF5x6qt61LEjqfEJvPEQmkfVvPHSr0cMYE5CSa+x3rcb38hsnJEve
TCLFztb5DpInERM6wbGNeekz5Gr9vEMTPlmqIPE1f/KpD/w0B18MO5QKLM5MpRnbXiOrXiF45Uom
TrYiN7uLhvnJzDFMt3IbcDIfJ9Zk6CZpklJRTmEsWIkCPWvKQHbyJU2aRiNwGLkHQKGlzGjZAkdp
XzrW1szJowkduGrtRug1wNBLkovZDZVzBeGCO130QUYhGSE0aQ7G95172ZIQ2AaOJwAAe1g6VR3t
AXDgWTblbOtab1KEqNFNxIaBQq3Hxg+SuJGhIO2eNbR4Jq1vq0a36Dog4RMyYfSexFwFLrNNkTQD
k+DDDJ46kpmLGaVSoqd8XFqorBFJEw8buG/KuCCBgAC0cevRvXO7IAHWlK6pzcEbODMeJxetZX/x
moc+U4l5rDvrD1VCg0Xm9bBKdPJceEMfKSzu0pMRcI7Zciq7puxGR4OnKObOhcaP1mOFTGR3/QS9
I5Tt+fr1PIQPDq8nB+B6KVzhr2UvzgUfOl6LvQHTh0QPaz0iw6qjTTvBVbjm4uhF8PLapKb1EJ2F
gOgk++DR2Xd0Lsdgyi7o7EJAntZ0AIkzCqXZwsiMZgeXIGInp0tG6kslghTxLSSA4Aj/iy4ptFZk
7EpGvaVVOfVBtCy6YEDkW5nVKRJKXSmGpvCd6dzPixuV3XDao0gd62l2H7vIMw7+jZ9dGmCuGLs4
rY23Lcp9dR2sGJ4FeKbdwzg0dVMIKYKhMs08BxvdDuYp4DaLS6/zJxjGdXykTykNUWEhHo1B9kNQ
l8I02KG3U1K7tlwwPUQRuGYO96EIghOFH/ewAQtKyaqB9hKUqCVu5T1Ge/ZQaycOEOrg6oe+qV1v
41Drzzm8ARcAXaSrVVznLAPjcwsSCf0MAzgoMV2OBfFSAYRpYS6bsL4IseZaiBFk1N3E8YDYkVoO
yis1+sNDDj19aFHxBoO37IJJzMCuRMIdyNYWrkp/EmFbhYZMfjnV4XqpFWdDyXwOSilSFWeRR9xD
AU2AfPslQ9qSUzAhBNmgtQtFfiDUbC7RUMcpOWKzeFs1XbaTmBzk44wp+wS2a22LEPR/UkSjIHKL
2W6ukdAz9FUDK+XXLojJJ5c5Ji2XtF/bwvVFDVZz0jWsVEmqsbCxxeMl95W5GRymogJdbuct6gly
yA0cr58GyoQ5xJFjz8q42gcrFjQLZJvPI6xisSChc22ZVZUG+HGTioWCGYBFiRdt2JlrhUApkXNe
u8kmcO0MUgathzRfcb9z0SoS7HEQbQA7BA7vigVueBTpHITDaBB7U3BKOkl1oTtKHlyAa3fDSIm/
JT0dIZ6cQGm+7Bru9IWdshFnBZ2ipmmyjOeRgZyvGLqkeQqgJIqL3m+81xiOuh9BnJhxVutXoEBE
hfLOoGQK8ymhcB+xKxdd2WFLGk610nSDUG9O8gDALC2SaVVhLtNwAIjYumaLLmzGSwWYbc0TGwf7
pCW4j37SBuCeTsKPEm6HCJ+aQGUtAuXODLE1DdqhkIMkYdFBPHkaffBVCjAj7AXS89AQhyHC8tA4
TLxZ1ref+sFnVRcCVMviZdhi7xPPQADts6cy0PpVhpw/OIw26fmdoW2cg6wTLfugj9uw0JDTJZie
Ht62pywEbYwE005Cnf5lcVV6hdobzeAmWZqXqBfpSwuOw732Jqhn0YBnY9E7DTmft3gQbP1m1a+z
gDypqAVMQQolGnbTQLXG8Cj7QJ7Ti9mb73Wa5ENaGzw5IB2PDQGokKc0je6smocPq1tvgkbDggIt
542dCCBE5MNBjNogFRs9zIrDt7jgwPrnHF7i6QOIH/zeaaPuCLi68NruZVBL5eu2KQmokTmAmuBF
NNJ5cscsftI2uojFYE7OwAD/hjNXcNiKRD6lDOCIz9VYIIa+Q18arn0X2hnmzegYcSu5Y2Fzbk++
D0dzofz+BEOoLMqz0bfXjYxBm2mRUZYQJysGwpIqi5zgyRfeZg7o7ZAOybUAVzHdBGD2fpGrz640
6A4Ht/eWqBBZS/M0sRoADcDtM/mqEC5/wKCAz34ciPQ+aL2kdNfoRmSzOYTeFIaFcroj6+MjbqE+
BGNzXnFt8gLbnujUhwKfqUUXHpxEw2aW9dQM+dia8U0uqf/qODx886GhI1WyTin2s+WpmZMvrJ+m
Qwh2x7XqWncnkqmD7Xoo30C9dOdyVmzNingZa1H4yZjW+WBGmgMMNBjaq5flELd7TwMZ3Ev4jtMy
GiN9AAQKgg9MiyD5NdpzdmhRqo0NomGA6N5d7wOQaOmWYia+NaDo8G3Ks/gmwXO57AEo37oLfRXM
jbCwhLU+CqhJToOf1PZ6HMbsIuytrmB2YFEoSe13QK7WAMR8VOPYj+rmkLm83pDGI91uToFK5dII
m1ar5/ckH0HHAyxkNDPH0O17g36HHNytBnyL8mOIBsxgNG/oTI2/mQGa3wwTnMDR/JqFVyEYt/Fw
TFtXWoxmjcHG8/x6LHivuYfOAzDvEmSnK6QEclGgxIqeB5hL5usMo+OLsFvMM7LFVfqCImh8Svt+
7u644N4n+N/3407xBYQf3frLcEm9ui9SPo0Al2PppIWwILxdJRJyr60NedbsHaDW04s3QmD7mTq+
CvbrECzPI8gs/XO/ZuawSA+hL93ieE0O62U0o2wGBLcYppqhJY0KuxoQAXOHZm6CXDcGS+4p8Dmg
N+i0EFYC2PAZ+QPTWSMVqaCIAidbSqJxU4WPTv0LgWMYYglQnJQwcZh0IXtffhG6ntBSCYIDap3h
NjB09G6dKMPm3gRh+2WpoUTOgeIF6JdhkUxAAWDi2lVr9uzzrK7LYOiGJwK/gI2SMQ2QNxiahzHC
WbzwQ4mDj3KRWV3waRGovWcNM5eYZFmdpxhcXRGC346pTljzCk6nuZGqm3YZP28uaw//VQLD1yNR
fpsjsg1XJ+CvAWWV0yMP2fqq5jSZ8r5N2gvXMeTKDj7HCgimGQLh04EsRwEfSZl7piHsIywRB13C
UAI0g2z12BVy0Zz7eFzPiHZKsSYuK5fdVUsE1yBQBPUzZiyq3VFo87RoJy1BXucfkYCMQ4JRI7nu
iYd1xbV3EYVeLh8bE1zIbPLgyeOABNcjejLLeUKGhzU10gMndOoqTkJzBKSZFV6oB1WEfJ53a+/N
2waRmHuBlO8bi1M7pnRcHxBLsJQuElrPNDNyjDl74tCl5JnPVjAtJmTUg515YRoUmr0DGtxYn09i
MwiTDyCatPkao7pIEntu+xkU2Ij7gcTMn+PHUWQ3AttZlc2+2gzJKL8s5yynHLhIuDPeuce5DJCq
elQ/wRebPgS23Xbo9O/t2L+4HkFaR9hdITRhz0hTRUsisI4jrsvJ9MWAwyH8M/mxJl74BYFXe68B
Co3mwpYQHPqAkudOyrZR7V11tsWyk2FLTbr6iXegYvXa90Av0tBDEbeCnxvcUfrk0tEKsDCsgnPw
AMsaGbZ2Scw29sUjKvWwhFBvW8OVuAJ/TxU1EtJBs7y2BgsQiHhgEoLG+FFmAHy9BNwmHt57JqEA
Za0CNwwuOE7otdsafiAoMZjcN36KLibWa7BU+zSHSyj6yWGXPZppjeBng+qa2OGKjvyIfULlslHL
Tvpxl9co7yEX8aON34HeZuZAwyWgQ37atMy3HCSsgkm6g+lytHfGaN46ht/BPbYGO40e0pHivYC8
VUzz7O9CBXHLEMjHoPOrlOF3SUtUPidjV+mhXfKVB3eKYmIzgyovl8KzL1BqX3qhxNGtnetXfPy6
gX9zf7azavNwHN48l4F/TMy1RVyDLryEX4wJxHaB9grp9wuKQ5UdeIZrAogk+dLTT7GF4TPYQlHe
uGtTdWCg+nipzQYoW1S6g7pxu/muhh4cmH9ygmhfn3RLgzvdLnC7cTLoVsBsIRtYKrj3LboaQQlZ
Jbr2IPXN4cYxwR5ORCYu19GhOuc4jmCOu1BP00bPT42wkuKCij4JEC6xwrR1nZMsuOSzbu+DLpnK
GWUR/LEH+yn1+JsbCg+tBqVquPPB2T9D2b86Oga9hVRqCnFYVKn8YLKIQ7cvuxIaIlWZgG+YJFHV
aiRZFDBfKMPskdv5GWuUyRG8kCGt0R82OllxiIN0pxBIVgR5y8kNhC+npHVARgTsVo7oMGykMztv
YClgFY7n4dIm4gum2kUv1lt2pjyipjt5HcpYT+51nMBTO7nD6fseOpLkIuvFA5iuyAoJhqni0OjD
RCnycARBV3BwnrSimxYkzUdh3J5tkBs27OFLjmP0EDwxQ3iB1exL3XZL2afIB19bPzdLml0ROFne
ebPfHrjIerBOMU9qCFlgYDHxKiawvQj4eBtLH+/Am8mUe1ALf05gU3mdmAmVXO08TSElx3bS8j7h
kVuZut41XGFhlOPUFgRa65vF12ER48AKKmh9x1V/J5Fi++hk9CGLm7QEDzw4IAfrGBls1qCGpEjH
QxBfAovVF3SMuteO030NK8zLVmosMB5GXU/cY+3Ut6atP/QQs5ctjOFyAivyPVwJvA8eEdlzD+KW
l4Po137ANfZwOq3LSRn3VcEHqoKjAWjUI6J7dhixassbu+CI5PEKO3KIFpRL5gfeiAlkSNN9QiqC
CE4wv1uQNwVeWYb+AEmTsqU6KoLYehVHAwuRO770NtxFf7jB+enK01zdhCSbwZWPRyTJpan4EMHg
67QYGYFgNvIbMzFxQt2fFlq3d0YHFi/B6/Unr3HjSy/TMR4q6+7bHvBsMQ9juwVrE03iFQX/Fbhj
AL9H9MYpThU+7mlJ/g91Z5IcOZKs6ROhBPOw9QnuJCPoZGSMG0iMmCfDaNj1IXrX5+hLtfQd3oeo
epnhoJMuzt0ryYoSycxygxkMamqq/xDILTV5HN28odm3tjF+dwbE1DddyJtGn+Sm0IXYR5VRgttT
Af41SdvcyKxX5SZrkuFjj94y0HQ1tY611Rbjuuui/JhOEmNBSiyDtPM7kGN6vYYjGE47OsYgOxsl
j33ZhUCfJRQI1MzCOMekD3GTrSpKsamLPNoZU6w+tOVIcc2GGfmeOpv1Odfa7m2YT2q9Bjkvf2kS
79Vmkt07SiyDtQaFVXOye1a342SrEaKrardb4z5Qd3tgv2p/a1Z1+7XmNvA5V1tIGz2a2Q+GOQKy
BtwIIKhN2d+rUg8SZTN5TXTnlGEn1pWStuDFZa0+wqFKA4DxoK5vrLnsusb3Q423apJn75oiNAe4
VJg0cLiNXrlWQFE7a2tqgPUh3wx2G4YPANGe5LVaKUWYoUCaFuaqxSXd2VkVVf1V1DUo+XERS+CM
6GZyNwWFnW1BPbXeRqZt4d3CFM/mbyLPD0PTmP0O79EGlHsVi18jroR8ITFkC4gbPdeKJhx07rCj
5q0Vu9Tuq7Gw6pUEpE5zcfSaT3ojoi91qJFPamBXs5Ue5CPFWS5fgOWknj9CQMftRO+HdCC7DLUR
uC2FqlXSuYi21WqtJCulCsDe2gXl9o0FZ+BzmSfCYr8P0NUDu8v2ZhtPD03FtuLA9eisNphwOatO
txRx6AsLx2lgW5G9S/E7obswkPXvjBij6o2N6S4MIZGRpWAIUh4NmAjfNagF/VoCwM0O8VCZ6k7F
bN3PHHTlgJilCSSZINC2bR1ZX6woGXCYFs6UHSjjDmD6I6HXM7hZ7WgEzwhMy02cfgsA0TD4p071
TTZW9cZsRlGuQ1baWeO2QowxqiAtVxlaed9S/H7IWVMrfj/Jykbzx+7Ibka1L+bVAAhIFkAVZ5UF
xAoYHEgtbYa8RMCs1QLaziim9g9WnrsDmXdNjYaHSCZA3ZlzX2rUSbdFHTZkldRbyUEM6obvKSWK
h8HoQMhT60A/viWsy50zJbEfUESvqAFTgFjZmtF9rHthj2xodWzn9KOcdmUrRhDteU17uCuUZibG
DMp7WyLvzOUHdyaUJPPpU4k6XbHiFm8MB5UA/n1yxyiDst3q9xX1gJ98dFC74aRnNQV2PbpJOyHk
xglNZuDmZosY0iDav5TANG9KvdfucgeszYoaW4RoyFS5H2shnNuiMS0EZJtyOFR2Xn7xqP9hqtkg
hRo3NHJrJxDrgbqIswr0Sn62B6vah3ZLT6hHhl3bCLhdaM7z5qoNCTf1pqSPu7eTqbcKwmXYiazG
YS5JFR26QFuyNkq0IFtik65zbOtwod3pG/LoEbw3EfyomgrATxGWY7fS6xBaX6a13FzkKCnv630m
P0NpA7jU1UO80cYC6csa2DwvdZr7Cuk0QtcbS4zJVm2UTDPoU3EDvvzRVXf9MCKDWnmZ850MEQC2
2jr5g02SVa2pn8JgQAFxeLTV0hqQY697cICq3e96A5DfXtL1Y1MOVZKhueUlZKehqdpHe45ZfpAm
GX4CccpVuY7yJFgb4xAnq94bketrtFLjoB3t1N0iVp587ESiA7ikRohUVtU91rZZJRuztvR7ixpz
vwrCquezUb24oqw7CTLVwIu8HawNZJbSzolxq5Vt890zRhX7qWQeN2N9V47b8RkG0pEJDDglLvel
nRTa1jN6OCtNYMd3HOlkkV1XpyYXbM6X2Uxk+tlYcKE2Qtcy7oexXVb7oU+0w6Q1+i+napHgh1LR
dT+dLrCtg4hGtLUCkEf7mcEybdj1Flf5ZOx+iaypux0GKWO0HuHN4DttqPVRiFr9RCW4+8aXHYiV
C6XlB+LgtMo6R3QJNyMZh/dcq+I3yejW4drjACJspVrxl1so5aeIOALGI84BR4aVmv+gnB3ItZVW
VBGYFdS5XCgFrvcpiRK1l9xGsw59JLZAXt7jCWhkG12pKG4EHa47q0Ktxm/AzIHz5jH6EquWTnu1
DiGyPRbkFgnulGNRrurJcDDrC1R4KxqX0l+pkbQfoiAU71PXzGOiMcxpaniR/VcZI3e+jvnMP4K1
0sp1OdgxcrW6YurrtqeUt3KqKvyc6Q7nnKEklBDqsTJ1v9VD695KQnZeJZKGSIaiD1QgMbmfoYqb
39FkLZKNZxTTsC4LylErTvEEUBg0RGg4Xt+ASJWpDV/BDAYuaWb4NUukJXbFpGp3MGpF4DtJ5R6Y
kMEoltH/NIasfhemAxtuoL/9k5yuV9e6zOJ8VUrX/UptH6gJpZhiVRWl52wsFCbU1YyVLPYkIiFF
/SrMs5Vbe/UucwfNdyB3t6tBUwwYFXkJxngWaP84jRx4GxofFnXmuf/j65nFbaLQSptOAswPjSPS
TeONTUXf2Chtx4cbzwQ0MDhgpNeGi5v4qjVgpbyfBlN86s3Q+s7uQqZVaq34WHCXeUQui5NmiMuJ
j8+thluIw6PYRA49xW0epqN9Y9UGqVgehPm9AGjdrVILciE1SZeC0xi27DBvyNXsGLvQrzZG34bf
oYHWn/qhnRPzUR+mna0BYV6JqKwUSjxj+9FMsCChvsGl7xjSDR6+plUdfqAsyELYXSQhfwHN+B5m
XAveNWbjJpysJSXjQejqsO09wOebpNGEviuLqkdXMXHMaOc0EDl2NTIw8XrSHHJtYfYcrGVhhMYO
lT/zM9fDUUGlRPZQbetYK/qVF49xsxW0N6tdnmI2uC60TJJp2FQoSboTJikygIW3Uia9AYOL29G9
V2vNt16LMmsHPaT8RDuhLnei7WSwDemc1ZSeOMsOHBLSYZ9nun3DvRhEPTKEWsFlgTOEbocx5duW
3fGljvQKUFBuzHeWJqRFWeuwY624hgvmRNYESMsbQm01RRRbSZctvTxKu2MG8QAGfRvmY/bXUGvO
J1DYg70b8oAbH/1guhOsJhjXznTbj16eDuVdqsOF3BZ6qZFuoQmYb0JorsWKkmZvbSZQ/B4ezpMe
bCbERLRNIoXGpkDPqLwPUFD50Rp9PzxC2ps8gLR9E+9KO1Y+23rkjjvQoKRq1FyTFPmMRio7m631
LcpK8yPus71CDgm79JEGAN85Po6O9xfGLS5Z/qiTJ6CMN93ns0jHynVRrCNwGHqHjWdgleveoiS9
MdugI4NXhXlwTTrBSSk0udLZ3TdB5E3fQl1vjQ3NEes9puJJtcM0Vwr0iQWlIS6HUG271iuSVW0N
GcpspNAcR6EV3YoqahK0SBAnWWPRMR2Hkq7oanA17UteR266noqRekQ5CuMryadKezRv56UOlRLa
7dgnx3qwqBAGocfFGb0beGrQAWUFM0THgrGiz3ogB2imtaeRIG6stIFgBVE/09dkRPptAoVi3DCj
6q7IFDRFdQyB3iHDQLMlyQcKM3SLNRdmltS0nfC0wOdq4Nkoi8f2o4E4prvNg0y87xVIClAmG/17
GFF84bY/XZJkegL/AVbBNQi+holps2sswCqWplh2V5Xc1rrB+myrnfyY1u34UbjcJ/JYTa6zPASD
4+kojs+moCDKgXAuMB05DSvhKEq7NwOt+xqpbRvRu7bR+NwoAlTUXe/20B89jauPHxcGVZqiyzCq
ehld8gTHwmOYKgoHtsp1CpTpKbTEmPH2NNu7vVpp/V/scmVTdS7EdyMqrvI6mWdsaIgaMhQyOXjt
zI/yB+AJPLgtyS7avWMWNuy+NkgeqP1l+5dn9PRNziIgAGXwNASXq86I8D+GsesyVwZNbfe9zhlV
J2m2Cksv4soWVH4fx9EFIamnKzjbCP7WTyfRBbR2Oh5htqWRGkOIbItiQ+tVf49rslihYmx+eHlq
M6fhFAjEEuokVywlSCd9ObcUvp8T67Ldp15q+fEkVR/KIVZbALoYcfCCLRW04taRlqQMb00bCJ/N
jdAr593Lj3JulXUT6SyD5yH7XbzMDFeckS5wt8/z5KBa5c+oHD4HWRzuKvUV+waFDkS6ZlAzKq+n
C0zfdAqd0G33ehgk+zGorL2SW9oFRP4TTBxL62io/MBgAIa5VJEReMJZbSJailHAp/jSulsHnbML
czm3bM5v5J3loAFvLJYNtjaJTxe1ezkGRuCL1FOao/Qo0N6GlOfKjWINdHtfflfLHQpqE9kkvNGR
0sNkz1vA/ewK8dKmGlWfO037y7HQbAIuMCIRVkkl+PzyYAvRUIeCxIzBA6fqmeiBAZA/fV0udHvh
uoCr6frlX4umiTncHTXZtvg6HzxIW8htqPp7vWms71U4kM3ltrEPijTZFti23Onkj48XHmr54fx+
KNJUgi2cEGgXi4fCBESlHjP6oXRtmNZCvDNgSaCxPsk1NwmEQiOzvzdLgCBORm+9Lepg18n40id8
5l3Myq6EWiIuXcdFvLWmKXGsuJl8a6YKa3FQ/oK/OzyorW0fX570ckczZ3xxjNlbCjkOpn4651E6
xQDGbfJdWhzQ5zr9kLmqfkE19NyEeNFwFEArqwg+nY6CngZ2TJM3+rGtUo7s+9gl98o9GfqS+8F1
oly/d9dMuiAcIFIC/HIxXKpP4BG1XvpTEAPUw3h9Tfr5xkXX1b96+Wx7pk+g3sqGXsKdIckXijOp
ra+7PYAWQ6UOoOXj7uVRziwfhkx8lJxVHsDvRXDLNXJ/rqOtjy7H8EvYibv3QnX8YZcXFaPO7Acb
RghYaqIAxJDFfjCGgS6ZSX9VNdVpTYXsk5GXlywhzwwCBx1pS5MQitfd4vRty6kghfEav56qn0lc
eFtptt31r8ZBOWn2DSVjwwTsdM9ZLZSzaHQaf1KochamGd0UmScuJBLnpoKyn0OmAkSb7/V0FJcS
Eb4vZu8Djks2iMUWNxrFkes3gAu+AdqgYaPyvRQ1zDi/K0VE0m9kqT/EWi7idaMjkpQAHugvwKSX
xw8hAdYPbqu6jesiUl6nUzKKVu2MWIw+2XxPHQkQogozWOrjTdjJ/l1ai2K4cOSdWUYuL7N3Fnq3
M4npdEx2dyrAnox+ktjyLSKMg59I072kl3luGAvBZZvDm+xIX0wNDdecyi+93B7Ue/1Q0YGyd32j
FuqVyO95DfmvjqYWxxskjdP5lLlH9cILBt+xx/7LoFrtD43r4fe4d6YLUnpPg8PMRDVgdWjwPMmB
Toeiwk0lkIqojyOh4RuGVNd9gR1IWVGiejkOPV0+biJYt5EnWPiAWYvgUHsQvumIeb6HOEaG/ov3
BWn58ufLozydkK6SW2m4oqhou870lj9z89gDZYJkheYHnZr4OLyPt3pt2+vUzJuPrxmKIEHIQzZ/
6ZXVjt2UVgGKTKZSIdIV5zSJh7TfOAbGFy8PNScPf8Lzuc5gXzLHO5ptNmWf01lRvegi1Uw0v0Q+
HmkTrRs3npPpX0UEEH3bl+1fxQR4IaBZcSF6PH1tXAL4mh1OeBJxYzE0AHoY8nqg+Si0Z++8KZDU
r1T96kgIxpKD0JvvbRTLFvuQtqdqjVro+KgzNXu8x4I77DIuUX7OzGUO6NCMfo+zHMUcbaATkIj9
3Ap6aG6ocqkwCa7Oijj+wGqZJIJkqOri8wVfyutCBoUViwPwvoOtYbodJfJa+gtOpTC0wbOROnAk
LuUSAfVi2J0pqh81Hspr0sSbEL0I+ChpcfX74eCYPdp+67A+MWuohrJ3ClNac+833AgzLnZqp15S
Lnz6fkzwtnBsCBAIJi+/KNrvFSKcwvLNuTUZ4neORrKhX/iYzo0ye0l7mAHN8raL96OpOXA7VKn8
TkuGLfeWH0GUXBK9fhqHqLhgbMBtDxYvHOzTL1ZJ6YyHXmH5oFbb+9Ao3DsD0RRuIll/yUXhzIRM
2s5ciAh7fKKL868Y44qODIRSdYaBrm0yl3gjEOu5emObaEWzDbh7EQvcZWztgwGE5mD6ei6x8XIs
gFwATS+8nqcZBIkdGBMqOQ7tOntxThhh3lEOqZiNdK1bVBVDatWRuqahV+xLdVQvjHdm9WZRAYSf
53SSm9vpmzKEQCHEUU0fmVMblo477eniB1fnRcgXWJDUZrV5SgyLTUdY4/xDy9RPBUpLh6EM4AeB
wAnUNXB72W+BnrbphZvT/OinxwblNqzv2GPECHKK06nlete7dOAtXx87TTymzdRRyO86J9+bCXiT
lRuKpvSzwIDT5lJUN48orfSXvE3mN7Z8DBI0KOF0caAjLt5ol9kukJ3KQrxFNDfgtbR7SynRzk3H
8cHU+vG+Nurrzy0KEf92/ELonYrW6dxrFCOSJs0sP4GGuLbAo681lNW2Lx/Mv+3DTufmIknPd8GX
wVXYnHfXH7XAqUBxpo7Vxo/FAHATB7xqxPoKdX1QVm7w1m3K1F0rsYmmeozU8+QDcki/S+FiFmI7
PRgau6h0XIgiqxforJW13FStM5oHmY/th7aNx3E9paYdbi1jJs2gtFjoa+EkEDZ6a7L7g0YBtruw
X5++MxiBHF78NdugOIt5pW1TW0lvthACG7GBW3Ab5mTUGAqqB67eLto7Mr6QjD798hkT5zAy+Zmw
ai5uqjIea7uCyYmfbzI9kssraxwzva9a7vY/XNEZF+4NZ8YjSeS1USehIvdkvBIxMF0qjd9x5990
0MN2/ax6JVXLunHBUL57ebM8PRM4CJghk6My90RyOB7NPM0ys/EbkeQHEONylYFPBlcZXCrIPZ0a
NGPOH1J7Bx0XfbH7SemhiSoZ27IW7a+sCFXkSYrwbUB+tIlD27w6P6C4SVbFQafZ5hM3ms7paQIH
qvDjUrVv4LzYvm0hYHthVz6N1d4sNkFaj3UDTY3FtDJq+VMcD8K32jH7OEKqWadumFwIm09GsXWu
D2iLU0XDAGnW4Pnzm86qaEx1gNu+2pThLSkLFROh2YcrdwOjkPJSZrDhSNMhOR0FRs7c/G2Qc5NZ
tockF+09NwZJgzyi//JQ5yZEu4I4wOXVhv9wOlSGmKqtRXrvj4Glv09zB1GIOi83148yC5WYKBvN
ubxxOkrXAJOF5dn7gQrGy+168wNSYKK9dg+wbtyHKG7i0UCVYXGSgmjpnEpxOx8YkLnFrAFeyBgU
VxbruSQYs4Y9lapZJEBb7IG+TLux6LPet8OSWm1Q9xu3BeVw/ZI5XBJMxtHx4Fi+GODhCSI+HaD5
MnwHXD9ctYNMvl0/CtvYIm3j5RCBTl+MNCVoSfDjFIOjGtCWaPT7EN3P3dXDzCe8NWc4qOXr8y78
4yhEJZOsbox7pFrDsbwpitwe78LYyavrB0IlghjAjZQK07KTWqL6rIFM7Hy078M3CgCeXTI644Vs
d87QT052qviz5QX/wbsT84TT6RgqRCE3LztfIeNOdqERack2youqeDOGpX7MQrV33gxNr6JImVpV
eP1HO9/2qTNBB0EBa7GcRQ8baYBG7iM2jUKlBTuxbMZL1dTf5ezlNIGeof/DRpzP3dNpwqEeR1sy
zRI7vhs9NOMPaaFo3W6KRPQQ6ViJhZaL2hzqEVshAm9rpbF3Ya3ntVw8BLV7m+IQZSay+8U33fcp
9Rk7HnwrmMq3EXK6aHkNwUEfISIBbqiHowPpZbiQ+j85kOkUU5IiJ6V+wyG5+DCYd8CX6fV+UfTh
XQrJCmXJXnnTQl16xVDomnC95aWCBVncMqzccyEVqb0fWfSvQLoMzXccSE2k1cPsUu57bjmpUmLz
N+8c11wsZyHTihaThoqi5yb7iYP4rhASkQK91apdFde86EbNflz9/bONKIXNZSKN8/N0J7ngOunQ
9z1ly1x7QG172KIXPF4fmOdLNV4cZPdUphYL6aQoFFsC+aI2HcAdVWpzG0GSvvC65je/3JB8Dhwx
ZIhz2DydC99CF6fIjPv2WMs9mYKLJz2oCYSkKlDim0Ip4l/XLx/ondm6DqURvvrTIZEMr+ESTb2P
a2/6no6lvoFpYH96zShk2QzA3XopQtPSbkDvgENawjU+eEiNbsIsCy9ci+blWS4fzaa/R1kElTgX
hQExrEdZKzAg/QP46Qbd21w7F0NFyMiaQxdNh+VWGIEkgcGMO59ua7mdKgM0q9bpF0Z5GiRoorIV
SDYw5qRQfvpeMk4HXdRG7wsv3IHbdTeyQMkgDdOr6zi0AfFZmf24dPqdS8RDleYtuvoj76bFoDvL
uvaA7qC1f3nV5rU/fTcYnvD16Jyh6Esai+CQCWk1TpAi9TJOtgnEU1C9hhBbw1aOu+KTG6jHIO8D
CBpZOVyd8ODaoZFZuUR58qp5sf/IEdw8N7UgIkdwGtjToYJSQyeH6sL2e4JimW16/hxmEdgTqdMc
tMLeR67RpBGZSEhlVHe6fCw3YYg2XJ6irQawPV9F04RWK2q59Hon8fnlxX76IXAt4vpNwAKaRHZ0
Ot9YhGxefDr8NMDGDd65+eAppf3+5VGexntGgXbGvYhkkubH6ShuNUukp7LzqecM6Vu9VFA4kLU7
fOZ0GW8TqfTuVliAly+c22emR/ffNvX5sjnvqdOBG1HkrWt0rd8PYX1vt4GyMYzUubBj50Va7Njf
qmPMDkwS8fh0lCFKAnwimjkTQvc6ieDlZGNe+OBbxYWdc24oOhpg9Kic0UBaDNWivTz0KXEfBSv4
CkqbUyAG+y96zb222kHdiH4laCOWEHze4jsMPNF31Nx6v43CN3EK0F4ZtZ8lqSbSY/qFeZ15URTv
wRqQ6pignOZ//sd3NwCZpHSjd/6YltUuCyr4UEgsNx9e3ohnYgv9SjKp+Z5BmXjx3UHmSsIMkXdf
TjpKAAkq8CBo7Y3ZK0j/yZBrYeX0N0pXxBd6pmcmaNmui0keCwomaLETqbTbhQelwEeso9r2eSE/
G0mCrNPLEzyzP7gTAt5kGWm1La9SWTaBg0PJzYfjL+ODroCo3uowr+tNCa/ny8ujzcu12Pj0+sCl
ETp+f9unb83KhddnUGT8BtvUdSMmUa8dB5uR1fAbKT/2cXDJc+/pmBTB5z4cMYt+8BILV+hNgg9d
hYCRAC5KsUf4geL+KHHDuzHHVLuQaD19b+TDACDQcdMAkKFcfLIxo6xyRV1TZ4ysimrV5JSYVUln
8/JCnrnlWNyjaZX92+BcXQwTJ0hgqzgH+p6b+qidfVVHkawROfgZhvbWHOJvptdDR+TKN1PRr77K
zaNTSZ13DhicxeiWooQDOQrxGQ7kL+HpzR0qTPLjy5M8t5Q0o3W0GllNvAxPlxIxJygXPZ9AQsMW
s4tk3DYmiPfrR7HnHgb5EEXvZSu6aNqyEUgV+S5enLeISnj7bNAuxMZ5QU43Ph8zeRAye1QwaZuc
TmUQXpy0RS58EAPRuk5K60eTZOMuSMzk4eX5nNnvDMWthfyR17MsJ8WtmllO0gm/mETcrKt0zP9y
3Eo19pbeO495LS4ZI5+dnEecJGXFfc5a7Ia4UceSlrDww8pJ3mELVOqQCzpZbSBBNO2FrX9mNMIH
fS2XKj7V2cVoGhTeKVebxhemhQ2ZiqmMneBDHTRI/7+8lOeG0snqaN/yFwnP6VurEKxwEZ8TftJ2
Jmg9LXkPJnQ8tEFYX5jV04wHMBsntEN3le9q2cPtaoGo90jpvqeFUq1Fjqb7UUv1Lt7BOKqT+2LU
1R+DGmTTBTD2mVBCWZAmqErez75Z6n3XtZbUoUmypTmVOOIg2N0NycZSPiCpH64hQdkbtJqqdd30
G3jI4dX3X4Z3WWCGnhPL+Qj+4yTXI00XGWLePnKi0VY2uLvFUXLh4Hn6JudBbAx35nI+2frpINht
qFFjd0hvRHQJWwg1WxzV4FTXl/qiT4MWI1EXQfmVP9GSPR1Jcwco6vaEiBdyWbuwodZeYztw9bFN
ZYJiCNc3IDTWspYHrdLI04r0R+raTKScaYpJg6NT0icXQteZCYEAphdC2Rhp/2XlQBhKo9cO5yfA
qvRLHHfWoR+yfPv7U7tKr/hZOfMT0fP/aTYL2hw2nhc3/n//93/9///9f/4UN/79f/iPuLGh/ouz
CWTH/G3O9gn/LW5MbvEv4P10c4gWpBk2/+Q/Uuam8S9qfA5QGn0WW+UW87eUuYHlggMswOOCA26I
P69RNz7dGQqlXMpEoDwXW3yAEVIN4Rg+ek6e7Osw1PzIndQLcem5X1+c+o4dqGqDo/tDkaCxgFbI
SmbT7o8lPv774P1TZ/e5357Pzj9iTaPBmNSNPHwk58VEh9IHvF7rlT++OJiMtmrrXO+DhyJLvlQ4
QR8ga/f//k6eFXl+7snnv//Hkxt9k1mz39sjKlI6PGb9VtHQo3x5WU6j5D8vdJGdeNZkVq2ShY8m
SiXbblDKr1mhepuwRyvp5SGee/7FdWZgBNR/GUKT3XhbDunOydTgQv/7uR9fnNNu5WH0mbjBw5TZ
4QZi/4exVb++/ODPrc3iVttgLTXJOPYe4LmrK5jT6tqi7bR2I/XCvpk/m39yxL9XfwniQ1ZknArK
+Q+hU01vsqGq9sJqtPVoxe39iP4WDODum4Lagf/ylJ5ZriVvhxojbNwsdx+SDj2CMPMQgkAB93U/
vvh86W4VBXdX50EN7S844+EhJqyPL//27yU5t1SL7zd1Ke05Tdc/NCjWYJOIll6JMNJBbz+40/sS
0bgasmV6n9bJVilsqJX7rPseBAen3fFn6X0PEIZ6+WF+g9rPPczie69RwjAnu+kfOiz3hmrYTeGt
kj8OyRs7TDeW8Q25j9WooK2iH3r3kzOkq4JPNqvrmwDvUxQ+//M/dW/N/07OSR71zi5X5FYpfxmB
d+FJf1crzj3pIniorkA9JeqxllKig2F8ky4UWlbEGG9R5NIGucpzVIqwqZtwLusq1PBapD/HNf6I
N1hWXbgic8qc3+mLOJMBg6HlIPMHNZf0hSHXzmaFeeuDRejdCbHSw+B+CqqHINxpJaq66l0p1w4y
PYkQ6wAM2wgXkn85TXeBTqX1ki/6bwDZuRWan/iP8JpLJ407pYpRBu+RhhDOYRjVT25trtEyqHB5
U9eD4FoTVdU7jMk7hFb64iGwkg/Iadw1av0LyOJdXOWfPCN+BIPzpvPiT/CV3isNXk8YHUptvBka
cE6RvMVG9I3TiXAmSXOZMN7bg/iW5upmCOCZFdr4pe6xSstw+Iqi206RWH0Ge+R5b6jtvrURrCUv
uFHVwAf6dgv5bh0p6s28YghUIpgm3zY9hSOTppXSfIlxHy4qTUW6p957vUCZLHuIbY+CmeLuLKRO
wWt8GJRhl40pVdUEqttQo4Y53lhxdePopd/09a2b9W8NrXhEk2MX9sjRyi44ytp+ZRRcxHBtyMPa
atP6qPcccNE4IhUju8jv8E99ozaFeR9NRoMyRXLhq3guCi4DO9KejiUT5iCqHd6nu6T+T1J77WG9
7OMkgx6bXq5XR3NgQ0yIt+lVdVUh/u/TYonDpdmVushG10d0AjCaxu8Fc/THl0PaM2fdEsHTKw0O
9Y5VHzVMK9GgH63oIclEcp/Utncd++SfCSxiuFEY0jFDCYdz8B46M7tJ1PSqKv4/P72IyI5oNK+p
aQooNbIpU1Y+cskzN69bnEUQxVnXxfshbI69hy6SgrL2SsN4009b9bri9j/Pv4iPI132qrY1cWwV
eZzlmuH/Q1J++fmf2e9LLHpHew5QwCSOAz69K88KxX5AI/51OcWSZj26IwK0ZtYcszH7jHviyrbD
n6978MWHmnuIG6hRRzmEiuY6kNPRVI3qwpl0flVAxZwGfsdVshYNsfqY0d5dezz5usidV32roMhO
fzwxlKI0vbY+pqP3fcrQQcQW+EIu9NyDL/KsTBcyMcu4PeaN6xdiqDaNVucXgvFzP/7kG5UNeGN+
XPdwA290TE+DRm5e8z4RAT5dlcAaRZcaOMZptYj2PdirTRKI/xitPRt75xf39CQ3n4hE9HlqDXHT
Hr3ORLhsKnd9lr6r0+RWy6ZfFJRvijbrj1ZShFd1bP77q6UofzqfxsaEV03nxarSX+yntVEgdvq6
tdJPf9srHbSHTEqBukByFrdTdInNS1jXZ/Ix+j+nv97qsRvGlVId0bwrvha5pXyenKlZZT343ake
1V3KNlvjPqK/dR0PE/JaBuU6tbRHUob6vuitYDc5sntP5914m1GtXRUV7mUKjfJVl8nhTsjuR2o3
2JH3mv3KDbQICC14T9R81PZYue7PcFRRt+ovVZnPX8ZQazhdkqDLsVRsc14mrgv73BKIARrOB9Xs
t/aQibsuj7otHs/N4VUv2F2ECMwgcq9Q6vY4ZrOWlYrSb4vV8Ot+fBEjIDCgcYGX9VFKO1grwmlX
jUtsfvnXz2cL9KFOl0ozlHrKOtkeQdPFm3DCfd0c2nzTdJr2qgMdLN3pEF1iNYybimOkUOFvR9vc
OjYmPi9P4Jko585//4+kP6iNCjKC2xydVuqAApsfNrY7F358Ad34Oyy4i7DgjorM41jUR+gB5kFt
S+22HeLvSF2QidfVtE3GXjm4SBW9kY3uoWdq1Fu4fN6FB3hudovQUToZUdYW4ogf72NZiduu8H69
buEWcaNEXEggM94eS8f8XqnmD7Xpf7z8078x6Wfi95JXNASj0QVuLI4JQocHrZY2ZmkFjgGtoqMT
h1HMpkpGc5Mmzkc7iswN0lezHOOo3igt3C07ygBSTEG6dQave+fkhfImj1HWhspfcruBg6EgAY+r
actxHKTCx0c12xaV6vlZZP2FjFi+0aYBH8Lc1be9MtVAbSJrRVQP173W5vs2a5qNNw5oi6ELvjbh
4zy4EpF/fMGzVWt38VsFEeUVEpvNJtcn9xOaJRjyRAFKsjLV35VybD8hDi9vtNqqkN5E4AOhyO8d
fqTQK50ECc2mWk2DluPqYKNYY3ufnD4ft4OOVOUkYNzFY/9tjJV6jdP0K0+bZam/GZRMyrGsj20+
phsp02kFYORCpHvmYHYW34MdVajNpn11BOGOamXsOWhyFz+hlVBzcBFRx8IkQPUdaT+EO6NL6ONn
opSzCOg0/c0mVO3qSCiPDuhtlei95/VhhD3w8pZ95kNzFiFc77IspRlbHQMR3Ck58lylLrQLQXYO
pmc+hyW8Eb22MuiREz9Siu/WkSeGdY8LGZUDRR40qaQX3s5zk1gE83FK84rmZHNsqvoeO+IvalH+
9fL6PPcGFkF8xLTClfVQHwE8G59dYeSoR054MNjpJZLqc0+/iHVyqnF8j2V1VCP1bqjkjyR1L+TZ
zz39ItaJCquVAX2Oo8hi/bbtKnrbKKa/sbgcX3jHzw2xyGe62RtDla191GPVu6sapd8bDsLblXTH
V1XI4U+eHnWdgqCnkDqKrJVmr0ZTvk+84apG7t8H3bK3Ojk2ffKK31ZAhMxKe2+q5nWVfXBsp8+d
ygFxXLpfR4RloVFHr7sMm3P37M+j30ldRSItYB8Rgof+N3wNjUsUgGf24hIbo8M+qEWj2kcn9pS1
E4QpYoxNemGvPPfr89//I2cRnoJggetZxzrS1I1XjibKntFVfLF/3uQiRBvD2NdWlttH2Kzw77P2
bSAx+H05DMyv7EwkW5LQxFi3etdU9rFGEfktysfq+r84O7PlSHFtDT8REYAYbxlyctpOz3bdEHaV
CwmQBEISw9OfP/tE7L1PnnY7dl11t6saM0hLa/y/OlVsZzAgn0MZa8qGeHKKf/5lX2ypyx5nF1zS
eLQkPCXzMKMqLhmGLpRzE9n5OxnEr77Exa4FIhL0GohInSYQ7aZoeHb89POf7/6LS19OcNdsWvwe
bc3I8TltVrujt5lD77uWk6+ufnFeJdCobhtrcOPLmZCQiAdLvT87Ri41UVoKIRnCInUSjYT2EyQ8
aR+8/vNb+auD6W9W0OXUH+bBEtqESXSam6PQ8daFJid6qHzxWNGqGPvrmYHp4W1n/umTj468uMF6
RaJ9PDbQWH5xhwOk7Tdr9Y3d+6te9nf3c158/7EXAzrLpQWn8pRUUxZhqjmZu8Ib2rPu8N6tjihU
BAZspWbf2hshwDyrYB+HYDsPSDafixgDyCv//HK++qjnn//HvUxoDV2jqJOnM6JUdiGAgar5bob6
q4tf2AVA4liPUFKeqiS8juVwgOD7d5b4izIaxuz+753Tqo0mlyX8lBg9/YQkvoECbf2O5Dzb9CtB
DnQIlz0kIT5oZR8Dr3/uhZvcQzqb5P0Z5slrSGMCBshKG6FuJa0H3mjvT7fWC+o7EO1IPuok3knZ
v6FXzZ7liX+g2HBNBgwP/tnrv/ASZhT/QwP05clx6W/fpwMEoCGY/c8X/8IHDC8szcplNLiex0/D
3F1LzFJkCwI7UKH4O0ATf7ZzgwsPYUIFCb2WU3eK6/ndmPojmp7/+fa/WD2XDV5rfCb4OZafoBdR
8rQ5NVX/3Xv/q632b/bgpTgg0xSAnXXuTgY1yz2Ip94D+q+aa99ZNcThWb2Hglvf52kyqELXznwj
iO7uV0NUPk59t5nApymSqYk+KJASx4QId4MRXCB5EQmiF8J7DP3Z31R6+oTwrx4KyAJHBQ8RtXD2
ZxV56Fv83z1Qd2uloYmElw/yh/LpFhFF8Wdv/8JIsXUVpFN1e8Iu2kaxeA51941B/urDnn/+HzYH
wmWIXDvdntpEfKZ9+upF35jWr658YXBcwAhiF4zvU63CugzGSJUUvZF/9kYuDE4YK2h7rBM7cTPx
0qsHr1jM8N1m/WuI4+9W5IUpIMIJ+9Wbcfl4Ax2UHF4NkmN3wuxRcuchekgaW7ryHWjSrGaf0AXd
8iBFZL8/l01ab4VSeFicpY1J9JxA3jzkc1ZDjbeaaC69B+zTfKWPbYXcQP+Cxgb4yFlL/IcK4uMj
spP4TTp5nfDTUG/+99dCiCr/s5d3YYsm1/EbL+i607y6H62EaXX/S9XFf7mf5MIEoRoNWGcr25Oy
ErXyeSOZ/2ff/HIomKVtHQEF256qoT5Kf7ztzZ/ZzcvZbVJPDW1XfrabSPkkTlTWc/f0Ry+bXJiF
DgaGLlAUP4XRvgpOwx+e55eSupJ3wpuiuT0RALCLFG1le0A4482f3fWFWWiBquUIOHF1OVzXlXlF
Xu7lzy59YReEHDiUZwNAHVdI0gFk0W+drhXFn139wjDQUCbQJ/Tb05oqWUDn5iao/ssZz38v7guz
0EsIVEYDyAdLV794ER1zzGb8YVT4/0av1ikh0zqL0wJk36YGPYTE8s8+56VKZAvl04XBqz15TTqW
dkrgcaXVf6eX96/XctlLuiLrVEce46dgCF54Iz7EmSHzz98TYBycRH9jiy/1fAGKaVsTCXZyfWcL
Q3zEtg+jZ9jacEj2bgcaLN+P8/5so+dVlyBHRsjF+oufL/VaLAFCbO7c1XYtiSFbxXk2jb9I+4gr
dEgMky48+rhKpC2stcHUJVh7fNkT78hqXrQEi1S+SESfEWw7Ae5Ta1Al1hMMeC/CnTR7627OpnqM
p6yHwCN+smJZOBNUieLNQOheRD9mKeNc6Wv8oQ8sjULrk06Wj6T65SZPYGtnQXCLYPeIw4CsyS81
7+MI4FyNvCpICjLCwAk9HwsS+GiPBlv89iHWD2ENeCYehPX3kO9p8TwO/awwVc/Tn6MJ//o9uKSH
XLBToUWtucZfw3h5ifsIAdxKQEnF+/vrNYLS6Sqy1QH8l3kPJEnO7Q2erak+DQAbeCE4zazbH6ou
KAxzCx5XmVDDQQOXWdX4T5Df4NiCfsdtB8qUuULG4AVcnxynnB/u26k+GoQ1Hmdl7UcvuIca+ZW6
4zvfe4UCSAay1RsLQGAVugRHCpAIWq4AZ4z62o8ATsPILNiLETKoZuyAD/LKefXR9WZ251foQYcN
QZkBEVBFBe5c67dGYOZvWq6EOwKah/bBvmj7/fkZffOatNE1kgCZu7qAxP3hZruw+HRCuRfCys1p
bGrAdKrwRz1G32yHLxIwl5NpNR0td3uEEbGeHmPtT6hAGV0SEKQzpsCnYov9TufzCwfuUjolAeZD
WfSEnFpaH0HueArq6L+aS/i3xbg4A4Z26FthxvYEYgwgIBIDg8Ecf6ek8dWNX5wBPfjuUX0OdVGx
eQUT/LrV/Jsc7IXc+7/v/OIIGFC0DsOJsJPA2qfAP3lqOmCDUYPxbdAd4fGM7d2EpWfpjq7ejaef
/9kSfvXpL7y2btaiA869OUFe4DdqXs6pwuD/I4+S9jdhYXoDLtZ3/V1fPeZlP7OCBknUrxE7YeJ0
uJog5XcnRqgmiIoh/WGc+VokDcvrZjB5UBnAQiLlpfuejAmIzZ7Zs7j2dn/04Jetzhir7zrVcXFy
GwlAme93N3pMulcGgRxYzeU8BtSN32ywL9bOpSxg0jpBtC6NOIXz9D50yStf6vd/fo4vDrLLOeQO
gE3wWtvm5NVtCPscQzavtWneaML2bouZRSftlsIHjvzPQrDLMbt49pYqmdvu5IvG5mhwQbWx+8NC
4+X0NoQdfR6iWHoCk+hNiP6du9+NGn/1ES7MA6FqdJLAdKehXZ69yP5AvvObxfTVpS9sw2JA3WwC
vznp2H2uxuZlUODJ//MH/uraF7ZBNqPSrvS6U2rdl6pNNwDHfnOmXEg7/svu/DUA+B9xulcl0nTg
eJ5UDLAe6GRAkoU8ALpmiUva+KwG+DNBdVk6g19203IHVfK0QY8gEG/UMKg0SwpMbOPwwlkGW06z
ZCWr06FAUsHbKV4DcG1rUDLxEMXke6IF1QU0iG/ezfkl/I0bd9lPq8bFTl6f0hMkzIAiazcClqRB
rVy0Z/LuHfyZBQ0V+Ic78gx0+/zsak3RC3AiZRMCqN1mKwaJcKqP68lvH3t+aGYHT9Ru8TME1Tri
ZRvzEt4aVUF5dh1sUkEGKwBb/gdv7w2GH0mAmvwY7LT95ZpXa745F7749JcdvRHU6/qwwdPB8WXL
1vtuk0EV4Rw5/92LO58H//HlVSrVhOxoc+q8nj4srDcbJE/XpyCakp1lXVRCj1mVrcfd0pu6eisc
30E3eZqQLYBdQDKbpoKHo0QO1V8MYaPNgj+3PkW+whmDOhOjxzHlO6mbSTEkvWUUZTZu7JYYCghU
OtmbWYbt8SyvhNmMUO+E9SXPQJj0Nrqf2qtJA0qqau4fXNXDExkbEEApeg7xhQJgRWV673ZuATHt
W6oVnOiZ0KyDuCiwlkuXx12vspj2a5NXIgbZQAC3KRgjR4emBJ78IiHszMlTMAXrBsDotiSdw347
BmT1BMrtn1ba/pP2zXi7EgCZGThBZbriJtDCDZCs8cxLpVhdYoecUYQAqZI+8XPWzO6xQhP/BhKf
3Z40TgLFBHKHgeWPhpKlrDwH3LuoU7tG0/mAPjso0Au/OWKYqN62w/DOEmWzfrLBNSiJn1AgrJ/p
St9S2XcvAw/Cq8Afq+0UBOMmdHueu7xB44cgk70Vbqe3ExTbd0DBRUWHBhWg71h8CMaRFOitgKc6
rQ6UYthzx8ChbhwwNJ2uGp4RE8UgqCZ99B4MXnDbaHWH4zrXDg12yxDUJa4NbDwk9jaQYPHwF1CV
Bnp6yptetmUXx/Vt1Y7sFhAOgiBcAyHOmh/T3PMS6Ne5XHi67izo3IUCYjlvMaz9AF0J7NM++I3G
oWCb+LW4xWXR6aGcJwMqYg4ZLHQJ2trgVVm27JeVVS6qyZHz0ejUL4gwfVGPgEYRb3CyeiVmw3js
F2NN7a5uhbdvoLAFzK2CSIavl3rvii7eRoTPb+4UkiIdgnTfCEB9NITGoFRKeGYlS0tXReEJAozi
g4qaeGeWRLeRpm8OVdRAwND14ZXFy/LYiW6lmetQ5PcJ+JFDBiVgANnPjOQ67CHHo1N0II0aUYvx
YgNGagqAZB52zXpMcYbeKR3UnzqqZGmrjnwEdaA44sJKfrTWNJvUwUi7Z1x3KysfukypM9zIZCY5
ggzywsORtPnoVPq96Ui8F1NflyPIj3lD3ZAhKLHjb2iRY4VKtz0kmLd7ZyqxebAgujS2PVMgnXZr
hsXfWICsc0YcsHN1C7p8CPZrZg2AvCsgwiCPS/NehSo89FMs6kx2kAFGL3NwmGK5t8oi4DUIqcjg
Zdp/BTAyT326V2qiBZ+jaTeweMWoTJreLR0VB5Gu5G10Gbn2VqgQZt6SsoPBxoTr2dX7xVn0HR37
FBBFXm/dKRmHsgGC9tmzghxDB6odktkAFbNuiTOgAshn2CYgFDTENRs0mIxXyiBdg8Qp824oRpWr
nfVEtCCqnturlYSrgywpkK2J8cVtAl2qtPQBx8hMGPLnCajnLcdEzZMebTBiemuQaZYCalimHm9p
JgGNdNGXhAEqgBgRmw2Krw9Lio0zD9P6awxXTKwkXb9EhQ6hSrCRjcQQAtjpHppfEwfHjx/I8Y5E
fW3QBz7rn40TV+cLhebZpC2SWq2afvfKgfFojAccsvWJuUvWMSqt7/O17NJuLEwwTA6qEwI86Yo3
+URXjA5Wpr8ZfIjvrFqSMuwNpquCeOTFWvvi0DB/Rc0CTyOo12VqJH3mTQmmfRZKjnwd9dUwek7J
pUISUyauLtdAOgXgr3WZQmX6zkWCsJibyC1Hja621k5pDsRehRy2QldGG8vPRuv1fURvXBYua5Xx
ieUGStWVhIzZKo795EuZTSuaygQW/JxNrRPvGjCWihhyIsUSQQYJhKIpyCob+WB7o5b2kdgBk0xA
hpzA+I7WDKYiKDBbgFm6XvsbEo5tHte2K2efqNKEJigd6GCWnUfX3LM1/Ndx8nMgskFgZSlVRdCM
Goj6Ufp5iH/9oSdtXiazTscarbi7ITZzX+oqaR8sEB93VDOLrIly3Szsu6QwPpSUMl5hKisLhAus
bYOaTe8MIfrKOp15kIl4J0uoPxYeI3khvOFGJ0MFV73mEJyZxZ7QGRkET8Sga2MfjSGUyjDQH92C
8DvOWRtJuDcL6vKi8usDBZ9z2/o2KN2UiycHvJkdDUJ20y8e/w02Ocb05vk2GSv4LWwkYOSOJKd8
nj6ralnuLJqcc92n9oM3QbJZF+u8BNpz9pPpyZsBPwKry9TFTBhsWxoDCty4PzzW/HR5fEsbIJqB
XCV3gHiuWbBYaI97ZtqwrnqYfBwAPID4QDKKtbBp2BTQNOqx8mZTGBO+r8ESZD7HDSUQ3tx0AjWM
hDoQphk8fo02OX078mnMxhVupbVgPbRkhc/lcV52xHdgG+c06ykNS0Xg2w2tAwZqhxZNCihobuI4
d+C1ZgvHz2vy3osmdwzPIYPK8wlHxh38mZ8Q8XWzJpTAcfPUucbkvNpzdMcWXR8mcFqB3Oz8TTp0
+4UqtuXq/ES1rjeKeh40yGz/Bg0lAfE1Hd8op7KbtO3de4hQeSUKd23ZBhVBV6/bki2bjMDvVy1W
KADKjwIoA7KRo9fBzzIO2wHP5NNiMNbdV6sr0Mi5qI0x0ZT7IHluFpK8QUjrpzQOcGCLX5WdbHGM
wXcvCWdO0ZHEYPHP/NBC6RzBczxXpe/PehO3EMDKKhnoUgILAMZ0/QkxkSWvQcQOslQJy4BYdzqO
yUmmHqMl6WGseFBQL61yt4/a7ZjKZQtjhBxeMLpbBQw6uOWYzWSesx6IZ+Mk7ydMjfaqTve2G8gR
vWv3AeuSLGAhmOuBU2UEA8zodBg+z57tDQZ1TQYs7+RmNNZ1mCUBIgnp17oYqWoyx21NzsI+3Dqk
Cva9oFMeS+xpbiDWwXGSHLiEUmUlIueqc9JXwKWivWCBc+T99FS71s9ddPvu7eCRtyht6qIJ2t9q
sfGu1fI57kmdBXDkkDpt0R+i1tB5CpzGeUcG1M1VH4qNgDv3AqhBswlVWjR02Zx1Td9G3GA+Bp64
YU7o7RI5VE+RmdRxxfFZnOc7U7E8wJhMhXZm+zSsLv2ZsLbdL+G87sFpHzYkgdXGjpUQm09mbI4x
ZVvSjelWsJHnGLJ3KKTSiH8Uk5WbQcQ1cH8gDoPPpfOUeA/rCsxBn2I2th/j6Ch5XF/1TdQi/yjI
oYFvAk0TJZIM7sP8mXLAs/MJeoTnVwbRgMwJ5grDapgk74NuiuHRpIihnGSBiGXY3Qwj9JuiYYb3
W3vWnNZkTh6lUsaAy83IT+q73iayqr6ya38Ln9F/bKx9BiK5yie0/RfLWrvF4vj8vmmhsGjQL1I2
E0lvVaXMpwvl8UOdst9R2rsl6Zn/tILVZjOMtsvdVPvejkZrj87+Jr7uQCbOh8pF5l0auhyrASFF
Ljo6nM/sIZPGLhlsZYUX44jCnQbXKWFKxVsr9GrBCmnbwg1YC1vYYp66SZONYeMNJJzjq3WR7EcQ
yWaLIecoWznvipjRZTcn/Ddy+IhvzEivWtjdK4MJk82soS5fVeITkko6RxvGXOCF0ZsFHBY4+PD4
et9CM4d6y0Y14ZoPEUkxANGqLPCibge8CcxiQANUbScD9LBZf9JqXRZwRpo5XxyWshJsbZhRmvpq
A9XDQOcUotMrCt4647R/5W6VHAGph3cIJwajue1POdh10y9yKP22llhR7opOLhusmCwXLrwLKHJd
TbTmWZPwvqzPs70yXubSYe1nAH7PHSFqKQ0StJsZIoo6M6PDH9M+4BiB4Mis475/mZ7bPasAMW6A
Ud/Mqo+2UIrg+6EDF7kOjdikboo2dz31b0MkyY+ehUlOQADMcXxGmarYvMNs3Vg4ZxUv3leQCWNe
vWvsKq7N7Mmd0rYFOR6weYue+LyJTHpjLAmelNT9MdTK5iNaAbIU2IiyxkBFllCYN1cPHYIBSksp
cdw0zqJgpWR90xpyPucr4BxsH+8j0otnKPKc/YbIPQKUA3M6sgjt5/CIowVApll0Coi1WiOCRe1s
CEZdBrOkhVABANSxaR+aBXeAzHm8xwgNZfh2Tvoyagdx7GzFGx91QMpE1snzoGPdZPPiYcY7dPW1
qqb1FvL7Ou/6OPi9Iq+wZj5VYkYcW42PdnH9PHHn6Fddtd5O+rHKW4h3o5MspmhNoPOGhdGrNFOS
Wxf6E0Hq/IbyoruBIAzZ+DPkns9TYaYYMDX9mNY49WhX86s6MNHVIl2v6GXaXE0dETs83rqZan4u
EunoAL4n2lp64X/IuXlRAiNfChEDwpvGu53WMQW8OhB6F7LxN1oM3sM2tDJbpo6Ww5r+mqB6WnKP
9lnne2Y3jjixdd/jRZnRvUEkvKINHiOVrRpCgFFgoaAXvdxC674ul36W+dTUyz1CqfR+8R2W04bO
pXEmVggXHwhTD1EhOr2iCrX6GwVh+YwEibwW55gk9E1aqllA9h+qTyVxmDrIJF6z1FvChw6U+h5W
CEEehEJFnmD13fcj1KUqDDig48fG2AkReRBksG6GkNPNiZKYWPO5kydoytto4JI3tsKy8lMyPDfz
jL4NGPLMUva7Bsgpt7pvMzqBkY4ppW4D0VSxbYSxW2kjr5waTAYLf26y2s79jfUVpNimsf9NZcVe
u5bVVzgo4yc56HbvhP45XB+CzIOswHatqyoPHIXocTVyT/1kuZEpGN4EYp5bKB0uNxWuup1du+7g
GwyFl5yl5Fa95FBdkxlGjaY71Gjx8iV1dqP111/LQCDj5aLExvt0PbEF5R8r+E/eMecu6qxT9goy
rsnKq10P9/tqQPY3S1YEEzOvliyZV3gdJGGboMGMFIZlw0fed/X12gXVnVVCFTbE/AOHewIvv6Ps
2kiP3Hu+rjYB+pv29bAqjAOG9gkzzYgqEGnsbWBVGQ3T6xREGKsbBZJNKk5QqIyBFccBlTnQZbiq
UFLI2BLHN9GECqsZRHI9ukYcNSSTMXCTLgZOZm13i4eWA8GDEetCiK2nzrqBtWWvPsdrEnEYn5D9
CKBtYH5ULMBsXx/xtz4Kx41Q/F7Z4Na3S7qdF9oBj8CamxHjeFksJ/8U0eEkE+5GWejMwcGV1IzF
ULsxiqixQzd6SJ4jGXv5GrPXxMjcdxtduHr9RAT22tHqrR07/jvhNcuViQsWzy6498ZfwL2WNO+i
+YdbyXCfYAy8bIeF5cTnSa5xzj2iGl0XGomczQg4ZCkpRJWnyLLjEjoYQ3KwletIDyU2+/viQ2wZ
OYsQeyr9rOLYR6qsm0pPI441ZGQHJLruWnThIVeyipK1scJe1dGcdfCKSkMhZdGZLnxUvvIPUsBa
BWICf3kw9946O5uOffQu4tEELZXbNlhOCI/iHQJvm8dneSLTyZeG1rcBVJfzQI0TorNoftGjG/9q
R+TAsOf65L5F5fnKbxz/ngYM85XE8Gel6uBUaeVmMRnmzPYKjIJaocu99aIDEifeDQsRIEs3rtB7
lL6OZr0hNLiqAtTxk6qTRTv79aaV0XJV0ZYVE2RanjjSDdcuXNNfjWmQR3IgXGX1kmaajtetbJ7w
zljRBf2vTnsD0kmpKSceoSAt9fOikwc4ZCdoCSBs9vx3lnaPmotmj2beOAc7XViQChOEuRWOmnlC
FmIhN4hVdIbNcs1hX6qpEeU6rd1eQXDSy6AE2Fwb5oxHBzM9yDeI+aS7ZPkRz+TsZCgv1w1b8mpW
xQBgBxvTY2qaIAPLID40tjL4f0JAy8wSbeA+uSWQ9Eh2p4Y+eykt3CY56s4npdbRaxSGT0EQzs8E
y3XHPKmOEafRI1L9bOMIqreRZn6meJXgc4ZFBaE8OSb8l6mNxzIVTxLL0JUHCg7OZgISdRdIqE8j
GBhAtYvmOpsE2k+ykKMlGwJ4dw5xMlckSUkEU1sHAikHh4xQHEA8X0Cvvd4ggQU4AU2DHVc9dEkU
DzdBIvo8HjgtO/hBReQ4cSF0AC77MPOXgabRwfio9xoaFsgTNzerPy5ZHDcIGtz64PZjIdVIcY56
00ZgGu9omta5W/2heSIN3jq+dHqV+GIoTarhBTj+bZx4iBTDENsr4dADE4gg4Q38DLVEZlsGYw4P
/xZ2KyoGHJ7XwxpcmUoeY495x74e0FwhrMoQizu3FVneLTi7Oe/hpISxC8LFzLutE7QWHsD6Mzpn
odDt9xArk+a9buIsThQpUFdikNtQPz01vDr03Jboshs7o9UP5Y4VWVLvbu74lU8q6BPU5HnlMWRb
+jQb/Pg4TBgWgoLpUSlowCosk2wc/eMogyZrUzuWrfV+Ehxtw9zniPcaOIzWQWxgflhkUwh8UG+u
7oIwRdC+8mXngqj7EsXIXzeDoLc9Aor9BNbuFUTlwlxDezSP0hSTaD09xKt/iEbUdH1vO5AQKo5R
FnvDEx385JSIUcK0uMlhSM/sQx9x3uwg4vMdi2M5cYs2iszGjdI9o3IuKfVhbVusZjecxjs0mDY/
PaPBKHCfsCJwBDqM5VWo48zz3d2koZIFzRr4ervIdsfVrd9HUh2GTt4MPII+uTNfsfVuXKMidsHb
pmxAeWJCt0fo1AWUFdUGKtO7AYqieeyk2TqIs9/3ivbgBwISc2EXWPqF39u1OiSJ0+5imvbIQhjk
Q9q1HEh6pXHAaZ1sFvQG12K15Yo1n1GubpueHJUj/EPMzROKpydo61x51Xw3jvj6IqgwLdCe5dy7
ddpZO51qtEJlsmGmWEImTm2bys00r/YhqSNkxNn6Wgu/3zDnXfXN+0qQ1w+gdpBHIQojQwvVTlT0
2CaJVfQR8hXCw9buKK2ajDVYKhRu2iCztOufjWkeO9S8lI6fukAUw1jDb3XEW9wOn/XYoZMah0Ul
Ou88lXlkOOidmHnXjqjvUWLJV77e+crle99XvNA+imnrsIBswunz7JjfjSU7EqH7tU9nBEDqHumC
dttEU1Ikq4BQ/myPiOmO3eTqQqzebkYfbN62Fc3jMW2v6ew6NzHF7XvTWgaNezWgkxmmh7d5KGj6
sGqXoo8I78xD/WGuoNuxgnKSD0NYQtroIQT9LDesgmxUyotUIZM00X7H2hrdsT6PkIMUXSaAJHgZ
knEpA1pB3WCkx3Zwd7G7vmKqyi0nD24SfDyzm2uoa9quQvZpma/7Hs273vyhAr2DI+lkPgL5tWt+
RhC4PqyaGuTB1C6ZxRas8jcA9Y6Iz6/CBWd/pWn/WHnkaoh/Qbn6RbrqQFwwSOdbuAZFy5AMidKW
XTWNRlcwUvOIayZ3WsHVG9mLiMTPcYK5SL12AyDr61Tp+CoAReqQaOT8/Hog19yX98jlhhla1h9b
ZNgzNa2HUYNdlTgYg3a8ycn9eHpjPqzLQPR126McGupTsMgDIGFvyH3KjKXvqZBIgPXASKL3PVMe
P7pgsGwU87w9Vb7OJ3LdVqouoNxtUD/wb30H7fa18tTZNjX7wWBWI11fwIAes2DqoaTu3QjoWuUG
tbQ8DvoB68wPDutab+r6AaImV55z8ibEtXPyA+b+uiKf09j1Gdqq4e2ZVV/PcYfsazd/1mfWFJUw
EUvg/G6JswNhadhjRmWPkEfs0enVoNRiuo+pkp1zsB4YnFuMxzRIZK91rAr0hXWoaHdhC0eemAxh
+lPvpOCBQny+hsmM5xS9bLH6MfrTr9FBaQpVTgKQkH2qzls1SgFUN2BV7SQgn3BWHIvOnj5FgtZW
7LPFALszmJtFIUTnAzwIhPvtI/L7n07n9DsHU6VDRMFGafs7d0b464dd1jKMaVKAoUvI774hNR4V
fu/9Hrv0PkL7oCcgDlfTTudIag4lqSTfDtUHszMiHiMLiIOPSD+2L4vHkjzo+LVIj+gfd3PX2rId
sWcdO9ZZvIT3Dkpctus/Dfw/14fGWVx5AzxZgR65xUXlxw02DlrWHR334DNGV51xc1kjuFon2mFE
h19ZvCK7mDx22VVr3Kt4wl/FdK/dNZ37cD7O/GG+Mq4St3M032NUpqREb+PAvMQpizMR6/QXlD63
boQDr0IghJr4z5p7cTFNy2fTjpnLQySkE9nmasTA2gIpNKc7Jaq+dweE3D0RMYqSQENE1cYmsimX
qtnx3qkg5yPodcj8Zpv6+nkaVZwvkbhGjRMgqBllEmIhbAKW9xbZmQ/ZoRnO4GxdUbUwtUqQi27e
kOpCbiyiLZTxUGgzZihGkD4iaUUZRXSB7eEPzv+wdyY7kitZen4VofZMkGY0Ggl09cLniPCIjNEz
MjZE5MR5nrlqCA2ttCxtBOgNtOiNFgL0RKrSO+jzuNndGZ63M3S1FFRVF7hZmRl00mlm5/znH8bk
3lSS59NcSQVBwi+fWt7PZVO19y5uwOsw72bUpvNTZXmf0ih5El7ziRnjvDZcEjOtfMxXHDDO0oiL
u24W+9j8Ytm1BiZV8c6GVb3vhoTAs6BVSyP37AfcxMu1bMJzC3e8Ve4y1IgNWd1OlVKkbha7LGpp
ncKoZ/QMLu7HjI0Mq0q/RGOtlmVqfih7o10ZMaBDNWXZUhFVzY7AAaVFXt52IY1T0PrkEhZT/YEu
8NbHRWqblBKKpx4TdqXJ3rm+US8j3ZdL0i6SndP1B1UYzZXpR/56xiV+Y6i83URjMt6ldpUcwj4G
GLbD5s7VQHFhGAyXTP6ctTG6zp3uen1TFt3HKrQn6g+CrLiJYr4eyUq7pLWx7zIjMu85CeStDkjj
8fR44zMswPGndjeCBIMlX4x+NOe+2uqsyXnW7OW+OcjbqsyH9Uup6lVJIFcofbp9yRG4t6IcNmEz
FfdyKuy1UvFt4XZYp2BIu6AryVez1Xk3gzO7pLAThpziRLWI7OgZKWu+zSiSl848YGVgMcaCgSC2
TBYmRs8q2M1Vdj9VUcvOLfubtFYV1WGekF+LXx8W/djPp/gtGM1lT2lw4ZQ6WhroFnaF4ScrgoB8
VEjluJuHYjNbvL1TGBtrp5bBIzt2wDy2eRpmvDcXRctIxUO6u1KqEGvTCaoLKyntM2MUYh112bTE
iOEizUSzzGPhXaWBJ0ACSbhaSKRz96Fl5+SVzxH+JLhS6mS6EZ2GBZCYCO5Ij8OlUcUclD6eeWks
30NMGG/Cyjiyb8xvsuX7SnIl722Zp1iJtwwe625ejZnxoRqZDQxtWtNNMKQfPP+OQBZgu56Ns1yy
PGTFEoynFfiC8YBrBsDSiMaZFyimOmxUuutEV+2sHswAdNFRq8h154sx5CH2k6rPAn/gTYYmE4iV
zRG/aho7us+TZjovlFGu0kEN14M+Qg42iZuNn+YUUkZ0GDqcMeep8W7EMNyDLpiLmjG6zX7ud7u5
j7yrcXaDvWjbbOOPKXyCgfDOPqrmG1cMoqJwwyeL4Cb/cmzH+MwZI/lcRfa8mn1P7KNYQM5vbSZZ
pX08FFQYbtuIViRhxrZl6iv5zsrMviBfNwKG9d1FNTjZF78hZHfRZxYFIjwSAUN8Nv1PA8laZ4Ql
i7O2auazQXT2HjvpWWEMGGefB5bVe/5waS/DypwPTt/i3pS2xeXkNOatLtr0yU6EPB+HnO409MsP
tjvITwzJHDgwfraJmeQtoXdxVoCYkvg7T+ElyGewHINAXOVu7S2UNDMQZAcwNUIBuxf5OG6ZgoXr
MtLI55KmOavJTF7lU+9umULLD3VmWtc9X8qZaPP2oqa6uSc7Obn1qrj+EvRi0ijnI7kyM7M9Dtvg
41tQXKIW6ow1VBi3G114PQKafbONMNtaM3DrcvSLoV/2fgLwnfpeviriJMUupjJA8tvOp59jm4Fe
HW/iDlrCAst5fT73SXw1lnr+Iue8ZY3UuHn2ZfdcmxX9RZF7u2Qy2RmTqNgGgW9/5a3v9n1gZxv4
i+7t3LfN0pW88EyZsnACj1bqYyDC8LKu3XyT9DMtvlVgt7tgQmsj0yraMSSxLOQzDKHTrKYmqveD
HMNrQm2tvW4CY5VFuljHdruJzZiRHWCou624T7g5UsN/q0b3ubOdbGc1ANdR1x3tBrLZMgCohXhy
nLGk3MuL6aufwg1lWsiwNMiD597QA0FcUt/rKo0bLGbsYSVEMzKvYeNlIA3GBxrgmD0vgAcMWLjV
t5g314rz5irWfJnQ4mz3WTFrvWEomj+LyBm+FV7vLgjrAGATrrpua81GX43Bt9Gxk9uozfRKd5Kx
n+8P517I0iPnjEmOJeNNZlPmBhz3ewKFUeBMw0XqyPosdWyoE2PiVB/mgsPHSz+FgQ6aI3KT7gxR
DcuhqrFnJeJ8l+hkPcByX/vjVIAqGegGisFF6e6GV8zFDknJyeklNm+J6d+lXlw+zPUUINMA1SjW
WZM5n+1gAFoy+OnBMKbnnmAfjpO23ggrsfa5as2lGBgH6RQajw/a/WwaXnBV6p4xUxLVS8a++n0n
bSxOqvqj0dZVvYjpUNgTw1l9tbO0R94GzhLHfQgTK9I3g0WNFgxBmyxKpibXBbS8TdeI8K5pSigC
kQFZwONP06yx1R+J25tmzOaN7Pk4RhcUZyV61VXoKrE2kopWXRfygsDu8DlOGEKaYfohKHJjkbMT
GEtMwVS0qqy8etKBU3wYeCZrrUZOB/TFGKtBAZp6aDWLyMiTbRU2z0NSB4xC66fI1eMW7XRznRD6
uKQEFzvitMqr1HbkQSdts7OjKWMKJ4GmxpJKv1ET/U1tbUxi4te6T2F6qHRYZnMJWy0ImYdbFLNV
MT0JNTnbyRz8DVMcl9bZ1WsdT3JFSlECG5958ewN48ZzDebFg9deEmflMDBhNhT4WDBbg2wXFYOb
L6UPv25IK2/ZQfxZRCmaltlzw630R4AuM0guA636bNFKGWyFtHkpo1ytnMY7qMhlJXA+px9DWdfv
i9H97LRmvRdDwKbQ5CYni0gf2PP7deiAebb3JiZQd/ZUAhXUhTzzO50u7FAnFxMY2T4XTM3bvDeW
AD3fsszJMKJqM4Jz4oryNsaTcxjauwF+JnN1NRzU6JPROJjMN7AIR5CcANTIvGguZ5FMK8sXdII+
S99JseETOFO9V3b9kddfn83lNK7o2LLdmDXmx8T1+/MpHBgna7hLTRuYD3FtwORMylvKsXI5DSLj
+YXG+0E140poV69gqFk0fmnCmBEybOS30QJDS/rqoOH2YyidtT0/dcEwQwhyJMuiztc6LIp169b0
a2XpXUH6jzetppo2mG4vfSf9Erqlu+09QKswNLOdNHtYEU7XXDgcQwWTtkFc9MUQ78vRFreRmOyz
sRj9rTT8R99vxXYME2M/hp149quaX1bttE90r85CZNpb24zCs6Qu6m1Z9MFtMoILLPpBGVdR1Q9L
u5f95zaLp4J7s++8UVT4Dfcz/JowKrfanxnj1/1nV3aQiOn2r4M0nkomy661V4GOl5NiIlWRSXZu
Q/YpV1nT1c9J4Y98hR19ROp5n5POyi/Sxnau8emEmJ8YjwTMp/u2YiwpbJGtKx/AydB9e046yrAF
9Zuu5tjoVkGW58t2budHGYR6FWZaLqU9NXekZ9X31ZDVm6GW9hmWnGI1cDZ8jIZ8A+Nt0ddFD3QS
Lu0IloVhdrcA6cDgjbQXnVFX7/3RStYRGbLBgoE2P7so6mWbhWyHlnjPAOhLwLxubfdRvynDCiZw
dsYgfDW4U7iw5yY/L2cMkMLB7O/7dKrWRj9F99EMaUwHovvsglEBus31eTWVaq0nn1+SmAxqEtjF
Qo32gb/anJMKmuxwdv4cwqLkebb91vGj9HnGF+9hsJN2w8bg7+uuDy9y6J8YTkhv7czIHiYraZ8t
eBVPht24Diun8VdZbx467mrL07Vv/aCo74gzqcJFWXfRuirmauWPzSoYjWo95Zl/YfVYjYlWTHcI
JSc85Gy50lOa39RWCRUqKeHEi8qN3weeq3bYoVF711Z3DnFhvJ1VVazicWpXvai8y4ah1AdaZTrM
0JbZZ2MMkdz5JX1QGWug7U60+9jqp/d00A9aZtMWM1WFfXDQVfvAGh7Kmb6WhMdq2Uv3uY+UuKjx
w4YFA7DM4DFhFAkrErXhLR46TyouPrt+EAMFROCrmDUAWzjl8M0UM6OfJOsmNtW8XdGr5mz49Bi4
9ZmfhPblNitUfGaXXom0jZGhvxBBIKtl1Iixxgae/ztNC2M3qSDZuaQYXhlh/mQMExzQGY+6neNF
xT6LJnhRLkpHXTYxk+UyZ/6qbmTiRNeWXzDh0lF9MzXzeB9pTOpKpnVI7piYhxk59ElsPKWjGy9h
YqmdKhmdJEfvyC2uicFF6qpwxVBUrmTA5oDpaF9dwV9+mAxVbGu7TM9yfDOXfT4j5J7VRwV15SLK
evmoXOgocdiHG2/0D046foow71slxHSuIUQgBix4pWpf+rdF4u5MdTXMEC6cqHwynCy6qtw6v1W1
w0Hp1ivIK9YcGegGwxmPeljvAbOLhZMa7+e0jEDy5aeSDXnJ6f4tdp1Nq7ZBdWPKpr0SxIpdOagT
584J1r6GnegGoXdpptOnxrLylVX2gL1N7HJ2dTmnLbhdmmlanDyT7mevwolt0WrYVOFsO+tJms1m
jCp8+cAp1q2CBNp4sPFQWj32TZEuqf4x3TF9bawg/Tp3Dlvge9Ek4XUFA+JjHBXzNzEV+b0wIWLo
trNuIXYkbERdDt5u6IUR9PEHZTQSRn2czZTHxrSCdA9L0xA7vzPKc8OjA1znSqQ3bTrCJQKzrRj7
+br65An0sdB1ynUJCWtnMYKFpx1hll3YAfTg1FrCg+X4GAp7O6FNZcRllNch0NzZ6IloNxU+r3No
NXt8wSkpCSTwmyG7SNNBjIy6fMbuQTDcdRDvtpC9OLGG1F97sBLvK7NIV1T1067042BpgbXvw8gM
ltAmQHx6GhyHecrixaTWJ9BqHXiJB0QrP7mtD9CmLQMYMZkN7/0wUogPQextyZPqvlTMWGnHZ4hO
ok/WTR/lh8qxC/iHNVjIsjM98rKcSmxREZjuRegmjO9SeovLZGoIgEBwGcG2cdRNpFvOSjweWrqJ
bw0w/lVnx1G8Cpze/aZzF4paB2/HZyK69bPZuTJR4lBPRfndkAmB/70HKtnG0ycPZup5YSAnLBPg
w14hx/GJf3roIU4BSPXDRUt0WLnwvcLZiBqDLYtwIG4EBrAxefVlA3MVKD6GbhCk+labGZQSoxeL
eITNR6VibktRPQI+hlvQU35oAIV8DvsveIpknzxzbK/owf2HDFxr61UzUYdzMnKeRTQlJS9oHTnT
jo5ILC2Z1eceMZmrjsboMEcz8Q1N33IOWZhphk5w7hRJc97XA2IAHcPlGIUi7zbJgqvcz73nvgfV
q53GX+tsrHdhQjVT9MVIeAUTjvN56MUOyUZP8epQz3i0aOEEh3JMgpnwWNutPtbKntcje+HCiaNx
ryOEilRETrhTlA8EJjDdlFYE0yhU7ddWGGO0tJuieASuzm7HBtpHERn+RYX90VpLZr2zFUR3bd4N
e4IWyxWmomhmMnoS2fYeM7DUudVWeBcSgb0185h5XGZ9hEjTxcuEw9CVtb+DMVts88G3ztpSw+Cy
AxkvisCx72TgVvsJxhzvfp0sK9YR2I7yWOpMtELfAck3RmcxYCH8gUUeX/k25FOa5OzQejgOLMTg
TOA3bhOuvU4O70XlB08Bv7+M3Z6uOObwLEofG48p6s6tzI3XDRbB69ILyhXek8EyVaAaAc5sOFqx
54LX3ymo7Sv8M5kjBlH1qSEyg34gHnYBxO2lZUzdRW/NqNejITnLPbfZRLM3ftPKZy14nKBbjp9y
WXCUM1wdSNMwmh5NShPPwRo5DvtyE6VANcH0oXGRvoMPfyYhrlv3EmalKYMpXOLbbuxsp3oKRcXY
EoLRGuIOkQiQUgY0IuRvgJMi8dDV+GVQc7kIEsafne7DVTxE4bZiBV6Z8YzaqDPbR0bG6bpIUIQS
Is1FJtc5T0s3hkng509Jkn7sCWTbEfsTQW9G1OEX00fDKGakMbaCG94YyxI+722CggEJfcpSnpRW
CewRwmqcoGM52JX7m9b0D+Wm3RcZ//u749/5XJQTYqSw/fu/e/Wr7dfi6jn72pz+oVd/p/n7l98O
vhar5/b51S/WOSjUdENUyXT7tenS337+9z/5f/qb/+7ry0+5n8qvf/4TBGYiDPlpQVTkr+LPjobw
/3Ze2v/6j3/563/5H3/7z//009/558g0+51mokxcr7Itk6zNf4lMk9Y7psLCwSVdHbPU0G9+j0xz
3xGiZloesSku8Zw2otGGoVH45z+Jd94x+c5zSQAGs+AP/JHEtNfyXWLciEyzCNlVwsPMGtHbaz0e
5aKf4eUw7b0oa1dWrJtFaNNkj1ZUwHWZsKyC22JH8q0kkqPL078KAI8XJiFd40ZIucptnl7YLIPJ
Syx4y25I+HPvxA6jdJHvLOqtP6R+/n4pIum0Irrbg6t0co9pFU7dkNf7AqxmmbS9g3mhE61/+NKv
f/vorxLcjpL1kzsi6p3QUWakps23/foyUdAEnZmSVek6BuOh2g03janSBz05/XkbmcNGJakl1m09
uutWxNjygUKF6ZIPPTxHYwhJz8a7fwU7BIbKLCguHKsoi4WYtXhfIiPTi8B2oi+ki13xvgHe5e00
PVDINx+Svhq+9FFofNQG0LWaK0/B5I/xvKhBRxfeGE6YagjxYHdD9bENLH0Bm/OTamLzps5z8DaS
YOlmfLPKFz4atScP5O4tr83XktKX70JSoxN6CdaC+u1E/ymsJmNfM9t9Muhu4w1QWvxuzN74xllR
p1+FZPXwevGPbZ6aPTjMjgJi6Zq9msMD/B7ZXYWcRltY2s3q11+7/r07QgnpOOQsEHB46gjfdAEm
j0cisQ91qZqA4vBZqXy5ickp6D4H8aYUtOHJMfg2orMERevbbUMX5bbdyq2vRfecmPEZIbVfA4Nx
7QAk7b2X6G4GcaUY8ifo6cJBrlCFHZuJrsLzBWL5IPdWfd1H5+DMZXPrm5DLzSc7+hD3DMzJSFga
M/2yhoiViHWMvZwbdxuDQzKmd4AmOzofGv89SbU3SQIO4+/jmRonvpmcr357mGZYutEtm9Imtc79
HoNy6yrTE86iCAiCtQC5GJxnLdP3bil2eXdbx/UbD/fFYOtkTUlbEThuwnoiMf5EhN5FUDtQqjT7
Ai7fll9uHBc7vDjJv0aM/44cvGgvwjjdZF5QbEN8Ku6tJLmKcE/fKMCjFaWYc1HU2YBCijyDtnu0
BFpD+2tv4fKaxgxCsj6vb6iTo2sfT4aljJncGFG6bkMpl1ZDyeUO1heUOe1ZAjp34RW9vgQErhbk
JFirukrzO/rM8iwZI4hzBKNvGVSGb9h5iaOY/6dn4ZHJ68IA4nlwJPwonU5iYZZx57R71bhgA34U
bdiLpvOZhnNp57L/BgrJ9q3RCsV9Jh8DiI1nuYQoHAyMcHvfYYxlxdZK1ccJomvjXWNi2YDSsKN4
KIsdDHB+cpdka9tO3voyX1T9pzeghDBNkkNJbvWOq/YH7TfzERW22mr32TSg4Wlh7TaB52zbcrLX
jTvkW+iG6K9ddIulxSQ+FtP216v1d04dyeskyf1wTcvVJ+/TkNu9CcTY7Q2YMPQhRnxhJLPausp/
y9Tmdy/FsSrYfyQ3fdw3frjb3A4BpOeu23sggkeDa2udicT8GAIhvbFMXqwvTp+sFoSuCm0pU7/s
UT9cy7Rat1Fd2ezT0myvsiNtUMaZvBn6drjgYcgjzu9Cha2TPS7N5boSNRJuIiygj1Xq/dQdG7I2
bq6wJhFv+HW8WIG8/nSaGkcp06TOUM6Le+4Pny7QxTw0rgWyBPsZQ0BnWCh0BymGCaW7NAbZrXTg
ukuvlY9+xYxNDrG/U/kAZdKana2TDvPOMNJhkc69eRUourdfvxY/V0Ha5DuytSNtjPFPDUFtPwAw
p63ZF2MLTymvi3WYMGlx8BnY6ilMzmIYe3tLtvkbV/7p9IDD6PI2HusFZI+nXrOwta1Oh3l+Qb6C
CzyZQAXu3LcSIX++CgUeBSX/tRxqlJMKqOw9ErvH2L7IzHrcmFnEs9e58YYbxk+nrq2lxz5tmlR2
bNcni8sJTGdOp36+yMDiZFnXu24mCodCluiK4Xuo7R/qM/7fzGcWkif3i37jP/y3//lP//Bjs/Hy
F35rNgxLy3cINk2t3GMtSob6P3cb/Jb3Dttyz/VMixrMOkb7fG83DEu9O/5pChjLe6lgKcy+NxzG
MdjZYdukGXEo2R3cTl6aOZqt73Uxfdq/GYP1YqXzr9uB0i6vCbU/3YZQfL5Tf0pyLWMVRqN6GLHS
2NugkmdenBmM05zgVqVjv2ObzO/pOZjxFzBOdza6lbOphtBTmX296lpAjkVo1fMbJfzrF5hP5kiL
zZqkdGRibKQnyyQb4WwHkdE++CaybL/tCaR0Kuu6cnqYjYadvrFgXi/L79fj6xCo7iS/PDHBCnt7
6Ocp6B84qWF+DMxVM1gXbxj4nJy7v13GEp5rc0fsNac1NySKxPLzsH8odZKsc8Mr5KIOXWPrh95w
63acDGHsciwLB+oRLvVLJN3d9Q/v6PfX4Mf26PjsXn3rLHPHhY7tErgreT1fH4dIH+3G99ziYChj
2jVCGI9TNaFpydzuw1Sj70fK0l2LqqAdQbz81hH5ujvjIbgMZOg7tAN6hdDq5PqGrZrZwljukLfw
xKEnZstOjO61NFvrqlC6X3UqFheyasYrfF4eu4S57q8fwU9ftysUrtjKpngDEJDH3//hHMzbxJib
NGgPtRBwDOA6AWWjbv/1VV7XHS83qkwl9LEeYIWJkxsdx5j8oXBsAYQhK4goGRZkFaptHSPq/fWl
TgzVjtfyoEIcSxxpU+S4Jzv+XOKCVNjTdJisRjHMYrBKCWDdmQlpsL2AS7QoytB69Frj0RlqZ5vm
BvxkI48++IEvMuw+UueNqIhjB/n6RfM8m/5Sm6bjWGTUv37Kts6qOOvq4QAL+qnjxF3Xfr6LR4Ve
gcFJVMo3jvCfH7jHGlZ8r1S1Nj3t6wsKd7Z7p0ynA6rFFhmHQ0w5dAzmSpF+4y3+6VIeZ6vF6ytc
kB8gm9eXajG3gmxW9Ie0OyJ66MVWMxyM9WiT4/vr7/Z1ScRXy6WkbQE+WTA00O2/vlReVnEZ+kN3
6Iw824zaM859GFVLv1bqtpiw3bA0UXRITuX611f+vZuUrgQNoz7nPT6BpOIWBindx3gAKbB3dGy4
fjBN2thqCt+41E8bPjepTAeVnYdqUquT5zkGYR55sxgPcFWhOCWPR38OxHORXISN/PTr+/rpxeRi
nJ8O64Sjlof6+onqUtCZwfw+gPoCBSsN2ZzMsGZXTlm5Z6qXEYjmFm+8Mr9zVZA2yanP7q30S8jB
D5sOAlqAaB2aB/KU/E/JkH+WEY4SMhLGzuiO7d5kyG+/vtPjY3u1BCkw4Ng5FIHcrDy1wOdT2H3v
VeaB2Vi/9EhWWc78gN0fvooQbHLUzWB72js5PXMMX1wswCARNsxBQ9XALUPD/MYZfdK9vCwEnpsy
2bwdxSM82eP8qZB9qXrnEJfuJf4PizKAtN6W12kE5Q5zJPmxRQrMTCxMD6MZrGMT+X6LhpIheDUe
fn3Tv7M4jpWCYlFSylHDvX6JsN8tjbTI8GGvJSQsXOQKuDHzW26vv3vXLsWCy76uLVDr19eZEg3E
NLXOASaUiM6GdCEvokv3brDX8oaHIM6qz/O0CL4gt/ffCgj8vZv88eInK6WwNMHsdeMccu/S7vao
bIPwDa/Wny8hhGNxTEjlKQ6vk0v0SDHM1IjbD8Aj6Tad62yTMXGDpamSP/ye8pKy8KkrQSP5t9eP
0hgy2w6TzjvAmx3WidDkiFfgTL9+MY49wsmiE1q8oBpKUsEfJwY/VheWjmt4cKZ3cN0e34wwLdqv
DKNzH4q9ZjzmYzKPLzTMk/MhTbNt2bbhtypPzRaPjTHWy6Ky7Y9ml+G6ZZH6nqwKw86/ZAq9EDiz
NTMDBtOAZ+sSLbsNVQotn5gzSHOubKcLZDP9dY23NdJsp11FU20Xq6EzCnPHTI53pUEuhyVNH3rf
3CLK3troft50uH9JkSlAY48t6Ov7V1ZSYcE26EPepMW6zBgh1iVC318/5p/KWMiV7N30CXS69O4n
6yKXJgpkFzredITKEt86Cm3bQotz4UXDWVjZU4skwpzJFEmSam2hsL769Uf4+dCyjx2aFNQ2oOin
XcpsuBpM0ggOahDeGTy8ZiXMJNkZQ5GvkzD5w10K/GxmUy6YI8MqZR8/zw8nCCZLVWbVbXIwUcyt
9GyjKMjwNPn1Xf38YLkKP96hvwRGOA0DFyMyxBhuyCHkpA5wTioVCHoFg3bo1XUe9PVFkOf+maxG
8u6CoHxjQ/jd6x/bUpf9znNeNsQf7hI5LZ4AOk8OoNAIpdr+o1Hl4iIqKHKczPBWUDAIj5KF8UjQ
2VsjqpNM1uMpw+1DNHdMydXd4yTwx4c8poOL84QTH9LQXgymseV4rS90YFY470zlPeJ1aD5IiPaE
/+IkTtDtrpos+4136+dFBPwlmMxICNnARScfQ/ilrUqDb8HS7rwdo7ZZiK74YzknLzfrmsBQFjUO
KKx3/C5+eNbDjFFrpXmjMJvI1k06juelGb+FO/7uvbDfepzaGNGcmsymQ6Zz5SbJgaBWazEgtlwR
jfWWtfLLLOl1sXOs5SzcWkyCclknr2+m8/vW73szPhB96eI7BxsW0yN4XUEDHYccgTmEPor4xfY+
FEMVQqnysgcnG8zP2E3i3eL7IyRa/5vWY/9Nmx3mYdCYEPUacz59s/AX29qjZEiK+cy0RqSlnhq8
WZZ+b2HT9odXITcDan28m2O7/vpmxAi7UGKxesjmKt12mrU++oAtjWHhSzgJG4Zw8SnLxU2JvO6N
LcA6vl0/PUrGaC/oIdXWyRFWZA3+C/TdBxxw1JpnFy9ao7TOahO5VlJa8XaSo94NFZ74lRrUVYEh
yu3om9EmQKj7f7EWmBh7DsepUPbps3BAfrwBT4WDl8JfZjyE9Dm08+2vn/jPuzmvD7XBy3WA2E66
R6JTRyyH5ugwu0OyRDAYbnBjzc6iLJvP5kKNb1zvdx4yXIMjQMsKtFnjJ2Uzs1msMs26OWCF+7HU
CqeNkAHlYCHonkfpPFpt/9ijr1kdGc9nFt6fixGK7AWGNMkbp+lP0BQ4jEkFRpnpAlrap3EYIX6p
UJnz9hDYgtBk02+bcxolbI89xJe89c0HHhxTP6QtAa57+NFGlfnGS/8TInn8FJzlCgCDXoml/Pqt
rwy+50Tq9ggZ4NOE0fUHylOUYGaB6YbZVYssD4wtzqj5ZmKI/6nt5HTvG+Jr7mXX5J/dMtb13gDM
XuKHf1gNnAVHfAXCggPAQr1xshosZCJ5Bk3+UXPa7/EniR+dpmkHjD2kwhtDuxk6jLqxcjyQJnUZ
uCnUuGoicc6K56NTSCqxUss7/ym0WrTOSqfq0tGhxNtqQOuEaCN1MJAOeus+s2EPQ8ILi/ctKH6x
oAQ3H0UAfXxBJHx+j/raMheGVOl1MzQW4jKJ1WckI/teNCWheFIdZRx1AQ86iNLwc8GJep9mRSwX
FTxtxPy0aRNc+jluF0L51W0/GPlTntXWYXI9qOqqY8q7sKUfxkvLicNngVcNjNww8S6KEYUs9NHg
M5PNnFNJieKTxD7tvrBC+QVWqpSLOMnEJ9mT1b3E3cX+ZHlwX+3ZJOGEbJPAhP9vHqlrvEv7qJXh
59LTEERxE/UOUnUzxF5ULvdGQxw2SCy2REsVzgYhV7gxfzShaf/WGvz/GcafqOR+2AeP7K3vXKsj
6evPf/rbv/+vEKb++pe//O0//SPkqb/+93/kX16NNI5//7eRhlLvHP6joVeAMbIPUC4MX5v2z3+S
9juWB0gfkDLdHHXbvww0pHhnwcdml6OQOZKrKNS/zzMs552k1gLkB6PgzJZ/ZJrhvBSm/7pMabmU
awmbwwqoTLus1NebRzDpIG0sG7OCyirA1IMg+xrB6HHx7dDqfFSEPwpgGIghhjChvNIsHeZ5yqyz
PjaQAplOln6rM2u6CwLvSHi123jXuZD3RTgT04vprH/UOvooHnmhd6WNT3JDbQwxKK6DLyoPqjO3
MR7y2VXL2jXzCyubWhzEpF9/iOJKr0QeGV98GGq3usytzaDGeMmD/igHP8Y5A7m653ZDugvx8G3O
yjoJnkeRIvNHfAFkqtNb15pYwn4L2zEJ8L/hK8GxJ8Uv2wOvrGm1hPoWtDnNY1r3w6rqcvuaoXoG
qwvDTgidww3bVhwukw7zzyUGAf22sftOLnqPAKCpabH4BrZO0CW2cxajHsswtvGbUctzyI6QHF2s
Oe+gGgrM3IdxKleaOqi9ZFIbbQvZiEu425hHoJhWj2aro/FBqK7Oz2Y/Ti901DRffeyCtlCuzBxd
Woi8IBVV+oA6IkLwiEmRvMuwR4KtmefoWD8nFWZmzGT6pEsz+spq8vqVP/iZU23R99r+fT+7aPUQ
yJZg7mtQr67qvw14hQhEynACywaJmso6rNe/Wh72yww4cHfGXcZtAuGtMcPsihqWCrLM0rwc0aIm
GHDOcRTg74lrVbjk9TYK2D+BcLoksZfY9HrWZey6OdamfVdHKxOb6WAp8Fn8MgzGxAfmDfrf1J3J
biPpuaavKIyYh20EZ4oUSU2Z2gSkVCrmeY51N3B2fQNeNNCL7kUv+r58LqKfyLKPk1RBtM7uAIar
jCpnDPzjH77vfZ93F4daVa7ZK03SDwwa5g3cZmy6hk4REt4G6h8IUR6afXwp7awYAYqwSzatFzC5
o2QDybe2Rtlq9U0e1+pIrkGJZXrh+nUiLiatGNL1Ar920yhyvMPSpLYnXUV666gJJ4zvmuYPcw3P
7gAjs2wtVvLIvDeLKNvreegD2fHr6GjogEJOUiikGv6hnH1JJ5j6ozta4Zsvpop6C5I4f+6HKA2W
oyH0dkrsx4TBmHg/fZZoB8DxYeQ0uZAEM508Nv+h6jCIL9vGrCEpGWn3Qy+1yIP7DixjlsWG+aMq
fA+gRi7X/taV+7HDUF1OMEvMBtYm7qLxW61o2o6zXgUZTyaYE5pylMU2q7EczMtUGJsZ8Jnu1vSl
tl+1eT7Y41QyWCgkmx/zpJEfNKQKwswNiuE7ID6u3aamnzlV1GCg6RJrDjG8ljaSCUIUXJWJDEdr
lfsioLrgtLTYH0J/lEP8QgMk82zoyLIQcs91NK8rerKkAH2/iGZXdvNSGQHm+Mbg5Rs/xIS+qpLA
7506VhCGpV6d35oS2j5SxVC8wCnIfdlmjQY800kF1H3A/LgNxEEx3uAYxiAf4nbwkFyX+X0Th169
xhSjj5DikM/P/MIIknkS6e0ikKAl2m5iWdjiy4yYSBLd/Zc8SlQAJJ1/axgSnPQkFaLvLr5H0JqA
IgTog5LMj+JKXbX1wFOlaBIC9eeo58ohl3t5YxFNRAfYK8J3w+yBqndxFo827P2J7DGie56B3Aiy
zdDjeRs8qPkAcI1klYhNns2GzEsfSVWXv42wcfFUjmb2RA1J+95LTQ3Bs9QDbyalQ1fYueZWDUPF
iMDaBgGlZP7fnj9Xel3xHcC+0WIo1MbbRkruQjD3itux0a0nOllCjtqdb2jh15BIM4Pa/sIsJNBQ
sOaI8006i+SSIuTEDm9XBXG4KJI6QAkfpGj0BlfwlEWtttksbevRC7YK7AQceWy4sBkLgYoNFbOL
mdZ2CxITooDSdK6rz2gY4LKs2xKuuOAmE0CLmG6Joyd9KvzdjiCKrX6TZzph40wfKlwxO0IX+ZwU
noXpDgAjQHRZJJ6mnSVI30LOAYU3CG5+MDpZwZRsF1pStEjGodqiL+Ij6bD+IOoXCWyEzpKKjI6i
lCvYOAK+d4j2vFxzHihNaCSz3lAJNktVD0UXKK6iREijCUXoyCyLOJfFtJdF8A8Sfy6cmlYEJDGo
VWoz7TQUnjX0hiRlR17SL03qM8lEY2xcmrWeR7exgQxoKN020ch2ITkPER4RkoI6kgoNzsBKIPZX
kkCEs5I0AIe8vrhRQ35QIU2lZ60jLPtuMIQUuj5xU7Tt8FrdBYVlZI4+SfDtLsH764huUiMQhHrU
3LgcXrtVqFnjsNL6qnqPtbS6F3oLoEStGLrHDebJTz8BerpwJb2qHWmMC/C6ChnPeez7473Qcax0
PN2gNdsKsEOWSaW6xq0cKeAHOQnhrAh7ILt8Fj5hVNBjE1x0XUxve/IryfWyqLh5bBRBUumzKjFb
7VubULlh01/qY31bjw2emibxxNjOQ3jmCwM/d6A4XZHic/FCpmNF9mt9zR5aT258sSHyIGAiuemS
Bu+RJPNnjjhEgljdh2CG5QNWgkRx+rj0gdL2qa4fw96TFNoDLenVlWIAXpXG3IJcaqIk60BGrUx8
7rc1T2Q9ehAoUXuxSmj7OHZbdRNzqizxxUZgNmx6kSIJHEjCqR93onYrppC/nLGpMccQ8xEPPyoJ
H6WDSqD7HheCVzpJ03t7rRWGOwS47sLwVabNcgh8OLmkIiVg8CW5kUHHl8hdmXTU7DkzGnCnUh14
DsmU5mgPYT/q60TwiuBo5X56J2Gc1B6FsDcQ8wptFMsbZg5LnceFDiXE8SSrfFczHuoRyUJqzbMw
QdJXmbRngVo3cO+3ZUzpZBnmXTwuzCoiEoCMAjgAEGnUKuiduFALZeOpYvgjj+kez01sW6PtMxaH
Q5v0vveMyiV+DvVeU5wx1LnRMCGNCZJlquXzjC1vsB6UttLuvSnfN7ETTQMBwt4Q6lXSN/0ir33J
vWksVx9Pkknu4H0w+GI4HwmSMKB1WYX8nMp+Ux2SQUsPgFyM5zBWp4pjBYJj2dSTJQomb17OtU5F
nNIpSR3x2sauz2xFSoL2uQkBDDE7VDFMXdNqoLuVQqw4bYTJkkKmN5iEGinxN5exLe4SKHTaUrHc
0V/XZj5AXtepN4KoMajN2XFb84hKIYDsQ/lctnPF03CEBcKgLth3+TsJluXTFB13K0sAouFAgK7W
gJdp87rolMGp9JZdeC2xBIsYQJ3KH0T+fBNYuF3EqgIQJbLKJ9ECDeyoftOAtus0Q5jHmPaj20jL
6+iWMgFctSYCtDEGg1BtBisOnUTu+2DRx2KzcXHVvbh5BXhO0ArzuSDuopslDBr9Do5VAvHbNdTI
BjPcLNjOxsC8c28yLHqM5kat3jNR6x/ypsU26IqGv4rlJD+NfKrDQoG98S0ODKZOnUdYezLkechd
4tEtx+aWCJvqDepzh5xZDBrZmfaOaL0FEdqHrIDrzlKV8SIAW8lJDZi4xRWpMhbuzE6U57qQwhmz
AQiSj2WiGtyO8L3FxK5axX8jzhY8shZHLods1ddYaZOkstZFS2koE6Jwm9UtFQQPcFHtRGNGmgsQ
nv5FKyk92IpRcIav2S/CMqkA+rGvdksDT0Tm7wRiLTMnq0qN8qiWiCwNcHUP7NKtlySJskVI35QY
JZiSlT3IDd+LEqp9N2OX2977I5aBFSi74aC3cGlY8dVw4jw0DH5U3tbcwFrxipbeytZJqzH1VQLo
qQWVC3KY4Dc22YaAIimZdzlMAJqzTOxXaknn7XZDpobFTCVPTVMUGngczk+DkSr1skavzImIpomc
iK3Ee6913AuHAu4Z0L3Rz4hWG9srhb3zBgZXRkI2dU8sJkpEdZdanKxkf1Fge4Y/GbOwoGoGXYdP
cRbHSG39hDBS8JhCclACKFwjW4ruyrOfF9x/3QFt+KlHJNGhktXpn/9W1meZLkY40pmTQ4jfw29X
F9jKq/ffCgWHP07WvwvJLlolfzyoopOXIaG2+VhwH+PpGNQJ4G/6Eb6qUVQJLjo9sG7kvssEm5xM
wgncsectsItjQpGQQo04IXT1XjV1kE6f39HH56YRz9H/l6yD/uNFRRXLcEaGbJA546CoC0nn+J66
g3f8+lUUNNTToBIpQ1xcJZJ8bAc+pweEnyOyfnXKTnDTK20wqiy/leCnl4tHzaLhT+2fltRl9JuG
BR5HkJlSleDczgQON4dTSzE8hDTdsitj9uObQ6vOFWksYs7ijzofMcoku6/dDqdKavGJUDHs56Kb
t9cC586L7NNTIeqeuvAIJxRdmYSvv4/MNhcblju+DZIT2nCR4drHhTyUjQ0tjaapUgfu+vOfa/oj
fy8LTVJDEa311EDQsTxdfAwWYlyWVlSGJpDMd2zHygE5XLtFi6ffi2OX/GC5IShHYJxeGY8ffsOp
rE+fmoedzACXrcxMF3NLH1TqCDTnmal7hP42PNAGcLIXXou1vKjh83JVlDGgcyZZJUkxlwNTzoM8
CSSTvU2rsOzUVs/CEMYY0yDZsM3i+sbR1Xzt0SxMN11qpeHu6fME3z5/4x9+ZO6DyU+aBImWIZsX
b3yoaCEqgoaRuKaBP/GfOUJIJXspRywiXbG1WL86sv5kvqdli9BSmiYk3JjnIyvAKDdGJjZkrda0
xwTaOjAe2Lb4tOJUbL2l5ZkjBAUCUb1rQoAPvzO9E+S0tE8Y1R99FVJYTmdgP3Hi1nC3Il63jEOh
Wb17vsoR5ktvFyUpHVRGtCQjPuAVXyxsQ6U3Yq9KUOE5n24bqFyRXZj697iKQugOVAavXPBibpgu
yBLChEfBlye8vGBuhbVP75kGaW1QDw21dhZfn1UvBg1l40kpi/Rv0nyj6rj4/TSTVkVuUeKvI3JJ
Sgt31AjeCzVMJ4crXeyvLV8XA+aPC06XY7AiOL+c8nRCAeha5vBIPEV+BrEfPfVMQVRMNEAE1IF8
GqvBlZX5YqRwUdhnnDjIQFDZIVzOCJVmlB3EII9ibPfmUoJxrKx5i2mSXPnR/uRCSI+RSPAfZnb1
YpHyh0DK5RLaxcBnAbfFwwNJmh95LXAaPh+Qf3Ip9L3gvRUuSJtMPv/yOrEbxIBDAKhlgiR/PVTM
9nRmTY/3+aUueqZ83awZFpY1fjfWEvZ359eKXV0LifjxHXKbYL/nIXEPNXiYdhcW2kgqIxygo5JV
7n5MOGrZkjYCF4cANrrLFoZDvMslJB7zz2/r4xvACKhjj8Tmj9ZZv3jZad2a4D0CSsQjxzpXLCMb
MX04t6a/+/qlsEbxnnl448PLDsbY71OgM3Dv2wej6R5aAOIif//1y7CFZO2SJH2SVJy/Z7AjKllb
lMxrCfpYKsUxpG2wBVZdxv+Jl2fSBsL4xUhlEJ1fKmgQ6beR6TldBXzUD0Z3b7L9cILp7z5/qo+f
vIqAgBiUX1YPRtP5pSiwxFEpoxlirxOuqDbzffftBN6NmGPob3g7TUjbH59f9eI8wJj9JRNDTERj
ioe5mNnaNBLcEAuNwwxHjqHIWXPfaU1za5GXuB99v3sag7JZg4UYHPIAkyv71T8ZnUhzce7qJsYL
dqznT81huTMLCLKs/20uHwwxlp9hGbM3ADTHDX3+tB+vxjqIekwSUVJw3YvFn9ysvLGMQrCLcngQ
oOw7tV4//AtzwccL0eozJrU/nUMLW935Y0lhR/oeGBcOWP2vL4HG2X/qS8CNhWly2hSjyLp8e3We
9YGuNfQ59LGFJqsOj0XftLSt+Luvvjo0X+pkieFxPm5hOqICPEWCtl5U4Wb6thMRT/l/4ttmIGBR
ZT/KmssG7fzFxRqxTXVBn9RU/WxLvfUtUdR0G/r12+fP82HjgJ7fZB/I3pvTEqeh8wtpPtlLIYG6
dqhKgIq0rp1df5o/uYgx+eGIlkMy+OEitUEyXxZi1Jyg7neq5lfvfFHq4suPgjWUqd1Cn8Lh7+Ib
TrqsoBNEVF7UKt6R9SXdFnVz7WT5cUgjZSUlBtUlxixaVOcvjP1tEKikV9pypoM4U3k20ONqyPYZ
bAE7+M8f6k8vp07bVrR5NOkvLke0WuoaA6VSOeuGh5g4iTXYBHcfkxs5//qlMJqzk+RIi6DsYswp
yI4lWgNwbpLI7WcxpLitGHF8JjzXNOzPL/ZhSFAEmHgTHNAnE+HliS9KQhCxukU4HWGBC4FKEPxG
Bt8XrzLpjhFDMDEwHrRLq7IwRiW2Qd2CPs5wq6i4zvKBGN3Pr/LhN+IqvDSqf9NyjKf0fEigNWoF
vYxc2+Po3K0aHMwtZ+XEOLGXVIsrRYcPm3CuhoiDSYgNP1vHiy+2bxS4iV7h0s+IgkeFrGhHESdm
vNTSb8cW+qVcexZgroeFCj0JKwX7uovriWFoFrTULftXSZl03nbWW2a4+vwdfhgPsBqgNPA48AYw
4FwMPpejTRYWGbS8WHCHrZj0HAdNt59SSb56JZOZTjbZn1G9+eBbHeqxzNWg44tKigZuYw/qbwpa
tMorF9I+bGUYEtPODCcl6hr++3xcVOCQU8Hn242nubu1on4XuK78mqBGuMlJuoEe3eXZLdHdGQ1B
IOozyRtC9B0l+U82MMiQ+JCKvSrRbaKwJckGf4eQVROaIyH1xxiafVO32jMxEorgRH5c7Q0pGR/R
jlE7oPw4POh4hnPi4BoaUUYRcvLsDDU40tKm7keaK4d/P9ILbx1VdBpW9C+fCrdTwk3iat73SoN0
vSBUrQke+q5099TU4QvSvMlaB5Z19dCNuentqzpxVZs2oHIoPEx+swpBw43VS13EEua54XxKnKKu
jE/v59j2eoLTXSVpyyt1kPjekJn7Oqik55AcH9pWRkP598u/O2WHyeSIAYqxfDGOq9is+rAh+hJA
H52PSEhpPF0dxx+/TlwyrKV0Fym3apeHRwIjc7x6LA+EHVJOUuLeJS6lYQ/ZCe5eGvLxSuns8sNR
IPdoMqIqvMqcBS5r6FnZxZSIwJFmTVS991ai4httvSs+0T+5ChMpVU4qZNSsL3XboSkEo4bcwy6R
ma6TgG3WqAnJ3ec/0eVEyrPgZUBDjMIXeevlLtyNA5kAV9Gld99kW4AXXm5XscsJINGvHjT+5JE4
ofGBsvVnI3y5XYjCvAmyDKxb0wlw+RKWBY/G5R+TwJdEi/8C4O1fYzP8F8LA/RqIn2AZ/u3//u3/
/fVv/+v/nMkYp8H7H2QG6y9UfbASsgKhrpvGwh86RkxLf5lK+ih92UmyBUND+A8wA+JH3GkUkScT
LrL8yfP7DzCDJP6FCW9yN3DM+qqS8de+658V68mKwYjhGICGkdMqB/2LuR2QYq0BOXpoYjd2koG8
1h4u+R3yNXUVNJW5TgG8L3WvzA7ErOcbNXfzRTzo46FS+nZLWyZ2Yj8lkYAsJYKpoxvLqot7SerT
GyOlr6xLvbdSy2rcBtIokoOgVe5N4a8iudbIxfrKlzcZF5kZqUJx/gU6gNr9/HFEtdR0lxLVnYbi
cEJYm3NEcz/ELhSuzFfTLvyfL+7vV2JdpAHEdMWEdX6lhvZo2OWNdicnMZE6fm8ipG+DJY36ZFtA
Et3lzUTSs5BHXFuQP16aK05UHRZ/5rLp1n5rucEtBwNPt+1OC6x2Dn0YVrGrqjeepg9f2hLylAwy
djOcElF0MlQunjJk3LRWmxTIV/R64Q/6C2mUCCR6Sbvyy/0qiJy9UHZoksrRivM8BZpLPb6RkQ+T
6ENxHxniIvGqNSewhTnWN2khzgleXFBatTVlnXqR06pP6M6P0pQzFG499yUxfuIYdkqhWoGX3wzJ
QSz9Wduq64R4jCS+Q1n00NMmYDe7ivNqGybBFmrugXIzQUqydPh8HJ4vn9N7Y9WchMZ007jw5XHU
7IeQMK04gkvWCQtDBM3WEy8Gx53ok0AVrll3P4xGer80vSdbK5sCRsb5kMi73ohCzJfA/0V9Obr9
uLKEPt52iZuuc+KljpFgaI5cXh0h58vP9KRsd+n98uXR+QIdcH5lI0T9YHkYAhoDo6uXp+6skt3k
ytd2AbuaLoOkm5cKRoRWpXgJu5JyckuAzMr3qGqzFVSLaEVUDgFQCVRlgodnMgEvtutZms1WLJhX
qH4BnVaFE5Iiuc+bVJkLINqa4uXzX/rDm0cFTl2DVhDNf+TqFxNo3hcQlkPXeyCinFyBuG5uQTir
gNdbgkrQf81byT8JhmAcP7/whQeNVzLZ3OjBTX04GBTKxUYQwTQ8LTIXH2p1DrIKPZsPesPo0mNR
DU+l0t5P/TjHmDLScIW81qT7dQpRc4k6HfEaiNdIOoZBeiHkfBk18k+EXbXNluY108cZapJln6ML
In7l8zu/aB5y5/SwKATQbaaOAnVHPh8zQg62xsNp/lBo8s4F9tXF+SwzrT1alW2YqvTVUuQ/6pPU
/DGOvrSN+df2KLf5z/SuLn/+rHcv+X8JXq3126/wwXvxt//9b//+3//67//zr3/7H//t970KbbZ/
7FUYwH8BGMFRnh0yP8tkR/37VkUX/2JRkZpgYkCmaJn9x1ZFUvFpMG1PjRJaBbLC9/H3nYr6F5gP
fBKTOoRPhLLmlzwXjInflgfy2iR2TxzcJ54RJcuL76yTkhj3ZEA6di+WdCQkexTNu7bTOff1hbn8
7eUc/vhzf9ebXHzVv65Gg5ctPF+3Dv7qfITq4ZS5I+TJCQdBtEiO8ujdcpi0MzIqMwWxE57/YPXl
a1I1mEwvgJKY46Z7+m1ZT0KX1mdC+lQ7GLd9AAKL7K5lXgVzsc2MJRmZ28CSriy7FwvV9KBwfCbO
1yTq+PBaW721CEiP45M8aiNZ1Oa67q2nWjC3cUCA/OdPSFXi8lekAMPxiwtO7xVnz/kz4kNMTcIY
9ZN1q7ULU5spwcyM3sSeGFMMp+Eb9W8SI7813p0U3obN3qxvlRQuul26DvMXSZ+j9II8NnRnjf9m
em9m9tAXT35zENt13b4TSAI8nKy12l/E4b1a3eo+SQ4OeayEDxq+U5LuUH2nU4c8HhoqprH7plxX
/ky9CY+ZT8DBG/4ytb3z033s347Gd11YjjnWj6WrnRRjlstHUT2ZGunGeGQLYPhdfqwxb0ckwRJr
vezlleCRHGEajnIyMa8vjY2Swy4jlcC4tR7HF92fJRo5YfEm+K4+Ra+ELkbCYdR+xEKyC4DB41cr
skOHUVhNfpri98G808yXInTtATxZmh/l4rUIIxR+kEnkn637zF4arSuB5otKWbcZsnpwf0rxzR2P
qMEqf8EW2NYolfTkLQrDNyNEIaU8CeyC+o2uj1AWc1w9WzHf5JFdHdLAkV1bJ8TLo5ljLRgLoNjL
aEu+o9F9bwRHV5eeQJTZGmf6lWHyZ6MEr9ZkWYXm+0FcUpDx5aGg109dkBSOzo7eVqvBnQ0iGt/S
JdjLrALlJu0K4qqF4j6rSdL6/B4+fBd8DCJfh05PEqzU5R57MGpcT4OunmrzpSaLyqm7iujbnKBO
CE3y7OtXk5gg+eyRP9HFOP8sNEGum2ws9VPcWA8uLg0MO03uIFu66Uu/vnK1D5MbW0XqySZX5LtH
wHZ+NbczWqFR+vi+p4ZpK30xU2vjwcjdNXEmW5JVHoYS39fnj/iLiHU2gXNVTHP4jzlmTtyD86sO
rpeKKslo91AXgOes/KQ1H6yJDhKYEzMjrEYAdXo/r6JuBSCKsZz790HSHsljMu2qMZU1SuRs3gft
TO/D0+f396uKeXZ/FFFUjt2MOEOaiOHn9xfI1IEivK93ab4zmiW/NoFHtbnSZNQFDvnzqrgaopW0
6NdiN8cQ0kL7yufCz4hBaNkiscNIce9qNqcOOXK7cittirW2MZZgUJoS84xj7XQcCb7Dv1gCDQhs
Cc9ca0sofqmw2cJGX4g0sGzMzsKbcFNtspVGgu2+evXu/A1pPM/xxluQgjEv5jJ5BAQ+k0CODuKk
ff/8bVyexkQwELwNqmSTfIQ998UYoQNgakMRWXfmQzc4yg+wvSHWIT4BvIHsbt+NbfYQ4+k9xFte
RA8nRpzl5aKgLpnZ5SN1ffJ2irt8x47uZ/bKc2AVAEP9+X3+Mq5//NX+eZ9T7fq3RbP0xA5mEUnc
eAdv1MHuwBquy0W2zVbCigD04l3i3X6L9uPCPbbfpNv0Ztg0c8N23X0kA0N03J2/tsiMcOSTslYy
B6B3kJGWNCfIRShmsT/L/dkY3YQq2o6H2p8RXYt5qCczhLhFbUbWYAS/2zZWxtZddwfp2J/oFJMN
jz6/w3oFkZ1guWZJWqEy3qr9dtQWlbuzssPgvojZ97o+pQX+CVv9Fu9dO1uoq3wZHvNdhjnEye7K
Xbi8Rm39hay5fG/ggqhUUn9CtHOxnYpARyau35p3waO4kW6l9Xgb3lT7ZE+Q5kp4Uh8rOznigS9R
sZE5TKBtbY/Y06yFIKG1c/AT9XOcTCbGtn5ddoeyXMaCk0pOiTmwwA+6xBFECjycZb+Yp/mMPJUp
UT5cos93c5sgpkKdIy2rbsItqdfpM+uOYc4Ff1PkfHSL+Lm4EzbN2nwKn/Unadfuk4VwYOFRCjvE
heIkJkpVO7hrRFtT76x2jZiK76HIVoo6EzLSopckwlEhITkOW0/i2+GVltIveOPHt8iuBYocipJL
rMIQssdJkEPcuTt3Fzw2G2XtP7gO0a5UuByxnwuinWULHy9CCvvRTnb6ulnE23QbLIuZdSRwaC4v
1AVhmvITxaJ4l13ZVJK5yRfw+z2icgElQBdi6up9REPmatYXo1sMx9hcBskykzahRarUQud79GKZ
+X8b5S42gXnirT1vkwfr2Djq7TFM16K10bttlX9XrQez3lTV3EC2ghEYHb67CgOn+JGbC48GDCL7
9+HWd2dCaStHbGulaMuSrb5FhW29eIf8XdbnTfbgDd/M8pYuKf8cOD356biDB2hSzVwznK6zM2lR
omiU78ZsVuHb6DZZuCeIooyxVC5jQBneiqRP9jbokvjsLOU2zjat+GAkkjOE+zHa5cUSmMA0G1e3
QWjYY7qvVUxvhoUn+kFX9hZgn2LWNj+5+YIAcHEenszKbl4ryVb0u6jZhvIii46tsNSH14G9op6u
qLPNAF3ZhaHMI+KHS80iBpNH5GbUrOSVshMMid2xaaICRsDN5aQ4uMh2WSG2sKdAR4+YVdIKjZuk
Pxn+oW12lRkQFP4YGPfk1YIf4G11X9zKaCrHGOZwnAa41mn6n0+RLshRfUQ0ekpVmAgdccCuPijk
bWHjHQvjyspxuXGi7U5tkpIQp0EUJpebCxIkVT0LovLkmeZbVbJ1IywntMUCjpKfX8P9XFA8oB3D
76DoZVJ/kWkgXQLXSdjQKxz/uB70pLAbqRhnxAf8oFE/7fMxxQKzCYx12rbKjVcUs6jzZurolSsr
NzbEY7pXXvaf3BBNn6mkztaKcvqvcIPfFiShC9VAxPZxkkz3qex8bcHGEYuufuMpDZYMz13WCouq
kBytaMqCNI6aTiBd6olHY1DjLx5k2eGxkINKYNdFv/2SJ8Lc1HsJgXwntySScmwcHwUjKDoMMgR9
zMaEVjWvWLuyLp93wKafBVU0fEYJ9iSlqcsKD3HTtWFmjXhqgryai1ElOq3kVU6fM/I+3wJc7mYp
drJJmYr+U9ftA91f8GLVJw+vOdVFTffQnde9AfYErRsny2dFCXWSzq5pdNgqX06rGtkf1N/QAzHv
I3I6/6r6Us6VMs/lUxSROejALvDVNwsTHE73MXYwKTXW3vBeUngtSosuaWRSEPemuNOIyMyz71px
r9YnN39MxUPfb9P+bsgfh+q1qCfb0J0f33T1a6Bv1fqG3XKUbqNxZQ6rtNgN4wrhlqQS74Hfihpe
gOz/G6nGddI64Zqsx0jOmPw44Zm3YzkPxhVY4z4/GoRQuoe02Wk6dunvYsEErgr7Ylypwy4S3jPO
HKOMfY6auEvZmqVX/Qafu7EI6X4sDE5CK4MbMW8FbyErP+LsURvmWb+HG9TpK9a41jjG4trStmWC
yfrdIqa0rG5069ZEOZ4nMyFeikFrt/GGmX8U5pbwZIYP8riX/RMnbENH04vzj7cobGQSrpul1r5I
2T5VjkFxH3O81etNKC39Lp+1wzrkXSHjFilqCsBdGpLPzDm69Jmi7YZs0fzwM8Ex0xcJP5APQcsP
HAuiEEhiEmUrYg+P6cBhZ1UiONewus9ldc35WTfu2+be518NyPQtlbtqAID42FgLSZnLyooaRYDd
s5/m6iqfK2SmaFca1R9W7V8AIHRFv8j9fE/nw6sI0s4jqUw9+YEXc2CHqZHnZk3wrZJjmYGKjuj6
mpjpw25ao1HJN0sPBnGxxm7h/Kr+6HVNn4rKadTfYBwm5ehk41wsPLK3t1HxXgl78t9VwlHQoyn1
xlM26DMkd6cWj/hQmVCq/rtgLmJjl/Q7OdkHMrmh2pE4+0I7DtIzyIrJwkQ9gU1jCZOSmBq71DdD
eKjUkPwK3uywKbJFa83ajWzcpHaiPLCrGw/EA+rW0WobBFaYUmeat2jhprgzAESVuRnb1M7FTSpu
+uqnly5UvKEkqb25+pLQdP6JdWyj3R5za9nd+uE3KAh4Q0q7CBLsuzejeszxCxrlI+QR+LVBeRsr
C6idaXBF90Qb98PUgVZxsiRxGJ5knhdnFrMqyMFKFTKFgZwE04mqvYnX2sGdk5753rZ2toNKVH4D
9CwBhwC46tnhoNutexTHTZ8VNsE3mLKNXe4TU/46/Q8vDOwgeSTQJMEykdojuXkKwdGOxY79bthn
4yY0dn66I0LaJvCOIFR2zepaZW1Whp99W2OI+taYvIKMv5CJsU6kfKG0NDCfreBlCHfkuusWEPXl
ENz5wVzuV8JrfpCqHUmfkrf12lkKwmN4aJvWMb3ClocXTz0qWIi1aqeOS0G/zRVbYR8gSomToKjJ
y9theDFJS8lEDkwnIcCbBV93lhWOW59EgZpdRqz4JjVljJsz0oTbcQZR3FdI8r2vtCn4/FUifycU
IOWV96JFIHXjDJwHm2glsgyUO5nDdcgZHpIiwtoIDqsxGx6lm0beFcoSP6Qu7tXgVL50M086kKiX
j41tCjsS322ID5q7d8NuFrRYmN4U5jZ/Jzf9Kqhbx+20m7Q8VNqj5IGshKoi57dFPX/RIt/Rmtes
127wU699hT+whzfRv+I0oVUpwukqEjQho7+QCF0sK5iqC9IFpQDjrcu8Dk6EUEV/45bLYcS9S4J4
Gw2Iq+6TfOMO6z6a0dKaVU1z8BSiJ/XXPH7TlHsIYe1M6JdaRG4Se+YVoc+eyVrANn+RmfYDP+Yy
fX6UX4V8QZps4i5EcRaehIdGnElv5FYRHxkXC6WbI1+yonnZ7yJ/yXrQHut9P3IEXrR85TMWmnjp
r4dw4RrLDE5PRpR0tIHtnz/U0Zay6iKObWIuVRYeW/HW4gyizLIDYuKkfPXVLmjmvrHQV9asmjM/
+N8jsB/P3tZaZPvoRTgQm5xIdnvq580aMSLV4duGWqq+Nqi7nPxnL7V7wRZXxV0QcncEOBeqE6zz
bfikwpRzhmOpztSn9MqZ75fy6ew8NYkmEGlP+nqZE/RFnShjL59EViqfwjI05y0Gd7snepYDom/j
yCFZVLLAQacyHyh1LS9uZlZmbWOdwk5Q6HtflR4qwbipxOjKmjFtOc7ujPohGQOoDgnYQ3Q9zTu/
bT2JHEqIBW36U+jHjeMBS5tFKZKEL+63eHSFU4Qx4Y1RBV6sEZNrkkTqQTyFKK5hqDSPoi8eVBEl
Qj6+1EBwu9C6MmdKpvzx2TSKlhidpzdPD+H82cDmCXIYDtIpie1gdERjlogrClFT0Le3KNIZ9e9e
QWyySuV9KCx9xun4GDPHUoXP1+ZPgFyvTD95PZUsGtBQ0skL6coTnVcUTt/uA405Yzv4Pxv9MHY/
peSbUW3F+LVtDkV4yOBTtu+juTBhV0GqK2HR2GiM6TRgP2o0hz2nRBWenM8FYyD0F+kAlcKx+nnG
TircBOU6NWbY2uXGiQOHL6YLmHltOg9+vDEpKy8I9FoBn71rVmxEjtWcw6RDvXBG6WopLQanmLeL
au7tzaP7nL27D9F7/i2ba7NsSx+Ff4+u0QK9zbz9Hj0lr9L3Yiut5efhKPBX7dC5TkD8HBhzTqFA
mkHPeKtRWkTjqSVoO/3/1J3HcuRolqWfCGXQwmxsFlCu6KTTnQyKDSwYAlprPEdvZ3azn0W/1fRD
zIeoNOugMztoteysrKyqiCg6HPjxi3vP+c5OMW6m8b7YmMq2yt+G9NucHyf5QPtXGI5icteNO2KT
bYnuV1xtB+2S1Ddi+Zy7qEB5wRfZj+u9lB4sijjhLou3heJb6QYKDAs2ud3i4PDP4Sw+1C8pQQYv
hLnjWDSod0rMbEyBdjbZxkv89ucBy0H34+BBpEDY01oB+XgamVdrqJn1yzmSXKXeTvo2SW5UXNuT
HxCm3fv8uqqvyHNacLZYOQxs9ZUg40b1huqhMN768pZavLkc0dhSZVQBOMSQKb1o8bXYhjNEvTys
nPacvQjPVe6Ut63D5poKQWbrly7wRgkOrSffBZf5WSePcvZLgujv1efhi/QzOhdfCPRW7sObassF
7etj5Kf8AOs1G12IZeVNcNf7hsc17oov1Vfty7Ap/bSwBc1JL0z3PyF6ktJHVVmCESS5fWXHXOAW
DhNyF1v8ijzA2OpQ3uxGetDvdB9g1GtBYKBqZ167635SCWThBNHwoh1TLu2oHDXPcgQv36QbWBJ+
eKPbLCaO6DceJxjhK3hxJLRV4iiv1FrES3ATPIjkjnDvvovf5V24SajxgHIEhHQs9+Otsh22+veW
2dorfflNfkoOM5EI9wWlz4earL5n3qmi8hKyqVNvnPcaNVTJW4qtSM9q+F4Z9/MA/+QSVctGm26s
yE9aoHQIaux1UShs4yy+FE/pUX/pRxtgfXjMH+va5m+j8vi7CVxd2OqlP0mO1AFBcyLyjEtYFt44
bq32MAgHcziWo0i17rmd9yM1TOb3t2FrbDA7dwtVexLcN+SVDffkJ0qP43ftx3CUO7oYdsNPMu2c
HmXqUUEShm2jO2DLgsGv0k2rbeTuNs2OoukbqssfLlMwSXb0I1JtuG564kyJa84u0KtA2weW2yQH
RfI1yQ+UnST5ZrmPxnsgwE241fufasx+6qLQIh62cQ1X71gGjtLejRxNEq+Dxl5vesM2q01ZugRC
s1qSGZgGDoVtmohwEizad3QiPzn7fyyB4H1fOz2ElQDGwE3wfq5WtSY3DVLDz3lv9AhSeMODeMrw
s9DviFJj36VnqbnR5f5UlB7plrIr8JeTixolXiX9ZMX+UJHiclg2oEeg0sG+dbVgN0ozlSNx7mfp
2SqsmYx5IDAVNhTOdJ+sU/8MY3m/BqPZZGeAKJ9W3odqhJgFypBK1XKe3Hxb7/vb6Wb8QhCnb3nj
iVcjht8nOXm076eHKnUa2QOwWj7KJ/UBtJN5okqeDCfIdgkVc4HzCCdh2MA2efVyvDEj2/y2PM6i
7WjAUxxFs/XOyWDolC61zJaxfZINL+/uMkhrg2fk6wKFO3QqsWv79GvEU/JzfdHv5hewPUryEKq3
80rc4XfmU3WQX5ptuMtvOm/Zh5t4Y53TjeB1h/mkuumG2uoTf+6O6f1L8XW8qW5lf2ReUm5VgK/J
rcGQRP+VQAC0g2Y/x5suPS7daUqPucp1uOoJCCUVX7Vep0MCn+rBQxklseRIjmrwbJzxJDyuc+NR
PHH54WvJNvxRPNFfE5+VnwJzJLI22i2hHbwsi0sfhgMRc4x+Us66q7ulAwvNX27Y3/qwLFzZlf3l
Z5PZomWDy3yzEgemGdebPo68d6Zd/+BGr1PNdtnrz9G5Le34oYQyREOuus9qXtABNAZput+t0yg4
qkR8oc2vt28DkxatpNXqbPc/S6841nfxM2WTvXnb762tfk5+hKzP4765yR60b/NePqZvlkLh2DZO
FIX5T2HaJ49wbGXLVXuO0HYnHTRlfVUJH8yGe8BSJmAtyxXIAN9nw3aebqbhvu9OsXoMVT8mW1Z3
BcWtJD82mXSYHtxM2FjtxlJcAXhOvIkjfzQcqhhq5eivFKz1lonbzVtHSxgtdvpEoseqLBBs3Zu7
U9UfZXkLxUiez7J6TFsn0p2W713cCP0x6+4ESHepdrTiL1UIF8k2PomP/Jt3Fo8YIiQF7zWOvitt
mwnv3gqmbjkvS17dCUqM7ySHPRcMk+rVnTb/y3ME1iBsFQa1DyRp183ppCSfHoxmega4pDtdTCJP
19T7Uky/z6bwWUroiqi92qnzcTRmCJxbGc+r9PvdTj2plKGPzPRM8H3lgoV90+SiPylG2jhz9438
xCCeOSVFXelhgXENjNhk+xYsqaSIOB0+W5vVSrdmqFfkPzuV1Xe+Fbbf/rx1un4M3HmqQWt1XSRc
RJavipyYT8WkQyp7rharpLXTM0x1cj447DjLKP+lzvuvUwKva7nr55kK0ecsICB+f50CfjvBpJWV
Q/fJ4rMZL+MBgt7NlASmn7ZR6+LR/lbrnKjmRIm92VxotESm4VMaLpxSzZrD0HBm5Ps0tpCowRZX
Xk9ZrzJuKiJz/nxjfoEofp/n0byhn1hdeauNRNOu7kybC7BiwW9e5Neez5OgmNnZg3CnbrRLsDH3
uVfe0y+NLuG+/KE8MdXTFI1fs9QRcuq1dhP7enJSSz9nA1Ywm3hSf5tTcIl9IfYJ2mBLogWuTOlH
iln/L716qw5b65yjd5YOBLxo9YFdXp05CbaqmYaTb5nOsHiaOWA+2wHP7xs2ET6tT2tkf+3W+ZFs
i9S8F4LzyHY/8eKa/L111zIf+K8KKMm30pvviZquQYWhPGiJkHUGhRKJE7NdYi/HevTUMfuhsTJA
npAh6DZsAjWn+gws9Uv0cn2LAerQ1uEvqu1Xc0AK+5nyayZelqq5KXrwaooxaZgNWCgrpMA2b+3X
oWD9rFJ2V7l4p0rBzwRe646myOmTB371xqJJX9MkMEhCYkLPfbWn4SgcwR8DFCjLsUQXJ7tT1XHY
BPE3YIPsWh/nAVnyOH2WirT+3Pc3gc9V8RozjFHK/jra/PZGFEqVW3obF5fBEvxOQtRVTQm4Yz2w
czmWKWbprffnr/rhpeerYjBh50YlAeTWVRkBD2vXSkqdX5IyGbzGOMwkqHPIYzef5Kn/L3/Y+iLh
AEVxgrP6qpowwQmKK03jvib1cxwVbLAV80cp9Y9zFn+2M70ukPDjKSIgbWA7uC4rVztBpVZglyrh
eAmWlJIb2EVXlGnZ/Pkr/Vosrp4ZQnzA5IwTZLG/5M+/PbNEVaYW+thwMY8U3Si92tNDlNijbotA
W3M2fQ54izremtlJa91Q9DT2Owhai8c+3pWrPf4sWHfVdKg0Lwk2paU5WuZjM5FztyJtcHLH+lZp
HgChZcBs280kuJa6bVO3iwlAP3SSZ3BQtMCKeqRsN5gBAs8Cu9i40k+Ok3StJ7ZKnaOHbvyQP0hf
DKBUuqfETnXL3ovfz76keH/B5UWeVDshu8/B6YEM0jLMbkvF6+LtlN8mhj/+OsSTOW8KzoD0pvZr
xQuNTXLo8q0YbNJxMxyLTf/JTf6wUrBG8C8F8TFaMJR671dQVRTyKAbKSOrk4lj6cEePz14seXKG
rnnutfIuopz/5wd7rVuHg4RXiz4zw2gdrKsr6/dlm0S9sciQ41/oSSYcAyd3zg14wZqGtmtoVRdL
CCUhwNAkXoYAnKvP2ssfvzYeXMKKsExjlsEQ/v4KxHAJo1GbiksmqF+yOIcopEaBk9RF7XWJLLtJ
+bM3AFb/+Zt/nBKYgtFj4vFQEF9f24Dafk6BMVbNZdabdt+ZGwEtHnAvJ5eIyPjzZ/3NXcZytLIM
cQeghb4uMAqd2AcjqQ+XeTQvtSht2yJLaAn8jMZTKRQwh6U+cxaLFlJWlZ9sBP/m01GeQjRj+8HW
DMv4+ztcst6TDzk3F6EQLXoWCyC88Kj0Wu1qcXycb8Y6SWgCrqEk4fOfv/rH2wzGhHQvLFCyuNIO
33+2rMZVOJhFc2nz9lC3Muca0WK+AIw6We2n8xQ/7f00xadRFsONsar6rwvZYEEbJH5ae0Fa0W0p
ZI3dbhKW0O5l/QucYBBDBXhzSUnNT4bTBy0oEnC+JY+YQi6qFEV+/0Ujvo0hVHTA8nxG5NaIDxF6
6KK/9J1wKBqFt1imJT2R8GFbLAgOClHTU+MdViMkmFUmwlcVfWNU9UtLn/3Pj+HD9pzLWzGerPY0
9ol4uFrskyoTEOOG4nmuOxOUzfwzGurW18sKPGpKd5/NgIF0nVYmZnhm5o5DdB09dbFMs0sFgdnB
PfZIWgGcq5xlLeu9JkfxViWfXOqHEYNc1WJzjlcb9CBerPc3coDKq0Nlri5WhX57aemYWFVNTJSc
fotqFGV/vjMfFtBVk40pfPXoSWzNlPcfZ7U9wTOhUV5mY1KQlKNbwdacffIOatf6b+wn2MAxnOAn
k1HiXs2zo9aA1ZKz+FIjVsM0bckvijSd22ghay8ub3QVtVo4LzSB1bo66BrXYQEgPk69fheIoXUq
Ayv1gwV5z0Qcx6Cn422lxcohlagp6Muzaua0dptEv7MikMX90kv+In8zEfIKUfBmhZGw4zKollIU
lrPp1qo1qt3QpJ2smVEbiGxUOlXYC2lQnq28cBOl4wEsi7qpsPuRlkn4YmcO94vhZYFsnZEVzFpX
noy6m0EEfLI9/RUB+u5l5patYUoYeDjGqtc2vDbGhNi3WXJZOhJ6QpOW8CDWpWtkwHfFhZJfnHTB
vu/TE5P5A+af0QZL+0PsxGMqBzDv1eEJj5+zNNQBGtlq/JUs98mqLV9X4tcny7EOOQ37MJPD/fsB
VMtF2FtmEV+0USCPdhyUO6krBS8cOgL+OoZTH5SoCaoCVISM9LTrt6Q2MKDBP2DvVOJTWLzkVZbv
Fyu+yY2h26Vqv4mztr1RhfDQBZK8/fOg/7DmMgRxApCBhhyD4OCrw7rSFw30i3FYFV3WRmFQ4LSV
7VBEum5aY2ln5vRZKtrffSYT5LrfWE1+v+7jb1vIETfjCmNvznLSfVuy9gdo+acsSHdkQ7EI0vci
IMb/8/cEmsndfz+I2O/zYauWzlpnlPdPJ1WURtazbjoXsasUR129GFaPM+dLUeCq7IkMfdbyIz6k
rt7nOpodtJkktAQWZ1SYanXtxTEpjvh55twR8WTEZutigbTbGV1BsNghjORKfjM65L9vOjzxUjk0
FPzw/sjD3UBQSaZuE6Kt8rM83Q6oe6p0G8ynLnON2StSzpochL60WQ3V+DGX3sbaa2nf9dpOtXwr
+onsN4uoDOqbgIp6rj7q5dZ8KnR3LJ4V5TBitJFsVFLtSTO9HibLiOCHNqnu6b1jJYndTz+F6pxS
Hc9rt5h2qXFU9TujeQyo3+lP5J14ZnoXcsHNeaZmVvoAFpuJSuwt2TRwz4UXZl0aXrG2CwzfWGWm
/CgvLTBXsJwjhNxInwX4fVwFLA6gGGQh8qC+vN4MZyJRYL0uM0MqCsqJieJmEN+GyGrLcfgss5M5
+G+GyfomQOzDF65f04hiLQcWVqvjuYfPLt+XOtzlu5bQokysHa31NLDppvZsmF+t6hjwEMvgEnXP
Ub9vlRdF/SGpP6aREld1CqsfmXAk6ahePDV9WvoNmjeQGYFID+ZRMh/nubfV5CkcZKfrLRusvR/T
JhMS0Pp0NBBVDGhGxnQX9OcxOpbyJjSfe2IU5+q73DbOQu7DwBNq+3hNF7M7whOl6ckK9nPU2Bpu
nlHXnLmgrk4lZWq73RAJngKceIYRmNnq2FM6GSnKUVhOO3cekEfQS7NACZOva3dkhgF+Qh/M0CGs
TlB+SNr3NR6kkE7W88RhqsH3Rd4DZh5iop7rMof9zg+knt3wuzIWpjEQqa9+QRVjizFhaS2rSUqD
e3jRXrEOjNTiGzv5MiBWyhzZvG+qc5J+V2kep7JFPWBnwvq2wgcrvI+bl1I/w6ovoucS7Y4OioCT
LoYihG55cg64GNXaWeWmr16QTyFjhpCloJ5gxPYbQXNNdOlUogmXku3lS8ma58D3sSyHOgt9tP5R
/ildppWx60gq4q70RsapoDoGFxx5fXUv3NMVHN6Uw5Q71OdJaSoctfGg5VKJUpFxUK9BvSa7JUo+
FknRTc23Uf4ikKkQevSCcoz70N9TL1ScOnL1fgMKNis2FmfjYB8jYxxfrZaS5E42gIj5SUO2FW68
uUEQcpP8+uVpvusaROj449rpSSSTKJFf+vJloo+LCneMXOPL+H0xXNp5vbnBXEiDtpEfrHQPBqOQ
92H3HJq7bHk1hq8LI9PEvGKy3Vh71X3kkddUMU7oilob4gIV0zWnA3p4pkL+LoabRrikKKPSHWcy
Um3I5zWVm7z3kuqWcBm7aN/StZ882Wm7K6R7lYsXqu+DdD9kF/AbcJycVvMwi5jNTmdFL9PHIjoW
wa0ibeRwE+V7NdwQDJv2+yTb1/16vFeWLerIYrmTioMuuQXxO9p5Hp8w8ikDgA8/3/Xl3WxuJtWv
4ocmxRp4lvpTT+M/eJJ5PZZpp1meZd4gZM+1rVxsyZGKkEHtdRqS5SeFJnVd7a/WGwMVHGc8eL9s
9z7sXsuujLt5OC80AGO0pVnS2UbRzf4siZckycbdUuvjndrVqt2S30dyTOwGVhBtIpEqSt3L1IXT
yeJFQDFXp2x/jUHpHEPP0THkAS0Uu7eGBzMpHrpg7d/KpZcZBCqVqxCsQKzV5dG0qaeQCgzEcH9o
WaZIQUwJAXyyOkWyKyOvUcsO+E5MT6870Jo6es+l3KQD0qxP1uAPW1/2RDgO13MgubIfuEsCdJRE
IuDoIhO1cNIjMrqUwpXVYLCXQWIxHjCzmOHb1LetLYph/9np+8Mz4QJWf+DqfVxP3+sF/rbz0Hpp
MBZNyy4c3kCKVCeqAbNfderPuEU62HV9v4a9VXYzT6NTpMt3TOP0nCoG+p/vxfr0342O9Uqgi8u0
f4CO/aoP/3YlI/hZAjiG/LJk4kuoLazdMyeukq3uRpdvNYt5/c+f+HF7un6kDvdqRZ5w/Ls6gBN1
k7WLrFL6bMfONctiBBFtfFMAFpxyNcQ40cs7vSmgfsFl9AK1uWtgUigshvvanFH06fljKBPD1Jlz
wxaIqJAOLq8l/zAmFi3cz9Mnd+mXquv9bcJlAKgY2DOdE/F6Sw25Nk7nuE6RwTE+BqmINgNRdM4Y
QAmUxrjzCJtZbJmcdFdHrZtYOdgTJBYh7ca+yAbiYyxpM4tiDx5DtbUaWAn0HMkPg1b3taK0Nqax
emDyBDFG27WbVqr07UzwhBtF8be5MNqbWco34yyLn3y79aR3/eWwZPJINBUbh3G1I23nagrIIk8v
MqYKezTbh1n8DNn3i779pw+5eupBqKWynAYIaVqRRsdi5MSbNRU6Gv6hmjj+jFD2dT2jFJvBFtFb
67nu74opq/zEEBufEEhHGuW7Cey/PQ5Ivug6OSJSBndJZnSuqHyDCe9STrgF2n1zjXPEllAJhm+5
PF3ls638x7d4LabLVLEAHqIev3qLq5jEizXF9Kx3CJtKI1q8WhwoDpghefUVhxadfUEf3mjTWt4N
wwZbrakj0CLC8s8v1TW6hZdp7VzoiCXXFgan1PczSmepwcwxSTj3pEtrnTJs6o67KCzqrtRkTApy
NfuELTlqCqFGmpU7KyaprcIn4YUamzAtp9NCTNxnU93aW7h67hYkPbSDvO4KkIr3F1ZUY5FkTSOc
a2smBDAcz8pS79gfZC5zG+bfonsZ+sCdAp5hHgEupI7gGBBTSPCaWrjq0aXMp+c/36+/mYQ4xTPr
8fQ0jC2/rJu/zXsNmYHEblThJQvM4nbhPKsr/SbIzPGwFMFOD6zGrVaI9USAj6Pypxy9rfQDLH8v
EQ5TeaPQJVXFQtiG8AzZK+g/Cyua/XouSPbGF/Hrgv8lpsp/N1oKj/q/hrqRSruCUv7Pv/+///tv
//G//v0//ve//U5M4f/6V0St+A8aPLikIfGoq9SJl/CfvBRV/QdTFmYKFfOVSSmXg/ZfaDdV+gfx
zjA7eSNWoOvKg/uLl6KY/wDqxmg0GJCYyCh7/c//8a533l79798JJu9nzpXUCRJQYlQTGEmLWr6a
AfD7RcncR6JnLGW8pVstvAi9+lkaxVUl99fH8EZDZFlVAlRIrl7uwhokaQFn4qVBYexmcHKeXqyL
hczGc1bU76M8IhZtSPcmOIsQpySstlMqpV/1KeuO+jKEidsVsY6gNMXmkXWk+DRB/Yk0+v2R9ddl
rt1bbbVAssZrVzvNGLcLMaiF7NEZpl1WRqRJ54sVHvpu+hFGGe5dcxjcTvvUCXfVxv7ro+lkYMFj
DYPPdTXLJKzBs5nKHhzU7DxmbffUQbJZ0xIbf+kN4u7KDoJZQJJnFondU5lE7ZPaJ+0x1xtPIpBz
99toPv1zhvtkaGDSRLoOYprhdt1mSCKJnmVfSN7cyL3GoUlMcezk+bd//WPIMaeBzPhbx/z7L163
wF3VlojEkvw3rFojxQFtbD5Z6v5mnAMXWvtFvFOr6PD9p5R6VdSqSS5qnC0W4oBKIN4sePvzV3m/
Ff31DOk1sg+FMk6z+roEGNTpaFppPHsZ2S8UhMSZSkBRnnHWhq6yBGjwLPWzsIL1/vzn8sSHMoPQ
34Hpj8CE13j95r+tA7IC+bsbAtkbsxFzfBmfFlPGxG4V4atcFoCT5zT321ypaD6W2pc/f+UP93X9
dGaQlf2LzFHV33/6QgL61NYW3pOBLrVVGic9GPrznz/kn26Jd19SZXvHjwcrDBCTZfj9x4SVRKxg
hGKwLoXZHbVoPIJ+TvbpopD6SvpU8hJYc+qpctEcG6JhNwuOe+aYJXOzvv1Bx7d7rcQ5Rccrhlio
1UEZX8Ne0rZZoI2HKB2zfW/GiZ/G6SBzOpc9KpEUjlJzTu4LacHcFhDr+hLUA4p8IRVbTo6thqA3
GWJv0HSKQ6msDvivQrF/7Ima9JpOkQ9to2X3k1Kj2Iwa/SVNy2WTJJZBrTojvBZn5UOilbM/9PDA
Zx7zTBZxlHgJ0oC9mhnFMaMB4SjzrPhaheRcqbMfc9hWP3otOa7E3X2fmMrsjSJHb7Z6wW0+lZTZ
lCkxDuKYWXul1jPJ7gZl+b6oWb8Hm4iuOxiTx5b3v7ZDTtWtU4U6GnXuFMeWqpJeej0ZvaIrngaj
a5wyrhGLVpNq3KD0KqlEdb3dGyGyf6jti12FcuCHbYsedSkQmWXz8KSTdkxDIUeUuBAVKoZm27hZ
OyxfQwn2BbTPdnSGHBK0A6N68RpS+M5zLg/PrZKZZGrGFTHmhqa5MdhkU8fdk5cZBcS5qndymyhb
oytwsqpCumlKwmP3Co/Q0ePpOSoJiNSVBqFVBVgUYRrmRGRlu0Yo9V2SUPhYRnPY9Wpf4SdVjHM1
i68RD+dkGoq/LIrllrrQnZKEgmI4drrXieWwLdVUJPd4RGKIRr8XzmHfzbtaFP20MWa77kt/idvi
ptekr+qAhDUQc9HWg0rdNgLlySBM+5tugjMQaYha00zbdnOKtjMRCN6uy/bV6LstShrJAdjrNSAX
8qK/iWCvOP0YP2VS47apeOhj+a3PEaeHqnaK0/ac6MlC6HNcUbWjs6U3JoHDgoq+o8wOUZneSkWi
eYahDFvwYq+QoMuk/NYp2U0r9F/IgG7scO72gVg8a8gOd2bIHct0TfCkXBtQmKEOG6OAQE3o87Gd
SkNGsV/rvbiZF2+Y2olc2BpDdWWX3QQCTZUvJWqerdAkIpwUK3RTjOW+Hgmkq3X35kr5Vwu1ddNI
uRPN5BYtn+w2opp7iUGdFLUWaGQCg9pblW6N3UrWDgyC4vYFPvUWZRddviE4BU36xomq3cRzj8Ke
HDU6AOG0X9QekYUAEGIoDC+mhXwcqjmzk3AQHa1qh21LW2Gux22tTi8c6WgBxMVzMSDhxZJ3lyzF
vVDgwbfKcjjJmWixy6+XXSJmd3XRWaeCAGAnJjTXlYRm8eRm+K5h9SEkm8vWqpMeTpsijb8H/QI3
Q2hg+5AK6g6C1lBhCh9LWb0pNeibQcpNs6RXTGKDbeCHzNJiJj/cfKOeuJVaSPc2uxXLtJFydZdu
GkVQEji2B3PV+6pq/i3U5k2mGIewrkQntcpnqVwqsF3Td8E0Q68co4WsR2GrjsZy207CNyGi6Zmx
3wf/lSjovNn02dU4Kw6jKrFnkaHVdbi7J719C2YQZhBdN6MVvQpKdFeWzZMZR/VRN7LOF3LKaxzV
Bm3WdrIGeJV2d4L/U8tQCFqbVAp03NQCdcr5nsTjHfgFjaA9OXOG+dfrlJ0mAlkdOYGHMZDYaEYW
E3hrbNqm26OkeMPTtccloOy1sF9U+Khfh1rAvqpS0a14xGXVPzVRCC2pRbFuGbd9nxdePVqxKzZa
4KlKob7pOVbPityJHVWCx6JNnudR+EwDw17xekEmYI99PpsNdgCIQ67WqqzNxLSOsZFYgrDMftaP
VeGL06AGRKcawg9z0cKstcdm1vsdmqQm9shDh0gxlHId+FPXRec4zhkLwaRIiLTzsnwb0S98DTL2
0L7UioU3Dt340I8lgW5qTV1dwhkhbul4zZZTI8R5nWMregNjLtLVSOeOTVURBrkf9lp1tJIu/wpA
Veg9VAHat2Jmyx3TLaXRlQvS5C6Gmf80iMz62qsVudUkuXZ8cLJUtSuKSQkPNDRawR/iKX9jyMl3
nSA2J1ELK2bsIQoJ/I2E+ARwHBZUHtaYeQIRp40EZSTfx+0w0k5ZIoQSpjm1GP77IL0N1ck8i1W3
AP9p5aHaTaRyf42EEdqo0evL17HP6Kj1hhYv95GoBHi866YSYYJyvkLaNqJHnY2x6ZyQrVhLLbgw
kJ6ZQfktyI268q1BkAV3bAomMzXo8jtTTXAaZGWuPWptjs8bxFp6MtVAYUXRhpabKZgTkLFMtm6E
NGoNjiwT2rgKqAe194DkWLfuRpPIdksczkD/iTaPs0Yl4Fg2YBVx7so5RIhRkGNXagD3ycmAZ0Bv
qO93sjJ1ewpao+U1ChoNzC1xkvhVVSiUiIokfZpwNEZu3A9W6godkcauIScE6AZhLmPD7Yt8PlgG
IHy/0bpgS8q4JjmyCB3ZNnp10p00oW6xzfo+w5ogZ4bmkolSzY5uBOF3zSiIp86CsMZRMcyl5WqC
Fv8ACsH0ng8ZNeWK+pVtZhmUrDDKVWMj1znIokYcMbBV6oDPrUtAMm/59/CKakDWD3E+0eVFICTL
t/oCMO3G0OAtQK5Ri1baZ+ZQQA4sxKkJdgyLMnWHdpqxJIfoKJJBxpNpmYMwuhYn0ieBhGKF9pJo
QWc0YnWPul1t3CmDm+v0CSJVB7SIitqQbOvHBpp4QS2L9sg41EikI1YDFNDaiPsKv5FxX8sRgPGQ
5HjFntKo65xKS1Ok6nMreVWzyCE3MBQnR1b0hgmd2HuJXrMJCHJGen8BXEObUpKEe11apmd+ZNiT
RpGk33oOa1/rOZu+ykimTgz5hha0EGv9dpYN3DVimAx3s1LDeO6XnGaX1DcWlm/6ti9hjdUB16hF
JXgYjSFkkcVnAEZrWRIeht4d4n6kp5al7fitjTUmN3y8KCJaJRojL9ekRmK8Dto5Do1GtzOhZAMV
D6Jp+Uzhhu5qVZg8CYKZoQsn3yvmTLkMNxT7kq9CS0/DnXSZJUyVpnjmHWqFL1JgciPmSpoAZEk1
FLMyjzqMmGEp78kbIRDbkMiZnkKB/tG6tb4pUgMHrSWNQenUYxdhvTWttqPpGQbHxhJnza/GTqU/
ELbm66gUNUNdNtoab3863JVhOuJSjK1U21CXslJHJRIhs5tUsZ4XESLlQdIXmYZW1JMY1S86OGPL
LPHWpMRQ7tiYmF81tZkgdpSyjvA/I+Q7HgulQ6tiEsQ5J5hVhzLHbDcLycIE1iMpkTudNhBiX+M7
3PrUm4Rmrg/TUgq3pAkGT4tFJuLeYnQQRcIDG1nkRTy5k5oAGl2mEOV+Gk9MRAhUpnFbSI2ludrS
0JitCnW+I528Reo/p8F9bXT0DztxAGZB+AN1w4J2Su7MTdaIvgCxGq04D+8786sq21XFsdHtpFoE
cGjF6kXRhhAGqaG0eJClJV5DyaV6k0K1vx20CcS5kqXYeFs5EdESFOw/4SvFRepVVDYeLC1WH7JR
EWJnKGszJjlswmqrGfV4p9dz82aNYTwxx+s1figiZO45ZSTPQRhVdOkHTUHVHsiohBcpfNMZIruc
GHooemZSm45FDkxL+7htCqddJyt7DkzKx5LcgM0oDSxZtabiVJk4azWHWhwxvIlZNL5FZYXtIWoE
VXONiqadpRf493Vhss5FuSiKU+m1zHKEFOYGGHR9bxLP+a1SheoyzBxcHEqh7ddAFUTy80w1ZTot
WtOZCm3onIZv9iJM0SI7RpcAeSKDvHqc5biLgG9nWYzZkcvYzdVIbIqS9Jq2kcjD+ybXk/oDr385
2ooiDKfOLIUflibQIU5l/H3uBAd4YxInPblFpWivYh7+f/bOJLluZc3vW3HUuHADfTPw5HTsKYqi
GmqCUItEj0QmEs3IEa6Bo2poD8seeQFegFfk59qDf9B9tsVDBk+8Gjo80g1RvHkOkM2X379r9V56
Q/YRDgTmXsKWpt33fWzNSMnSpb2unT78vAxZdz+MOu83VdBm3BPmGAgz9DPoq1mULOjXZoejKWog
ufOmqRyrOWUfGz1FSLg/ZeX7iksDesl86rKLiObYG6DS4m1vC9AGl6Scfts0toJhWA6OAPgZ0JJm
lC8LjChTffEyNR2y1TIZ7GcVs2HRvMrVcvFeBzqjtArLSgMmJtCFXZDO+kIoywBLDB3R8uUSa1i2
He0jvGET8INZjA9ubmURvjlLez+yjzGx1rsMYqcHNx3Hex0O3rQDvK7vRp2M1BscrBEWaZamLgq5
NiHjqaqvwiQ5lju1XQy7XvXqQ6nC+I1XQJ3f9lELESJuBArrPBkJ8sXfsXrr9mWEHGWaNKTLoG25
w2Rpz1Y6iflrZ1xUe3UEUq+N5i4zRZoT3bIMhAPLmEqeNQk8soewrnyq/UI8WrUTTpussMxVHQ1V
cDXascQSMkpwmG5cKL5uGg9cefyB+NuBNvuhNlHQbfVE5DqWuGn8juPCRxATZ3BzrYgm2CEPRz0x
7oAkzo7SdAU3ii/TtHJJmqFScJF8latdGk/L8l6lnttcEJGXXUajkz4at0X56XEgTVtoiem8p1up
33VFgE/xMBQ6/AjLz0cjWi4wP/dxQXSsWuyRFsQU9QqBiJt+CjQZg1dAmePbaghKFMwUEMOG2Hvd
7lypDVOaIu7MM4nEYaWd5aMXmTw5zMU8JzcdfmUWBiiOHWxqC2UYl9zIvVFDsAS7bBEThMxY2dXB
4y/OlprezqFxJ/mOBNiUe0E+ih9R7nIQjjXwy6YVYkGmSj2Hl43VD9k+UX71Q5SSDcQtZRau1Utx
KbJad0D9pRo2ZZMj1X6913REW6KfRvkOhQ9qdRxDK/3Vyv69nxYmU4SeSu+VHzQPLqgnSqwA8BQX
gq46tNJ3HrqgdnD6nLut0+l+P9TdIKFBG5ZLlRCGIhODcVFn4b+FYo+seZ4EnlAFgRjfi/x/g7t/
E7Ty/6Zd/Zq89DoC85//+1/+yz//5T/+8+/Yy/pbfw3WCf5AxROt6TgYGEOYWAMM/0RfmJl/4EsC
eRt6uQODe1V8/xV+CYI/wClowq8GJvxqxG/9FX4JnD98oBr+FonDmuUQ/C3wy9oe/b99TcwPcUfB
Dh+NBoGHAD0rIPHbZHO4RSkYSd1Wuu4juqTlkHQtOvClts6ChqvEb4/nhZb+EQ7z53irzSNEAMgS
gK1PxyvJKiOrl/EUPRL2vPQX0xLY2iRuc9Ch0WcJyRkblgntChEGn4qAE6nQfnuxAjOXepzup6Ar
L/NqcLi2uVgYVOqkDfTajj96LoCavLJVY+Y8CypJknZZQF07TBn7z5L2xaXwZLLNZ3kK8nn+Bn6x
ExkNMT7hS0cNbAequr0oqGYmEfJsnKbwzC3iaG+KuP3MveqUuOwpRrC+gSjEGgjsZNWuBM9YkfDV
695tcT4qRxcn0sXHXILLkCfK+WYYMbnIPesUuP7Cl0QBxWhwdgEJjt0mq6KqVeXnlAJeZG2tClOp
TnE16odZnnut9fP1afaLTPL09a3gJAMhuwLMP2aaakWAeZWXcusvDT4wip76e+GU3GlbCrJPBdwm
AYfbsd55UeckuxQdxTtZxcH3yG4r2JYeIZP0I3un2YedCKK9sMidxIYkXyZSH/3woXKM9w2hlf1Z
5gE83M5d4ndF3Try/PUv89KzY/vw8I2MkRrZR8hRn0unCkS3mv/YMUZefXlWq2m5rjNMxhvuuPvX
x3s+9cmkwox3nSBrhsbREg2KFmWASBryBnN5ZbVphLKgsPe9VHL7+lBPwZt1LkLgouBHIgd2BAHj
6W6QONUUq7rttiNiaRJdkuKcbuFJn/6nfHGGYYsF2/N81wfCob55OgwAEq2+nmFszlaojQl9IPTa
XyfjAQi3VL/BmsDaiABZctVqSKeIIbWbhidkMM/WHgRCppbP4oMF9UxPlEVc54eA/qJlUm9DxLfc
dk0TXFUTDB6VT97Og+N0AkZdt/Ana4FB1+4sWL2H2dYxx4Z2lJE5qAN+ZrjceKz+Damz7tbXeBoq
N8zOjK3jXZV3+YnXe0TU//Xg3QARDhQD3AOgGDx98M5ce4FFJxE3Vy/a2E6akIMlQLes2oV6mjnb
MaFDU4S9ezWYdtrFBZezmBTyE+fOSw+eOYaLOA8difKRNsIZUgtL/oLrQp2rrYU2py5yjH6VErCK
EuuSkJb+xLp9/tzhNpF5xHZr2xzuR23YsCGorJFknEdB1Z3NxgVB13Zw2RQZ9oRRiyt76y1bYbLm
xBt/4bnjgrCe5gCzVL7HyDltc27SIsS5J8TZNKn77kpz+Trzmiz/MMH0280lan5NQ3Gfh32Pt5Rf
74Yexu7rC/zZXhLzQZK1XKHSofg5WnlTEZd1X8OZGhPuQH0zTtsAidq2GON68/pQz/YShvKckHug
j8V5cCyarkZpXB1g1FU2cXkuqyqFRGGfCpp7PgqziOWEzgaXN07spzOaxGbhDxO8exC3Hr9BPCcm
S4YnpuvzxxaujCryfyFk0MFfp9ZvVZkGbI6zBS+droti5Mp1eSZ8LgC2gRry+mN7vjI4U+gR+DiK
xLDfjlZGWkgjBo+hrF7Yw36kl3HAVyTc10VotskypAZrKHXK7Oj54uBAw3uI2JSAvTA+qnpySQRe
4+KaicCyPGAUCw+/Sptr44zztdLYsdbtgAG0PrUbIm4/3g/RCNuU21Q/NoYNv2iWvz3cJQg1CDZO
F7gbqkvoLKTQxBKTpzy3iVAoHYUWYFiNR9UwZRehV3mfTIg1YiuzgXfg115x68+xCTBLLuhK+3HT
ma1rhfmlVWQk1+VRSNEhk2b+4dUygITpW/VF5mfiRkAPVzR9Xeg9nejLy1JlhbfvZ6f5wPpDeyOC
GKa34G5YbcFWg5um7FsM7RvtXnZen70t0sREGxWFOYKFWMR0xFwnZduc2+J+GpbuDdii/UXGMy3C
zqnWDnLS004DY0/u9RIwhzzdAJq68NqBwOzJjTcT5PUPSd5wm2y7Mhs3Tpubg+Q8wS6y7xJiFYpU
BufA1dY3bLKwdkvcbrUsdeSnqlvUXTlgdLqVUU7ChLT9t0thj8XejBmwEHVGcE0vsXpsCXFzN3Fu
y69p1cfv/T6JFrQUGV73njdZdEdS7e+mIUCsNiI5+TZ60n30a5CyOxrnJBuJmahPvAHL2dqOzaSI
K6Sj1WJvl697etjjzmSQbSIaoSs57ltZOPiWdEK22LYhv4mayH3f1x14uZWbcd60pF/mAFReOe/n
eVQ0QqsgvsHKccL+2ZSCXlKVxfn5YODC7vKgzPu9X6TFjL1NNLwf3Y7LgZgEghqcVP1HRZcGD0EI
H2o7q84E+1mZ/nNtO2Qs5FmruL5MSbEXJmrTwxL5qxLLdTiNFiG7266JFU/CbQjzYCcHbs2aBSNA
5Wk9HgqNTIiOc5RVe5d2HxlOTpjXW0m1+mHMaXhxjhZFvQux2wG+H1uP/4Zo+THpumXc9UlvPQK9
Eg7ABMcJzmuGZdwmUeld63qAOB/bxfSx70Y/2RJ3J4eNN9vj42gWZlGfFNOXqAuIZRgbLe9EoOYQ
+Fh38bIZYoT/B9+Xy+0MXBISaCG4TBTDhAvrsKoSSMYmytroVg27cMaPNpyXOTwMxUhvugtoTG/9
XDng3aQ17kujSYFIUzFn+0Hk400+VuVPAwyYbT0a7R8hCCA/WOyhpjxeUGDDY85u3aohanxmXo+w
w9u63gRaVm+62vXe2yOlPL48bnchaq8mNEShcarNmJhDEk5jgZApCr8KO1geys4PuAb0q4hhDpr8
e2QGYlIzurKPZTykCk/MqdUHr/dI7Qrp0oTQqWEjbRRUr4shW7BWjOcpaPY5mc5rH0/YP3nklFpa
d8GCp9Lo/JxLAczSe8ZC5zFU+N0t0dJjmVl6q9wvcKwroWOn2Y0+qNtuauwFUFMAwIB1NqxyQT/9
OgxKQ391aAYFJg9tcavpIiI6zGxL70j0BIltAmvM9o1VBeNG6W7+CuA94slpyfxOWzE9QT0o4M4c
mxoch+M2/ORapkTWVVZ9s2tad9xHlVwdbI1Mvg/OwIdNRW49NLqc39YjV4czA2IrtqBz551tp/fr
evbPwrmRIY5mxjxafpd8VAuLaONkeYtQaW5GHIXZ15BUYiTzI4lBbbgc2uOVJMI124h4dnEgRFXN
rBtdmgYqy9p3WKlDTciHtrWYoq66plMcwFwYbEJs8IAI3ypa6sEW7TneYL0SONjppaw3oBLB90Av
+rPmLtyejQYm1UXKksYi2sYwAvo3twQdzZO3Lcp2uA+bvOm2mW6m4TCagrZhFQOREQUykegmlEzf
lH7uKxY9gOA2iGi5b8Jg3Z6J/yjORJR6Gsgw8z66Yx8/dHNq67NgdofPyRLJ6sLToyz3DuHYn2YB
bkRMfB30CM2cBVWrGOSNnvsIjGBR5Q8RiQQoq+g+C0DTb2Hh0oIPVOsO7PjRSBfQrc3VZEZrvuIW
JuC3yDVeJmx6F2wvC74TJ94XyHM7jKFKmAv4zCfdm0IDGhAHju83iL5j3zhDjGOU4PpeHkwY0EAm
/GGKf/I6x+Z+1GXg7FLiqrCXrf2ZLq/O3O/EjEKK65k3pArVETbCVvV5EZG97ATofkmi3DjYly3d
LxiJWiTlBjX4+Im7H7aPEl3Pm6XpMc9uEDW156nJEaTm9myqLX+LME8m/XQNt3zFL7s0+GbipKj2
KVxHf1PKMHV3eeeaGJfLaVXImjqLLuK67cEwcODONpM9WxcgIqgiRzmBukmnJVIJUibExRTizXUR
jsre0x7LKz6QoD0PPgaSqGRjWWeu35Zv8OhO553s8wrzhzlN38/0XYiOaCRqPlzVqo8cWpqddww6
tC1FJTBLTJevYdkosWeGzu/qwZY8jbrn+J4dBKCHJWy9iWwg2892g66Snp+Grd6YupSkDeg6JGum
ifKLGtHLsonqMvqKiWWJg54zgvanKEExFxM9AB7v1r1uyfftt6pavwI9ERKvoGsAb1QReUm5SCfs
s62ZRZkZHW+0apdPXrjQN/b8ykaECcb3szYpFnyu6EqCK+yF7XSwquYRcT5aobJq428OTgTiehmj
7jMAj6x3Szb799CtUNXq3Cuuqa1QH7upcb5FMrJ/hDCbdhGZMyBvyqQ/MxO30UbH7jDs4ZsQScJN
WmwgB3fBbqzL9DrHbO+7twBmVs3Sfq6HOXiT4tCBUWXp9XdVabk3VjsVPUdd9RiB2d3FuSVoY+Sp
xtNssvWeDYaUzALCS2l7WNdGWXuRr8BtErXFuEXCZiC0tdbwo+3y5TEIhP9gtf545UYS5bh0VS/2
TTSox1HNdYDssx52dUqK5M1K8FHnxRKMH8fF4abJg0MdTCt/3jpFPHw0FElfpiFRDrSxpXxI28Zl
X3X7ON8C+82otCotr2UQFZ/8IKVbkchGHVxZwoTQTQk8mBnu/ahhQC13dgmPsu8ixGXEYbjLLl7/
zZZDd/6ZDnVNUeR4mFUWRtb0MgrjkFQ0r06W9bx8lFALscWdgvm2aGVCBHE5cVOFKVQSAaKnpL+f
/LFpYc200YMcO3Zmd1IhJsKRCFrSsEhJSQ5Fk+ppR08s/TK4Xv9djap8gN9kd5sKUB5DX6g672ux
NnZSeKifmLTRA7qe7pJzDoQuqdGb7Rxiwpsd5aBE0WvnIeFYFXTPXTTGIP02WJA4pEXX4TjvVJjr
QxrLxaVdxe2FVPaUn1kFjgsbt3LdTxbcfk6uGtsWqAgLXP25c8U1jAsPUB8F1VcaBB0CRbvPk32e
1MVXCQMIQXE/e9RQYeDQ9K1lfuXP9lThTV8l9/Ygw+TcVy5wnmsHCqdkfpHMAoH6ewnIULENbm9E
Q+AWjVjonhtP8r2r7fnBifQMs6rIyQ5t7Lyk/OqiZebyYaePaWUMprO2xqXTqyw3OwdJbN6qHKf6
HVR3wgAKG3aiFAo3zzRO8Tazx4z9PTbZ+D5vQkLsABap03QxwBB2KQQkZoKJdQfMRYkGXN1cmDZj
S/IsCzV2aVPwLXruiLlI3Yj35JrLrod8Cl3HxFiEesS1n02oxinT6jHFEwBJX7JrsG65gySKQ2mu
ou47BhRw91qQPERjuSI8EFMgB9pmGOJcXKFeKGN373OSkIPuzOF5SwuCNzMM5m6aBdV5ahT+Ge2k
/BJ/MzW/scLRmO0M1dN668N7w5x1EWPNSbI4P1AagKsIq8cBNXbDVaMt6ZpPdVoTwuyPJcHSYyvG
87YcCWf0dT7tw6oCaogGOTz2sGO9rW1snmnKZvpDxlm0M/7gwH4pwCl3cYQt/b6tnTw8hHjoRbus
ScEoAsiQECaRZTCX+rT9YiiGUvI9S67GicfOvG16ZwQZ70V0U0hVEshhpol9gIpw00f2NG8tpycL
IV3WFpyFhvGtn6czLuy5bOH9wKJCVDHr2d/hTqFvIm9ecMZPeo7RUhm85jjvqcr516hOgjGlg+aZ
H2Hmk/WbwbtpqIZrXuHUL/05NsIwEkXvpbhWG+yjNiY00wNw93gd920J6Yha/wL7X3gfhovyhYR0
imC56vz7wUzjJVIJ56NxbHwqB5YmZBotp8+p64LR09aSh0VSDwIedO5BBVL3XOA4qved5U9vUzLE
040Oy+hhDkOLKNc2xtyFmKUl3TtAKbi51uw5W4u6ANOXwkz3/tysQTu579xl7RL80I6mrJcpdnS9
V9c/E0+rb6XI4umW/M3uMWgKJKAiKjKaWmmuoYfjYkYSIDKDTwPU9wjrOgE7J04c3ZCSAkcLEoRi
5WStjWYfqUe6RiQWttylqls+Kt2jYnf7CSxKFZN361RNUG1tj3Y4zsWWPF/6mdvcxLQPN6qK/HSv
qHmhtUPthePX452QTEsBrD7N/QdrdhOz4+U7b6remdFpGyIvkALgGt7ZKrgE7gt9GKdG8MXhwV4n
KmudnWjDkaoyZkPejE7bPJSBCONdrafym6yc5GYqGpKW8IVGSC77kOQbfKAex6if3o5Zav0oYonZ
yWwFaXmJxzN+umMNYL9pqVxvlmzdU0aSQpw9ddJ6UYGmQuiQ7OIzV0bqMYmaSp3bc5NfaE9N35Nk
9maAeMy9diq28my3dA4thcQLsq/+4Nm8sLZptiHVEVkvMq701lQOtqCrfOHKlY4VcVWWdoFuUq8B
kqbMvAMnYgKP3fas4qCxViIjQaaoPQO//LKwioPdbA31dUVCMS8OjsUt0gb/Z9HP/g+Vu/1VnEeR
Oad44wY3QbP94EJNfY9vD/tFmNak8HSiKd7MFAvJlheHdgCel7jodY4RSFiE/k9ZKngdfqSn7HFu
YATtYtdxfaiAvX1JbwIyXN9meFoMTk3pOJXFfNHKqYS+okI7OJhCdhO6BEXECCcrckw9llArxRLn
8b6MekSOfo4TP9ehgr0nN9yTrZjjkhKu+6ZdUWDW1mbjbemVy2d4t/pa5bP1WU619bmisxxv/amF
pSzmpPEuMylXDQ0np8bZucP3tyzwhjlwY+y+9I1OyTftl9nddroljGno6iy+9Z3GftcQLzivbG0M
Nuj/29/1FEO31sl6TSYnPL3Hl6jNtpVT4YRe9k7xPtCj/0mxiAnYwdbgx5yPyz0KJriJCUlma15W
RgJ0W0DB27RBCnMHDifsloq2zFXJJsxfl238Hsl0nZzl0FXbndcObCmkfqAOAS6smJv+bMqL0TPx
dQJXnSduhLjw8PfBZ9sXkpK0GbyvUVgAW7itrxo4RhF6gAglyqUqmzV+uG+xdkZmEAFjpxOZG7Dj
neQQjbTccIMtAHSqhGSqoQiHetfXtrwF/BIWcF49B2dSL+pDGqn+jcw9mtN22eFVOFfh6kwh6dBs
m9rtv+czheZmodiDDDnZw9t6ySx8P7Ky/ATiszIdIRN5F5B76f6lLX68e3voSkm6n6KU3Pg990tC
hhxsGGcOG8xDuMPoN2PRBl8RcRtOIj1bHIbNUHx0hW4IaFn8PtqFdVqNxCvNFj4trdWWZw6Nvp+g
ZvE19gPcOlnW9VeOuOlaORDld2tLEvsOG6US875Igx2IV7DPbHRCOzyqathSvZPijRv66Z3sKyqb
rHBjeUn/pEAR4M1qYw1cKGFz++FyDZMbqfFs6ClgkN8pvU069M/VZjKJgySd79YcxgHLJ8dAgEJ5
FHI58qABbTPPiHEfzq75yvm7GkBHrriZSgTtF3WL1uKiaKuACigK22AvsnVSFmGVEZhZTJ/+Pqjx
zm20xculi3jXGbncj3Gmb/++Sct5CWsEe37VuBWBBCI67yET14e/sUmOd6fjeUDnwUoZ/hWy91vL
GFIQdhsjdCpRWj7NggF/ccsbcJCPyltZW+m7tMCE+PVBn6M4jEqCDcYVuF3BwT7qkZswz1Q25HJb
mdHD92N2iu2IEvys92Wxt60qvUDxkqOJDHPSJCf34FVoWjJUL38rHsEnAbJEWIg4FC3mEZRlBTFS
lQxS2TIN7mUuB3wYYBG9C229nIBInwEs61BEZcJ7oikMYPsU+nCHPrR6n33Op5t35Zdi9XYduhMI
2YujYAkFCLHSLo7FrioQypERlb6XOcu+wtrtXdOW/Qk17/NRKEQRRgJw8PbYlp5+F3qHdGFX5BXZ
TntovNSF9wLocMqB5BlctNo9r0/sF20sDo5g1gZdsDfiwb6d+Efncv0ibebTItRzfmImPIOLVvAE
dTKQZgDedmz4BneYrodccWs7zC6XBf0cyZbFFX6F9FMXneC33UcncOSXEBuSUG3M3lbM7Zc/z2/L
z6tH0TkcBnS4ucQNhgJ9RJ141gfNV5k6804BsW7TMjolbX1pCfJQYcx4mM1g/XP0Bm0rXduKxVq1
uFiBZdVYAYfEXXDldLZ3jQaMFllY4DLT9cNVCyhjbyWiqd1iEbNzYj946TFgiEhoFgAnLmrrz397
DOhDgGt6HoMdlXi/qanauYae2jgtPwYzmuva8tRWLUVJZKU2F8YnWC3x1YQ2YL3AIe86dFnn7uBA
yzs4OO5Fig4Sc7smPLFhPpv5MStrXVeRC4vNXflwv39Up0ILGuuB1CTEKg9Vgmhg9uzy/PUn8tIo
+DSyuuIAx45nTJV0wk+iq3HkqN34pmmjT1NhdW//FYNEzvotIGq50dHeZwbWlD1UXGC80j8fHVnd
GeRIJ2DYI/eRlSoBnw+uEn+SgA1L5ekTg4/cm7pJV8Y6Fvo4TtJvZXO5psS2NgokYOMkUPND5Yu3
g+0W20UNJeGFAZmBoiia8zpwcxI4JlJJAhN/ef0hHGXl/PnxiJsg5SLCKwJL3KcfzzVT7qbchbZd
Hfy080w+Dp28D8elvfISKrEK68TtEgx0QQjSGW7i2G/2TjSMt2E2C8SYE11Tpxg/vv651mGfcluw
QMLVgdmGBZRznL/RJ8Ps02pvt3XnoC1ryQlSBPjukjosLxdpfmRVQ97nnHx/fdxnOy5vaZ0SK0eT
Nmd8tC9wAcFlwmFSlCGlp0nJCpcpLdfRrk9xAY6cnn89esZaqZ7Ye/qAZk8fPc1dYy3YyRIKWYOn
Yiq8qyviiesK4BjtLpHFWZ7ctqqJMJsibqJKFuvEenbXWX70oH2oPEStrmHJVENPP0SVzFTaGlTA
+C5pby4+ERX0Htjjq6Ka137hzFNySUtn+tJZ2v3sJdPPXocONB86RtK1xJsyVs1eSBndwTnFUs6t
ZfhOzLSwsq638LUbugmztLkIaGHkSE1CaZ8ioL4wYdbE2mD1vIcocvzi6KXOdocEYSsdf/gRZHl8
n1I67wMdNPdLlFofHfCVm8njbvP6lFlf09ETDCJnLQYgQAbeMSdH+LbubJop25qRv6IJtM9sN3Pv
IevY9xLnoRNL44XNMYR6BXkEcyXOr6MNpQFsdW3h1qT4SeceLtvwZm7QLbz+rV5YCBHP06MiQHLq
HO8L8DjywklAXxte7Du78SQ7Vpa/icvOefP6UEe61l8LgfPE4+XBGIRIfTQHJx347DA9RuPaEVvH
qyvuIPNw5RgL+ErjS6JHBPY0T1krudud9WP9wcnTa6qU9Mo18m9+wpHDlkNhsO4A6Pueromukmjp
DfFWvuUUZ76CzNVB7zix9J7PG5g5kFWoH9kGIAU9HSVxs7nyWEPbrJryj03PVc70CfIuaLq32Guc
Sg94/kYZD/cQNhoSRFCDPB0PKwM8zlzGw8oiPyj0kge68OlBtISjv/5GXxyKVHLOOyxaoco9HSqn
HVrJqcOnfBh6wlBgIS1ljLdjHhcnhnq+GhgDfQ8edFAhocQ9HSopQbOiihljqrw9BBicnQnjWCdG
efFdof1imkKlAvZ8OkrsCLucRr4QJh0trynorxp6QVv8FoDmwtKcKIBefIC/jbf+/LeKMJqkncc9
bqumH5Z3MowNLgV2cRBTfYqq+9JQHmcdBy0BM1F4tJ30iUpHC0f7LXs1Qb1+5GyVJszIGjL/xOXs
paE46AKunElEY3Z9yr99qwwnpgn/SBKDOu1fGF3iCzrVzm1ra2v3+gw8Ssld9xQ48Nwo4iCipeTb
633nt7HqoAE11vAJGrymv8qwhQ3rF/FdF7peQfYlwYhD7Q/vMe4E4lb9fFjLfQwvJWkWQSdJ1JRp
TJ7JitLlGnk6agpn8/qnfD551w/JpHIgriWBd7TR2Jq6scNQAB5D2e0mJ8XohPbyiY3m+WPHAgzF
A7EzFNVYfz19FDTsIWibCOteOBhnyMWrCynJlcDuTp4Yan2qT89C1C4u9S7n8Kp0OppMbT6EFfKD
Cmx2wS0bOCX6MMVAj7OjpwYtZuRkWxPPp6rY5+sz9sHnOBf5E17l0bg49CyzTzGN7cNIMlGTZYre
vqPPjZNe8eDbe16+umSqL7eu8c3VXEbtmRAq23cRxPBtgQDt/eSUOA2Y6MGR43LiVT9/CRCew5BP
SW+CbvPRJ8wSPXW2hnTQu/HwzrKz9maw6SCIzDpFi3/+MBIuZswpuP68hOjofcsae5NyysttZSXJ
Z5wl0X4DWk+7Xs/tHTLK+cRiez6NSbVEVhA4bJA23aSnE6zoQGhkByEZCZt6H4/efB/3C/rQ11fL
+rmfTi4KO89hB8HwjdiOo+/VBWnQxvh/4HWO1H+ZauhrAx1PeGUxcXS6A0E0Y0xKMB1aYuOBx1//
AC98T7oxVMp+hDnrszS6Ui1O4mJisqWMxqW4JdeyFFP27vVRXpgpVJJ0ftY7CAme689/27nYI3v4
CLqg5e2Ze9yJ36J/qD8FFUfN6yO99H3wLFujUhMO6WP7Y+wHrHy0SJMu7SQ9pF1tvkZ20j28PsoL
N2D44cgUYOnT5XGjo+mxIG4cnGogXRb1JT7YyEDJrkCrGM1pgX1yku1DVc07HxEwDKIZ75Bw/KYD
FZ91sJsOwONQBYuZtFvUJP+KScW0Wi9geP1yeXj6tCGypBRdJMtZuVBvFIwpPIVBNBa1pgOwmrmK
41p76EI8/wcEESfGf/YOeC7MGnZldE2re/7T8dkc+3QIvHRTFKZ8L6ykvIkUTtEn3sELw+APuYoV
V70GBefTYUoL3z8OZLG1YTHM0K+FOCvwUXA2TUVXPyzL+DwpYkgyDvS0fS2WL74jzFkJE29v5YPe
91YVvRfgL7tfH+3/S0z/zvvtHe2+6C//5kejkcjffql//Nu/w+PzX/7TP/yP//bv/vJP/+F//uN/
/Zd//w+/60z51T9lppGPxyc3PUTMqOxcz+fF/qkyDe0/KNeoHnDIQ49Cy+L/iEwx8kQbh54Bt0ha
dWwgf5WYuskfa+eOPjy2vH/+6MjR8zWHT/oiT7fkEDcimt9cuDlr2PudY5HB0GUg3hYGY04zFtcW
yXmzyLydvYzXfk5kK3TUS6kLgXe7yS4tIx5Lv7APUOy3tju7e6fv25s2hD++UWkYHKzGgaU8ZEMZ
bVtyDRpoCn1yNwRDmu2VwaNlM+KTW92VRaDMXgo/kLD52DCxT9kUU9m63wLV+f33IOinK1ANZX3s
Eug9HzusiT4ZHZkb7UdfIxiub2khYWLhJArJTCxW05TQxvJ3CJMLaEFwSHQKZmdl8Vvhz1boQGmx
m+5mxAaN5tDY9mBtOh71dcJdYDnPfZBINrudF3fDZRfDMFZ95VwaoQfSMpHIaJyLomWyd0EK+QPW
x21t8dUt6V2JdPg892G7oyqFX4VPSn/pm/pawU6uNkvmRDsYycUObll4hvtguXGQMArlXTliKM6q
0iYgykjdwKKyoWJvraRx6r3hzPygFlDU2d0pBV3DyYrM2mCuA4lr8eprGOaQt7ER3vfY6SmZVeGb
Wsfxxq6dn4M13xS1Gt9lsr5F06my264eaQ9xPvYf+h63bl8XN4r/5UCsUVg6F2lcMu5sC0Gwlgtv
369E/UPNxodWJ8tuPPSuSAgAFFqQtRDmZoCiGnywMLEgMzpD4b/17HEhizzdNq47xod2CObxA7bH
4t0AYeSqF+MHZP6wIsPBpwvYcTMabL+7Cnhsd3bRXYDL7DLT3bUNO9fsSBfebOTush7XFqO+lK0p
NoGj7LNgqTYUzqU6AF73ZyYZNYQdXAO4WDhvYAQOwb502xGbMaaMuRx1IO6yOBM2To3eOF50oprf
Rwp17G7Ou1sVROepLoBpxkUcoizziYBdKhhuMDchg5UDbo5DjiiyKOLxJk0riAsl5hTCb0fCntl4
xWUnnLzeASFiVhpUMEB2QeGRfIr7CCV0jwVKUQUbSnj4zHiZ5WfKyi4QL6WfExfmMgcZDK9+wEpj
CTDPC6AmTb69vJuqALDdwuVtN/wv9s5cyXHlz87vIh8T2BcXJMGlyGLtm4Oo6gVIrIlEYnXH0UvI
lSVTb6XQO+jjfyZGIylCEfLlXKNv377VBJj5W875TjW8WOkaXIthxC3IodH+nqXPXIDKMtZW414d
iqohRQFiwXae1mzY4gQwk8aFXanE8iXG+m/jiL202lMm9RmW0LYuI2SwzpyUMtAomqJzwJzmzYXv
Fy9DIRNTZiAOPUTlPd8jnInbwm9TvW/H2aj/IOvXCe/0Mp+GskCDsa7lyfeaJsHJ3Dy767qgU5wH
9C6zhI2Tc/SUp3bs5ge6W9QxRkFzAWGlGdebG2OI58w1t4h3+hNFYf3UqCB4zkaT7HdpNyTAGNDf
1HiXAiq6Y10CKgjVZIXUY/AJ6BL+6DnJ1LoBZg+8RQluFOicQpPHLfDSVnuyUNW32Rna3UMhx19C
3eCgjsNHcxrsoXxkw9CjVeiVvKCnEehykOA82CjX2ljOEgyGBvn6M2ZWViaBmjDAVKxxkLZHpGVn
bpgURp39BePuc84t6P1rdMTrVPqPxpIhpe6M6m80ucVHFQ1DuieMeSQgZLCaGB34FGC6LOedgVn6
KZ3H72guo1NHsOO2r8CMdWVOIHDmOC8lmJxTYIz93uxtZ1+LTG0LK5wMivob3sdYtDquVRuZhy6S
X+5q9Kdo6ey7QC4ZBIsy05DP5qrYa4TbM5qIzpmSzqsijj6tbkPhXPKBK8QZ0/StK2lvHETlCR8s
r5modsAQVbysczveGSzdFLQii9ynyc/UGnuVtZ7aIbhFfrryowj6ydowu9iXQ662QIUU2sTwxQn7
IUeb/mL4KQJ91uz1hhxv9Zq59rWSMP2MMTz4RRc2cT6He9ytH5yv6tSLYDxH3rRxzbHsD9kiL0GN
/7MjU4jeOs6lOYPYUTpjKFB3hU7U7C9EsHv2VvseHM01YGZiTFcPt78iDx5l/WZxbTAzNXhb/yCF
8B9Lo5Ynhzjdz7Es8td1YI7BDJ14uah7vCEl4wYRbYyv85W3nL5tDB6ZT96AXe6jj9zMjPERXdLI
+4Mf5rcdTPS8hMHhxMlT874qCp/OB1YWB0UNqHFj12oAwIYA+lCE7hNXVHgSlHxblbnzpTNl/YIG
BjYAgXQ7xzC7s7QiwrPWquHWSVUA73ew1+9Wqi0SkW3bWwOwL9TdWuFfQ3TUn6aW8HZbdMuORABE
nSUga6kUSVAGvKGRrOTVhwS3urs6KvAo99O5tZ2LOcunVFurTiaGkZywZAqn7x2pl+4N7UoWV+OD
FzOafbV64PJsIztUQoCTMoQ1fK3WSKaKCI2j0HZzXTu7NTbIhXHy+UoosRFDVK0bwjJe0kAUPMh8
5dREjNS3jwZ4NRS4Dmw2CHU98Beuse9FS4a+tXZytXdFsDzbhQAFJAof0J5tD7/GgC9u4naR12xC
lhhvK2TfE1vWZrd4BZXGaDndSWtxDwmPi2Vl4BAHPZMXhqXnWWTFjn3+eQ4DI4q9PNfcAt4t8z64
+Y4Cj5w5k/lGmPRRWj/4y+C4u7Qyq4suayBtptXPc9zP8hx19vgZZKWyz9jk7i1VFg991e6LgalL
UTW/msLcinGEf5sCuilByHT6ZRUlYmWQy2cf7xRQNUrEcufMy4quusj2ZREUJ7t3ohdnmGdvEwLe
43asmqTgqkR4NItzlztPImWGgTWizrtd1tfRQ27ycBKRUq7GCJqqn8zSJW4z30KCL1YJN1G4JM1v
Qpnm7RZxNn8PrJL4laFLOHKvZ+TDGx2a+EYsM2+yl0wvwZ+qGR+RRusaYJ4OlqMLGGrY8gQ12VDL
Its39x9C+WLuW5VEdRh822IyL3KYAywOFKXpfU4/RNyTX5DTJSsdzXE4QBqNJ5swrwOWAWONzUEY
UzIrv++YEhrT38IKmpID1HgTdQt3jVfpYPQmIRwUKAhBdUN2Fa5I/zoyUY/ZIG9zWF3npW3DU894
MxHtCDc0V4m07NhYOEzzYWNFXbrFi+nGM2/atpx9kMMF+AlsXQV0IjBl7zPTm2yz+OZsbWlaH3or
PWPPIgIHMd5dCsMYLnKIPq0Jh3Ler3IwzC38RLOJZwB6mzwVBMGNMyjQuMMtcsTsJU4T7nxjE6bd
QQ/2lHgmX3nCvP9UwvXxgDn2PT6O4MLMFNHVCgQaXlcj7XuTq/SH9ZfaOaQAXswaDJvv99sikMUj
02gPsztuv5PruHe3yMA9T5mi3andy4KBcR8NxrOa2Stvx0BgjsTIsSsK9WpnN3zYWua/1nw5mCU2
AXPu+7cA3ydeN7DTPwNEr8MQttZfHqw8IEbx99FkPNJyELgksG2F1ODpu5bBvCsNJ/rqOgv+Hthw
ccpug6BXTu5wOOk8tU+LpzCM1lP4mnNPV/Foyt4n5iybfkbDFK9OWtVf0zrh9msdvU/HCndaJh0D
6rFTfecOgG9tLiqP7d6Sv9a2sYode52/nkMVs2sKRJvG4Law7ZSQ+xUHRnUenICTsgAxtW4jFF4f
6zzWv8HpjstpXAu32jfTsEbHEJ7TzkoNq9vKdRBYctuhfAFGODI5DWp+X2jf4lunyepZzVazn11C
m5SkS+6xldu1cF6cA8aAZjdGDrFIePLc5t5VWTdjnOS4wj2LkTYlwEZv+X2j8zwHwFqPLl6zYmfI
TsNGgcTskIJZ2d0aO5G2F/xQrEs1ou5NY3A/bwzQ3ls7nP0fcpHGhwr7ppvkExXftMv4jjUL6YtC
rc+kUXvyS1UB9bXbESGGRAA5f9TJ4RuKt2UdBpEt5blfRRsPdWFszMGAoqm8snusTPDCZZBDg666
iDJ0SV3vRbueoLAcgpvrqqu4eJd5udSd6/Yv3CNMAyszU7Cu2+rZEnbVnnSWr2Pi2zMRn3gRxTLv
UqX7311uRpj9JnmNJhjdTl6/mmrpP7CIYJs2+jx893CZiVOhqm7inkBBKoO2vEtT4f3UTQvzYow0
IDfkiXqXY8z1EkC70MnrnoKqVupBtQHfYiePvokGLbINBfHjvHZWTCGnQYARQwo/evAygIANHp24
8FLE3HkEZfOmACjzmLGqMBKTywvjl8mz35tTmcEww2/OSqIsskO7po6/YYXhB0k3FcUE5A0BfmZM
JRnAdI3+1zz2nQsOHGf8FgSu+wajw0diXi19uVtsKK8xfCvvscYM2SV5NovhLHJQyyCbMiTaSty+
qTVafTaUPpiyqLBeqWAU5jN3vJVJJCI349jcp8AJf+YlCLvYMoT57jN0os8a8yY6m27ZPpSR9Kq9
KNKGKs5BOGeZzogByGuLi0enFhHSUFhc/Kh/zI8oqnKEs5Y0LpXIyOdox/RemSjVsSqJ9rXJ8kUk
S6bHxyq19I8CuLCRRO7+7ZtuTEqsKXEQ5SCNJfFqiBmUdK6VOY0yma2uzfhngGzaz7Pi3rxh9J+8
yWUNBivLieXqmeM2ZTMVEjWfNsVliAi5oiYNKCKx7RBFlg4h3RErhQa4P3vkbufhiE2ToVuG91lK
9RStKdHZ4zqJgzNyCHy0UWqmJ9jfU09dH1btNrd7EH6FZ18CAome3HI8VZmJDlhS1SCUmO2HMZKg
Dpd0Gfp97lEVxMtSlfOliXAXWqujza3VN+K9WPVcn6JRGOWRbaFJ0ZtjUSqrNcvOpFfQBE1qdmpm
KEA9lu2qRP4cVku7bOeOwOyr4wpyUjtr8pmhj2YwH5icSH3JYXC2D/AMomJrRDjbTgPd1q+sUVOb
lLmZJtS5XGX9JPUnaUu4CfVg+HdQQiCO8bZSqleF8bjkAL3iOTR8bsLlyVc0VwPmF4ymDv6kQrj3
dlD4RyYx/YOqUEGFBla1yvCbj8AhLIoSJDxG9CvPCpn3V5XNLkVDFVowSO2Wu9RJi5oXbsQxFbZ6
FJvQnqdtaUOlGeWNJFjX7c63m/6EnW694i6i8Z/Fvc7NGxIYI0fKcYARO13y+8ApXH2wLcNanitZ
uX9zgg+IcO7GqmZYapSHTGAhZVA1jrdQxoZcpMbP/OYh1GIFL1u1PqBLzMZzE/0YzlSbZCdEXfk1
TrU8q47v3TWQhlcfJsGqZoCnOhzcNNyZzpRumWI9s1p5NkMebeT9hmRtvk9oguPc6l7mVjLAMdRD
4/FHmdXjZGaHOgSnjplsuQ7Ue8+SUjs2Au/CaP/AVtYgmzV70yX3XuOdurH+oWj9NoruMerlk7Kt
Pyw3zvZgBrCd612L5McGtn1zUhyzdH3CixvhJK2+uxqMPGk377jzMNB67YMK28fQqj895T4L07hO
leud2yzNGamhLvfz9lrP/ZXJzd0U8ZIpa/0GovnZ5qiewkB4SS1hds8c1XFee786v7R/41qgK9AR
OGuVfc8Q4dqmPBuRZEQTMUepAqgziFLwO0CwcvAT8sJoUklpqWMYrOkGosehJmrSrMEltytVJ2/7
n8nhLbFG+ykv2jfV0xF55EwAOxjozlOMV8QeqKMh6XMOZsHEnIzhtpq816iRa7cjlB5kWBz4ys1e
yQnpduaqzlzQ9+miuOMcAnijdb56XXTIV/+Joc6ltZrj1PgQM5l7VB7nlkVP4S3kj67lQXZmf2QT
42xT0Nv4yu6AqNzjYdqmZeHHqz8acbn6G7/Kz5Nv1JdGYhhcgvZqjkS8a19/VrOzkhQhhgREfHQE
cMFPMssrBRdcJGYCOSyzXT0AgDG1fo2W4EFZUXuVTnZu6aRMzqeYmmDuXjvt/bUr3zlbixueppE2
l6ENxLAS+oPlz/fUWnYMbvcQYiiBwABJ2k//ZI3rxUg/vlG9f1o+BCKQDsdWGOKMBeVhnHHjzzah
yov75FSgYE2P0FFpDtGp4W0mBtloDm7D3eRLJlTBEDoxfY+8s/tOHN1i+YhyI5GSH5DbH2egf8op
VzfpakwbRN/7uaruAYPMRz8vnlqvJxCWVD1evk6cWwOL+w6x7xPFYB2vrLrSG8nVdmkEF8Gn2Var
3NYFBkC7mvUxcJurZRBnXleMkUa5XKNyXH56Nzz6Wfo2OOuXaAk8wVuwhy5yZZqA0aF1niC2kHcu
xWHBG7qvG1o+SRhMAbvqnFs4OvAX4xnqV+KsxbhevdmWhymQe9HWpDF0JEqbnN4bjP79M/8buQtX
vh63hvoQKOu7gy8SW34wxSUQobgxavPg95Zi1mxfGnsariETtRgHyovy6yevSD+HMJcoJ+u/VBsM
Bsz0D+wYwhzMi19TmaZCaD5XIH4kkjz2oWpObe42VCNVrqKKRrrfTcGSbfvc8T4y3LO4Z4qrzsMv
J+3uWsv7aoMRfoQVRre6aCCMCM5M2DifvVGrTSbW+zDA3b9Y/TnzS/0V5aSIuq44dpV7MjVmIODV
Orpi55/oIwufQHgCnnPj0A8ZQSbM+RmUNp6fNb+cxu6q3/j+pj2BVtFZSGt97tsWeIDM7UeVh86L
vxbrGdiBvVHSfI9os3Y5/Dd8Qq2xxWxDego+7+kwVVX/Pns8/YYN+S4QKkgGWy9PfZqvJ0dC1sfr
ZiTDwvDftFXwQ/jDSI3FYF1SFuUFvJJ4hD1bpMhUFdjkTVjnd8FEInTWdFYSoOCNtWT4VogTtqmX
sF4fncB5yajz427ogrtR1cuBqLRDRUFqu/aeau7SIBvGQemn8JfFGHsRKBW/yCeuOOQJ5S11IcrJ
qIctA+dah4ewljsmknd8cf24ZDJHGm+H2X4tjmUv6kOtM2i3N5PieDN0WmI9OPXNkMp0oi7FdSjM
16XzD2YvyZxkfHZX5rL7Y6xUAdkw4zSnecJL7Z5F03vxks9HQDPHKZhPfV2nz5kcljNpSaTIgJs5
Zj4dJFkH/Yf0GkaGa3GPFu5QQLwiWQivv7LH8ixG7X8S//PLDUH04lrEqxzq19Wa8hdWQeYW+2J5
s2Ce5mJW+yzvX1SA0jJX9gkmTiyBlTAnr5t3WwRzPA/tT2ZkP/BEt1NKR197s95G1fS35EuCP9YC
L08kQyJcTtqVrpF20mG+QUvKn1raI1+loc+SKnMVOJLABU6hfheT8RUs+gFf1Z4Qg/4o3Oo3Dc5N
YGFirqwPOsw/5hD0vbW8ZjV58EzLX30CLj6zFU8k7x4/fNgDQIzG8sJ+9mcNJ+83Ib77fA6+UtG8
D3ygoWXxM3edvZ8XeXRL/4iX6jKm6x/bHPNN3U11uJ2EExCeMA/ZkYUYvBTyhWOTobmbEMLaJt2M
N8Rrmzbbsl0jwolj6s0xh49Ce3oXduFbkBafdCd/nXW4ohNZk87W99SFy2Z0PCY6g7MhkSsFm8jE
hj/zOfQ1DQ/m6otS7IVdDqChQO3bBWVCRMhldEJCfizLtb+rgkwvjO/OjJQp1JjggWtR9I2jaOJ6
CPqtq+hvxewD9xZlG93mbcEVkwtPM6RbsPvcO0esynezNvZMYIJdlhM7AxPAv0Q85d+emfbfluF9
QFed+ggf9hLyra6K/uqxhzJYOHqp2LLbi+6puBrnsI5piiXCVTNO5omPAEtJqt7mLmOGQShGu2TT
CVqfBCMSButrCF6uiEk9szQLKfBfA7IEGdVcfNXYXkemChmfsbfWKYo5wFfF07h2s7cbLDUUCZ3U
lD+Brsa74mnWNQu6/ZPi6PhbMsK/mMNU/LF9nQ3oWi0xv3plNZqcCEFzCDunP5VqnSrMqdPsoQZY
QjAveecK74Re1ExqZluAc0rt7JmaYUAm1GcrM+Hh1g+/lrq+lO7MqNWH9y5xtUQSUkVLuFCsvDYB
Gh0mkzBvGeldL++N0LvUaWP8ErxrD1a/MMxivqPsBWrSlDJqJiOlXc1To/s0sTLjN8fNfbM6xFhr
b9tjtr+NpGcyZlBOpBBUGSAQnFqM2v7t2beg8+WG/cLG/dHR2bAGmpDUF9i/gBdALIhQeTi1pP7m
DdMyQeyZeaxMlEcAXP03983VKM6a1tn2aTaddqKmcLKkLFJQJ7Ec155qoOmdcuTLbZPAFJRrMjAW
zRJCRNIPuZblT2E07giY05utOG9af4dQDSf5vzK+/7+Y4T9YN5z5/wWY/Z/+63//5//43/7zf0HX
8O+FDP/4z/5FymDdVAmYvEy0psgQEev9m5QBXDY+CMRqJrHXECWRFf4rL9sN/glhpI3aynKRoiMP
/zcxg+P9k4vaEDmziRcPOcP/U1zp/6pcxPoGu9p3/2HEMD37/xDItJALVo3eIc6Fnu6KwPz2I1ZM
FUE6h9UuiNfwrPzy7z6ih3+Rrv37HEyLOFR0N/9T0xbAusF6Si4x0g4Asvb/bv0i6rtUrqVJG051
v75yOhXNsTZCGWyjtIiG7Tj2hX9u00XKe1bGbXBdp9Ty4tJ1m+6uaMj8OuE/rFTijCp0dmkfWDPo
v1WsRzed1E7y2f62MkiCt2kn8u9WcZ4mRRUs5icTCNM5yEh18mRSJrRblsWy2QXdOBMqVKbOHQlS
PbQSacv3DEzib/RibHbWnrY9QzfWxRisx4/bOmtMJizw9saGnqIeCvwYz35RlOl2nOTqn6zIJwyF
POXUORLo4H6Qc7FmeyP0ESQWyKtJcboJWJ1dj1du3jQsX+y4K0ltQPFn3Wb2BDFO7LKJG1+ICFEi
uMvH0YeJoYOKbBsbQcJ01Gk910+kmUCLarMx2tdoSh4JHbWu0PdDJFA4Ej/r2rwa3ZyDVFuz6SKJ
1ktIURxZeDhT8FE3dY+4oe3d9iGdAmqGqmpn47l3HBw6enKG6myuqQnx0CfoaW8Bof6crMZ/n/EW
7m4qDXfjyVp+hhIPkdmE08/QA8CLPRIRUmrulb9oO4kI0n+w2PWP2fb1tHM7RJYUeTmADODGFhJz
kLoWE3KDXyfZKdoO7BBpfzqSmFiCZEAlUtt5HnFJeokDClhuUp+QgUy6ercOU+V0SBVg/T2IZRnH
557MnNtvqbtP8wb8IZYF949D/QAxbw7WUwHZ4L7se8M9hW0tXgK3tURSZP3ElqtPi18m3AC4kqLz
wC1x5Pr72UF8iT9ydU2SjGoWg/t1tCuUHGvIQO6qCmOcfoeOmi0HBklXNCuUl9WUpwXAX5tot0cE
PXSi6B9qs5WfJgZbwJMGQYcYk1CVgi6t7NusIRBte+V/vXRFotL0tpkOolQ9lL3llA9AznS5T5d6
ls3GBkjPOpp1Hm+LR0Tb4wydlKyldkEXMm0n23amB7OD0fJawxKqzgQnzryFfnn73RCxejAY8b/+
YrhaYjzMkV2w6zEj/mQqyCAAdV6SEehsKpmFGMUIJ/LGlRVXkw1H6NOB/+VSk5LXyjKtTyQEUeNd
dTmf2pqPvM0O+7HPEYSEQ0rjhD5jmQb+1o3T8y8zKcPHRjbIaAbmuP3nQgYPRCUfPxzflBaEVgjm
YgctImo2zeje9B2D0ua+DVAzv44VSg3GvvMCpWNoq+It0MBJHyaK05rtaVv3yH4E54buQ17IIiIX
BUlG0b/AGzJo0BYC8rbdguT7FyLGAmQBmiqWgUHX/NG9If5SFQMfZU7ofeYNpMhiaC2deJZ1Kql2
EiNbwzcGaWWUTF7vvmQE2N23AwQ60qwOZG7EWB3gttn2Ju8Uy4VxIRXACvawiG6BXfprCBa1t/wh
WTPv1VnwWrDaOnus4OiWq2yjxyF4iLIWiqhnGqj6YZCyehXznUPM1dsIhEeh4TFE8Mjk76Vx6r9d
m94oFog09mYFiXZYxyaimRr49IVzn3MYQ4eL3Om5sTgIK4E6xq5Ti7AX03+kgzhQNyvkPd47qVqg
+5rc3Q6r9SbD9k/Nc74Ene62uWsdUNv0+6WT6TFohp+GZDi4GeHO1lRGZmo8GwxV46knzjS6PZhb
4wavsTsp+IudMb9OQu+lNvOkz0W+CcUUXIjT0rwO435QKatFYRFoYgm0UO190DQcrIiKJdqdTNxH
Rf4W1s5OIJ2B9mvrXdCGaVwWQn5YmQV4rnwjQeouBLi/Ma3sNKzh3ifh56R9tVV+6R6XqEsqhdcK
WWHMrkUgul7vIJ1WtFdstwZsdokJPSXukGY5uuIQG4onbjCIWC1f2cytTwBlH8DvhQlHlfe+BssL
EyAQIDW9Yd4zkEntVR1dk8ZRk2Ao2vWcpuOXXFHIq4ZNHGRKjRDXb2OrnEiCihSpooOzHwTjsSi8
AUi2me38BoV8NKwKE5XNEL+vl8+0VJqwVMgdTT4h9xtNxLyWcbaL7MWJKP49dOIqouBfZ8XwMA1Z
KaHlKljkoOEaEpP25rEzI8OLHd1d3Mw/ZWUT3Q+p92hKBlAoB9E6RcP7Ta1hFjnRYb04A785jIRG
xdGNWypSDm6y9CD/FvtMLkyFSns5Msh/oM6tGeATdOyj9DhFBrYMrkkuKoO1HmPIiGVbP6Ou0aKA
DDxSEcNfK8B4ZOv0yH7MArcZQrifqkdLUS1vM41whU2XHjdzuDTfE0FvN2xgUBtbOY/VTqweUTlF
N3Y7hM3TfrQa78B8snglkGyCGD7fEpssNQkoyH72wbCcDYRYicYxrEFI1hZDeVLpLOGDBtZ31NXZ
V2RIyYwyUJT/1iLPnBzLVYEC20IBCT+CsLFO7lo23znIOCupb8sJVn8lCj3JZzarbJsBcjswIkqR
kRSOLHZDZ4cvvRyMIs4LaAGAw1xj109Ru0u5Ly4sqmhx4LFm7I/H/hNVoXVQZh58SZ+FTNtW4rGk
euSaQJaS+PPiXwcr+ja9rtqFmeEioBIk/+4tK2v9H6+MtHWOsOMz8h0y2hUMZbw0QTjKvQQehvx0
YL9GOPW1s7L5b4QfcRu1LeCEdjHEuxfKlUEC1JBNB5EL1qPlMfkq084WO8If/XHb+ym5cjZkwIkJ
TxG+m0Wl7xFcTQN6x9wMk8YszUfSiFhdGCaCoNhmmrHNit64r9fcp+TC6rAfRvhd/ajyK8ma/T61
p+CHpMjyQB6TeQpLJLRRkIGg7rXeVpCKqg1C24VrsZjB+AnUiJ3p0wzzpj7C/aVLX4bV2fo9g94L
EwBBmvkYoIgre5l4quyeu25ZDza/OiMlaK0je1p7K60eTQ5J2eMvnM7L3ukL66OTllNxJFZIcFAM
sshrqiE/gKtzP/rBJ5+4HrSdZKMRwbjphMnmP9ojrCmQFHX6QLNeH03iIOGEGZw5bZ96Gy+b3IvF
5OGU2XX7HM7BO9otE10rKWuxOfYHosOaewFXYKMbf99zLu69DBnqVjmG9QLshTDzmvS4LoX5Sss+
7QGiOY+C+I+DywF60J1dHIXT4jqgcOc4BPQmuQ7vgs5Qe4hFEPQYAhy1AiPuCFR4I7X246AGVq9Z
599pz/s7wxc8SqhFAD/DMWUxPQD9LeqgjWIylK1LQZ7gye+H9Z4dd0VIaQRGcEeKav2rC/uenOJ+
bI4hVMv7dY6SoVXpHoEzwL18HdAoKkeXwZMmHJiUA79I95aBi42kQuNnqfr8w1Q9w0kvktUR53JE
eOdIFgqGzDCOEBxvVoTGd31Qm5tZkpbFndpbcaj1tA+mWZ2WnKYCb360QeF6y8T1pkeOHgaWXELe
PjflQt2bq+GACKva42IfQhyyQm21ExSA7cR8SuF2JgWb6VftEG3HQslgytmbxR1+Xvbk9uR8RjQ6
7R+3TYFr2NqPhrvRX/W17KPpTZoYgRJZ+z4RdsTwjaw7Uv0cjl14cRQmRXeoxic6SgDbqxFMexOL
+oa4wawF4jZwWC8uIg00Af38gnt4pPtnDv7Xr01e6aJe7K8MOMSmV3CeNuYSQZV0FepkCKggw8fJ
jPayydA5+XMYboFtEvDusAGQMMGLJCpzJnIKbcHVn4zQOZVQxNEgavS6MUqgNrgDhPxYaTS6AMai
FrjPqIJTjrv5BaUo2TwIBFG5OvOpYd0f921YMFIpfiHFQAayams8ey1Bv0Qe590j6LnphFYsjSPl
QAcXzMtKs0TJXWWTlayoqwhuGznUWwPmLXI8wtQ2MP4zdzdS7mQsKCQ5rZP0Q/B+tOmxZ5Mf6Lhd
Lfb2gDg65c084Cb47uHnPgkGdIxeJwhXW0ox4N1aVpeJSdFRc1KfkZjmG4gtbylI/DtOdeuO0bZ3
Pwplxepmw41g7ycoHNKLyyl+9SbCsm3IrdQAmXj1pq7ZBN2a79oFaNRIiw11yXF/hYDu3/EU9+dZ
VeOjkbIMb8CNFU7VHc3FKc8e4KhXNaN3X+UsduCv+73hNvCEbVtlCWeQ3MIPI2GyNgGzAZWcLqW2
uaiXyGx3rRAU+rfx+xBMHE7d/LSOhDMxp6bQEG2HoBTwTj/ceTSUu3zpxq3jWhYYMK78/Wx349FE
/6XPRO+iz2DacQobX5cooXzj0IFlTxzVoDPDdUtCCnnJIpakbxHFNLTem9+H7iZt6LuLjG/t4Gmb
S3ztb12lhZuYkOd9qa3sIZ19P8ENYF+qrgnesnRZ/xaREahYm+Z6rU11pYG8JQnz0+6ianQ3rAMt
qJKdAXxYG0N0lxbUioavW/MuDJuCCyd0eVpgytFIrk9aFd5WN1T2+2oyygc/aJEcITAp+a1acoBl
XpQ5MfaP/DRUUztvVDATMIACdjOllfjdtevCWtGV5DILVyVTbeQ6AQnujOBK7dsLSZt5NwVTYDCv
1+0Z8VxwXHr0h51fjRsSefTVxWj1g7LBe16mZT0BrUNOYA59Go9icJcd81jbBpaN6RpFCozUXdGa
5Xa2nezdycru06syHTfKZf/mDAgxANAfbfbKpwacDy9kX9Uvw9Rb0cZvZnfBjt5Gf1nOFy+mGfyp
s5lbd8wogtFjjM6GJx95pEul9vuShQoEbSGdXwrD7taBnkjFriv6zxnR3wYfs7wj+xPRhSJZgbgN
zMNlRTh610FmN0QhQLz1Gr3L7OabEknp1tZIN1w1QHf2hv6dy60+9pNy7od11gdldC15FLwzxN9O
TfUcFVl5qQi+eqn9pSSjYu7ikThrPv3wLuCxnNJCMYtHOG/tsKOT/uhzxnNRmGXxm9xwrCHVIJxf
KErL7wrTCQ92CX5wK80n1txyXzRNezRVJLzd/+DuTHYsybK1/CqIMTtktq2/gsnpW+/Cm/CYmMIj
PKw329Y3I4QYIMQE6SIhIUaABBLDK3TfKbnvwGfuWVXhnlQkOQOkUlZlRbifc+yY7b32Wv///Q7Y
Fx18ZBKN7MVBf91UPmrKNHQyyPedbn2cnF52OyWb/AGNBfIV1GrGqU/Q5jDSyiMOgRRTx2QsSWmc
0FziNyCRlVEJnPfl2CTRdSw5E619Ip0/p3qQtkt6Nlm4kpNCZrIY4ybdOTKZ9E3a1M5Tr9y+PCVW
P4H/RCJu7MM6zL+k+Vh+0UQ23Q1aiyNmKIRX8RhRl3L1QlGdezMfMRwnMMyPSTIyXYnd8CGkL858
rEm0aVdRcX6nOEMSWKA4Q/bIwPosaw2/g2HxiDEY0R/pTmkIOaw+ODqRgUo5c27ZvzV2jr4uvvUt
o7elyj3CrqdkxGCCIfLQhznHcf+lv2WlHf8701T+lX2hC5n2C+faJepAwS20q7soacE7ydBgNlnS
ctnRVJ+g00aqOwgX1UGIBOw2apiHRODjqR89PXxolZseYpT8KGx8K/gCPpTGgiV8nZOS3wl6DWAL
jHTfGm7+0NkyszbhpNNdE41DZyBhjhesdaeukSw0Ror0JXL5Z8miTpsihISA/E+PPg/kjybLqi3o
RBAhRi+KOacE/F1Zujr4Ne7bJVOP6is/TdFvdZQaepKqxyYU/jGvld9zdIgTlaw5u/FLFFQjgP5B
iWIzVWj6Fz4sz7VZZ+adq9fTkp2Jv8YzaXDzemiooJxn6DZe///4pe+Ey1w9yigz9hDmD0EA3n7h
MT1O95FvaTPQsK/YrWduaKupJckz+rRLa0k+8JLWoEKUwsSST0EAvTbC97Sn7Jh6ZGQTjTz2tJ0M
9DnTBlj9TEgfiHghk8KjPTOirXhE8MC1UgQNDoBdff6po1vPjvSsteKOaNVauhx/jfQO5T5ff9Uo
t9k1YcsuJOJ05A0OSPOTc43ruERY6NCCyfzZkfvayqF/xUWSTUwrqM0A0p/CmMzvVV46frH2MqOP
d1ovyNHGghAP1xDc1KOwDH4B/Cgu32tvx1DUy0chQqtGa6/xHdgq4MPZxsDf8Yo5n6C2EAtuR2sq
aXn1jNenHfEBfKSmNvj9Dd8TnVel8uKS+AC+fxptenYsqzKrH1N4KizPQPCLO0226XDNchnE2xot
f3IWZsVNGXJcT87ZSKq1tRzduE0udJae7NS1SftA4V8397k9+NWdXqOfwHXjFPOGFuAOakGmlsvK
Vfy2DBc2hLi+sFJU9vNHxUDZ2nvagOibctB4S7Z05DNxVbOidLyH4egOIQn0sW3QtsNL6ZvLXqi8
XUd2wUccUhBks8C/B82rqmAbtRYSpdrMTsJGzFNVg3kfDa7klOoiKLL0DczoKbs1/a63F/9Ek2FO
uw35S9H4FpoMbfQnNru4Jk+2z/Vi7xa19fjz4cFblz/4FpcMKZyfPOho8+zZGPqjTTzuA+lpkcFd
K43yMh+MCGIxWe4D/j+nijaG3mbN79iI5W9elJ/1JJxMnUIQF/1MYfrBm04xTXgTxROOBaEe6d51
2tLnbniuON6tZDtZB3OsS3RYnchJSG5zITYjrRYmnbOwt88A6HudZmEDz9sFPpVsMxql9bns3Yag
C9Lmw0U5KTb7sTHynINLQ5QQsOmPTqmHG08v9QNQR1QGnh1Xvxc1Nr/9H6YxXEqoSgAJMchqcvaE
v/14k5BKZ/vAQUJnk3u7qPYB9olVbVjDVdWb/dlAoL6Mi6C8/YPfpgeGVDMM8GNQQRlFvX3lkkeN
CTlGjC6WFJZJau/pGofPoUVIJWoyGf8eOOcddWlOg6ZodT1QBpSouma+4wxUeVQDOaKNVGWpfzGZ
XU7bSXhILSZLLUrfc0/g1J1LYXXqkGPDXdC/J0tAa8kw2oimgJsYhgYg2Z9firf8g/l9gWR1+W8G
ggzc3tNR8xLgdsmGvkiJC7xys2y4isOKcrHSYmqDn7/Y/I2+/cZd3dSALhozd5Hn6e11J94DXXyt
o/DygPRBMFYGwTy4Bvc/f533H0oHewD6QKdJqkmPy/72dUbU/jHPVMHDWdNtJ6YEx1tVhJhfaWWw
N/z85d7fyLyc5D6SBhNS5gDeO/pNPupRznqExfBl44mGiNnDiF+Q5c9PWPTB+s1NKDYGOssTNdbq
529Af4mb/fHKMusEyOKQQYdLBQLPu6Ui6iWKAuZCC+r7sn0I63QSiIHNxmYCKYJLag6zW4s6wCwD
tTV5BBqFg8sKyjm+ykG5tGqhpCA4Zah4UQchojY/d1y1hthvBwvDjaN46TeGCSZy8DuabHhzyfoI
+ogzxiSn3WDMBshChCAMfZbodDFqIB12sDLxz1htw9r/OpaxuoaNlkHCXIOaBiMmSW+6YiRgEqaT
iaH+7BJ8Eh1BGEfygkmErVaCpJcRLHGjoQ3CuFmRGTboxR1nCzZUJjdMB8t4YNNtOo1f7BITES5q
PLXZBkvMvPX2Pv8sOsDPxJX61rEEWnodoDRnFbQci5CB3nBaNCZC17e9Zs07MSowtvcu480XQM+3
jQHMgcmpEXwJcJT66Od095BVNY1gs3HaE1mN3ndiUdgqucYRNQC8nPLQNrPfDhF5SmUShuH9VDXT
tYPRk81UYt/HdOkzlZL039NTVCk29BRMTnpqXDFMu9Aax/YZLAlVdOGFGH1QR/vNfizgW26Ja/do
Tigj1lcF3PRsUxguv8eI6CSt5VRiFTE9SqolnhqqqASkX72hT0PoxxBzLX2mORPhIoFo9k02sEFn
I0y67Ws9YpWJFx2GwhTDJjIaWql1PgzajoRFLTsOTo9zrYlK2tfo9lW57l5+QxuZvEjLgCbGydiX
cNWDKPJ2zPZeLoLDh3YYg1fcNJDWTxM1PmjmrAvrK7JT1CMMVgwBUg0+nebe25DU5TxIo+KuiTXm
HKPoywu/afJs7SvwVsoX7hcMuDjkc2YLdh6PKGhNDpCYQkZxeK3Shj4mMJEoFxMUQJetTDqb3/Ui
kddjgPFzEcBaslbEYUzpgWNT/nvb3jvtA5g7lgpKKNAg0Nps/R2DxIP+oQyd5KsIAv+wDJgpXvMZ
WadQyAgNcW14Adefr+Dni8T7xReVKgQ8zeH1wcTJ99WE7Dkf+m7PvDv1WN8DwnzDVcHp9urnrzMv
rm+WIm+GC+s6cQOEYqC4eLv40lc1iZsrMLkawrkHPpA94/2syl2Irn5OvnA4uKYTRt+jP+nFJ/js
/vefv4XfXGLC4m34cYxwICUBL3r7FiZvlCJHbLvQiK66KkbKeFpNzrUudUQRhjV+y4KRa/DzV31f
rvGJUcfM0G2Da+2+/+DM4ELAt3SActONj4bO+YZVax53p3n1CF20+5Xm8nX4m+C5uHq9qD9KWn6z
z/E50U8A7Z2Zsrr7jjPT8+wOWcIYeAoj73IY/V6tgsF49mBbGOuff7r3t4/UoG1q+gvOZs4gf1cz
5YhWoGrh7A08jiI43IixuiaFcsqffv5C/7svz+JKzsBNE8rJuy8vbJG2V6YzLYapSJ4s1IXlwgzx
ti28rlCY1tzh26ug4+evy5P/7s6V2pwT61guhCKu6XucOZtebtc+6Tq0ntJLTavrw2hqFfwk8i/U
mrgy+1vkJMN3i7i9bxZwaLzGsVt/QaodNWvhjuU3WcSVXKNVsY4JE8RxpXwvvXayzrhTuZOdvIHu
JnL6Lr73GEZ/ySKpNavCd12833T32Gq7kUZmFKl+JYOu+5JG7izZibzhYHHzFSuJp+OLYXW4MEhs
KuMTqzMjJqh7Tz0Y1HI76XLYo83I3StcV2xXY1QF0afCc7MGy6pZgi1a2AJ539Z5OV+3FAZiqRik
ZQx2iA7dN/TE2mdPNixDte9OCt/5ZDqM0/JO7BDcsGqHZty0i6olB5pR9dw/8CrF/5+/NJeEwbni
jMVlcq/MbuQ3BKmK8gutKfwbIsN0xrhT32jZobX92F3XbqNQD5G5xZlXEme+MPOwkGyc3nQVQAVF
VuKaiFVQ+1NRMV88l4i53U00wTxZQcQRlzX6gI/DSyMonDkG5J5M3+Imnztskadd1lbW8EGQ6dBz
xlC9AsI0bBGEkvaE0t34qOfd9zQ1cHBCmQzY+EdXgwXu8NzDhonpWFsJIX0EPbXmrlD5SIeTiJiH
KMxzZzNmrbcb0CB/qlXU31sulcUK/5WlDqIwrGNekaSxHMPYxcLqufW2iueVqUGNt2Nc7drLqPDZ
AkecUObSHfquOtbJhDhN9dbxdU+w6A5WrGu+SE6vTaHYRCP+qMJ+/qo8l5oAeSr12OvfZxLkBkct
AoF2IuDHNU8OLctPg1UQHOfag9oRrOXZ+NZq8SiYz9yayGzoHpmaP31GFpMcc10U+LyUKOmaU+YS
t+hZmx7WbrOBSQ4+S5uAYZxJc/TTTZU1dblGBYI0NkL3T+7xYJv6ykLgI5bIDrmZX+UvUzXylvO8
CdTWxk1OATOyddL+VgBfKp6RjAnc/OXGVTRTYe2qID54HIbty5P/h3Skt0XGf/7p/DNfC0VtE4TN
C63pL/92jr4SEVx8b97/rTc/BNPp1xeeKVRv/mX9QqS6bp+r8ea5Jl/mTzio+W/+n/7hr1yr21HB
tfpatEQJ89uCqMh/VIKCLP5h9fstD+s//O2sHv3X//kf/cO//ft/+Ff//Zd/8e9/89OvOlIBpPQD
ZF4JqAA+L6Ar6pVXJhZ/5H5g0+EQDQryzyJSoRsf2IvAbBNw4BI+IVnB505F+M/+sdDND3yFOodN
y+YHLejDf7oIv+53P2divVmxuWcN1KPstYhS506C944nF8BIjyJda+7iNib7qwJmfDHkwGKW1jC0
GNi1mVMVBMl6GslNKZkchwSAEbdAsEpy55dNeYGXK7uB9TFta8eofmfXfFsTvLxBoJCcC4nrYzfz
5h38hxZOP/DWKxT9d4xwrpQu20PM5AqbKLKX3zn0vt29fn0pBzW8Np/o+b7evlTTOT1RMIyAR8EJ
rO2rgJyaMP6dMI75i/2hvJtfxpu7NZKjruSbfM+F7KeSZJEmC++7om9RipWMrMP+aiBsc8kkqdxo
fQtUpYHmdauno3sxleKcVCkcKd9a2HqQ7/U2mdYTs9qPGSrFtdA9MBrjCJFn3hlKdUy6WDGvI3tQ
1aFP5HFprbzO016f+79aPs1K5998Fm4bOfeBLBLa3l0yjO5GNWIiv3ccEX5z2ty4QvVSL+kB5hs7
UoAPWv0wmJmzYi6mth36Cnz0kOMbRPCVmrZpjeUqb28tNvQ1kVzR65f6h5amv7ruvFmrLtVz/rGp
np+b8xf1/8AKxXfxE4H7v/uXv/yXv/vlv/3tzOt7q3Hn515XJtP+YBu08VxTpwY2qU7/tDCZxgfT
5Lzu0dkDwcgf/XlxMvUPhkZ73OXwBfpcd1jNfl2b4Pi5poZaBe6JaRpI3P/Q0qRp/Kof7i5HY1Gi
20X2DmeBuZ6dH9gfnv3KromhcsCW4vGLNkGtwhXlZ7dWZPiSymUHSwsRH0Nwp7nDrkxyXIZ81TCp
9ZJzKBJ7OTj3GZYy+EgPxmgf6pCBGP5x2pe7BoNiocpd30d4QIzB3AwmTbsgz+4TmApHgF5Y0WBh
ZZ6/NKrKXulelH42Mq+5YIS/cdLp2reVv5K5IQ9DokMICr7o9FvWFhUv+cLtbGKNcakOT4R/q4Up
Ajh3paRCDbOPSG12Uex6iJ5rUvqIdTUVgLbSiuVVWOk1JzwG3o21DaijzpGZuzeEj7XXPVm1S61s
0jUCMn0HfXWemFfr2hfFZVt8rH2GGpAIDVNo1zKZ58xl3OL+H0hA9D3ytqNsD40BTb1vYMmrbO+O
Ictl4CsLJk1yoVqjwQ0aqA2Ty/Sp7kj7gIex75wWhFnW1kudwCu6TNG+j8dHcFDWEvVUvZyy4dRJ
nXaYDi5AR0KbRn2zxWmG7BKL2bGCrKx8965GE9c7WYP0Jr4bRlntMqPTryVKq7VngJjoSoZco8DX
+Fh0Y7eohoj6CWAatHhnpTXjvpmcByXqZ/q5HbAPTxJPTtwU3YYVs3uG+GRa98CyMlAEejh99ueA
2ixFfDeTDha51X6UEZnMTk7aIZPY6s7RKFotgWUcibL2SdhGgylbu/NcQqvDi7HpVjb+wFx5N5Vt
Hzwd3AtinJPd1IRE1TjwgsBns0S10IwgfMyeYxde3+ae4aJ3UdcIOSm9P2e07J/MQtY74s/vENnc
CCzj09KKp6sshvlRuMyGyU6DosHpdIEx6yTrYVwZjuQ6YhVvJt85MRWn6SS7Yh3k4kr34+fcS7fJ
SKo1KqSDgVQaqlczAdVJLnyNcxaoGnwL7VOs3RdVfF+5CRgseHpPYT4LQqOkWQwV8yGz7H2sBz5G
Sy0TG1is9c4Zwu6+G0fjQAkxrktuyU2VJDcYQMSydNPgysg5DcQdJDiU/taytXv/OUq5YyJ/uGMP
R9QbIxgwjHRYAv3GkgEngR7jJHdBT5qxMn0wzFApFoGWDZsAlxhJsySLLhDhxEevHMqvCdjMc6fD
q5siKGw0CDt0ymRWnNPaRq5SpXcTnQWUwbMTBrK+EzTXQDXVp3xwB1L2tPTO6UCVhAWxfKnOkGJM
XW4UC+66QaI9Fo+brnLLs8VwdjU6ZXYNfvaJqWB/ds0iO3RM6laaHkcwaJpSLa20SWGr2RPOf5xi
RL+hND9HVjkuMl/Wd3Tw8O7StT4gz8sfEkt6VzV6ZZ1DDHDHnkJ6gWSp/SqEyHZMt/EBoHFJz2Dl
pmtWTIDDeoOhj+N8fKczKL9MmKZ2q2z0ZbPIplbON4w93CRhPFyiIuyPEBhzlGb4AxeY8agucFPA
AYqgzqGwssMKwVc7bbtJWmt6ij2YgJC1qnZ887MYwujQqrJSi6TLeZCQqnorK68yyZNZGV8iYJIP
laNSgzQbs5gPnRPq2Zi+KAyYnRTJ3GxwB/Qh9oDTMy80b60PVAhZy4fBr6gjadbEyU7H0V4YKEmW
KE6sc+yW1ECym77WBpyEKB3a/WRFzVNcFtEiIVWy34xt7u1h3rDCiDIh9RNdXeNU04U+CMpSlHER
Dv3J9s/UseFmsmimLoS0u/tc50mtLXgDiGGhpDrm5CyMbDKhcRZIkPJ+mlaGUenHiujWFcdiuSd1
drg2psG+GUqtOpqh1T+Xnl2RQuv04XqslL3QvBycZqTEvh8lzWGngW3Ec9c6y1Lk38Y6LHea0zan
ygA7kum9XJrC9TaCyM35WIjnn6X4QlrC/QR9Il2LHFVj1EOEX3BkDaAixuRKyTTzv5RlgI4RulL3
Oe5t91LKoNmViV5fBymMrBARwxZYPk96GQTLoNXVJrTDlAm3Jdao/du9bfXDYaLRuyEb0yG2zBzy
5TDSxMYF01jP8O50lHJJ/rlhrZkWKCkiMn6s8k7kXr1MOvQBsvY1frnHLI2WOAIRm/76UJ/9WhDD
nHkj9Ak7l+5+pH249IqJNoeEBGOFDe5haRNVhGpnSSBphgW+MEMMQoFE+TzVpyIh2Z68SPuoFU77
4IbRdB1YWnId+WhF/FAnbqADNpsCF4XBkG9wv5irWgkd9y2pW+Ah6ydGVfFtYLjjwWilRNxg89tN
NAOLEW3JpqWZsA/1lt7EiKF3V2qW2mAiT69E0MJunbr+wir7OwvO7A64urVUDmX3aJvZNSWRs0Ld
0G8HhyZGkbHapapD6tOO6cJPgN6GaH52Wj61yGRcsXNDB9VwUhifRxhZS2ixMHmMxt0YAlUOM5rv
ZqZnp1ZihzcqD91k1t1ZwtYWdV1vBqMnqLh59AXbthq9kC9j43f5sO98bV8Z3ccgMtYMpOdYcg0Q
hftE/Op6AtWEk2cFj/KpGJzDgGidhlnKeKWWC9PXVwo81JLkcOzNwWx0LiVU30q6GztAL9vZnyBu
DYvC7vwzb37pWu0ncrXg3gztCvHCsHOVTJ+7ekpuaFnE980AIwUXQf3Jtx0umMgvs9GGFcoQ8YyO
SSMb0oweXDI6bxBLWUAdPGtd2L23ZHADYBW/74Ea4sYEQ5P01FuRZWztYY7uEt1qiJ3LzAw3WeUu
Jx7GVdJHED1Ce5Pa4sYmQnkxlOZNKMzHURPNJyuIHxmC6ScrLaNdRKGl2h2uw9U8szExMu9TPG3K
cBF7j326aYBKuVOo9l0ZfBdltmK8NC0RMc6iPuSEOMsBmZIKY5vxzmy6DOxsD4LDxDpvz7YyPBgI
8zS1c4RDEZH46wSTGtQcaJlj+ezy3DZ9eTNkH9Fw7lzTfoSqtw4N42JWQC7go63JYsdLb21b79uA
nrWqwJqXvQcek0V/1YHiKav+InTVRUvR1UbwL3utu6rZSZO4SzcB1g321m1TQm0xDDLHW+ms0JY7
RyTbm0SDwyRr705Mkw7fcfyONqJZd3YKdq8jclhCJ6JCjTGKm84jIO2t29nrnCr6YHV48yNsSIHk
D/uPqkOit3CkKi9IZtwoa/gOXPSu1SxCOiTgUw/xKWvQC33gZFuZD9tRkY/b1e0OU0wFJ0p6WyuS
jBetVnzSGj3amkHPdlMH2wkpfDFaK4YQBra7ZNoJbbJuCFo+qrplcmb614XEYL9oYPhvm94aF60J
eTHSi8vAcvMDFgZonIquajSa6CLo2aL+2lPGLZFer+hJ6sWaAL1b/DrAevxi/DjKpuOGp3fYhMEJ
xjyKm3jaIln5TuK1hVmns/f0QQV28cJdIqsw4c/ohF/n9vQQeAMmH0afZ9jOEMEnziGG7R49Ebu7
xguco0WoHhJoVxQPfQU5Lhiyfm9VyOF46xNAldbYF1WF7LrKxZJ717/TfPDXXeo5ly3ozSVj0eJQ
yZGeqxwIFI+A7KjSYAStCnMbkB3KchpeOloBFQIf8JUOmw0BiNc9V21b3vi5FX5Cw1lvZKNNxzTD
hIIb1M2AzWjsafkw3gKhReYIlDlbKg+KHiL+uWvo4MtBhEQhDXvK7KED1GNiLs2KYrTWgXuhr4m7
5x7E44z0BDVWTlcl2ezaClUZgTkeU0hHqfgwy84AF8+p2GUOQbPX5AO81uQEByS+yqmxVnreNBcK
qdW6EZBOlDXG1w7pvAtppOITS4D7uU0S6whzgghox2yPbsPl6SVKCFogX3yDEtjOZjgPJohdUPYJ
zB/mVdAKbL8ljlq/d1W+jcNo7cjtOEUPRWQf3Om7D0uSvtB3qaGAbVQJJEtCKSH+u2r8Haqgsy9Z
iBFXIqnxty6swES4t6iYnqm2632Bq3bhmP1jZfrRpoqbyzC5GlGm6Tb1FCr1bVaG82M6JvGq8uMO
WRhkZoYD7p4Zx4zEYV/tyO6+JB+a8n/q8BmUV2nTNcY68KZ0bVdBv7PUEHzC8kMnnujndReTApkO
1lU1z+gdM2FbBmcOwbMQt0jsyXom7DH4psGiXbd1Q+/M7goiMe1EcYLJnDWezvQ6akP7MhLdrUWC
tYGNhWiTRYVY67FlbgPkl0SYpZ+W5VNrtOi3cy2bM8fLT7XwtGFhFH6+VfUQ0dHBwNjoWf8sM8H5
OVc+98HY1ycyvaBdEYxyFioeNvi7i3tFWupJlsVdosXNx1lKsyp1gXwxD4b6xJ7IZgF44dDiL40A
CRkzYMonox7DBDHThH2jdAWAon1BH6SRDxGCwyx1BfbY1YqNjVLr++CaYkMCNLyWCjzGLnEyRgc4
eNaWSuJthaTglEcJTghLtVv8cYR7N2FxLzjfLvS4cD6iU2gW9dR1u6Rrum2DfnQTR76/K4ETP6FB
CI5BrlU3ki4uqFZTP3YpwvxDZ2Xp1mbd2Ou4BXYJs/192dufjE5uIclx2TQDMQtWOLWoReWuSy/u
P3WFXdw0djGtoevDxDWqmoZrr7dgtepu+jIFLmmHVeLg/Yyh4FsGfkwS67uHmpUCSXetKFM6MlIQ
qVLGdXm3wSDBTKKhmGSI5J4K6i9O7MgHl06YPrS2181PqP4oXOpYWBc2dHLQrPWyQmDCoQyS5h3x
A1igzbQ9hG6mfXP8NtMXWgMRC5OWc8RPQZ66XwXiotMQfPqVjxa+ggp0yIb0bI+OegaG9GwSmb6Y
Zppewh8ujdTJz1Fpd4e6Aj8Fj9xG8J4Ct4usYtwwKhO3npnG36PYc5aaE0zb3HetR3ytbAaiSa8R
88mjBAiwbgOtvYslpsNFS8I4J7244zHPaosTbqLVW6/s+giBWms/Zvo0c/f6PL628UaXC88D/xdR
5S7grtJvIhjqkPhWfyyI/NsZndF/VhqwaroLI3hVLlTzOZTqOdFaeVX2RrA1Ta88e96YrGmZx4/x
ZKQTG5EZcSOE/ZmJLb7Zcfwig+mxs/yrIALxRt/miIt0xfDLWfzxucz/n81Pg17gX+9+/vI//vn7
hBL+/mvX05MfdKbU88yfXj9j+D+PY1z3A6NrjcY/7XlI5s5fRjLS/cAYBgeM1Ii/oVP6l66npIvq
kXnCdNF9neT8ka4n7Yg3TU8YCSZBwobxftAR+DnldWPJnQWI9FBYtDEjw0vkMqIi3YXYtQ6y1Jxv
FQ5Ll5LccJOFSfsW1wOS/+YuSt3kXmjWQ2jCFVpAaoCRmzZDzVQARGwMtNMJr5H6MHP3MgBoAL+F
fu0mrsQfq6Xe46Cr8HMvK/vGFeB4HGbSuoecxmixa5uFcj9OfW2xNXJuDU4ZfYpD3Q3BTaAcCj4M
og3Lr8BvmsDARkmOGo2lTR8UFaQM7ktX+uPOAItGZIod+rRpZVltdFONM1tzjK6ExAe9FNjkwQJU
jqfWYhrxENeomi0yIIg7Aszt5rcJU/Fr1u7pCh9VfzC8tN75RgqCzMRGZUx2fg71If3cEfp7QPDn
nST6vh0sgJ7lrxdLtuGKbBH01E9+C0qDdbnDATv120QPi3MdZsMxyNKQfUxulWea11h9w3PJxB9y
VCMhGhnwqLZWOci5g7wAZA6zTlj3FW1pbJSDvyQ7xN2NljViRrEj+zGFJr1LiNg40REujxlK9OvG
sXCp9mrn+wFNnpYZmmePFdpx8JqBaZ1zRO9f/U6ai1SO44XJ+n9w0mZc41c0b5XrgJLnuEriLwXh
1rCFx77XlQ9NqoHMTLHZgHhoMDAVIqA3ohxwLfCWmOR2+qULcu4O6LSzcSbWHrtIpuuJO5N6jmn2
2hQQjFejFtc3alJy0ekdB8my9gooJEM4bQ2R0DsVqcn9o5VHJnQ7dnw8RKXS9op4plXRJeYxDDTz
wUFGvOpM7UEEWncc9cQ8I1QLHvyupaMGy2buOJUGBLxyXAZAspddWIUzYNHAkBi62Nbth5hKDRVi
aO4cu4V8YRYUgItycLqQpIS+b5ZWJji1CXq/AVWo6/crJCkJdKqpML81YQ6juWcasBd9Ea3HyNW3
XmXS6lC2OZ4hkYqj0ZLRuZjaFhJWMlZZvYpKylSA3gOMyoAW/BVMS/8GT3pOi9zSfd6vn+rmEguM
cdmOwHthgKV+sW9IcXEhqMRGtFL4p495mOlnoIHTvWMJx70o0qxTO4zb+imtLO028mwxbSGF92u7
USjcLEcz9RuKIHp+ixHWFLt7GcP5EnUnBT9ZBgfkcLjPstAqDr0ahg0u0CxYUb2Jaxk41UoC9dlq
THp47JCwnUdhNZxYYnWOZO1SUoyQlGHB9eRLMGjdGkw1sh0YKk7fBHWcRduHS0fr8yPYL9NbFTiY
TNz90Bxd7Igcy6lHFn0+hnCi8c/cMdbOz2nXVpRCjXaD4EGyKJUtFLDcxHhs5F5PL6qz9oav9O/O
6PnXge5n1WpUjbzFsEY2R88RRl+FOjixtW8J0s1G368uS2tmxha+HjAKDZVMtgyIhq+tcFLI8Wgd
FnUj0qswbkYMgPHULbCzUSEOdY0wFZpDcTlJHd2VLZ2NyDmjEGyAIZOZa7FX8CUtWHG9yBYK4pC2
cL0YVzv8Lv1z48YEL5Zenx/GsZ8OGhE3KaLNgSc17l3ziptrpJJ1Sh/44KRiymyccQutikFjsLtg
7o26cAcFLzxC3pRXePK45zgLp8sUSLfOjKaTp7FLNNqabhKvc+W6WL7rzNmDB+QAhpgkvbB83Tlp
XUnsRZrp9r72RnOVBRYOmyFEYCPLNrvucPDhkdIasdcFOb3MJVxi2a2oPtGXqh7KZuhQEJuAsOnQ
jzdFLeljOtFHm7CDR+Xa5ZPb9YxGuPZy1/lD//zHSxNWGf7zftT6Zii7fS7mALL6/V/6v1AxMqvd
flKS/P2/+eU//VdkIv/zP/7dj0qR+adeCxMkgR+YmZoGw5CXuoTy41UnoiP6AE+M+QHtK1IpF3H6
r8Ax6wNOCDhkL4pRHAEz9uzXcSw/oyHD89BNGDZNGzLG/4hSZFYN/qBKxfDxokQxcHvPw9/fmE2U
0EJT77M9qBoa98GdqJIRCAD1MNk/9z2JLJjZTkm3V1qW7B3M1rtpUhejF3/+4cJd/Va0+bZCIol3
ficUXBLjiZyVsrzTH8bCLcz6DLR9tldJv2f1xbSL/vsRfsDvBd6+N528vBTXUCLVcNA0vjedELVi
aIw8GZhqPmsYSvCBCBNk5jtE1PpG+Vg3yWRIL4QeVEvCAQiVgR2+mSTlht7W3vrnH918px55+fBY
qClADWlhVpir1x8/fKRzlInQqoN+EMA1x/Im9neup+cfuyyBUxFOx6Rt6C9Qx5KjIsG5rQpX046e
3ZdbnWPfETtuz3JaBzdeaH0J6hFU556e3kan51xH3dpHVjmy/OIxtcP6mz+VJqO6jMOdGk9ms5Wu
bHaY5AnJsjOwP/ZDS8drPWXNymozUjPog7d3bU3AaZmL4YKsCvpIhTyb8d6jP/9dl71zZZpu+zQv
i40WQ6cR1cashVwxcTppg/ZYlgx/s/i2HY6hdxFoBpgJRvLCBXKcM8PDle/iPp8uio7JhtP4TwSX
LcYu7T5iGG2OmBDKKzcj66cZdftqpjWdAXtjge1cdqKJiGQtrMancJrShyJy1lZHBIw1wmcwi/FE
0f2/qDuT5NiRNTtvSJDB0WMaQPQMBnvycgJjd9EDjh7wUQ21Am1BQ021J2kR+nBVZu9VmixVNdTk
5bPMm0kyCLj/zTnfuRBZdqliQvy8ZAyXpXybCD0AD+dlG5DnbMyci5P4+1r5W0LjjFtkMluRFcMd
2+bnyUwsjN3tQn40t2eQsW4AimoQLYaXpAb4ify0xYO6tYExI4Hxo7PbrqYmz0fTKP1c4QBtnMAb
Cx0/tHrPUCd17MajipJTswNtQovuG92pGvQFJbF4rY2a1Wurn1pLahd4G981P+ytG0nWxIn/7bY4
TgG4Z2gCiHGZDd7kbBHzvqzSGrHX4p1gdrNGj2oSg7C9cK/klF5p6awDQeNIqMahrM322hU4gZuq
3s9V/5X58tYseTGU/bwocap062gaKXkNZfluuvpLm/RvsSatoFMLo/bF6Y66Q8pAVU5mEIM0o6gY
xBn8CuQNxhObpIO0tOhr2MMM7yivUz3I18Vs3udMzIbuKU6wQxTAiG4iQ8HPNille5LwPqck1u78
spy6jdurhbHK5J1cq02+wKl012we3Isubaphh4P4fY0JOMdNVpz4P+xdvMhNjonGY58pLX4VjRU9
ELQGGR4L5/JZLZ2xks6Tq6+3mBxYrj2kIBDWjb3Gh+bmhk+aSDLb9F5UqP4gBPhz0/70yyUh22E2
qiNa6PHOVNp89Nlx7IFwyFMvOu/YuxpBjcRhPICYUzgrSOA5qC7NP3BiqN9NHkeHaQUULWb1ZQzC
edV1q/2wh6K6G/14ggyWOA/TDCEQHqC6pHpb3JU5c+Dhz7gXF2l9ttH93HRsgJh99h4KMRY/9q23
tP1BLvryLJvUvOuHZLzYQBEfOd6+8s4BEmC4zPQKorAcUgEflRQYWBu3MkMlDsQUbpMZhHtrafgD
ZP+FH+Z76Af5Uen9h72i3UkGOOOHSkYt2mdk0G2aciTM0Rqso929VxNnVwD1XGLOYYI+v+CCjw6t
GOZX3KqnfjTcO1W9Ouuflwpp6zDQahRnWWQlJ1P3bArKsmHxDnMBUFaDvQN1F5pdznoT+e6ms2gN
jHGCwWy9L/Ak973VfPORmGExLFuNFmxbWNTWkr5tMgZW5jnpTX27W0diRX9ClrIj0IZAmGvE0N4U
WTgytw2g9kLrB3KmPUU6APhyb0NJ46SFbDJan0UEY7yH5VB3aSjmnfAhp6eZcfLc8qRy8SpNSkzW
cGn8ioyOiI7xOEwjNEjznM6KBYt1nhI3VPVukq/NeMbHBalwCRyyR1gw9iE46TtEBAPMks2Y93sU
g08NR4kQu8lg3Ek+TrEy2IaL4WrXjNQsEqBi6HhtAgfR/kg8fVuvvCPwTWxopHPomH6TnRVkM2lW
VlUZIAxYEKkVU9KQbmQC0zEf0dbCO9PAOv1mZMtOHN19vOqROGFHfTjDownWkJIoje4Gq90jjPL3
a8pU4mJ1VkhH4O5v+pLvpErhVEE5okQG60dpi/mQqK1No7mBRnBnCmKKTaFvSrHF9t6HCu3g8uRy
oA3ZNZPWmY53U4xPRZJ+Euzq1JqDpN8q9nJMZRgl2W07X7RoedTmxt06vlYErtDuEqMLlVTeZe40
7FVIbOqIenTd9kmQQhs6ydsWWgwHSPD3d7n4E5b8j5KKIsrwgbj6Jr4i3D5ihcX+810uG0Ikl8qI
j7KnZkK4BNuFw7mn+RAef3MAVbAeEMqrlqNsWfcVIqqOYATYHtbroRKtx0u5HjTRnzPHW4+f6s9J
lP05lbT1gIrWo4og2+Rar8fXvB5k1p8zTTa59qAxH3oVcu6+PfZ/x1jMdD5gRAoGsp1/TsvMeu9c
HpUNTaV78UTSX1l/JV85WtqTqRHQbKc25y0LLO3OBqH6CSnGeB5Y4DzAFE1v4Ca4qMKGp1znjMzx
OFw8yEYr4AvrzXrMqwSDf2TYNHf+LLhkZ0at3NxKuy/8afjqyUB9rEz/1SqxtdeMuDbSeot9w2cx
Ed/lYNBmm7VFVYwfysGuYHUyO881WHp3jK4q5pwps+2iwLIaORzFgRl5ArEnSEmYxUGQNCGkF4T1
7utctCEUvfEtJyfIZBZe+UgIx3h4SxZgQ0E7F+6W4Eemx+VCPmXHneciugcRv/U0wNWjhZRtmxh2
j+iAPVp3X5JO+kjW43ghntLEUMU5CyeyP9R/Dt/5z0Hcrmcyim//ZkoUM+E/RzZznvGSrOd4sZ7o
zNumC5Qm52FYz3uoUtWdWu8Asd4G1XovjFwQcr0pUJOp38t6e5jrPfL3T6+tr+rLfzy9fypRnGE2
llmU6g6LxH/79AqXwG3brvNjinporFMK//h2IvkgbHgeZWu/VFXUBnatbeOckFjLwPzgvRmIYvbl
vKff2XWj4299UcdHVC8FntZtCY31NqkB+JPoACa8CZmv1OGka/WDsA1xR1JMx51ukQUD004x+Knh
t0W+boa9XtP9ikOSjOScWA1b+u4Z9wZ4rHHgRkhYKQjb4xBJo19IWMd7hyEolkgvyNgFgOfxbhkB
wVwzI4JWeksy1xurXwYgO9Jg6xP5WE/s0Um5zcZXbQT3kGanPEXO0hrGo1C8CD5Zu5d69i/+bO1J
GkB4maAFixmbijk/scLZeUxayNcgtFfO1FUtoKSgo16m8lonB1B1CTsUj5x0Z0Rc+XXK7S0ENW9H
Sho1jUJf1aLlLOxqN6GnmBrwOY2YFyZzBTcamNGWi3TQkl99od2kmKUSkn5Km0p7XvzbFm2Al8pn
fSrfkgG9Hys+NHf7uvtyjEnbKC2NyBnM6+NAZk8Yk7BwmDv/0NXGgTbrbVz6a5obP3mGi7W1nXrv
MfLasEQPpsYiFMhhWGkNwwEMrMdkxHzmQNm3evepRQlXBQSmYCjevRqaegyYd+rxW3WozBCIJXxS
dHPIKssbe4gRBkT6nmi2lUWS407oII9hin9s23XUTB51FxOb6mE0Rjrex1u9i+4MG8nRYvEHaufF
FTwg/kIAhp6W3gswxG5rLNm7UWN2Lhl0oSxb9kyaadmUuUp6Il7ZEeu1Xxuoej0bMOJUvdly/JCd
az3Xbfk566LBqmQXYWZ2qBqG7Yq+20iiJ5SJzlEyxNGN/aSRSdro87ZqjpnbfFlaFwz5cl8Ifasl
tCAu0GS80ECVkv5Eaq5gn5+eEwGJwmVlSubCQ6QZ953OTpEkkFNe1rc6e0ir7nkGCo1DqofmSHy1
6tMHlSEqnNMphOZ38AvjxVDpw2w6F5rbQBspt+bs1aswRIlHw6+O8fwdJ8ZNgYNWzsW+QFY92GGh
cR9Xn7qlQntsj17UXjgTthLoXIrgEFXq0a0fYzrherK2aB82Nuw6j0X97L6ZjHIncIBGw8Zv0IMO
rbCDvoAch5kETHHUQK3kjf8C8HC1OEDBvUsrKNCCY++HML2diRBFu3ic7s6wB/F8y/l2I3Nv6yS3
/sAYt92ToUPzrQgxQghM7TW/M74bMO43+XAzNNdcjru6pVRp3vGPfVjJhxy+NRaZAyHdcDnd7LvX
9G0h7mLx3IK9BfOz0Y27Su9ADs4BWNCDk5DR+51VDOKT37Nyib7Zyf47nWYa21CV2rkn19KTp5mM
ZrMLI19skYKMkocHY77lAMgsOX9EH87sOjW2OGvVA7V2q/m8de/FHIJDZqLbnvqog0we4MV/mJFt
zxTa6XQriQeLCj5hFiltjXLJT261JgQHcLao+giEIJzQOqW6j0NWnjLa0TzmqUWb1Hd1ADubhuTe
bL7AxaIQ4/YFOqf47xCAiOvtaoxjwEhwu1j05U7Qt8PW7qOQMNSw7RFf97yKq0AP4ChKZcsgCqRB
v5Lt6PMe7Aanf/zIdbUdgQ06ALmYkIezmewaouwklrUOeF8VvbFjRXqIIi3bTjyBBTlhBH8fFiia
ZB6iw6evNJazY3yMcctGHWINybMwkE8x/ud23+jti4MSmUHzBZL1FcP9drbtja3fLGW7J6j0vKic
16oOu1YjOcPaqmxrW84DqwHWY+3Nqu0gZDt0nLMDmoTT41KtEkXrmhnvAnRiWYrQWap7c+DQbj+m
6hqjC1fxl117O3S/6dyF1cySHYL8iDTNjW77YsBqQLnZqRYUGB9e0A7I+hvio/eQNnN8VMCKMTne
5q3c5rmp7wmtua9a7z7p86c0yiCQ2pCi4oEuWI9jh/+KIAk8WXarLxNdRxsMnAxqoYSfy/qlbOPf
TdlfJjIiT2kxPc5WDC5P9NQnRV6e5MgSZ3xaIu83dchdSxir74AZjL0w1dpzrVPc9t4eZSJPNpXu
qBU/keKkyfgm+9RAyAZq70V0cGbR5O7/U+dQZrq5mx+bqG1vFajoS2E0/lvTKLGPs2ydJEBmW9Nl
Cr50E+/KniSvrsjNO6qd9B2atUf6nA1tviAN+O/LD8aafy0+oK1wq+s4j1jZrv/8n2aAwJNq6Ih6
cYxqZBxQ/94mr0y3rbSOiTMhq0VLSkHgPP/9l2UE+7df9i81j0ZYvFgggR+npkaDanMziRyaOm6+
+7//Sv+XIec//4DuX4x5gyB9EJtKcUyS6VOL0z16IZLSlftdpP+vn0r821JubURYRK12Gz5Lxpz6
X36sf/yuE6wi52L9ndFpeGeE3Ok7YE3zDmOmfxyJE94RAwslLzPLI0JbHgLCd8U+X58MfTIA5f/5
GP5D9q1/x5rg3ydy+P9omWD8/TLhv/+P//Vf/+V//rf/8s+bhPVf+ddNgi5wnNqrgsEhk9ReNQb/
Z5Owih9oRMAQQLmxDH9tOf91k4DEYV0SWJgj+B84Xf8wnfr/GRSFZfse0R8G9bDj/Ic2CX95tHnQ
EFC4EBco8WkjvL882ok9VK4FCuBAIrKpmB4hcdjwuhps6P7+JWIj8G8fbZYerk0QC39h0q07vrO+
0f90UFgmVn3fq8ioilUz3nQGpJ2dBrZ/wD3Rlld/AEaxG9iuE/nhCYrIQtPmNvQSRfajkepW4CJ+
Ar9vSeNhSdz21dKhwQRZNNpf+mS1b7BuJc4TD2Uzdqo1jj6pZAeoagSSAIyvLE2MSVaRhmocllUi
mLhwlEhHH7kFZVvth8Vg6W7mMhEryzB+S2qXMQo5RpaxMeexXlMmLbEv6xEXRLOQfdHauL4xdOVG
dSjiUnFXV2zDuYwxOm/yvIhuLL6ZjxKyQomaQoI+q6dF++E7RgBhTEXzWPTV9JPKHimrl0kk+0nR
R4yzdZrpwnTaXbRYWNr6Yt55S+6AAeptYpwY4q5VENES0IqSERUbC3om3MQnl4BqmM99IeL3cYbZ
A5gjC0lJUOioMtBTxva1neWaGof90N2U/M5bYtZlDJ0NpA5eAc3CIxG3iP06ElXqIGuq8VWmUcN5
ayTOU6sn9rwpPKsESRLFLeY1o3sxlrz5ndC5p5tWmdD30EKTxQrMlW+JvZUiSHFkOlUBqFQb151t
pqi6nD+1wV1AepsR+9fasFDJT0R8XOt0ao2NcFvAPNZIYP2GHYZGSIcj8jPCyRzVtp1rS5Awuflu
TGtuN2nrKrHRvU6+OWjvn+y6GUzkol4TB46XZRflYPO7jm5Lfzxkkca+Idbt76WtMY4tmTt8dm2j
v9m6bO4W6hq24JWcE4qprhl2GqPr3/CxbbGJi8lXIVCs9Fi0VjedPIw99nGJTG3+sSHP4etTKFnn
MRNH7otaHjrWOVrQ226PNWEylh81LQUl69DksJUJtKdkH1vnHJmjqhl9ZZXYLrOvSGLNNZ10F29A
jp2OsweiOEL/SvKQo5MI0HdfHeJG1EQiIhqjjPzE3/UJiM6gxtMrN0SYjHALWHKMm7jMzWsTiyYL
2ScOD443ZG9QfY3yRFRy9uqQfehtIyit5sYuO88IyDzOmCYkZRaRzAh1ig4f0XqwRPmQ7A2En84d
etacpJqJnX3g2GKQFwX8tSZ4A1onEgXUgGnv0YLnqZwfAP7JegM3JZcBD3V1z4DD4WXzC/fLzXRD
bN0RC/du0DWyJwh8xY43sUdp+VW2GZnNUMGofzvVoM+Yap84vrmc07A3y+nTHAsskTPuA9wzfUJc
3NJ6vPIGAoPNlE6py8bG0L/Z/ycX1yOydinK2QqdosaGirBKMvcdYsfeFmyOGKjrQqGtsoxeu9Wc
brh1aBt7pr86+xesnvjOCEfh2JDC9segVFW0Nwj9+RW39cKCBPImVkRN7xoyaGn2a6es36NuTSXr
wIGScam7Z2yJ3mvOoK7YVC6Ors0EJvWGtAHrJHGrPPml1ZNZUQGNCSKrAdSlVbb2DCNxou2K4QME
uDKY+c69Gm916JXFlv1h990BoZLHheNNErSuq7cozxHbuEuVVqE/T9pzU8DQ3PtJIvH8OQZD1haP
kNpxcq5kYZ7IOXTSYnzly/KZosmvIZmh5N9DNpPLDkNoSkaUMRhaiFiivY85brTnMamZiqxZfvio
RAffyiOK+OoLP1NBWzcKTnpZejC2EbHe26SKN9hvFT6NRQoL7TDrZaqtZHDZ1lVIa0GxjVUXIKIh
zVBfpOOHfm6nz149uDGqXNl/kt0Nc0WXmkPH17JsYLMh6cXmzpaXJHElXXXOc907hTduk7IWOCwb
unsidOCpQijtuGbiTFL0EQm7qtSM0X5XeRSJbW8O2aV0Z95BMHbZPpukpe+alP3D0ZCOHAPXE+rL
G7v6rlpKF+lcYjLiblEYOfQtQ6l2nikd4kqJE3V2WTtixiUBPemOuSpW9VfsF7DoG0OasIZxXmUk
bRQHyPfzq6Wslohi4s5+se8xjDDLTBtpsM6zgIePMcmm85SNXpzKY94INOwTJsuxruhgjPKBYa9k
l8ixS2BZl9XFRsYiY/Q028l7PvvdW1pWeNH6xLEhHdfzeI3xE6Kh0yPjQ6UxavjCs3tn7/cQosje
Tsbfls3cGt3bbEOx7tnRO7ZVmKc0BjsA+C4ZkCrNgnGEXczxTV+DduPdi7HEOij6CPFpC8vdObZd
gSwDn7Z1SVqVbH+FrzbA95mkWaqzjF2kHORojiYjuHy1CVS7I/ucHjEri8coT0S6dQwfIj9ODFud
JrK0o0ANhv5Qa3nPk1bHXHLAQ/ObWXJyhnKYmWU00RIRc8SxLzaqr+jWa58+u7Om8leMv+yjrhpj
PFf0awNbv4ZdSqqBVmeHGHOsaZPsGaBz5m6ZpWUvQFwJgUqqlVQncBRpV8tMpuVEA1y5OAijBFtV
HGmfMStbeqMpKr2gmDqJZKFqa/p/t29xNRrep+KABvihVcmV1aKhH4nwJKSIRKvW2brG4PDJdFn0
23FSkw20raaDlbckOtEYN49OpWKYNT4KNUyQPgVP56U2ZgUmlele1dOIBULF2PBdNfUsFTpjWDDE
LAz3PEq5bRcb3nhueuF9jkhyuZdZsu2zzixPUWW5xErm6XnBq6QFYsoyfBONWn405FfPdc5xTCLX
p9OjO4SojeMNe9DoMEgIltprf1Wl1H51vSD/l1zZtGtPiYWOXDJOPuaFzmCKpCTm6PPOqtn8Y5re
e37r43grjrln9afBSZtkA8CbfwprWv+xHVp/xp/uJqESWQ12xCmwsga5EAJ8z3/DJ11Hnk0TTvaE
JgPnc1hUkZ0zGlEj6wKuZl4jbbBvhFQ2MVNEsZCGmeGTDRROdyQL0nk2F/cAH+kuH1lqFIjAtoCZ
zdBsyitROeh0Y2hCsWPeMZmgw9cHSiB0qcOiqD4S0iVbswm8pNc2pUt6BS7NpD6WyRxtKjAP4O3h
6j9YSuQv0sWnQbHSGoFwJhyQEIU39A4EuBGesZ2zNe6dBF+i81LxGXn4vTMpZxNqly8PC+ZKLCeu
88srKw51bQvQjovCkGwkaxT9PFyoHJxG8PFU1m5RDT6iySVGwpwTEkJ845XtLduBKifOJFV69DYZ
WK5n1z0SKj/Oh1KnQNzk7Cx+fDWXtw02xgM6t9ENyJxef7Xct2E5z9HFnRANmwOrw45R+Ija3hwu
6g/cyp/Jhnfi2H/vl/7UuJq5wUnnbNoovW2isUb24Ue3tiIpVy/7fVHWboDPEmE0m57hMESets+T
GrbvqsYgLADyNvFB9yrvtUPNyLBja4NY8t3vs+YR/WN+HkYz4uEHlpCmKHdUj5wYkPr4q1vWaLba
xVbfFkRxRVVzaFzJ15K2ql9rS/Gigfatm4rgG9mVxkvXsmSjJhr6y0BOxUXPm/zJVOZNIwfFH2S5
PAzamruBF0MMzUs0AVYng/de0e35u7Zy6iPqXm0PpzqcoxiCaa21odlrJDLaDul56ra3QLqUitpk
Zv/Ot842oMWXwYLe/p0NmE7boV8epk68U8ATn6ULYznQm4z7TotwuMfEWG1IoEYapEY9pNwewN+X
xb1kwo5cQvq7wUTCRPwDm1zRSGIOtOViteSh1oSkhB3KTEzUJSXE3BJO4zReux3rEUxpXMZbUyMM
niM4DyIX/viG9mA61GWzzbwSN2zH+RJrDHCludeVjQ2+pRgFpEUDp8gqayqOB8IW/Q1AKCxT6uoN
KSkYuWuddQ9th9/ei8yDHQG5ddMxqr51llLbj5HYc3C/mmA9q7j97uDjqlVoWiyA7lKMAnu46Dtr
GWBgJstTzms1Ew10Fm7Bu+mw6TKzX38kNab6sC3jcxEdEPwk1xgN6ryUZiNoCjxG0b4k+CNp7N/m
RJbYAspgW9oMtHueQNS8fGXPmqadETnRQ7GszYdLKBnSWrZoPeS5sCYmZzOu0JSCKx2LmTZUN1R3
BorXhS1SUYuNMeW70SpfSvTxDHoSBA/DohOSaGLhafuL6FiFVrGq2bfCfsF0EFt7YgBB82vq01qm
19RkQ8zR0V45kt4TppHOIJglQ/HtcLeklckyzI7ii1/lTJhxfp5KylFScAsZLMpSeHsmZAv54yDd
uz4VzEsxOuq0Kd12aMroNnWdO2AT2q43cMUT5cbnjVTwRyGzsre9p/uscqp3lvdnV+/4rHNeLz/V
X80OrsZsRCpwSQY4a0ji3xmEwCL02/2Ah6CgZcdBFqc3vDvRZrLjX56GedAf72rHw2XW9TcVPV9n
2zsiucdzawBFQKS8NmOo2LEhqkfLJXls9UvLJjIPnpFNu1Ro/gcgeVQj7AoH0GzjWByLzqVpLgXx
DUPuuPxcVf9adv4N5hNaYNPbWWP+o7hMEF4nbRciZjgO0jrBbGgwb3h3FHxxWLnsJyS2ctftabwI
IeTNJAvZtC6OD80jSq1jIVkc2br4SV2CBdKcv2WXjo4ry6u35CO8qbykXuUT0KcNliTxyxCJ+2x7
3gmR4HE2XWdLPBF2Bph+hFJghSIiw/aBJUTQCvQ+38ZjRPNVFVD+Imffr+sDwt73U+K8pR1LHhfS
gXTOZGf/iuZ5vIld56tfc6/16Rtd63JuZH8l9IYVWj/5/lnDlRI7KiNxkcwiZ5h39Au71vIOoi4T
1lC5e1NWS3prxOa+bXwi0RR+jDbxvCv1NitSl9I267U3o+KHYsfbsvAkeirXi4fFjS2uotx6MynO
KPaKQ7ToT0Sv3KsFf22L9A7VnYEtq23YjXSsjI3sd6ymm1zIeA9rMlq4ykAR2dNCOx7Ph3QhRKlI
W5o9x5oPRCYNYWcBF8FZM93A0DHDSonXBU3VlnoNrUCmRThC/RLbCsbRs53X8H5Q8k7vBtES+F0G
PZxj+h27HsYjIRtdFIxtrNIN0yQv9FXjX8tCr24Ah5VvmYzj9zhBz10agKl5moa3oXPJUZ3TO68y
g6HqSjqL0r9VKanplmQ70MVo4xUjsFuSl95w2pbjbunr7D6ndwF46TX6Pclp36K0w9Inwo88+n5L
ageFCVmQjRnDcuk/oW0M+0loF4ltl91dXL9BgL8fJjN/4QG+waaNe6+CviGd2Q1qVI1vBNgREa9M
HglsjRbThHuLzbDfLRxN8FNAE+Tekuyy2dR/8sGxjlMB4cHor+ZMG+qpiS2c8H4pImUPrmFAJcrA
U0RusxOp6t989F+EH9ZOc6qBINuCFXXvZOemHm/Gor/kKn7ss4wfPyrfp3URuTjtvovLz6it7uZR
3YDJebUIQkCj2tlvDjk4wL3LV1E0T6RLTHS7ChYDPQhezvRis9ojsR33OlEeqLiGnyTS2egybxGa
AcQG9qew3nKt32Pksfc2KQhlVHdBIdBzul0NPKXDaUyoMNv+wdOefcW2j2DO0GPEBPKDzWgzGfxa
iBdYAg8FJmtHQWs8x5i8DA0wjU12jzDpMxIjB2CAwoGaO2e/nN6bK/zCGJJXXQwFZa3OSrHPLw2I
jNYbDpqQLFYlFKORlJ8e68RtNEzvZaP9MKVloc9mDZsk5VpFLGWolSNDfwcCZyrG6hMdZrNzBvJ+
EvJRfK2id5ZMG7QJEgXoyfap86apDntngmVDJ7UZ2VHlUx0oHwnSRmppcrLdMuHVnBaybruGER54
nsWXzQ196AfX5rq+1N6576rA7vjS/DSWcaPztfGtS3dbC/3aW6z1omosN4wfUnOjJEMdL/JviblZ
9jYhoMovBV26T3znoh/8qq53UWKsx0EbJ+fJwWmUat0WSkxIgfWUu2nhsy1zx/gMdEs9xIV5hB6U
wNEaSBu0zfnHdZppp3n8aJ7j30ZtrYW91R8Ne34SUR8Z6+DVRXSCrLWsD6XiU1OI2h+Y7lX7sQKY
4LY0/WnS3E3GYLKXa31iUFbjuqtZ7rbKioj0UB+5Hpm0xs6taZhkH6/ffqW2SU0AS2xY4Sgi+wmT
VrxfEyUDy0/NAxw+FXpprPsBCqUa0Wt609jjIzwO5FXzvhbIbk1n+QG5lQddz/iCbSDjt5hR96Yt
Z339ofj2CaviQ2WtgMqZVttEzHKoJyZd4cR4nXFghe4gHMc6e18aUVXbtlRcVzPPWTaBrcYSSINk
oMRYdVEhxJWC+WRJpCD5oTKGCAT/6reOxk0YDA0Ha7/4/WvHmO5iExn3rCYs9FP7glvlqyaLxkdP
maxtI6cSMoyJiSDMBY/fyVZ10VNrew9sN7x8F4lmZrA3AtOx/AkQjRze2QUzVcO4RpgNgv79wBrV
m3xapd5i/hHVLsPabCCjsKM30bUISSrq79RwPoA8qHNdTb/rXO7IeCsCq56X4+B7dVgU/U8lIB/O
U/7k16QMzvWr8pPPeRSY83ocfrSMH4tBOVVm670t8vvBbbudtkh1Ahr9XDbZsc2WUy6VuUHlawTw
3cIpZ1ipJQ3KZFAtT5NdVmgj12PTYjKfv3E4MK+LxRu/yWVLpMMVo36A2YxINRN+UA0lbcOky2IE
kO2NvjvDw8LHhJa+A6DBfArUlh54gG9ozCp19gl1OuXEEp+aqv0d+T2MG0M33or4z6EXj+1NOkI7
I9X8nS4N5Q1gUEAbyw2S6zdQRFicxwQVT5F49yUmyEvFrdJOE2YABjMAgsiqkYSjKBBzlJ3OVTE2
eKzb5TzYrrgFlgy7oBDDNZLlo9kgePEacAUpYLl44C6v/OVB50xNGueOMeE17RK6xBSdJEkd9kvk
6r9hmR4ym7SERb8uOG420JNfGsQTAQewEdjD8GpKn7xqv3wlK9U9tiPSMY5QnRVFvSeKB72Cn78t
FmdNT8eE5zDdjnF/jB1+HSYZRM/uKBlVsX7bqNzBGOh3h4X7wWkKgy7bwMEKxuDBb6LuiUaiCSu5
yqTjpdu1jXkPc8U7e/jxrq4UpwH9+XNpW/V315qA24wSTHiV5LvUb2p6QwSLfuJ8cD1XYZWBqgn0
eiGiQMIpwaNyxVXX7+pm1cDZnIKlrMlbLHSXUa5d2s0VabOjdkbuf3t6MdKlagd7xhgA3VUwNvX9
LULGBj5eSlSkUDWgJiW2jWBPEWmxQF9U9yc3m5s9w8kXN0KjNqlGhb7tp6HvTd8LkrcbZzYGm5Fm
nBBR1L+XspFTIGBm79p+GPd5F417xgSQDpbo5LrFj+kULwB4DkRsfc45c+7G6bqXZtLdPNA8upit
LQ0wJ1bnkeFTRaa+TcifIhkYxhf50E0ORr3Pl1daCJbjTskn1sTUmvgFNcQ+ruZBF8MmGDKJpNfj
Sv9cdN0kShjky1wjCJqGZnmcBgKHA2Gjs2bAwmjOL2T1Zjn03JHUmy/F3huqgE5tyOhcR09D+TfR
WgESUNOxpdnlKVrkjvQBtVb6OWs7gGXTA/ffEMipzffE6D3WXuWjukk+ltxcSAB25x49mwWWKiTw
3kwDp++2DuQ78G+Nj54ELBV1LTgnpccpz1mlbixuzXDpKDZbuy1+G8p7Q0toBnVkehs1qG8i7nit
ZjMwSSkJlNOXT1DVZFjCRyBBwBXbWHX9yUr8OBzdBTKKyux9mzDmc127x81NyqOqqul2tjTImLM3
QNfCW4QoLd61MMleK7oQIrw/fUTCGI26fSwEemTQNMasObd21opDM/DQovSvjqL0UPt4AB+2SyU6
JqwIcXajU0ePMu+sX6ItfpIp/Viq+D4fhL/tU6y3cBkPrR7NARAyhJDMyIjJSH+r0hogwk9fTlR/
6gbPqx57j3gp6hD9XfkUd1H8HonkifXgFQ7UfZEVDmrQZQiLXPVbO2teWBLyi9TUEdPldZwLzoGx
8SRwPOO1rsxXBm9ruGf0pVREla66vdPQNv5v6s5kSW6ky87voj1kANzhALYxR2RGzgMzNzAmk8Q8
Tw6stJfpDdQP0LteaqEnUush9KHU1iLzp5KqpTa0KqNVISIAuF+/95zvrOLa+xolYc9jSguTRiKD
M10nq0Fj8dZOsjTWVHq2RqZ+MCfp4tT9qyp0vcXO9ZanVv/drCqnXvew5I7FaH314iDl5SVq00E2
FmEE3ytVcHTyo8vQE+mpzRPwNA7juyS5a5gCotjHFoxv29jPVA2UvxJnjOAFJTWun+J1p4yrYujI
ZjWLC/i8O+GZu7SnE5qbO9mnNz1JVTeu7mkmxjNsAC1OpuqhiZrjyajp34Fpr48UfsehVdd13qSo
wwwUh3D49BN50jGu5NHfF77TbSGHlevCwyxQThLjf1OBWGFL3zlBc1ELhVEwET90Et0Zls0woJaI
vCRVW+jdcZJHOThQsIlWRTvNc4JhwthrHxSS21/gdimDtRHI6uQT1kukXDU89Et+ttmhUo/6HtNN
BgAn0/I2zqMLN4LZXiX1wYPnvnZmoU96JE2euY67TfuUPlfALM+vDXFXa88qVsM4Tq8ZA+krGXf8
bxdUULhQKnX6llNSM10Yn1CI5juzjMX7CHQh5EDbAt4nyvBkurU4tn5xA3vviKMgOSWqtL9oyJIb
ElOLTWrC9lklQKGKVUM4Lugvs9mlropeRFhFZ9qI411RNZz+Amo0mrk24C08Rs0dn7V/V0wzT1FT
I4zE50EIqtcWb14XG6QVQrjDecmssNiGdsyI3Zs6QtvNirKkdrHCq4AoWHBV0EI39Ww2300rLUbO
kcsZPkZStItS7ItZ5XHwhrKy5w3VeJtL3Izkd53ZjWnLtVJSFMl27cYFzcS5beUPp2L1ounw1ebs
BqBSmldz2uIWI9HCfYCLidrMDSyxT3Xo3uq2jNlHVCvfBEx6xK2Tm3/z28VKFiwdw5wXED8BCs3S
XWiioYtpX15WUqOzjItv3eysx5aA1rgvwWwqQsvBX+X1PTFjJPHZDOEzN9pitjgwCGT3FCEFq5nn
930OGJvxD/k1CYf/ICmqx5DePpx+I//SSP0yjxJEqcghJ/m97RBuPFPERVKz9g/JhIRAJYAfmrkq
K+ouZAcr6c0dk6nMAIxrZy4uRd0OT+1kpEf4us2XOtcD3qayihm74Hxg5CHlnVHaNGlsBtOkEUQD
RnDG1d6rm8Y5g9ysmh/4VVhu9EA3HTjoIhiv4nlcl4MqMEOi9+XklJBUFEY4f2TZfIMisYB19T5O
HJILyMp9NWu5TWfmhXYUksmpQzqPkudnw1nDgE6a+fF7ZBKaybIGqS8M9JXT9sa2c0Cm5qKtTnYa
yGdmTjEr8PRcNG2OeSJk/2jHmBVRiMshCTNzbZQedynr0Id2mfPFKaC+bjGQMnHR80MVarSgrllv
OrCZ9P3YyWDepe1tkPThTa+apyBYErobhsDGFhtQfJZYqMytnY7OwbSifp+KnAezLsDu2QMmusBH
IT1OrSZhezKjo8miTyVfznsNbPZCTNjR8nEGeMA57AwTY5eBqF23ti+P0uPpSyyyKCl0UvK23JoG
bBo8ICMBHEiu6HxMVF2foZVIiApMf1rpH+KBOorFOj4Q7sqTG1r9o5tVFvN3KITkliKDVsZb0luH
ZjR/JGFACqsR3kaD2dDQWwjQZuThHXWM6rXRPaX6pJbeRO5y1sz68N5reYOoUPAhODZmO8sPxpVh
DO1LisJxlRXtRRVPWEt5Q78LX4VfqPW99JjZBR7KOcr3Zmsbly1OlX04EiZAwRe35j5QY/momERs
CiONjjY52HSpDDh2LdqHzvOZs+fM4MlLuWoQdOY2AzOnI0GSVJOtZC0eiaCYy++i6wk2oft7qGsg
VVZGd1LUTn/B8XxYW5mPZiBg1q26aNfa6fSYovYkcHicmk2gM+Jb5njcNbaMrj3XG7+RpOsenIjJ
UOMHy4E9WJKUqv6tll2ADUiMzx7Bl2AYW70O7DL6Eg6ZfqYrn7z3tumQD1a7+AQjSz+gjnGIA2iR
afRzEj2hitYH7S6QklJ7+54H5NGL5ZxsnIboDPQ7Kd/dN6FdRDl4O+LMUtQItAtu+hTsHvRrJtMJ
x0V6DsaGsfwrB+RmYombzDtdWym6hPhHkUruV+FGakuCGN46uLFroQk7g+eEGNkQ2Y+isvqvw5RF
B9S/0wqdmrhKRotIswn1kuwejLxzz2QGw2CkG7Fx44SawpsFQHFWn4mB+gTgJ267ZDtbTu+v+NO4
Al4nH/DpZo+GjBm4GpPGsebA7kPwbqFbCmR3pXsd5QyZA/spCuIECZZttnCUBzu9Nqx44r1HAHFB
cTOblHaQCNfxPLNd5WUBa3KM4A+ZcnReyI5dxlUNsF87jdKTDuZ4HUcsH/BHMvRcQzSQmqammflg
ShoWnqWuum/akiOXp33cAaGZQGjJkK9slIv4uAtrDCmWjmmP2nMR7RzO6UoZ9QltAiZf0eL5s1X7
llV6vIbTrB/hfjBB6kL/0hBlslUJuqlUjN43C0Xshc/4Wa/GnmCBfsw1mTr2K0HUNKIJbI9tO3w2
x6k7NwHdiLD3btBQAOyQ9NA4hhpwaFZWX2CQaDFxh6auLlMUzMUixmD0kJT1OlF2iXpEj0e7DNuj
nbdfOLIRas7xAZ9JzNbdqFPVS8aH9CJPSTNdR0F6B0msPtl0hpCMKdzUubxGRLSZmhToWGAoCR8k
cieeo/LONOne2QrY2CpWGl+Zj/njsMRqs/+03kLdjQQWP45TFr1cPJc97DqnkxtBj2MNefe1rVCa
ELyJvIUj2xMjiHYfmLP3I/B8IG+yRJy38ozCJGQR8N7XiJMPTRQvk5etFz0QmKNW5IjxOVLc4s7S
73GCbQZBbjVNPvORoXLwI8X5oadlBsl5cvUmjnpzR+1JDYjMBCX6HOcw+cvgWePiK1ajFhCCCAJX
D0bQ6hNBeUgHukUpVCfxDXrkaN/gzvla+2X8rFRt4ENMyNFV/uy/MO9NrgB1YRFpSEJ9oofLcchu
hquoCy16FlnASdjqpBXRI0PXEQejOLVeZj1H2o7uABmSUCfNsVpb9A/faXE2F6GVqutM++/4PR5j
HGcKauP3tEBtNKKC29QDrp3ObDDGW+2TC4OPrAN7o1CVVTuLiRayD5G+Aex8rBk20fMVd5xHL/Bg
Xk6IPp7asnDxfU8tB1WVw+Xz2vdQ+vcVbfPjnPsUYHF0Nbq0ktzwvRHB8Nr37buwOv8m7ip2txi7
Gi4e8OZ2W2yHKNlKbGl7zLZfKM7cu3mojVcfhjEb38KqLg5k/0yX0GzMnZcED1WR1ltpB+GhaGfO
KKL18PYMCQtay0OK0cGa1ulihk6c5C0FDn8aB+NlzsWPnI3rmI5mtUJctZR8D5Pw+2soieVFNTon
TyN6C1zriM2HEC5bEM8EqD7onSviYOtnd3IuDEFN2OsT5H6aGJPIV+QYI5JDdhysFeFTyIQYRnIO
tHFKcRidoD6lWGFWtJJpBGg5nJzRWjinZntwMEvv/Cq9nBKQhFrnd5OO7oto1psOM7GZgdBahy3z
1VUgY3AClAnFVy3H+SaN+yvPTK/Z04v3tLWCFxYW9DOtqZO7kZbpkYSU6haOGJ/Yzskgp9/e4HTx
gEzbluhoJKUCazWKjiTf01O3iTDI2HYWLjde87QITI4gvBUr8C3FU++IcF41eKgeqRayU1A2P9rS
iXYEehvmSpmZwF4MA564TNeermMXkhYMzegLop3iWukI5KY5NnAge9qf86qP7ZJd0ODQy0tuOueu
JjHeptK7GkWRPixB8JRHymH9hSeGTLjW2PtQXXZ0FIz6Io7AV6FPNcovAgfHqnYqA58+J5OKM0Qy
VzddNV4VUbid637dVj2SwEroCY5t7pzC0W2qM+JmXW5q32rGta3LiEbEGC/eFW/Zz8hLnzoaAEkc
00POXI0px2J8FWbB8C0meDNdefBE47eK/vzM7jFUrPBzxtzxR2VkUFxiThec6YYZf7MTuV0DvFpU
jzXI/9uExdN5FVVe3vtj3D3CII2xSw3RLHZ5anMfhsn1vK1nDU29HcusuG0H2RsbqwqK4t0nZidb
llwVX8SDKeOjncbmcIxTdBA7sMNzcCTs3Ta3fjlxquAMNpDHneipu5ybcrBWTaJdfztVVZdvFNrO
YmfEyhbkE/h+eS5aSbRz26XKPg4kqpINNw9FcRa6oAmWDR09S91YkfeEMEyB3xgNtvpaltySupke
kAwy0oCMrvK1H6Vt9z1nZ2K/NBi70Q4z02ix9cwWTU5l5zs1lba3aeLB8S6cfEwW6pnnDq/4J83i
XKVZdt/ZXn8fExdEjgWxGUiqAob8G8mp27pQGaynLfJ2WzxEjYZGiTgCCrau084nW5aJ0YFoB8u/
pUXRcaagS682IoLjzV0MeS0MNOPOxgag7EDmhLEMXjtM7fdYwL5DiokF2y4WjWQaWCaM2QB956ah
B2iurCCdJoZ6klOLCPGlr3XY+y8KaU98TkOONHximb+LMarPbmtFJmJXQ467PiQS4wI8rfiRJegi
UVV46U1p0hzlNZ2FOqRjF/PIzRN2gop+UXbyYSkvHYMUJcVUTQ4n3rTnsDk5yMR2U4xG6RCbVYil
EdGfecAc7E47j2ZSs9ZWatbXGPGsZ8eEC7uadULWXFnmCAyQsmTGXmYVXBceIjgPrBStt8/MLnfX
1G+ISsk2r4g4IhKgNQAblMgd/D7vUSTFKlSbasSv+aNqGlpEbieQbeVRO6qHpExq2qSWiC+zqrcV
1kqLHIJ2cfqvmDTN6MHFBNQ0Tee8vyC2D+ZgxclNXRcMEIzrLJ6n9uDb2VxtR+alhBmjQff29ShT
54DgVWfFGqpDmxxGYYNAjxlD0lwkHQHpU137z50Y3Poq9JQoL+I6rNmZUR/KbQndLbtAODrWKw5U
irKbgvfLxKybDl1iAQwg9M+26QhkqdyTmtt0Rz9VDkxUt0BWOzuDYb37OfFYPcefJpHnpG3C5lnM
HLNf4B8MAcqjJrwM0lDHR+SNs76nACipxpPA6/NNFw85lRuu2WQTylw5+KtNR+8M9kybZKmqT67A
A/c8vIbVKRj5MPQuS3fy3qqxx0dHLAtxAWPcGNUmLZHEQcEDg31WJSMetleEaGuqUywgVTI12YY2
dfgS+SiZEUAyFX/kMRtvgyCrsg08c/g8doSu9ypJEjldKg6oI8tpGr7SOCEtvir9uFyLrnR/DJ6l
5bPXNG5FkVVn5W1UE7NwTM3GXHraSDKvI2wYnN6U6YgzmlnUfIwFQ+xmK4c2e3YsE1nLeySKnbF3
WldMaxg+YAaIBYQ1j0UkZDyM6SckqAO97HUWsTbQJC6d/rnK/nKpxqGtT01G9MZdJVDyscMyfaQ4
1Kh3ae0whvgyqWkIHiukb+MhIWEoO8tColZxJu3Eux4VJiZKF/3rHvM6eRBorH0P/1vYvjtAhPWm
NWsm5MYYDema5M1WHMOmkuOGdvV4izhaN1vQ2/7VEMpWX9Gk7uGKWISQg1JHafV9GENdXlhG0j4g
5WZ4xm9JAWNgX6NCCOPAvx2HGceyC27YXpFpQUEMU6+BKsB5btp2ZtQHa1IROEohwe++6t7jiECg
AyLUuGKn2Pfop7wTzntEZX7dOU8VRVJ40KbRKRrlLpklEfQquR1wbAwHp4KGSCFusUnbaPhHkGNl
zwPClqvWSddMLxEaVzJtIjMlGBQYOvFDkgiTnVM2kTwlmuDK3RB0GdUHcZfT2sZzQIuDYfF3zqeo
oIped9UaDCZ2bmGG8zeFcJecabzZ/kZ22nv0Db8/l7aFlDLLaquGSeAJ+8hznMY7TL/qq3RykS0E
qraj1ssscg84Sn/jZ9I189HUewMcFH+T7lgiFwbveYPsR/Iuc6352o/bdj/6I6ETmRPH2XVMNhtZ
P1r2/RmRU+YiEtScQVBL2uKOipxV9T8sSLy/5fb7f7Py/f8W1rZEOH4CB/yXf/4f/+0//es//fd/
/S//8j//83/9xdXHf/jv4GK8d4DoxL+Dhv/N1Qe4mDhBTypXmuhdcP79H1ef+o9oz23uBeW1oFrC
JPhvfEAbkyDJbh72WdOSljLtv+Pq+2DqQ/qPCoFLEzhMUJuyPnDpUCFM7NY+zD/Ob7tWT8k+jAR9
obnI9qFI5f9+VP6v0YN87p+duNJlTmc6aPzpGtHr9j9cD/kLKNyiCA9YnvVaWgz+5RDlRyo4OG9e
ZBIpkP0poPqD/fevi1qmwiEpmIpKi3vzs5nQRsrSD6UMge85NN0yTIvWAqilG5L+4fstltuf6CrL
pYi+Y88U0hQMSj4YnIuhYWatoAhyPE4u/VkaQHZ9evGwxnaNhQwr7lwo9ss/gW8a/2B0/nB5jy/p
UYIhOPQgkfxD9B4hvTPiRq85YGDAuJTlYgfU1LixI6SztNfIBiZ2QV4lsVe/FYLy6Kfnn2VlCsvi
52Bu68NPzQewheVYwLBdV/HnB5NoOiJG7JVVH4J+ucmphifUGrjKETBvoonOOH2XSF5Uds1Zo+73
dV443TrUNklgQwfkwkU6uPesfvwyTiILN59/wA/P+1+fz+bF8UE0LobaD58vLsEwAllGpe2BK8vy
AqWyo9XBywa97ZZMts+vZy1Uy58eiOWCnkMyqYMt3GNV/vDAG03nkQPRtwdj5rIrafX20g5nsdgi
8KaJXdbJHfodhk5RsM09m3Zq2tMX0GVKl/HzT7N4i3/5NA42cfHXimMJy5IfX7+8d8vG6AOOCzZY
Img/oQ/rzAVGWBNeq2kaRsnlgMb7S9xX77Rwuj0l7rxts0kytEDjcSfI+H4lCA/LpmB/xCEjYvkU
Qr06NksSGppt8C1r3VkcXEePF65kfUH6WRvYFvBzrW3UJuQhlaj8rdz8A2VULHfw5x98+Yq+LS3u
8vIefnwDq66zyrig4eVUIxa+GfoO+go6NI9Zo9J16Vb6qfTrxCT5zfKvzKxCfUA9edn0st3Ty+uO
4GTat4HG7c3c6ew+c3rzVfuTIl4xye4TFKUvXumQYdf2CR2gDPUTmv6vNK6Z/mPTGRFg24N4km1L
8dMWcwsaYhi21FzZ/ed39B980su3xS9OMxLRCmdmfo2ffNIGaAvSaaLsgIYAiWcvmZwwtlh/fpWP
bw2/KQ4wdhyLPF/JpvHrVTwndXvNXTggEw+/GBFPTtC1x6GZne9eSozI55f7uIj8dTnHs5aFDD2k
/YEU6+q2jjjHZweRl+EZiuSJD8ZhDEv1H5aD37wPbAzLFssjo9y/sK0//Xw5WMdQtG12GFGbnTPS
dB4T+j33M3OME9KO7D63ovju86/3cZFevh5OAoVU3WcJsj/8mvjaffpfRX6gjAzfCCajE+LC1ylp
7JWWYLKhxNPk6+ol7Za8pMYx/nRDf/cLLydMusEARdgpfr2hxrgUu+YSJMPslsAOs+S56Qtkxja5
T+fPv+9vnh7upGeZhMHanAg+XGwQSdR1adgcKnDf93T7WGnj0d2jwksw6nbdt8+vt8CTPy4BAm0G
sF0G8/zAH16K0jGTuPZRbppQT+a1HBDIbCNEmC1d7BIE5WyQQWC5hEVGBnjWTVB68SWtTLKehij2
kuPS7WN0GbdvzDz7N1wsA/v1GIjdGCvjknFN9fL5h/7tHVEKriArs0m47693xM4V3Shywg54zR0C
iqhMAjcrLvxQ1g+fX+p3D71CAwotAvYakRC/XgqieM0RyK4oh5rgbNmtde5bjYzErr2TFGlxEYlB
HT6/6G++n+B2AH62ye5zneVD/fSmMbCvYR4Q76QX85iLK/lMXxuYhBMYl59f6jfvlyAcwlFcTDiu
/Hj7o6nO5qkqD0E3RsUOo0RymYvZ2w6ybm97iD1HW3QdMcR96VwCoAn/8MD/7rtydV9SW1OJ+R/q
TeIg3NFwOxr8EtlR3vENranyr/u49K8+/66/e9QVVBCPdBPX/YfSlgKd3niE3V+yZ500/YJTq2b2
Zs+cxRNjYxeNMyGNaIT+eEt/8ztbLm8ZEHOHUvcjWrz20mx2RlUd4tokxIL0rLuo5gBPfHMWnJN5
Yu2KR1tjV4ckTDJySLX1+df/3aPsUnAuSBIHOMmHWz0zQx4GD6GVjEx1CG2ljiPwuS3d+ds8NLDl
ZHb2p5ruN7eXFZO2GOczZWJK/PVR9oQrzLpl8QwTiXrcQOQGKaAmSDdWQbL7/BsuL+OHcsYiwYje
hecpl1ParxdjhI9Rc/RIvKRWu4rz5nFo/1il/uYi9nIws8AJeWDAP1TFORmxzpxHrAihJvXZqgwa
pAbjmb+/sTPrJ4acJ5Zv9fGXy4jiMiqD3BStavmU0rloV1XFBH5IRVH94dn4zaths5dyknKZJqNm
+vWXa0oS2bTumgMVur3PIx9ymW9S0c6k5+Eyro2boC+HmMhA9fVv3zRbEgrgLF/WZQX49dJGQgnQ
6aI5ZKkyNg0wYSNh1/v8Ir959oVyfB5+y3f/cQ/3DbN2tenmh9pweAxnioaZ8LVT2I14WNN6BLTi
h38qXn6zmfOu+xIJG+xboFO/frUZIEg0ZUF+ALsqnwoSaW9o09UPHkP+Ax2xP73hS8fl4wuAQMYT
Pow3G6jPhxcgdJSFXFCVh0SIXB00fc56lcRG9IOXYbG8ARUDP+ePj3PlBTd+Mfr46eMSZXGIJPJH
Ja3sfkxsTgFNMbl7o+oE8/wxenNkTO2fOh3jR8oCCIoetrStiOrhgJesfaBwqZ4/v2m/WTskXEsI
u+y99G8+LFiESLR4c83yYFfIhVZVRrwO0SPGM7Oa4fpvX2tZGNkYbO4VZ89fb5VrexURpinFrULk
14HZ3s14WUnHpBfx9y/lC3Ygy0NtTGfn10tNZt0xLpggWC4djxaJ9NrEZ72RAJwPn19qaX19eCBI
/LNpM7DiK4guH35CcNvGaOqAl0uHnKg7JUb6Barao0g2X4vOnqEm00Cfr7tsYvPpceO+m1Ga3cOU
L+hu85zdTB5+sc6t8kc5a+iE3JJ4TfJi+fb5p7WXzeDX9VuyBlFp065j0VMfbkItp5ZwAhoixBOG
DONF9RU9onFZtToCGh/H4VtPoMFD59QhpBsrMNbAhQlQdqP6OmEevY4ss7ttyi5d5y5nkTLrh02k
uvak4sG7HT1QByRfIjEOVI4dKv4TjYsD169LKf0CSimbEYbDydrhV/+wnjHyGVKEQoiMSyzz9tj0
L4FtS9SaVVEBGm8Wuwe64/xtpB7gJ08RBeHeqMcBi/CQ+wy4PYC+XiXqeJtUWuolK2uJh/IM+URK
GhrVUdolsPVSufk+dkW1LaeZwgUJt9YHn+jyYNdJuMC7JABgt1VT2nyNpFfF29Ss5mTFwQ0PgCQi
XDL1vEgRtd4yiS1ONblt50lCFQgZN0drxwnt6wQi42Lgc2ukN6DhR8ZtXfnmRFlibMpAAQZySQ31
QGktKjX3FPip+2jJDkF9jxSatAl/a9T6ENhWu0VkFnRM/MvsPs5C492rAsGjmWTDd7ed77AA/DAt
eKDwArB/aTQYEKixGKjQ5iiNw8hEunZ0oBSsQGa7V5kNsKGchuoBLO67H7jxGeeLeaChgCdZ0n18
jIQD9EBkkTraQDvwBRokm2XWkkqK/+w6jOrsYGNTyqBhBIDlyyn+Mtm17YDXitUhcrTxw7Hbauv5
nRxWZhozPncwzz3EtQiuC9KCeV5xWW9tr0FnX3WVs+uq1pnJd2Mil/QViLLAHTpYs+yudB+C4auP
04PcC4IT17oaX9tSO288CIgiOyefXhrNNL9NaqPfcgpJ930gIlDADeSkYmyTO6rmrKMpM7ywdubf
SATRR3ps4jLD4f7kh4R9TA7oBIXoCYCPnWID9cboK5kD9607PGHOzZGdydmXO4Y1CI8Tw9LX7Zhj
32Um06xm5D6omfzWJz8gzspdZJr4v4j52NizLbFUmeWNAa/hEm9S8xyrdNqYsCVOHonDR0MU5q5g
3H+e/BwCTVF23ouSRnOc2yUE28AzF40DWjPCvYizjZi4Ou9JMzi7oNPikDPqJM/au5e6/Op2XX4o
2AnuuyFtHpzEFYcWD8fiZtIQQpt8uMp7E4xRaIpo21pqqFdNbb9xZGlvIwGPYxokdgMwE8ewVsmj
hXtpC7unuTSDaKvIYZkDFER9PGIEUhKVjDJgxRYJ7ltlzTCryUcEp7Iosph31/xIyo+jXUNa9eLD
U2Qfg1FYIdsnfSTshr7fdsjtsAK4GScob8JYvfb8Nluzie2tzvDedB2nHHUggYAqmdeM8qFsFJG1
Btefb6AWhZf9jA7XdaMBwBJ25NUMKmoTKt86zrMFkWUCS3UhpG0AfoNNbSGceB3GhMWarGIsWSiv
1jzj1pGJdGWsnEEYT94UQVgP5ueGiOG91jHmeXJ7f5C+QuiRqcq3ub4NDBdadcfKubf8PtwFlUyu
NZLKS1A5EZYMYKjIvxU565BO+Hd3jHGM59Xei8fqCiyi+VY1sT6gvdEggwzzrpVZ+NrjGN4OGQm0
U6XnkxwUwLDGYRscmVze1d1gf1c96HxUkAH7I1J+FA3PrSnokhtFzTCigcKFkToypwsoFiNe7rDi
5yrLql+rqnYfg9HA3pxyzAsLYti2DqKIfEf5PBx0Z0/fPFfjn5g11QxSMICwQMkUxmaU29C+JnE9
wQ/JERpLfcvQe35GpmQdEKGCAHb7obohzMJg7Sbe4M0i9gZthE2oA+P7pyqKvAtASMgQGp61DdnX
elOIAJOJOY7QtAfyNvZRESfbQBvxQVLMnBwfD53hRMBWawfaIw+xXd04hYgMlPKDhRw0x+gSAiOw
kKDPSwT7WCPwoR7yL3XuY9/o534TAwF5cCo/oDlDdOGRm2fXuxJbyT5M8/yd8MTkfgBu8dYWP/Bx
MmKAD/Cd3qTYuqSPp+NlxwK58RPp3LaCxVe7gYvkxyBUF7fdfW3l/kXX9d7KDRVaY2dk5LuO8DB+
xTHkX3dVUpxAydWnrpIGZDHH7L8oVKtnK+/U2hmiC6cJYW5pMHOFJdIdymJQdz5+T6tu6j2vbb9z
DbvfzmCqtjRl+o3OBmNnQR441gRwsoNQQ7xiZjZT6EujuicWGSdjZiQJxhO7O1jwpZAD9lW+qrvp
O8r0/mzoTKIPnzDLKxRcTDSSW7tyMMV7bnWf2c64zUkmeZ9kMT9VY5Jt65rcGtvO8LBKSDQAB01j
HDfzqLUJxFFPrF6k9C3Ec2AHq4Dj9YvMpARV44SnXPRqPYcLPk7bU3R0JgGpoaKHm6wNOOwXlWzi
hyIvUPU1rZFe5oMcr2ts+uWpx+JoY8EzkSGFGokWdu/wdpZJvBZNrwh+KdnZHOiUfCQnfiBqytwF
odAPuLO9fYAef0sOXr5x7erKkAPoF7cK6XQXMALvZ7dELUVTMzBI7ay8hwhX2W3ZBVUNqdqI4v3Y
WVSnCDC+k8oQ7kCOteYG7WN8i1Qt2mR5hBuqivCTBljYjw5wB6jqSXYpTeMwMW54E7R7jjofEjoZ
0hn2KhgB9EdDk10O09y+R0ENBmkmowjGo6xhu2kskfmGJCp7i8YX5HSYFT8yIpOuKrx0j4NfYADp
rCGEbxBjbwRBDzPbL9GRtr2qFPod1ZMJWNmHGVgYImZ0irqM7YvJ94DjMLq9qiaxPNr45Jucr2m0
JccjXSmgJwq5cyDF15ZzwNozEBFNRovDFzhXuhkVqO+pdvI7pLr2Vjqg/HAn1/MFC9b3SADkQuLp
XrRFWB/KZCi+kmHBA+9iFyqN4dh1PqRuDzZrGDN0wC+WXdedG6LpM2Ed6BJUpBRvyTA2zyYOJVSL
vQVZxCMCLXCfrMqa116KLJUukgkn1XTFkVBGvZrKPF0XZHcc1FxGYErGDleWYxzicfI3CKnFZUCJ
YEMnyFkQfPJnWP2AoLDvG0xu1hPL/j1jtHyfhE10njt00/z1UOBsGcR1mkbiTqTjfGVURCGYo0/8
aO/6d00VtPcN87hundp6WKEbY4RqTt6RZ798jkQDJWBsgied1O0tSaT4wePSLXf58hO1wLcOjp30
eAJUc0AzCOQo/cLuxypOWIz1IK10puyfCPSkAczBxCJq9xy26ohnPTyZ7fz1LwOyaAmNgAhiHqyi
HIgVqvHOGY3Z3FHg/FAGJMhhJhCAoNXnPtDNi9v4b/DgKLVd1kCL9ZfsiXiTN9ZrYDrljWBd2BbA
Zu/ctHsikTLYJbYR30b9nJFYRjG9RzKGFBUONJJrNW5wvODNsDlYN2gxz6YiEQ86fr0NMBZeeH7o
7KIy83cQdtd5mzRH6SIG5BCyn9hgkfSKydrl9Rw+N54RHicwEVLkD9m0eHrbrjrNBSQnLYPi0ge7
srwDHell8q2P06W202rrE3K2pdjcYtiMX+JCKRx1EDetRpFz4c1IW+cIfVHSGjvdjGABFCLtAuz7
FofMUmg25ynpG9C+3ZNvDjgdBOginOfVBO0qQPxkxVhOLBUvtN8AVZ001GMyweJcVaS1RrBGsYrq
kgSoNg39bdEb6pxkHdr1uRz2Q24sZk5RsQHk7jnxdH6tE6f6VhWF2ruFvu/LwNlZCfLuqI/z537E
cDxy9Nna5fhQ+9pmyFM5T1kcp+cmDMdtm47pOTR8f2Mi0JTFdMpMInntbDSv4HUN+6gs+4NVh96q
y714UxtVewKiI76h7DV3CO1bPCIQZPze049STtiFPKMCxiqjE0PefltE4jXOnGED3mbeZh0er9EK
GloC5aHJgWwmDuK3zMo0VZIRF1c+DIRt2jj91v5f5J25ciRZlp5fpW10L7u+XnczzgjhsSGAwJJY
EoDihiVx3a/v+yLSRhjKHJGkQoEUWqAwb1U978Avqsq6M7O7q1hGhWZU0ro6E/AIX66fe87/f/9Y
O1d+acszM87ezDbpHrqodvas6MMharBEm9pMN07vqtdxPkVB1EXMHBSiDGCc/qUxvPImSLzk0RrE
yqldIA65b59DNGzXKEUaUF7BcDAGs8DBVdBLKJ2pQsNrt1w7hMdk5Q7FhxPIZG3PUBD0sot72syJ
2AurIWjCi6GBEtMbgn8wNkbc14dmppqOhwjzvFmi7TRga8YVtDTfJWkkIDvX5pwCejAJJRQDhRL8
WyPBE4cbeqVTH5gwPuG1MWfNNh9TjdMlqD5Naab2GAXVeszTZkNIsBMG+ABDjz0MFIS8PGJGm9iY
+h3+pCQttmYHcMVAYLA1GoU9x6Gwh1MIRO4IfyC5lt7gndOjabazZxNTG3gHpK0+Xi97LK+wwJlX
BRXg/oSaPfPTvg8xBEfbtlbqU8aeacUBxnXn+wTkJUUTY+Tx95lBWOEkCNi02/oUkrdcAKx9FbPw
LgnZGm4wkV8OBQU+ssJ3p+50KPP0iBEXPM1oWR9wouOwR+Z+A/g521oi9h7thLjlrCyxWs5TD7dA
eP19NFjFRV0Ck4nd4rIbhmdmAhUIAPG5SNPhyuhRrPYxIVBW5XVhK9S4z8yW/brVpTfVUPLepgmO
mdd8QaVrj+D8nP5gDlbCxryOdpjGY572Kd3EThQ8jOCdNplO3lJ3XC7qln5lWGqYizJh+OEMHewY
bHbvA7XVtkPVAKSk0tejLsu1ZbHmSkGxsoLa10HVyGvnGXYXxmFUwpvItPJ7o22jc7/1CJOIPKKi
Z9NjeAjIzsKdeYVk5NVX1bzulwSxeBPL1xQ8cci+ydwHsePc9S5b3iL3qrXZk2mRdrnGO+hlkteH
Xp5lz9UyK9wvyknUfRkEF2baT3sfkd9ubKfuMvOX4j4vCLeSCfBR9PfpYWQWvmm9WcC1trw7b4h2
czm2Z4ETe7syGJqXrlfdRjQTGdU1jDdgOStcaNUN0Txgz7P6wXLG4gJcE5FtM0DKxZ+SQ0CkzlbL
VuJtSqxxO0EsvmhAHd3OaTeGfc7+MRyzycdlMCXpuR3NaahU/AFynOBlwsM3uAdFuMxDfhCwphKA
UJCBOzu2tiKflrXO9b40C8JqfPpYlmEHuLpaJ8x0n+4t11k+cLY7FwYeFRAV0dFI7O7WJmVuy4gJ
WQxyuHVryvLdhtIZ2rXRUh3w5NFCcvOVZEByrZEHoOhhdfwMpm1EyFkd+jSuLzs1WueYEZ+DtPkS
JxppfmOW+9Ft5q1YAkGA5pgfpqH0UPBX3vDFQF6FR0+Vw70O5vhz5uvm3a0/dCPZayLc3VtRgV+1
QP4vrQXsK+lgQDG9/tAMo3NI62m4JlWKV8jogVOyIiAjEUaaeOV1ytuJnNTx6bSXr7D7bunbRZ8U
6vkQlmO2T7pC3/J2hbVXFdFaq1SFEYJ4DFnSKbdZ2fEkpcYyE39TtxSMYG2eQXtMRLt2EZ2oNN7g
9icQ0DXnA/lfr41jmYdmDKJdCs30gc60vJrJRoHCocWFawfqAguGxp0sSviSSZ0KduhNPG5jdhjm
ijLa4D0KJhcLJK6MYePhFRMb15kJCSRBVyg+ENSQdWvNNdUxIzgMMvjswO2Nd+U4FduSTvWZTFM8
99LelIoSPF5OKJ45JWg1XWqs+kt6hmYIww1Uh4clLzFHUsxCqWaDl9qhlSnA0V2TIgo2CdpYQUQ2
N32SkOQJOA4N8aqrZspBQHIVZTSuMNsjpYB0xGzLYcbLCNvuDstLfzlFeKGteHE2GfJ/EyVW6NXp
UfbJy1AsyNUBC+wLOmZbM8DnvHiEMoKAO4Pg1p+PdhDts9G5bkbSbkjPo/yMrepeDE4Z1gJY8hL1
iUHUUoQDdpkIq3HZSZfCqz9GBl0vJa/HG23gWSHBSoVlUsU701P2Ea+Y9Vh4EnurotK2V3lu6S9w
4sydjBwMklUO4AaSRI9y9MwUaXYmDfNcle7novWLM5kTj5fU/X1pwrvPHHvYBzkUR7d2lk0e+N3T
4PWev5ujsdtUjsP6Cy7J3Y0ycm+hr6XrzO7rnV1l/XFClHaoomTeAtuKn22argDVm9hf1+1QHSET
txsJ4eHD8pPk0hgwLLDTGtYeFd+h5y49pzIo98BuCCEjzjNsOs855EQeUMN29j0theBF+iXmrNhr
j+4wyesgUAxsoAlum9KnDu+hcm69lkeW7ZSFe2fqbpYo8a4BauPvANZxA/ihP9Vi7nk7DQ5FW2r3
L+kAGnnVEebmrybO4a3o7ARj6Ky894SpbrKifmmuCwu2nWxmdjPUDYeoV+2RlzXgXuJkIRkTyoC4
3ZB4J9McbwMI+JWs6e/Ubhs9LhIQr5aDOMNjYz6Y9Ji26ZIOAZVEDNFtwS13htxwfG4iFIaaxIat
KYJpk8gODKbRjs7qZDr8LHy7uTUbBwdHD24C6MG4gGZnJcMovxh4GsFTYj5TukheADDzuxtvyNV6
9tV09JiCrWHTTm8w4HD11nG2S8kfojVbLuPVYhjNTUnexHkWFdWdNhXOOsor9oJDWm3q2BvOU28U
wBx016fAnQMJMDg1zfcxyZoLrcb8VeQerfnYm/T1QBxuEYKeT7yLvCsoAsA8acyoHdP+tO6hQMkp
sT47yVB/tH2KuWoGOHduaZ8X86Slb6xgPkfXxZj0vHrZcV+IHnXgsZEF2D1zdD0860K+zyRYXiys
ix9qLpV/Th3m7U2blOfVZJhgsTFEko7h4v07r7zCpVPUGvWdoWLnAYNI9yaKqqJbiAsQv0PHjHRk
qXruWzGQBTbwcXttJBeqR++FrdJ+yCD1fmAbFc9cZHJnLSiym5Fki1UfA0peM6FUfhh4cK9WrW0g
A0JcCO+YLR39+9TaR7Ft3VZZ017OscBA2efJDGLKKp1jjOmlZjfZtdRLDk1yWIgnWXCgpnsyHxBM
1mWOTtf56XPhLnWx9WmhtxSY9RMcVDcAAzrwZ9Wx4o1gyWk6yuDKRl5ydPu4oT0SxNF+nuR0X0ZW
JnZjPgf4mpcFvxWov/qoCglpAK1P0t7qakQwgXFY7STYqg/cq3F7iwUxNbcO0aHbXAMSh8BkZ7e2
KBTsAh+OYNgNfmOvRdo0SbjkBYyuKHDobIDM4AHSNr46YMo4dTA+Pk85VqNV4Ef5uRzb7Lb2dber
+nwC+yp7TkhLnDk7MeRGREC6uOS33KXa3DIwo7LIW0a3acvEC/A83Q1YkQvodsdWj7Th2UET+uZs
e3MUz2Ur2wP9c0BYuc4esIoOIGNc5kyZUXa7qJi7t3bsu0tznuaD5+o+OQ8Y917SkOXXpy1CneU0
sfS7gPuUHX0EzYkbE4+MgxAv6KsnCOnRMSBC6yjR5m6jetB7P/IY4xZyVq+mofSFO2s0DQOa4GHT
eDSeQo0BlIB3mpZDWImgK9dimMtbmVeTDpM2nU8WqZ67UUUuc8rW539iL04uelrjD3QEcGg2SdWw
WGTkTpSBW99pKI1veogsSYvONl4MUIiPbmnXd3Q1DTZ3c+mtEz8lQA6F83jfCLv5XAc0LAg48R/Y
M3iX0laAhrM0OJaNR31QZy1Wcrcgf1e2rFeMTanHIxg1a7haqt/qWKMWa10rFJNBXdmxkF7yHJA0
PNGcTUPdZ2gYsT6pdg1ihuFBb/u22vVyFI8YzOAPYPvNIHgl3FnNoJ0Hnw59sYpqmwtRa5ehRCMy
Lmaqq/MhQZ5rz00bfUJhwXuXZnB+laBuxe3tx8cAiMV10BVRtjUj+qpwU3noobSXNEBzyMEoGOYT
pNJxH2xC2HZR61VPMA28d5zN+iKulEUbch5ZHkSH6rED3Qg/mZ05wJw50Vi1tODhycqTTkVXCwwr
F4juXYy/kWEswFKYZjUXoeiZHG1bp0dtNWjXhnpm+civhsDM9/SoxnviTPWePBAeWAYGt4xHeyj+
3Li8FqJjLL3sdnZlfZcGftwe4AHLdzY7Y74uh45nI+mQIFMQLAYiVaOkMuuQ0+2oo5Xelg7AjXCh
j/iYzYtFnVVWFsgDacefeBXV8EibNNJnHmmo+8aXqrlQPB95ODLieI4zbu2U6dVlkfJ0wvlLIdRl
rLrprB6ZTnE6pWnhoRpbH9ajiBUpjkyMNFErDK57BGgflVCltSmjgeXeq2xuYRLJeL67io3OpX+S
eYNHSrcnMYvLJptk6o2Zjqz3HIRfGszj58wOaAuTqdHcdvYMd5A5b0duGStzwQtgCzJ+uhCQqEMY
oNUnskigRC5mN20o6nkDpR5/TcdZ7CxdzEdP+A3nAN3vNYTj0n1OsyZL2ELG8C0m+uqnDhUXacqz
blcWMZuhBnYrpG6LCA18fdOwq7u6PBNEjZ8FpSEOpwBfho51X3mEGsH5aCBB2lt34s91DEuJDb1I
oqvM9Vgjk8VmnXOjkkVEAK96YEspdpmu6rWrjPhTw/19VU9pdByxp2wg7gx7qH0MyyZq6jAvF07S
bCV5dy6HsiV3oSjotBbE2xiHORcZ2FXI82trcIkKHWY97CyLmSvZ5zXFtqBLuosZ11wwMD3hrIhf
SMJC+ki7UOEjb+76+m6qTJ7FovGCq6EahjXnwdtHdWBAJ8sbog+akhAlt3UPJfMEBXkCWZFlVu6d
w90NHJAAVOqy0n0BQH6qkknk3VdqPMKMaIcLRqG8sjoPkXHhoP6jeND7YNL2vteTu9XK5VbBYkqY
KZb/cCxQOK5EPI/3juiIM3caXlKub6NvtOfslkKL5BLKHm7eTgfMKOPKh7Y9yowXJtWhBXIu7a8g
aEHXJLsYsEjbIuPXk3lNj+qqN0H8+QXhFF7Bu4FsGiTQ1WSA3B/bA60Jvo0b21Eb0ho3SKSvKQFz
ObDGG0ULwj/qXEf9LFT7Xfa5/z/D8tAh/n133Z/+4x9//F//+o2pTvIDP7vqDM/+ARWhRBFGyxbF
oo1JYPzSdv/4Dz/9FfoqtCq8Zk2EuGhufknLM+UPnitoJDHTELZn2giVfvHVnf4KYx3MFtxp0iPd
/ff46r7ToLuujzSPUYdlW3jdTuLUbxVRpq48SUFhrZcuMHZzKvd2TVcNdijwx2XVjndepdpQ2+Nb
q8yzwEzEmbFUl3YBKbxcmousGKwjbp5tZkCGd7unn87l77rp/uzZ/APhSeM7J6J5+/L+h03RJG9x
/qXo2p88oG8wIJtExd0//Qd8fn/5r6vhS9P1zZc/HF+q9g/bvnh/6Uip+/5nTh/pzz/U/tlWun7p
Xr75D0Jxk26+6b8086cvbZ/9fDj1pTz9y//Tv/wDn5rfcjdXX/7xH97KvsDF++mL4mN9fSMxYRXI
yn7l3vuv//bv//LHH//7//z3f/3nP/3zH//Gz/4S2ej4P2Bi5KXluA4WmZOF8+e70HS8H3wXnSRJ
RLxpHRtN1S83oeP+4LrcY/jCbIca/SSn+uUmdJwfHAvfHFo63OGoi4PfcxNiMP1WfYb83ZZ8AFyJ
AqMp5otv78JqztkIG6A0G9d8LwZgdNixSYDScXosiQLcWJ7+iOsiOkt9eQmKaoGtnV8QyU6z0hyO
fTw770j3IXYkCzghVtibMbLqGzwz9WU++9OZnJoORJ9V7Bw7c6+Ezt2rbFAMB5f8ogW8vZIZWbxL
P6uNCgJwwUv0Rq7gDckG0NiL+jGPIXRZEiySFOp9NhM2v0YE686vbvNZIRfyn8zBvqkqJ9lbHoql
EV44BRhvNazTNyrTr7SXaYLBRZwptBjq+YyNJfxSE2GZm3U1qcyLQPi0sGmYNa3A5cGq1b0V58+l
YuooyVG0cuMlNuWZ02cffVSiMhXOZbKoLf3K5sw+Mbxtq/08N1W8sprKfMzr9DUx/bt2dvC2sHOn
Sa0JDvMuI8c4iF4aG2TNMBqK+Dzu23JNSKK/JhJRrLHMu2FighMX3VBt+5hPB4+BTMZJPJz6gHgT
I2orJF4M9CjM0aKu6yL7wPsu1sDQHkTezKRqt21ozma3kYo/Rke/S6OlZBV8b1En1VVkkVIcydFf
N25x3S7M+edOZHAWy/hdoe9dTUnR752hjZ7Hyo0elZYxld3QX2dDFl8DaHDWCkB6ZSI9KKdsXLMX
akMoEM4BelNzRqA1DJmaZgLCQSKFEo4vF0GYE26mR1gepLdIhQ1nyaptvZxyMUTybmTOTSCNgzny
pdE15qAJ44/iJOu11UdSjXC07eKCJqCPm55TpKTTrpKmj87ENDMNHoxpw23CjjRQYq/Giukme4m2
Mt09ZDP2uY1mz7w49WGe+Po8CyA4huHYZQn9OmopYrnpwSprfmA74eyYQfirAc7Ame7m9ECVkG6L
NrE/ZwBBUEBxgynoXIsYHyIjA7PUDqRJmPKmdSLELZFr7xRzFaMdoCpVTv2G24UWr0/kkaocpq0k
zAhp3qSlfh/19KBrPjeY8OVYjcZ0n4NxWDFVN+iMz2QfLcWd5w3Wps8Y6EqP30JE6HXR2DdpUk/t
CnEB0xO7a+lLkEZVqOguqvUr75BbJpUQxDXnIK3agDAYzjnRpmj8TPfGoA2/qn3mdboGn59W12Ic
jiiFLkxyO9fLUlTEJfEkyRJEU1pws7cdd6c7uTsUmjEQZm5d1+R+NIxRXZBrchYgn10bZXFd25JE
Du1dWlzNVUOqjTERrmAMHt7SEtBnV95CjKeyWsrnul0elJyxhwjrIeq4T+YRAIeR+92aLvhF1uAU
ShTpY1VScNs5RM9VlPkrEz7FXUuMxIYtKuCsjvVF17mNHoEARqPZJA7fvRHwD/zsAlm4G8o5uGuR
H5UD9xOOykuMYUybQPKt4phIrHYU0OqRzqMv6YawdPXHSWED84PhpKXysJ7Yv2uBvqQjbITIkDp6
/mn9Q7bCZKjI5GZWiUe4HncRhLMHw5vZKaMZ3LhcJNrLMTwzEjRXNRiz0KGBG8L1eW0t5wbBy7Sy
fK+8QjuDAnGB0SYSlzWXzf1GGILkNSiOYW5wRcrGBIyqhhQIhg9ZdEWKArdn2WVnSwcTNg9YPGTd
PBZm82jkrUCvypI/B7W/nubiVjZVjXPXaT8BU4H77Xpbl571xkgoPFhTH7AswPlv/TssuhTjfBiy
FJtHemAfcRW9OF78Ab2/OaMdoVk3gRb/9LsJGEzXYnHPhl7eRYR1kFODzoSO6Os8ZIxvyhw8M0MV
bOl1tY1HiDgo73dFPD+AO/ywWpR3eIvNQzCMx9pEnTXS9IGl6SZhGWcX9ZxeQO5AfxvYl0SQHO0o
mjZLw2vJd/Rz4TSPTZ9bh86PTTREKJ5aPOWMFlmtXfI37LFH/IuQICApDupvzcjLoBHa6qU5Bj2o
g4TB6Gpk5BhOg39pV/YN6hX0SKq6Rez5TGriva4ZAaqYewHDJjTdnkvr0L9YmVApgRen8AEz79JU
6MEyZMW3pAPLjdVpUtcgpgqL18HUt49ZPTLOM/U7ZHaScHoiwcYeTcSIv/7AgD7BzIRSAFOQeYcJ
yw2H0XbDbnFuRjsNdm5mBGds5ZDHoPkjDZBrG3l3cEFAWmcV59jgfiEc4gOw1S1a5Wua+8/sKxW4
KP4xY/5XNfOjirGtrucHCCqXQ1nXO20NEjgUGbPoL1PAj81jvmRBmGjOROcbXwLF/50peVYE2TP3
wSOkbO4DR5I3GrxFyM2EL9E4gIm8II5XrOx5iT5FU3GdpfODyqpHmMm0wpgvHO0C1LHbIn0KPOML
b5qWAL7kwwDosgUMYPMSzJ9NIzrMlZeFY6zeDXU69SXTXhex1iopmCiPU/sIjJ2cJMVnNDnNA03J
M0POD8Dio0PqD+WmnHJ9Y8CroqOvzj0RG3fjPKebxoFtiNrrHTfBxzypLcbAd6jTLDVlTMpKlZX7
uULCasd8OgIZ8AslcYDE2J92jlisTe0yFrRrLiwvLIhoanRAco6cJEN/BAlPW2Nw7cyRd2DCMGNl
9skrSsYDVCUXeKnBrJilvO8DSPDu6YR4LM695t4HJcygFWGTGlkNihmkpPAa+sjMLMIqHsr1wECR
+1uUJTwgCDXHZjCdBzPmbKiORddlFwxGjKG/a/MW6IzsuipsZ82IM2xsvnqgoSGSP4wbqyfeL+X4
ZFiwHEHZjR1x09GLYgrRIBN3eTCWWtq7BlLVpWKyDjQvBlmEbfpwWilDWssPSeFHL83g8WWy9vFU
37VJTnBeOhY7TUzhRlBbhX5BUVNZLDkWVt0tI26xLlvW2Qi02sqgENwAArkAV8i0LHXXeiif8zLp
t9TNu27sUNsW6h0yMbcfy1WasvoLA/lZragc7aggRhjd4VGU0t7OdWMhGwhaGmaskHrgD6vi1pQO
LTztsHYbQzNcjnWFjcEVN9BPtzbdwYtE8tSg/6RdAP2nH6trDPcFLywkWbFXMoNKMJDlLWtkwnhk
JSDmNTnLTkYuGNWya6zKmZ9EBkJih+kxHJXx7YAUdDvDqt2kzjSE0E7zkFCV97JKn9UYkPV0KrHj
LPeOzK2qkCUrXcdFQAMc6ispg/6dH9uU0x6g62kxT6imBhnSbiEKiVQPbc/khQpeZk6V02SndUHy
pDOd/bQYJg66KRhKhzx2PzrawxvQL+TqddRB2Pr3IMjwCEV2ukmGlNeui9Br6LiDLcecz1Gw+BQE
8Ycauf5MZ2cKanm3tNTL0xLDm09gpCYQB9d1w5tI03q5SFIPXH0cd7v/i03s9/vOr7ed//SZjLTq
y3vy8v2/+n9xd+rTlfj7e9Mf/9O//el//MuP/+2//Pifv0EOQbf5c3fElN4P7Ek96eOExrrz1b7U
c3/wMcqC+wnACMFY+PO+1LCCH3BMQpFwkQCceifsZn/ZmBqu9QMGIMFuFfcabxbh/Z6dqfmtLQqh
uXliLgCvoDUC7up7R5ElJtwthe6eQE/6W1ep+fNo0vtjdGSEhscY3Gu7wiRgOxuOUZTIT65w4pex
c4l2cYO0/7kd8ne5RCcb1l9sWqfPg8wX1z04MjAQmLa/3SiTMxeZI1GjTyaTwXNsWfUBQTMb3tRy
f273/d1Dnfbc3xwKLAkNKN/CTcVpFN91huA/zwKcsX6uop2fw5b1VzST6Azh5mBL06C/S7Lwqzvk
+uff/jWX528eEwV5cOp80Y04XY6v3PcMPxF8+ByzXZGvvWMdD/VGrY3fsAF+R7vhNJ6+21fH4Y78
+jiuHIaxJwP6udtiENiqAwvy2YtYsX38jW90uhf/+jR+dShag18fqpYmXNaEQ8mVwZfyQlJeV2Kd
hG/1ej+u4LltfuvKyW/bKfT0OB7nkNbNCWLwV/SqDI1P1GhtvbK3xDSkCx/fjW6cau0VHvBqKRoC
syUZFIjIKpSXtVeW5LUAWgzA3sAUJvrZoA6obKYCyGOKioRAt+EVjiLLhibKrsamKBtzCDkthTLj
Q9khyjfS9Io45wj/0lj6hEmQ0MpedzpR6WcTJDxp2waVRuV6TxFQ5/0ixSmZcQoqph2oCXdtsgxk
CvIA0R6IAOPvjLntCQebpPlWlS3hXhrpMV1CFnDSpRa72UxwidNVMUb6jlwwYj36EUvlqmV9uWMa
b1arfixofhRLkrLrscgLX9mjmwS7JLKXIMwrlEtMznqkuarsyXfEKtSm8P0K3Z7btcn71s5NhjcB
DMmQAVzvrwcm5VO4FKpiAuwlRJciRLeOo4YQvEomnZfnSx5ZbQipBtyj6jvgwp6DB+HXn5nTDfT1
c8rFPq2QJ9MxS6Kwv3NuBnEQJG7eLK+xuXS7xiTFZ+hn4+dX2N9dDb5feECuQXEDDeVxJJqI3z0x
sy27tBIRtiLMqCH2H1zbkjDSoEFJ9etf6K+ezp+OxRrnBz5fDGHXt48M9lHdJG1mvoqRNZCDVXa/
GhDcCkZyIss2nVfnt8kUJ3deF0QU5LpBaxT46XNPMIiz+fXP8ze+uscp9lkGIRgJ97uP0zaNYkme
+eqFYhNqGiOWMyLXGkySh18/1LfrHw8qi7rHZQT+xqxSiO/OcsxGWVl9kT+xOmZbwANG2Gs/JWmM
ZqMTEeguiYvEoVQGF20k8vtfP/y33/R0+NOBRcCVdhHbfT8MWOamb1Hk2E9KVxhdA0S65TT0GzeF
Mv3rh/r2rv3pUB5gM/9kxoa3c6oJvl4W/RGInjYt56lOevsaN5Sz9bEf/caz8e3i+/NRTrcsry9A
Mhgpvz1Kq2zyILrKeyrrGBUD7amjRXBiSNLATMSEY3z+nd8K8IXj2S4fXJyu5OnzfPX+WiAMzN0y
B09J5sG5nJW/KTPz/dcP8ldf6qeDcKnABCLE+t7Ezr59aXJO6hNa1HY9+Ha0L10Q3dIiaFkzsPyN
+/87V/VpbAC3iwosAEBB1/+7k0guVtcxTo2elqAlqNXBVgW6QRzNQBbw0YiB8FHfweLWv7EQMH/i
fP1lbeP68RTY/B7m354QnvPdo9dVfpYPpWu/DHggXnNMw2qHVU8D4++aobigo5hkhG15vb8qCiLQ
N4uviTZUflKx9yXvo97RAsM+Upoyb7bDKMtXqzbg1A+0FhE7umacnvVWt1AJ6Kh4nfBO4joi52nA
kjjb727WzB4dhaJRR4e2AWx6h1JIQW/jZVVCVlsQ4fShdlQNWFjSg9/FM5rWzTx03TMtI1vtfaKP
6TtLxyBIwx6nhyrKdL1LglgSIdwY0WVDYFm6o9WZ+tvFkbib80E6R6vOAFeTUwnDfCkIOU1Xkw2Z
ZOMEvfmu6b5i+cyZ/J4V9gCgnaS87grLTwUnqxndaocxyBXboJ/NYC0pdh8mp/LvSwS9HfeKlZV4
SYUaQoUffj8g40M0ldnmtHelYkgwE3HqHEvSFehRI8cx93FpyQWfHcKKvV1QM1/HFV47VPI5wsIo
cYcrHuwhI5jWzNJ97TTxYcoT+Pv2SIrKLmntHLkBORiIX7FoEMpR4VteT6Ia3R2zxihYBew0uWRW
VpiAMhJ80D4NLfQdbTUyDccb2eHvc1Ac51wXgokJKFeQs3z10aJ5IgOKWSwNLzLOkV4LFbBseiRZ
aJHXOIF6gJYry7CIFE7clK21GllPSSZSD4tHdBi7dAZMJKFhOHB7BVVfsXLeLa4aH3J4yBnyhMa9
KVTQ5GxK8XKvypEcqBWOMefzwB7TXeO/IBGBlh3wgazXoLhxTqp11vT11q4x492Q90w0QeFFsj3D
l65R+wHSwiZuB3m/A1ESP/RQ6j8jjFNv6Rwo+1Dbuj7HmpNGmzRrS0hR/Wi8Q48hUqS2ce9vBOim
+6Wx4g/6SEQ70PLjLAVTa3M7G6dWFPkS8UMFXNOkVd4rSeazlV4b0un6sKfdsu3z2OjQK9feDubc
8uA5HfFvZteXvILMaSmQh1mwmtnyY2LDURWsytjz2m06IG09o3sWMHtrrcMEApT2jyzHJAT9YtHo
m0eTvo5olo3tUlK2XuMRIVcutb4DEBCYzxSmfvKeUkf6l12m4ivVF8a927bYcAcx45EtLAsVjQja
qTtP3HGcVn47awYLcyDOldEU6Owna0q3Ob7WgWzJqNJh0erxTnmZ0Jugm5xjPgqIx1EbPFWGphi0
TC99LBs0PdivamJRrCUyPtWkmFMKMoZCzmXiNu2Kwr/RSD+/MFYNPmzdmZ/bPNL0r3DWWmeNsfAD
LrZGzaTHzwAsowkHq5ARfADw2blhnkYec6mKadMXJSRrOwMvcPrw5PgxoD1JaUenIluwaY/OpJCr
VbLuqbWBMr/LPBndDSO57M4QfTBjlxm8DavZcIM5NXqqUTDKMKe5ckMnOXkY6ry/mxe7nFa1VMMn
o/X1c9yNLl8lPuUjSa+kzcPFYvaV+YInUkTemjYjYOy5l8PRJ1gsWjFAIZxyHlJOVQ87tqGv77Rv
wzjhbSTPQnhgGVz5WqUIoWF2z2hRh3bJGJlEbfsh5TCua5I0o3W+GNmxRlh9mzjIoEMsSeN1ZBb0
LFkzlilM3YLAOxw4qHS15EoU2G9u7HLGsyqRBpEo52IJWhXGwAzWzTSdJbuQqH6bnm2IIryYBESW
sOuawNUB/6ghHpVI2Y6n6Kx3Rp56PdtlgSUgixF+XkpFEune1NKMVjisyW3NI2Xt3ZEqmqnR1FLw
W6Ye12kKaePAkmWRuC7tktx32BYEaNS6qnDVYzJaFVPpffYmt3NJzY2Mq5qSKtnkdt5XoYE7rAKl
UmRPUEqce9qqcAdao4GhV2fmvKxrDE1PXQQZexO0qILo+QfEYXej1xMUpvwA4xjRoyyNijAmjIUG
qRrtpEZE0REZCDD1OxyGWUGk8GDoblork/yMNY1NNEFyqSThzb0OCKufYjECkjBHwA9zVWzGytL3
s+b3bgpw9O+ZiZ2CDzfmKOUYV+SrRY099xFhCd0aN5TZcP6wcMGG98AcxMRfl0xri5wZAD46e0NO
griwq65+mgpsICvfnfOzkZnhjO8SM8I2iyXTbLtEC/d5CIAvrsSEwo4wpsLsVk4lyfGcLIk1KVI+
wysCztCEacMLMLANs/fJoU/+lhcTG8ioiju021XyqUin5C51BWMsaO7NBS2iisi7vj9VtEuOoUNT
aOIQIe9yAKmOpJZ3gY5u+sFtr+wU4xmPlSk/aP0sBNE5kXy2UvzKm6Frlhe48t2yRbI83WpXDff+
NEB28I2GCNCKUf2VTBzvvaCMYBimQEuvG5IebtK49d5asA8fuY09xDci1sDMq+tq7XQ+OTuW6tgX
q9if7kQ+YqToVc0W1m2DQaHCwUjIqKLJRvgZxrxfrMF/nkvNztYR6XiXJXUi0AxGLkJzZEVIJxAS
XFOqOW8KKmu0qqOCnTMhbe2r7uf2qivK/83Zme3GjWzb9ocuATKC7Wu2ai1ZliUrX4iUbLPvg+3X
n0HXBa6T0lXCBwVUAXu7islgMBix1pxjgoXXuigNCTbpfHAY8CjWAZGj+ppQBSR2uM4Vyt+abgYQ
jZ8q48+u2CgmvzkPUGFNY3Oriq+5meq4eyrfzXcNB7rnptdqvq+TE1MCF86QYjHQEramhe3ckh8X
hlvLDSjBxqxMN63rls0KJkyAXla53LNMLPu1wNUCfsYlSDRpbLzihWc2zI1oCA6JmUff+xDJOY3A
sXlobN2siC/UC9y5XhUeVJgnL3HV2MzIxM6ObJbit6wTDgtX0Q5inZOndG+NQYWzwNHJCEPEyBEy
CDvv2Yh1dU/wxICPzzFjcx0RenM5Z2jcTCJ6Qtdc3BV5ED01uWuYq75AXEByeu1MeG+keajSPEEm
HxReuMv1vn0Yc9cJNwO7Tn+VDbCd+HMuK0HAe0LvxBgGbzdUNQY/GcfRLSnHWJ4y0wCkgOyyCljU
WKYiI/LtFUir9IvdoZ24MptKkPYNS4261VDGCvAKkb8XoaaLiwxP8ZqZ6N9ONlLYFa+G+iagxYR/
GuRaFpl0a/wQBbFhxYcOLz8faSPDuVxmHakmimSVZ5P3FM+8wEbFu8kKLOIxvpGpp38j7dZwYaHE
CCBKKyXfdK6x6xt7IIMNNX+Q7vy6wdZUKRQid6JIsmOpFzbuzqEjS5jYYUyrOg4kOhS9Xw2v5KIF
VHGynpp8jjUYucfeN2TWbQV6ZXhnsCRY/bvWew7zqrh3TU/dJqhw1Np0SZJYeQmIw0MQNAjTCLSx
b5ByOusWnHW48weM+I8JQZsCAUeBOtNw6/ROM9lf4CA2YcKxrtAGaFH7rCxV0AXy4zR5jDsiu4Ad
qbrYtwK44U7vJ8JE07K2CGoIZ1qZro3Oaz6O6b1qZcQSxaf9UovcjpVEN/Sv9jSQTqbXnfvdh9uM
0byaDVDtBDXmWvTSJwchKOM57XTWITdflZ4n9MpxPgU7TSuoiiUZXSeat6X/FiUtjX3KHPIuI6NF
rQVuzuZCKKe5I5JSqEtTsGxi2NQpRJHiQSq0YY5i2o5aHYYIgO2BvpIam3sKfaSMOkDfr+tmRChU
0BrVS5YD7HKFnm1rOPj1qtXZg5CC5XgkWqeZNHaOmbfkGeH0uA1Ci8+C30SIWoQ9RXeVR/SXhucE
g2ZexezU6xoHqu1SXEAHVWh3SunTsKsg8Op8Sdzupxv3IZyBjgMY9TeltRe0FiGwe6nNwQYtBVZx
arYY3kGEHIy6DY9+oEO/4Axn76oONLkbQAlYJfS5gpXi/HJfdR26q6gjkmLt0Pr55SnfJNsiz2Mg
dqF/xzZmlnKIsoYDg8pGtEiFVikrFuswiqNXrwhGeqp18lDxqm2tAUQzvFLXfmBSuK924twQkrzR
8wdzYJatYtd2v3OKRXPj9zgsr/kYt0eRC3Bf1uh3d26tNS1ByqEWbUh5KTC5EgJzOyp/ljybnZbh
tAn7INgIXQVPASHYNZRzSHJb2c03NthpE15lbSvuMLk4xfVo0YJfl6Q7vmgUL7F0cUImkXGywqtA
Q4K2YQEqfrZ1xuJflpFVseT3ESF9NDU6qpSB5+MKtrrnkELDqyA+ie0zZ1hSWNrWuoqicHxmIoiY
fXEkER+JIn/MDWpxmzCMSecJY8moBqSvf81Ik0ctOgejwIEFyeEFsDt8VWdfMb+n3ziVZgfdBDZC
XG+qPRNhzHuogqR+4nAePmlFmR+wALavSIb6J+A2sl6VnI5vMGWUxX3ntsSE0HbWEHx3hmjvpGFP
j2bXZa8jL06/YlNgvRDZ1aqd54f2nHWnBlJAIUE0rzAn87fRdzz/ihxkX7/WNSGJG7FNkxhcrJs/
+BH1c4YI6Fs8lMODhZ+LXZOddDeJ1GiiYp/xFGZYmxaI44/F1wxMD08FXDw229qI7MvQiQiKQf7N
2QZ1FoC3Xg4rz5zGNxCer3rA67/xCWq7bqncszfI3WnTxqwmK3jHHGZwyxOmOTaT9b0uW2rTEbq/
nTJ0B0MW3xGPzrMgAKtEDcQ8LUYdE0fSB5zxQ9n8aCh40TPpA7xcNq1eY68SEaobLGEOgIQ4oY7Y
gy95xoPUat9F42b57cjozXlEUwNvVNgAXSp+KKqltu4e0E2W7PozG/92l8lOPAdTaJCxhRQXC47b
5zYWibz7HeWdJH9bL3KinzXoItCTmilGMW/a/aXlE8+HIz6yCD3Ti++mS1/tPmDQLsh8L5Hnza/X
eixd77Wf6ta51uB0GNuwrvMrC7iUcaHnqBUQkNHu3eEWQYI1FWBL2Cm5pYNAgYibCyni3toVAuHI
zpjMQV0Fg5zibV9JmbOlGfT8KqhMLzlMqN7qdZyZo7WBhlZHl2RNDO1lkBlZde3Fvp98owABPBQr
Dz0GBsSZwJ5ZTo/UeX7i/qTm71sswnulZAKcjVA8A45B1j2WwpA/OB8NM1RqSp9CKUw2ebqaedmQ
N+5B4bjuusM6ZmwSzHy36aCbPv/Npsr2ToifeeMFIy2YlF3fvLMoim9JqOJnkAHgHVoYQjSTEoQQ
mw7BXQOHI+Gc7dcYEVdGBfqPqK9o/J5bBu2MgbLM15g27AxSKqtnIzVb7NrIY8prqLTz+VImmXWN
WxZ9SJPk1g8XChtu+s4qHjMCkS2gTpkWr/8PHQxhlVkrX1rbLn6VXoQ2LdLJL//XKqdAHE/Jnf0X
hdQlFZTkKDOyVZIfPFh7+2gk8Z2AXTa22eRvrKRVXz+/3ruCNKuzkLrpQC920esvSo1WZRikvHI+
9vqQzGd0xms9aaoztdR3FfaTqyBbPS0QO4XVj4GUnMIBSV2LghXaDueMrFArr//1huBsk9kiXB23
KbTn00tpnWKbCDv+ADPWY1uVVpDV8vbx86u8vyEkU3gRDHibqMTd+f//q+JNxUL5w5TmB/SEIEw4
1nCgCV9x5flnavnvH9DplRa19WGokKLreX7Q3EBdSspMG+mVvz+/nXe19VlzoNtzKw1PhHQWz6ei
LqRHXZ8f0j4gCKdw87sgENULvAD5pXcn7fLz6xkf3BWdWgMFvoA0rS958w1RirWaquYw9oX2Emhl
Tv5uolnfsjpKN6Byyot8CB4xSQ33ehOQR1ejsYTnWNtfJ1uR4gd46cdgKv1MK+qDB+sQ/MCPg8yL
ZGbR/scdWXdEvTYHi/d83xi0ndrG0i6nsn37fAw+GAIHMIaJ+UTnMLJEz8LzwcxXDtUBahWkigLd
HmXofwtXopUA8RePAW84QF5qqPOv+Guipsooy97M1CFOPUG5IvuJBTNbh3SGz7QtFqKR/y7F5tVE
1StMmxfw9FIDhwynD5rmkGodUJC2EBdUgwl3A/NA7LLfXwD+D28hz3VPaV2jHlF9eTsZjfhlke9x
Zh34Y544aaKgg6EeyZOkncLKthBVDKU5tW4+9ofQxLOMyL5jm+2Fsb0HdE6+k2DDLrZIuRBUVtTN
NzbWaG8Hwja478mj+mH7qhJr7JsI1fvOG1qoV60FYBCbxGUuYhO/rk3KI+UFci/LSma3moPsLZWZ
dudafTltJpkTKi7zArtETXGPAL3J/Nqx/N9pZHlOZ9aKdy2r+ZZpjiFg+eNtWtxy6amWpHuH9kuJ
tdmmzrVu2YXsVFxNG1gs4Q9ZDepI02Xa/eNknptzOg0znj6EkuWq62fI5uFwuC9RFhk3BaqyZy71
bxzrPzOM6SwgNfPO6HSKT2eYQ+ymZYdGeyD6uDqwH6tQxhvZDlxVs/n8hj5YB0heI65Ll4iuSEpc
XEoamZtMvjqkFtpFDSQvjpb8Oa7q/MzQvWv2oS6Yp6ghEQ8TOLN4bUrNCrDJ5dOhr53tpNmo/yq0
xYnR/7JjbMkkrJ55U9/dm4eCbA6FmL+SyGbk6b1FbW9OhSvVIVAcc6zU+MY+UJ/Vos23fxxFrsQr
6M43h4rij2Lnr9Wnc4WWp1XQHdyWEghBkuTOQmtcu8Lxzzyw98sP15p70A49aNZvd7HSOSPVLb90
2wNU8+lOU4V/jx0ewkBGfHsxdeG2rGB6TqZ6QYyd/tDSFgFxFFqI+Qf76fMb/9ONPll9+DWOhWCE
w9gcGTR/cf+68zHNSl2Lyu4QcxRadZ5jXwyd1+3o8dHYHAwXU9bor8h/th+crtS3HEytJyzOOhUC
D513o798/pM+euqzTgbr5Ly71BfjozlNT11bdocWtNmNmSVkpLZWdUUJ9twEE/NCs7j7OYADG6dE
jEio0Ond53bZd71oh4Pm2EBLaUVDhqYiM2NhGme88zyXI4LbiuHJBfSbAsq2vD1UeFrWqcr6L5pT
gz8AWETp2+lSFFi6Az/WDP+U3Dj1XlF94jhWM1CvNsf6J6PXtKcUnMPj58M2D8u7W7Edg02rREyx
nMKgJn04jHI49KCf92PcpZva9fMzXyvjg6cza3505EwcDN+tAim9RAM74HjIjbCGXO7YX6ZywpFF
TPdDKDG+w0hwVmFWGV+cGDrO1JqM2Djg72jcYAe0pr1G5GZecEoZLj4fg3myLseA2BROI4LGg1i+
WoaoExVN8YhFwcJfUXfZHK/7Uvm8Y2HXF2c+Yx8NOdyAP+GbJEKKxRaeyNR6bnyPByrsdOj8Id6W
wVCeWXc/uCnkMZRk+GJCCVmuu7UkiSYS5XTQbH0uEkbNHqIUXG8djAOpS/+Lu2J3JFkQWXgdloXT
d0K0GpIIEtEPva1rpDnB6DBckWw/f1QfjJ1nsK+kluOx6srFFiArgwjgWz0eKnwd9yEY49esKMSZ
J2TMn7/TGWHP2VSOREHAtZbBdoMlehdiCQjT2Kmv2soaHl07gfmu0OyvM+pMe4Xd59KobPrkWPAO
BXW+lY2Z5AbrVEV9hn3JSHnnVrqRXAPgYLPvGddtQoMu7+P8zBR+Py5sgsFJsDEy+ctZfGVtkt/B
7BvGgSjpaFcSsAUWxAzPvMbv32KuwnpHvhVKW2ktNii15srW9n3jEAPA35Phlm3G2q82HlaqMzf0
fvoimsO8bM6fGV7J+af89YGJdam8GJz0wbWoSY+OiSPTqe1bz6yGKzrIcvP5xHq3TWHOcind5oVh
KfhzovvreqMRtghwdO/AfcM7SyxcjaA47GBF4rpBGTka9yV1lB+fX/aDD6nDC8NdivljgvH69D6F
lVJ8rZV2QEAkLlgVlPalrOzBv8Z11kE2S4JbPChl+9VFJosHCKT5D19kVbyeYI8fGpP+7drwPSqG
n/+091Nq/mVzoYYEYY5Wi4cd9rZXEMjhHzD5wIzxivB75hBs//lVPhh3k48oe2sLjg7CsNP7x1As
fE3F2iHpZ3dOSjKrHRgVbaywrr4AbI32kuySMy/4B1dlavEk+XzPQbXy9KoGERNBXtFw4ASjXQaG
Yf5Kkli8zIDdvdHm1jbx0uRMMtz7KY0okpA9nRoEkVDuYkCbscLE7k3ZsWbze+nFA1rmtKam3BTh
PtbH9unzof3gAXo6btI5NoV/vKt6CE3v4mrIj8wxtoh8124xJDtn1oT3V5kTZuZah2M5fNoXQ0mD
rBK1ssujbU0/odw3G73Jzn3MlgsP53ubQy4vJ+pIwoQWF6HPIkqUP9ax9J1bFib72gknuQqtwtr/
26DJGevB+WGOy2ZfK+fb/WsdwOk+GCX71GOm3OraQtO7HoLAPxOOtMiV4r/LZZh9HPRY5qhQLpY3
x9CQUbXMhSnqMzSEgIf6y1J0cXRTOZp1M9pBfEs13ZsNq7Kkhegi9sAO1Vk1BjW60hM2tN0E8B8q
aAqXHIFI6O0HD/bHPo8IeiL9Duk8xmij++pNrvdU64DrEHPUqeC4ruO0/nzolvP7zz0xr3lbDMN4
L/DukqLl+MzQ9caWoI9iO2Y9sQWTeUc3PTizcCzn3eJqy4A1RIRgvzyu1sLW30ilrE3h+MmZe3o3
8ebnNH+G2HNA2F+eJdlrKCMznexYxYlGYINs175X1bu07359Pnrvr8TOc9aHzx4ndHOLhTBs2mCa
xio8BinPrtdsDnRgDjEli389/LM5mx3eEosBWzAe1+kcxxWJhjMdoiMYO8iMRU/PpVLWFau7feYp
vTu2zteat2o2X3KWvuXyQOxDSOS6mRxzTIg4REy1KdD0I4dVoCSA9cKtcNwSJveY+7/wsA4bWcv+
JhxDzNYx/Y8zG4v38+b0By1unlxBO2kcPTmiRaGBZWTaBYnQbO0+f5wfXQbsiqdTdAbM4sxfoL/W
kdpws66GmnyM6kDf1F6m37uwtF8/v8pyn8ro2hZcAYqAbB44+y6uAstO5SRHHfWOHEMr1dsbqiLD
NZJ471kRO7pqpBduySOdti1paGe6K+/feLbHFAHmzGAXoMxi1+mYqEqRshVHukXOTSEK5zLOcEe3
UVzQtp95ZZ/f7wejenLBxW7JF2GFUM0tjipps70d9NW+dbvuzBR5tyljWKmpYjjknljP7MWwWvaA
DtwvymOYlOGPQoPPLwJ85tZotPDWEQ6FhkkLmjna7gNbs9cxQCawcx41z4k1n4qa5W0/v/cPBtvB
EOSI/9yRyyz3uEGe1Aq/PprIlG9SaAxPLgI2pHYpEboqsM4sfR9cz3X48OJKZHIZ3uKbm6StE4Eo
bY7o9qa7AU37fVVhNQ5gk9wCw/F2n9+fmKsmfx+6GHX6NHSb+CrSJncWF5RlhV0a4eTRd2oDPFsG
uHgVNQoBj4KR8qYB2n7yJl37qRKMyxEC4wsAaykWvN7PvtQDM3VT8c28tNge2/DOe0/fVPi09FVb
JKC6sR85u7rM+2JlDq7z21ZIGM4M2wdT1CUQkz29dHFZLtsE5mBpqaGa5uilrYFmw22uC4PQi88H
6/1VOJsiCxPsVPCLWIsKFEh0WhzhpI5W1gzbQCOGAH5C/s/3wlU8XgJwZRSIlkmiUdrbykR9drQn
MrYMN0k2qHLlv77UOIQFzldShD0TDf/iuTcs91Ekk+mYcdTb6dHkb5F4Rmden3dLpeRN5ns3I7G4
1uxJ/ntBnr0HtR567ZH2jdZsw9DEdSHT2Nj6gapvYznol4jK+hRyNtXixvHSMzvldy8UvwDNIu6o
eX/EBD/9Bdk0cs6RendUEDyvx64fEex2yIJg1F8grzxXpjw95PDNpT8kXc6VHI6ZksuZaOQElSV2
NdGELJ+RJRYlIXkTWTipJS8sC/1EGI3FOXOWMR9j/t9r/N9lWTMow+IofF9NQ7yh2tIypoMaZfGQ
OYWSWDGgHuwScsGN9eQ40ZXjBBqKVBkCsCY9ymUHF+fpubbN6Z7qz0+xHJaTuQtpznH3pyMOvBat
vUkNTE0ukAPg6msjohBWDl77T43VP5fiXjnG42bVaWgsLqWQlqaALPE64PnYF3gz0K5AREYQee5g
vlgo/1yL0wGzmdMkofbWvDj8tbeQvpal9UDcqFdGgQP3ZUzui9hH+8m2vIugRgf1YxejzJoJZ6B+
ctUFcg2FvrrR5eTDnkKPdYHeDYeFDEpdXpOnW93lludr9+C+gyuUNtqjZtD0hzUiID4QXv798yXs
9IX87y5YV3DhS6qG3p8a3F93MUZ2PdA2YXraRkNgnauMO9MgAaUa+vGBJDn9Zk7Qes1k3hGm4+Rn
zmAfTI5ZGjLXR1l96LedjmI0NqDp5DQdOsOGDaQhyIrYLOFVqIszq/WHl+LjZlC45LEt9/bdkCul
KXC3ZoRbuyUr89LzU9RRDV6Gz0d13nIt3j4+orzvmPpm+9NihyRTMUKndoxDhhByE6EL+tXAX183
AGkhlVDUUJXmXYU6DOLPr3y6vP33PCFXmh7lRxZYsVhgixIaPWRqcYBbWr/FfDm2/GlzroKGl9BY
4nMd+Y9GlaqGnI8VFLjftS7A5lrppPHK4QjcYKpxr5qehIDQMuozb/f7e5ttu3zUXVANtH2WcwWs
DS9WJQ9mxpK6TswohgVTVT8wnWP0icI8fP58NBd26Xk4BaIJ9qEWO3zGdXFJXJHK76JJP7hx3Tm7
ziUebYs7KHzowU8d8qFEBwx3JPnambK8Yc3NbxwriNewy8+d4t5PKn4L8AYyxdkQ88KeviqoDzv2
e3PdFwlHRC0iZmNG3kq6hkMcYRuM08eoJi8JYJt4+3wgTnc6f8ZhLpfx7ZwpGe8ET+QkToGtpDwE
gHev0slPIaihoP38Ku/nEkodGnoUInlNdbmozQHfmELMeN5BaJW71gdPbIDaH4NRJWem0vsrIbxh
zrJ6s52ni3g6lmJoesVaFx/p8hobIzaznVVr7cbVCP34/KYWMqR57Njy6gbB2AhWZh/o6bVCuvJV
66nkWAZe/pIMtNQQF4ptECCOrbuguDVwaW0xnZoks9kmy77S1z7Yzg2KZVQ7LVLZSKvO7YQ+GAMT
RZY5i7KoriyrXxNxLa7WOumxd+N4Q4xHuy5g8e9FRFf08zF4P314e7gE76+B69hcfCuR4g6hZQXZ
MW+GbK9PBAoXoWlcfn6V91sty7E9zzM9i9oekqfTgSZxBrhB3pTHbkjlTU2Nh76uTpyWY0VI5Qfn
BZmDOrPUf3BrDgc0DmkSACytvtOLlkqkAz6Vkn1zJ9bKNMl/zeN/30NR5NRnhAHvP39f3JoT6tow
jHHFGSD111FYISjQNLHLgbqf2SD/abSefrxIb7d1BHo6m2TWvtM7shFytfXUUrHWHdBOuafsNxda
OZlPyXDHTK9ottsWQNXYsAAopIhwIlKykYitezckNoBeRYI1IQUTRYlO0m4vJxyS7H7xk+QOeUK9
nJpHMYR1stNjogesSJekD2l9VGKHdRrQnYPDrKQQrP/OsQQQ4jKk1veBkkO5qlh78DXN56GVIvDh
WSGV/VH4WfuSlRa/ETlEu67h7j7ir+9+tm1CrVYmMaEUnqDtcIk4VHud9Ix0vwym7E4n+K1aU07o
cNW6VflWFzq3GaEBylaoovtpFdagxRsHhzVdAx/IalcJLCS5HO77Pqd2Vvh1MWzcxsBEqPKRDEH4
dpZGolsU6LDcEz3E2qIHBDrhvtXWIlHiLaA296CCcPhdWJiB6b342MEHJ62O1uRit6+V7r7msk1x
RsM4JhnRJb42U0lGTdxRcb7p0hiPZj7JDBPaMFn2WiDmxyWGKkRtM3cmfGBRc5+6oYa/+Pk7tygt
Ilriq8gGTlCZZdfBO3U6W0C7EhUXqPynq5EDFvzOMneHh3RyHwkeA9NPrTu/LOLXJHow8L6cufry
7VtefXGaM/ISlpUDlrq3Vrcjnte34pt5q37YXy1/XRrrqN2Xzub/Msf+v8CW5aZ5edXFO59LtwxM
jaumkh7IZL3hrbsiZGc1ENSDnNsmC7BtujPL2/L7v7zqYlOZ2CjvfdVzrzhEHIfxfULinDLsCo+p
b55Zs5e7rdPLvZNTY9DU9cTnJm3SodM0W4/6b81JMHOF28+f4gdHKRZOssf52PJ32uencygdRMfS
ktdHG59huCpR61wncvwVZUF5X3qzlTvShovIaNHziEZjOpvlY21a7Q6OClBkQyW7kbi9S5M9xOXU
QLdr5mBdAHjDFUUELKllKi7hTZhnNhLLCcjHnZaELv5ArxxOF6c/PcRrOYhorI95X5cc6gEscsY3
zozQB59qmlVI9sGkIZBZsjo6UKH2ODTpsWox945e723GqcMPEYzW/+JS7MKkA9GF9pGzeJ8DU/a4
8iW7Am9yLjI7sDdGqrxLKFbjmbf3g+81+DeXxg4ihvkbejp2vsQk2VlpdtRCgaOX9hg7kIAoJ5Io
K9DByvceVDmMD59Pt48G88+JHa0VVbXlFxs6CEgrx8+PrVWLjZSyoE/my/UUueGZDe3yHWJ20PmF
sIfe3eaburhDQ+YxGXQecW8SwKkzYSgLwzC56M0WXihg2d3nt/ZB2cfWgQuRhjD38ym3nA4pvGJC
6dKUVgRd4m1V0VFJYvLrG9FReNUd/1lLCQes2VhemaaMtoQ+W2cWjuXqyNEajBXyWdOlzkff+/Q3
yHYcfGqhPNYYr5aiK3orLeV/yTQjutMd299l/MQV5pZkW41yOPNFejerKP0wAhzxmcAIGubH/1dF
w3TiAGoK0FC9M5ofTOJfhkloIu6l+LJEEnjh9U1x5jm/v2X2S/DgaFlzRqMifHrNfCKrmr2UOAbN
VFxV2KmhfusZZLK8aO7JHYQf0LTZrVPVzdadSMH5/Lm/W4W4Z/afDDxXnxV+p9fv7TTEkiLF0STh
ZDOSeXUTT9a5k8wft8DfO0POSUhNaYwymfGkLN+cnkYLO4HMOlLNb4wV2dXs8DAFe9dFGRCh5Taj
lm5MZJY/TFKhCrAoAfAYnRJPsQ6LRH0JNdd+AXAOsqHIavxZGTlVAg8V4dyruu/1B1gr7nVbyPa2
y31/q7AqNeQ+Yrot6LjP/in/tzMmxZufT3RA7CaLN+DxM7luKuI2N+CJjAuM6KUNZbuDpxTIbnrR
RE/8InLdORm9Cqc3CaUHyXUqpmpNpl323fVrjDa+8IjfHEL30oCrr+8NuwPgk7OpC1Z6443w0/3C
sFYWpq8KzRle+60yQ+tGRkHXr1DalndFkQlzVee5/kUjGxfvWjzIq8Ays7chiUwodkzcdZaHeHun
IqvUCrNWd2hw3e09xwQJCeJVG89MkUUaCRs1AT+AZVagWuZT6yxeyyHAVF0Ng3mcah8cbeCSn5Ak
hWmzmTfsS3azCGCNvoju/SbxukvMsphrK42Dwpr03CzajIGIvhJ65zyVgjo+0GXHfBj7qPtiMCbt
VU4u1ZkXC5U6U/dkzpl4oCgeWyb1APp1iw8soAQDQD1mX4mTHJNzG3cvdZ7UHjGPLkHLOSU2fL8z
0EHIyqvXrW/oZKDFxdGMh9Rd0ZQlO9d2At/cp6psblTQqNc0jLVvXqtZ9dWQC8gYhmxra0Xc33Ct
tEFN67zQI2fftR3oltR34zc88MRGkbBKHlg+eyk71YtXO8VEvKpBjPikxzmDvyMfIUFE1Xe43eH4
gPQrRA5NzAO/ZO2maYqjtZE25RssI2Kok0LLHu2+G4grdnEAku45pw07WmnFTDo/8b5BestHyoYu
EDc/VOk3+HQD2RGEj95xbA9uY4wERMo3xfTi+cN4TR4nSdRh2QS3baLgs3ijhslIr5PpqxO1ibYJ
klK7aHu7GLagZ+LbQG8HfxN6FjjhyAWnsiGL2PthF63xLVJNCglYje5rGpBVkGHDFDsgYRoxd/Rp
jnlt6neDpcYXatxAFTrdYsVLxs75ZSYt5DQWYP9rnmRuh36wSLxrlRYBGW/gqVYxWTj5GvAI57Qk
7MG6SBDetqnqB6vISm+tN3WB5jNtrbeknyqfwS8sUsEnoMaghqP4sUqrQr/NFNSITeyJId6XgMin
TV/lhbFJScbVnkbCNptNqBtBRVCAGsbbtJpw+E+oeY5DSf7NF89KtPgrlmw/PtjwvjUUiFXb4xM2
Iq15kMRpuZAc4qCIL9qpGzoStvPRTm/7UEdZg7pXsy8In+arV9RB8T2GGtesykSDCE9yKoj+mnhU
lo0sbfeIPiCMcKYEJo+3uvzl2Eo9u93Ev2JYxF8hORLNoy+hP9llUsvd5PvNDfHloY4rmbCV1UAj
/oqCgJGsyC4kgCIbuxlFXQkv/jL6g5mu4H8Y/b5QkOqpI8XtRS+bUq37pC67ra+5IblkrTYm15mr
p78oVdk3oxmT3B76glhv5ID2LZXY+s2UjUk6sWrta6ByMZi6AYS3N5RQVkAhARZD4RQN4Iz0LFi3
YwsafVYO878gCgq3khbEdEnnN9evWjMetS2lPnHjNEMIKl2rIACbLRriS1hQ1UMwdFp+mausTG46
O/Siu7qXDg4SimKXBjEqV/h184pkRW1K38LQd764vgtau5S9VmKhkkG9IqzEueU+5bTTxpz1yu/s
6gvUVe13q0p0/WOkSfhUQ+ZDm0hJNuxN4CtXQwEj/wIpundhhOyR1kz6tFnrShZikxAhIHZDT2LK
FxMiPbEnht9kO6PoYEHQyYatQDpG5lxWYdjKC6SNANjmjE00CT3vEC6RBtBEwQ9fFe5QvjlwK9C3
CrrHO8GD/uFhpFZrN0g7YHciCh46ogmBalNkf0Ga4FtbQxuScZuEvn+pQKo4K0A66VtnVFg8REiO
zCYba5atPhH5Vnj8jk3pBdG1FfH7YLwZSbQKnSp8k000R5ZQg6hQ/Zf21yCB4nYFYbW4piEFLaF2
ExxtYEk4YGupNgKONcmBZ6EU6Xcig+cmLYCux4nP7O9qznpdUS8IEPBDAiL2zR+jg9+4cN3wTXsl
Dn/CkPduawTPw1QjTRGd25BuOypDrKWfUkMiyd68bXUIqKu6niJzU1HuKmccWmhR1JG2vrPbkT6q
AqQbrWB8cXrwYY8FFDvE9IhIzMPJ4FfqaTSL8rfb5PLAWg6pq5CB+ZzEY/VaVortma1FMSMrifHd
k+njHHm4U7kulUMqsCrC5FErIyPbsL9oBUC8qPtppoljbEJukl28MoytjGpwumYUDuXKCiOHhBki
SgmLszDgb2CrU6Y3gEuspzgt9K3CizqunNZLYetmqBQ2U+/KfRFwJltXte5/F4Xd5PTfiJrA8259
H20iCKlzNZHYKkBNL1RuA6D5g5fc9UPGQFheZdzUxHDewKsT3+I8t4+OH/FvgVVpb1wSyIO1UWjR
KwuHma0bD8LCSkqqUIRKT+YXLevhPvjjCOKKnSQFOuWWgBzRyXtUwWApURzzC+fCHmltbUxfj/nm
SRIUYIjZyl31bWTukrTklJ4XLLKrscz0FzNKvSdkBVmIT7BqSXwtYueCSHiLr0NpiN9h3BDqUOtJ
9FZEAymiMVPx2lTp1EKHKnR4L8Q3iA3YruGFMMGwZx9dVORd5mMCqzWBugXWo4VolieR/MrWDoxa
6dnBj0mL0vYqQVEBb6OoArEaiQkxV+WkdeWWlYZqEVscXqyGBGMYPDJsD1WuZW9VpE3BBUA0fR8T
ARrCGtXHK9llxBVAWcTwLciLfCIEUB1KmC33Xm+E1UVrtsQCxojEHs3cLR+Q15X3OZG1CZiCkh1h
yrF7l5PTqa+AGSR3tqu92ZVUOZ2sjBW1H7Q2Rj4WdTzteHCN7WB4GpyxwvCGS7oZEyALgM3X7Ex0
SrDEDvwEUpjBHaP0Huz9VuTkOsalKb+zepuEYVSTgL9BK4rDp5L5vUPfY06TGydz34wJTbM+bXuW
CzuSv/JEpeIuDaR/Gym9p7lkDqABG2yJ31nV+coMTWyCUlSJ8TC6GRHaGhyq71Q+dOc6ct082RvQ
WogkEqzG33KW2n4NkKUfX3r2/e1KDvBD9m0DIWlHQ6Bp6dnRV94Pk8knvx9hi/QAO9WeDQdvExGk
xXjlxZPuH0yqmNNlEhpl8ZrrNtxBfaqmdte6gX2sXS0eVzbZAw/SrATMpr6x0ouWE+Az3Xug1cP/
sHfuSnYj2Xp+l/HRASTuEZpjAPtaNxZZRTabDqLIKuJ+R+Jmy1BIjmTIkxQyFJIj8zh6ppmH0Aey
Q6c2qlRbPHJkKGKM7ughcyORyFy51r++ny4J5cICVfspylybjK1ru4vLZG9tcPEov7ixlgF2A9I2
bMF6YGU2lQ5/IuIi5FNzTPL3ozZFw00WNJX5nfcn1T/SACUcYNFYVS9qtplwi3OwyLCVjTXA353Q
P+R1M+QHxUzy5kLPxijcDVXaWZ8q2L9XAPCt+1gzpL5DQKJ9B4MxNRsMKDtcV1iK7SYf6FHbtVLH
lnvMSqOiECnrmS5HXV4idMO+LekINXp25S/gZzC7xu11jDd0gWIzLGRpkFRzlfqPXpvFiGJW7cdr
oWWzfTvhkznuy1k048aOnSH0HT5gnMWCfkzYuMQkfb1LhyeZTLbioz/Ef0MLlOo45Q1BRGMh//Wo
F+q0uRh5/k3vrImzYqpxRjamLA2v4JDE10lBRnyjBdzkFnvVQezsnty8H8iS3jMS4uotYu+BSN2x
2099Fw31kWsMACOeOH+sKtW+qaZeUXYKeIfJa5vOHvy+0GLhm2xEt+biA7MH3tfb2zbsLAyp06Z9
4qas3sMr6h7YopVyV6o05bjGgGt67VjimGoKnhd91uu/K4Ey44xScJnYNbFUrxIuq+wYU5QGG6dv
sJHjb2zfjyoWxZskr5VqD96nucGJRR13o8aNbaPnYsKTK0jV4BIL7eoKF2oT0sUQZh2MiFngd5tk
+XWW08WBM5slvo5Rzend22CZ/KCvtW3YKnRClGDed0Y4q4bXyT4u/iACS7bO2JY+rYiAqyuTJiAY
UaDOfDesOdPENHHm4vQd+m2P+tOLRNpuQsySGtQ2rl77PSw5rhVWGqZeNOVzDJCS3P2eJsmh2aut
UPd2BuHoqirZdNK40dSrdNbEbe7K2vSNJkywM1+q5Nx2VMXaZK1MvoymOn5WtSktINmOaMDLpnUb
fFwUDIBMagKBb/a2akPSmuWVtPgXr4ypSvJRGcO3tBXGd9eZ3Q+TiRXSMVMskIBKlCTc5vLgs1rL
+R025Aa2up1qPvSgOA0It4pT7thuR0S9Sa51N1UTmM2NqMb5mxnUZXPRTAO8+KBfKN9ggrmPc+B8
H/TG6rf95Faq3+ULx1A4k3GXFdjR8lS0AWyHdprA5ZvTbHkCArJ75cAVmze9rIdhMwxDfpNJOqzh
KAwcfBoSttGPi6SMD5ZdRJ8VAvavNvZ9nQ/cVIWCAM6Lr15XKDQnIo+eYALn+n03UoKiV60drlFe
T/0hcKmM7UmFjt9rCHcEpsVofoUB51abEnS5uams0AWlv5DFEi9DLn2fgX6L/LKiwMmuhU8Gc8uN
k4eNm4cySZ2I64qIMaCP0/HRhWIPtSzBCGIrFWm848JoT1yQyU1w7hj2PRQFh34Y3GgAK5Ed7XyK
10CPSnp1AAUrQXIDB9VWjiAzcliTIDmxDddwaNxkek/CXVci+TEeFlKlYeU2rexBmu/0BN3CUtej
UkcPKb17oRnjVmOACTooWl/oWzFQ7qf7PQdVCUcwvm2rZpmDxtQ+jWNM/Y0DUT6M0TDdoEEY3sVJ
PgVHA7ZFTcBVKTegrsPJN/Sy/4PusZ6C3TiW1yrm6kDn0PQjbhp1/VsfxW1w4c4z6t3Jbq1Dndv1
EzatwBoFrb+KJ2cjyjfukJf3ACeby0gnMeWVFmw0nMGz5g5MsaSruusmUpmKq7aHzExafC8RVkI4
HcqcuzialEMvRgJfFAHGJc2L0F8DHbsGP28m2JWGVJPradaMh7Gx7R63JY2jExxXZPgi4hbp2aPZ
Dp60+u6PeS5hWZS2nXOVjGLncgQ8E1wK3SDvIYmo8HCMrPZ+sRv5OEP5v3L1aoi2LRaAxsZMbPtd
EBnWDVbj82PeKp3h83fV36MstR6HmrDZc5mvLwAcW6i/sS0eaEVOBUNGWM0FZaZ/Jo0X3qU9tCtu
57HosUkymxbgnlvd1vB06QgsFTaXiq4Gm60HLPy2U41Rvc/5nAxoznA3SWjIgH2k4kAmHmiLKwtZ
PPBGbCXavW413edmTOLvb+dH3y6dUaJe5UcViWNp3xePo9LjYQ4iQ9V9y8Fxu4QC1e2Ee//2gOuE
7Lp4tkq2VQWo8hb3mscqpQZOva6Ib98eYV3FWI+wSjmbRRUqADqLR3IiuIv5rfJtGM+M8SL3ttR2
UeMglUW4gjpwNW1xZVKg0YrH4tjusWbdK8dfc9j4s3z8bIjVRI1za3bOKIpHdOTbJn+MtHMCtVUf
wcshVjNFC6EGR4mn4M7CDlkIDwuuT/Wm2c4X7vvwdvaj/dvvZl0O+PFunj3UsjqelSBMumVbqPTF
Y+TIvRHva0m+aG+UxT4LD4XyO11b3tsjvrreno24KnqIZmobO2VEizaioNmF7blincVvPsnDrtbC
8t+fPRN5P/Zysk6PeFHuDMU4WnCLA5z12jP6kxc1rPXsrTK+AV2/sS2n4pFuiiOKUH+yG06jbCOb
axDTvqq1u6R4arSzwKhXtwkUWpBtFgWxuVrvJFnnikJe8WjfIeS4yD/FFyU+BF66N+64TKeb5Bpc
+910NXnnbJNeXTLPhl59ByTUJysWTvHYuw9y/EjsHg7NxtEf1fBGyaK9oX95e8W8un88G3D1VSBs
LvSpsYvHnC/O7T7R1O+rALHfHuX1l/lsmNWnMFOIs3PwZWwh2u7D7S2g6A1IozPDvLr8n42yWv70
aES6JM3xmNt4HhCNxPGZ8sm5pbFa/mIyFCT0TFcF5bXbcqnXFj4FTs/kXs88zavb7rOnWX0AipFi
q6QxVun49s78Yn8B8pufGUR7MYpjIX2kPosIEnMxa/Vm6rkMDTGP2qOwxuEW0Rdo1d4KaWhP5s0U
LdrauguvKSTp2CwVmU9MlX5NYNlv5GigWU/afMRqFqu/plR6X0MfhzK0cs780FWXLvu3C2zKNJZq
MqVN2qhPdx5dyGqhBQZfUYxSseZaMKa+jblVhJ+0Hcebrtad7/ly3fMqmYC8oAcBZ49eb+332ujq
YFfNubh0p2D+mtIZQE180IfOQ1HTVRdU6G0MRRyXlKdUotDLl/Kx14vZofdXh2MbCNrcznwXy+f1
YjtdVAELzGpp0Th9KLumEpkvx7eTHOCPm6VnPbR/hB/d9yT1jlF5g3/KuZPwxRtfSbXE6Zh5knex
phMF5U5CiPllDt5NTFxFjTQ855P2QvV6Gp+gXDkdDB06sKQc+VD+EN/EF+l752jdot2zuRFfYXwW
wnl+ys+cHa9uas/EaKs1HWh9a1LeJ86b7mb396ryAaq9/eZe3aifDbFajVPZJth0E9lZKOs8RXuv
sA6V7jZt+j8MsryFfHCjbz/GXHwnw6fy9ue6aP/hX/Dv3yg0QXeNutW//sN1jOawLb93a/fK53/o
H95VT8Vd1zw9ddcP1fr/+f+gz+XiQvi/t7n8+7/+L3/7r//9b//p3/39f/wjvpZFR33k+PjXvyx/
6umh7f76F0fDyZIefvpEEeijPuR1DU/Lf7Hd39AVUTBF6EL7r817AtzYRX/9i/uboxOCoVUEIkib
kMF30pZy+U/mb8BbsBexkepwWaNf6VccLk9XI9JqhBjoTxDBCAfu2pqeAgvGEkEvx63W9OZ71xrr
yw6rnNJjCQ1nzqdlv/in/eTPsdjRYU0YNDyuZZjxCOI9trE+sVOsUWJdKa7nqsoPQV+Ft1QLNf/Z
i/hzRT53k3zt2WwLobBtoCZQ14o0G1VTil/hyA2zxd0Q+qOX52m+MWpyc28PdXr0/nw0tMOgbxeq
GA3spzuJEdtKS3p02Bpu4N5qStt8lcEk7+2BrnpEHkFw3WD9QkyWNK29/fXBcUGl8EknnQ4L53Rw
CkwuyBAFVB7mKQfdbmkkQ3hSvCOtQnbB1NpbVSTOMcmC5OdXf/LRP5/i06Dm53PjGbeIipZwdFn0
zyNuEWq6YtpipE6b5NfkE9KDXsl48/YDrlpcfgyDiFdFvET/lWGsj1c7mzJzKrtxm2ljelH2HQUj
XK722AaLOwJEGltjKu4e7PX01molbgTECrdzgjTCe/u3vPLEGpQhvMiQ8BO0rWRMZIipe+TquK2V
OoWZYSkYfpfl9dujrGLSn0+8KPZVDWUe4LzVMKEoxzhxeKfCGeZ5R2VDu5oxMgvxgVamL4ZL5sqb
OUaiXTdbSHpp/g3vNQfO6ZnJPz2Rf/6S5bbBroO4E67K6Ss2wsbtY+QmNH+QiUKRE34yusG4VOQY
fouHPsIMR7gf3n7+12YZkgabEq8cye1qUMepqZHP2bRVcVfahm74pNF0cybAeW0QXiABG6Lwl4O4
XYU8BxP77VDFAZFWRENAVf0zFoywaVelVYH9lY3+dP4aaVTRkC4Lhp7BS5nTeNWBXfwlje+Pt0T8
AtmBSJT1udb4CmsILIrrGPOmlANah7RxI/JznfevrIWlEcnUaSUBweSudprGznr0nAHlp9bRtxia
oScrZFxS/9VhdIydsrdswB1vL4ZX9nGIW/TK4MWMPGzNSNbToOvjhu71ephgnGYFHuWkLbdqjgnt
20OtEjE/5pGVQOs1Hx3vylpdr7O6Moq8nXsM0BSDdGwR6w+OUxrJxpkbVffAZtbFftT6NN4rWc+V
g/R08qS1VfsOLD6IswLLlvHolFp6LmXzyjzQyEtrOsc/C2r9UcAdRMEn9G7bmJ12kQ9ugaRDuheD
Ic7Zc76y//AiqZNgfKqabEOrN931at/iTzZtaVRHjVHtOV/uY6W/0NTwyhxwbSFhu82r6DJV0Cu+
/RZefJhQ1YAHEyuRBV8U0KefTI88btJAVmwH+hR9Kt/5tnQoXL89yotwBIEoACjWE8IeFPKrD7Mf
3cbu4qqDNUtfT1nVk9dAzfMynK72uqNs3x4O3gI/+yT+QWkMTYe7lLU0s61RugO1xFlRk3KLKane
+dmYyZpMkUBW2kYd6u7IicRjpZQNDhD4ElKQzLg7HtTKXtRmgxrRH9+yGqnEqlN4IVRJonCsLXmV
5ZqoDm7XozkNo1yjdRjP2F2WFYnj5RTRdQ+DLQPDJjOQXKLRLkHtj9uQ7rMy0OJdUCC22WN3ZA+b
zqxwNtapAL2nroCFA6gm9ZON71zpZRiPfM5lhhJGxBzGG5k7FIw73Hw0ZEY6lg1L8Ud8bBqFJiEt
MhFA2kUZ6xurF0l0W2DlMV3SXWc5t/VoBfp2cidmYDCS6JtWTTA8nGkeFS9GP3MoDFqz/IIu/Lt2
1JK71AnG0Bfa2C3kI9vN7wpIWK2f84N+mNMZ5lI57dkiaJFaHAtDDb1I11ph4UtzyDBhidMOTWuK
8EHVcdKByFs/ZAHqXV+FkqP66DWSuzKqg8gPTDt5CKj0I/wN4umpDfOE+qaatU8oOLHUofChqQcl
NKLoCO4pvkqkOw9UUmVpbhVdkKWoexMHhtRJDbw25VwbN+C8wpJqi47G27SrWaILAEYCchNzL/yd
6C8w1I3szUb3OrfHRHFGMZH7meTg2NhmpenewJefHnslaNUjXLzii6V3FM6ooYVYBhaN+zUsWy06
apVI7W055/Gu0QO1u0DXK26EPtq/d12FQ1Fj2kGyVVMWyoferfvkwu6E8h55JbXAMuBOQgmkcHqa
xhZ5RdoQc/hkq1WkFk4rezSWWPgiEwvdh8pyZbZvRiBvCLGcBkcWq4uViz6tDZufj3gCwoAWXBtF
PwWALQj5/BoO+0XNJCO3RnacUP7ugvJS7xUV4gXbjtyMU2DcppjyNOBCEap4OrN5P+EXWF44heym
LeaXTXdZ2oZ8l9MuYGyw8YjDzYhCFS3VOAl0A2EEXDgcxbu4D+Ires/bdkMpsPhODAD+eRwifCbM
iAzHhKeZh48NTkCdkLq1o8Reh/uGnAQFoaiMaaayEdGlxdQ9GBkMi0U4FVCDmvPme8YO4G7wN83u
Ymvk70CAmIhtlCD4PdhRV+/Mlsr6HUauCnIqx0mmjcBtz9o2BqKu23kkI2kgUCm1aNPp0ti5ZlVR
UK/MFkJGp7at9OG0K/RX9mgafPy5hAQ4qmbOsXSsgYXMpjD4o8hq5aabMpD9uBxG+UdsXF3Fcy1Z
fays0ho/R2GBYqCH/o0Llr7sFZEes36rYA52KEJwdqMtdnGdmdi4wLyb6lGX0qR9UEQBvjK4Kv2u
t+SjPQKbzNlJNxQ/8Qv/P7PwFy5sz86QzUP38GcC4eYhf/rrX/723/7t3/7zv/r7f/zHv/+b//D3
f/8vn2cXfvzJn+kF2Gy/UQBziI+EAKiw9P//TC+47m8/rr1c8cEp/0w8/JlfsH8jtsZwAlwnF0YC
Of1/5RfU3xw0PCDswPmAAKP9SP+/SDCAkyH0o8GRlvnFn36dREyNubeKvqI2J+fq4JgYENGmj2AV
N/PDs9k5f9//MRQzQLIE5xNBXuU0bChqo7Baqtz75aM52EX8WRtVdTtR4T4TJp4m2PCH4aGWhjBO
cZTE6PNOR4pwiUTZGLZ71Zj51JVu2uP2Vm1t4OI7RMbiA4aG9VUG2O1zJo3049sPur4P/xwfHCR3
QzBYMDtPx5/z1hTVoLZ7m/2RLKJsdz0U8J2d6sFHE6XHfsaV9FufCrZz2D6XtTrpnhBzeSaGWnVs
/DkTcNRZdgsfZZ3TqXtJQlrwegm2kOp1c9W9d6xo8rHJyo9Km8+lh3I8uowCrblxUV1cF0EUfQgG
VUq/n3Aqrbqgu8dAAkuxpMOxDPXpp8lM7QNAbffMvXoVgi0TRyoOfBQVAUoKa+iJOcYZx8Hc7V1w
xL4u+pKN08F60UpG+6K00+n+7Ve1itl/DmgSYHIrQxC2TgzFqXBxRGRAvLyC3WIpvaXJw7oEZXvu
oi6M0/jyx1gOYSVdztwPsE06XRWTS5OIKhtWhRpQ88m7Ijkiw+w7TpEy/4w/SrG1EgfRJUYPOWqV
ZnbuMr2jTz1HA/4uxYtvplqSY0iUhlb4+4z2hfRxoLlbiuwIUzW9My6sJO12lDlmfatOoyy2yRgT
K0VJOgsKGnaTn1lkL+fQRgoK+gsVPwmIdRWoQG0aTnHQ7tOWe7qO3bFvwJvzMcs65xKzuuAyhQxl
gRUAXO0seLnTKWyVHiV6WrI+4l65kTDaVE8r4h6DQ8d+F1lmtBggnwPovfKA5CAWujDJWEq6qyxa
NHXEHU7S7WkzSf0ks+TGtlsMzDV5rkb4Yo2QN2bfYicmIeHSsHv6gEUTzyz3vtlPozpctKPpbqhD
6Wfe2GujcHV0ubyQOQL3ezpKVbSGJGis4ctW4t4NTOcQDDzmmXviqoDD7gOsmI+YHBF9Gu4LQH6D
R2qS1Gq9d1onSI56o6SPE8nQwePi0n8xp756DNKpMzYDM9/44BWsnuAfLS7Oj4aTXieS2N2jHVCG
27od6+rcT3zxbpdjFK4KyC9WFDXC06mgHa9mD9SKvYRlgtrQLo7V0Bpf6dAxDzNyUG+ORmujW0q4
yXukbswqnreOGDaWlFzztdG44LpEXr4MnTO1qPV2SFxHdo0cG4UEOO3rzLGGpL5UIrxOFQOvY1LT
H8q+IrXKp97NQjlzar44tpbhMHpamMZLFskh6HieLXYB8OaNahZ7Ovi2toYvc6/Lj0aff2pSTJFp
qfdSA/JwLpC4ztrl2Jjvf207/vELyCvSfQwgGmOO019gmXGs1ngH7vuuzLc0S+b7FEPUDXugtn97
qFfmlkOGb0xoP4gvqxihzWqkScLJ9zGcU8swFeSuWeXHfXMpwGOemdslJfIst4B1DvkgQjamlYZ4
cx1mlU1f2ImYsr1mJ3nrGcqYe53U6Dqh0ae+Bf7gHNTW0vUtrPz+nzG4S3MxFSthY8K2OngcLH0l
zRjZXjdo2+O5J7GB8SUuRK5bW1qRW9oLpfYwWDOczbeneb1j8+A2xypdxawtKJqrrSbkatirWp3t
59oxrzWSuBCwUNABMsKzvIynT3EimjPL6MWg5FrNRbnOQYs84QX7W0NhSBOw2CeD1h96FvVuZlnx
5RRPQdrSsBEiJ9y+/aQvXvGS4KUkAO6GpBxr+HTtYgHnklNUxX7sEueqaZz40JhSHCaSFIcpd7R9
gvX0twFR/pkO1/V2vkAdlmXMNkbSl4PjdOShTty5ah2xxzYe7QFf8JXZNX/e8/5Pa0kwUCEtEEfi
moYTpfkjNftMvSXyfppGJ9L3Ttj2PscHbHB9POfAuM7w/hiGcidAxIV0Tyx4+jAUx5LR0hJ9r7RB
vYMrNXtKoVUbmw46jBi5m1/IbBoP01RUR1sq2mUrMi7cc6fucww8b2w7oOn47Xe7PiUo9UI25Tqx
5Jy5ja1WsTLhvU3LiCDHULdsj2W4qcZmM6ZqfXx7pBfvcol92ew5+0EQUJk4ffxmsiQw20jsI4GB
cCbU6KgnU797e5QXmx9pVYJefVk3S0/3apLjnFtfHTOKXgMnal26lNU4JoUihXHo8Oc4M96Lp6K+
onPtY//jEgzk6vSpiHfqeJ6NDJKOlh4oYNsbJLvnKLcvvkBGwdyNWI2GcvQwq2tX0sNVpqyd7Tuc
Z1GD0olatzm9Ulg/xxdWGzYXRijUeBNoZnpmn1tfOZcKEpsNdz6MgFTiidUT2k0/DNaY7c22J+Eu
O1vQ5UEFBuGzPhxT5Or0TJBS9GORhR0GxVV++6svdTnJlo2PLdt01mn5zmhnNh0t26dEIu+drtH9
KqAhrqFcR3fdIM7UtF7ssjwyEjOeFunXIoI4feS4ovssd8psnwO32gVCg5utRdadgwp9l9FBeRib
6BxA4sWX+GNQED/6kq+AaX06KMjsedKVLttPTkuCTa96kxNNZqavl0p9ZkbXZRbkYssj/tNoq3Cc
0iQ/o2yzfR24JUq9udUepdakfqdU1afSsnPtoo3G6Q8C4GbyBzJ3yTHVwbP86qulpg3zju2Hf8C+
4PSp+ygXCiHDsK+MiXqB4/omJT0POkm0VdJy+/ZoL7/W5TNiv8PHRSxeIKvRdHWahq4a9kEs7V1h
p/Ze5ppz5ot5cTtAaoLZJ6kgiBRkStTVJ4MzJb3yhtLvO1QbvR+RSdsZtLF8HR2CcS+h/EsKwkyq
QyZx394MzhA9pHMRXBqtgTm2FtsJ7bgzKPNcTbk+/OoscJnlWAXI5LKZrJd3I7MG0E6b7wV0Wbgk
s7Prk0E5c7K8+Ii4y+LfSuC7sH0o3Z7OtVE7MlMrRukcOpllWUVeMi/9sZNdw8ywPmkK9PFffDI6
bkhK0StqUGFDl3I65oj0DNocXDOHSP5zHJjFTWur525/L1bRMsoPyr1mLRnL1faQtiqXFxoA90El
IbnTo76zCsM6E/u8nL/Fs4abLMEt5dA1T4adICKbrsq9pWQDldAMIwFlEjeNyZZPdNG9m+s0/9Wl
wf4Ouox9j38wgOqfTmDA+UIZkKxRp5G9ybNi2rilNp/5QF6ZQG7NCDxNGETQtFaHZmbFCjgIpdtX
qgUvBP5VtQu0xP7w9mp4saOywS2yN9Yh36GzNisd+rCLGtADxAKOspkSQ/qgpuUmL8P6V8OAhT0p
eCIsfi2M31bBjTPKkZYzCplTa7a7LDKtrVUq395+npfTxiC03pJMg81OyHr6cvpmpgWxsOo92Ehn
60xRcOWGQX/mav7aKGwPhPyL0MhdO0sMZgEkQcG2IneBPEQOyd6R++aZi8zLd4OUA+apyf5gmnxF
p88SJWZfDy0JgCyQziVJ9dSX3NxuZN/UZ5bByweikM/dEP2jSQZgnVrTFH2KcIQo97HWTJdZk473
kzKrZ8LbZWs5uQcvlQuuZYs2kulbHy1RYNYk0uyeLpYxP5CVUb6lMg8uAi0cPsSgUM5sDy9CQpzg
UPZoKLQWeto6JITYY0shIw5Otc/3TdDYEGECA9xPqbUXyui4F7ltJWjE8l8DydtLxef50C9uZQI7
9ynJhn3UVtF2oul70+Epu43aMdu8veRfzio+wwtqD8ADab31YrTMtDDzcNkpbKu8ElSCv8DSGp+0
YjYO4Bd69cwJ8nLXRe2DfRcIafh09vqCrQywD+qs60iezNaF1WiUJlGM2Fs9jLvLJFbzK/yIzzk/
/NiKTlYPyTWkIIvsBFXjC1BuHTTwJbK8Oehx3RdeO+TZZ0Sr/WWT9mCbAOREn+c4LegDt9jXDmOn
p+OOSsx4L/WijvzRDecPpmLW8ocC09oGsVOGB4yw8/wWjeYEQiaj/dhPyt58KOjtj87M3MuoZ0kQ
4uIGy81BiLpWmZQUzhNzTOpDB93jzpgq8F96RsMSG24uLuB4IfpI3YgCwJAqbbKLun78ZCZ9oCDR
oGHYLyV/L25cCYbLdZ7U8sxqWgthEDCRrkEWahL8EXSu6b0j/omWEbj60eorynUiyab7ABrRkyX1
8FEPE2KFqEAQ7EEKq7CDl6k2efVYTWjntGSoPa4FirYFeRm8N6Iwpv/BaOljbmHjiDMTCuzxxZ5C
SYBSKNIdXIxoETndJOPAKFRRgFtAnWYZnps2Tr41QOM+1ugwO0+BzJT62AAZ5jZRRvG5jsPxCRpE
/DUvOpqS7a6ht7RQB6OgHzkp6q1RJ/B2E/avxG8RQ9yQVEGMQbeFvfB1I8ETWYbi+uFgZqlvWpJ+
ffCAdJaBKND8pkCj7UsnLY/paKbbVGpG6FU53LNEwvQSofm7GrT25LuIV3Z56yg72nXD3HOMjGSH
GQNZ8JuUftmt2xv6feogt/TMco5zPwyEUnl04ZYwUhJLQLyUdhF4+PYNxtUEB0071HhG2P5UifiW
mZcfJEzO1lfAZn9rixrTwp6sFOCqpk0ux96U+fs6xERsW1jDMHqYxTu3ePjYclOWZnhraHmcbxWp
Sv2ym5p5H6dpGm61vso/D9j6Bl5DQ7zmzX0PaqJMyugm01xkNTy2nu+CLA72PSKnGmaQBrHGL4Y4
UzaFSrcDWLVZJFdLgrTZJDqAjEPWTlF13fRwinx2lRRsXFI7D7JqaPjN7azLGq8PaSzdAkkUCUa/
HTCAwQizP6RRdJe1M5CGMxrYJYdwtpt3s+Y47U4OIE4wtp6NezsSrYlMZUw/6YlUHiCj60866a18
v6gmj1PQdeF+xiBKbhsqpYNnh0X1Metz7IiM2iyyrYg7pFOBbWfZTrci67MCNS3/btOJbgSIr2YJ
DCHGzMnsyqF+UCsMj2pPl4rzzUo06s4jOqEd7PQck1l8U9Qra+od+8hG7nb+RAajo8u7d6k1JX2q
8b3HrnOIYlk2j8E015MP90Ux9uFYGB3cQyvDOgHd1TsAzVq/S/NUXM8QcA3onbodeq1WN+EBh4U8
uII6B6mkjGmK2midTEYvpirueJ0mwU9kqhqb3mhN+p2KfYj0MGnV3quhpXUAoXMIXX0dT5/FlKql
F9LzfWPIQL2btCyat7FoY4X1n/d3iM/VyENzPgZeILtu2FlpRs++qOJlcrHXjfzecQvDs4uweQxh
jHyp1FJ5jDIkyzSGfuTmCBZkpNWIHn59a0EbQYuHXdJ7CSnG9WoT0b5nqKV1VTRzsaOTIx2w4YEx
eQgys/6oNbSgM+lmC7oUo5IPEvtLi4SXFuwN0x7BeoEnchHfOVysiUQm29MpoN7h7Nk4zNlUXc16
4qbboYySaUsgGQBNK2j13wyxbLGhUbPxmBLVWih/wgnGlJxChVo+YkL0YlF22SZ6cs9KS5BIKWXr
c7xJTMZ72ICbkqvlQ9okQbHRW1aVD6FA+wKvCLJMU2rTbccerflTC+Hc1+whZmsKzeiyDJx+2oVx
FoUbI23UzBs1J8KwfQ7F4LVOnVQ7N0rNj5EQnb5RK0353AYCXuAsMAqy1cY4GiFNSP5glka+Ccrc
ZL/i/CQz1RjB3gbRELESlgMQysj0rhtFgqSW6+S4ARGZHjCpSou7zJrpMa1FbLBM+i50t8KNXWvf
o3lvtlpOSypN++j27qwBrDeYBT2cERzKWvGGudE+lnbMYYzfe4W8zsjdbVaYAvv5Pi0GCOC6jqOL
TfaQ2R1nlWu4nMm7Ane7ZvkKG5iaOlTgJrLAvOB7nYbLkQL576JUum/osdEIt5Fpf8UR0YWtOVrz
HUCNOvcw92l+N2bDHAAytCm0hXFE1dhbev6kBvwGPglYKDuXt4lfpDl3m7QC4UOl3Wy+xTyF7amo
yuAQtDlZPjlNZobZLFQfv44T4K0jzY73UxxX+A+z9ICsR2o9b1o9b4BURVKtNg3fifQQqaifs64f
9JtFshlulGkIjU1k95a95dwX2maULT800MAxUuDWs9sq6nOMlMcyvulmpbI2o1MlnR83dalQtYMp
PjgFoRle0hxhApty63qMtcUGIkzwG43myOIBHLBEhyaEAveuHNMc0ttQQEjtAjZiX68Gku923tZ8
Qp0uLkCeaB+wf7e/zZmLQrZLRJd6KsFLuhuQyE7eUGh2+zG3QLLe67nVo0+GENZxDrR0Cepu+Imd
XVd9tQkkQqN47D+05F8I3bo2iKjwBnoP4YRrl09qS7syWqfp/SGPUE02I1uLH4YOB24aIvHe5XEn
vhth3c8bHMvTI+GFjQW7WmXaDgO/tgExt7h5g5fNjW06Uqv2XSsqH2EIpnILPEVokMICTspxDBRW
+hwZX2FmFr2npex0t2qnqr9TECnsnZtlCrTstMz1yxKhDFpBzSzkruKU71GDtrp6rTsygHESAka5
igo9nw+0WanizB3qh7PIszD4R3xGYhKbPVpQqOmtAh452V2hwlzDJSKX1+xuuU0pr4FsVtXI//20
JiPrUebqoOepTQ0ShC3xKIphuG870hkbA9OZHAimTdwWo7rQtnbnONcTNlQunV+lofmpntlfMQq3
il1Of+u7YqIXzBeJyyn29u1l+bkvHmep9tBHAup53Qfmwuooi7o0jov4eW9azXih4EN+JvewihJ/
TBoFWEJvWs2QeK8SbWbhojutK+uoZoQIxjCUvt2n0dFxh3OF9FeG4j5mUr7mJr0omk4D0l4ZB3uM
Q+sYDJQ9vMULJ2FTdojuDQL6t2fv1cFIR8Ea4Dr2QlXX1wuzMc2tI7dn4Sdy0PbKhLQ3MJNzNY5X
h+KpUN/Q+YM32ulzTSq1XNq8rKMjxoZ4C3QS1JrSY3uJzmTYVjfa5W3Rs0b6nWVOynutoKtqvQGr
bBtHGdjpxzlotQOsLqiHoRJGOyXSkzOXnlWi4OeAi2gQpzv+t27Q4RhMbZhR5nHMps8ET7CQ2o8K
hdy2S74PI3cyF5DfmZX/+qDYshB1cJdY51yGxkXbzK71P9k7k93IsS8/v4rhtfkH52FLMkIRkkJj
KpXKDaGUsjgPl+Mln8CGe+M38cKLfiY3+h38Mathp0KCwtneGgVUFapQdYPkHc4953e+3z5S3eRC
LN24SXrD22R4tm+GWCG2hQs37QBWndI0fbDowG8jZ/IskmQYDL39lt6idXNlNdZ+ypkndt+1Z5DG
Tpn2vJ8xa/aS/nQ48qRhXP3tKOMIbxt56bKvojXacYT6tGZjAgB6p9b3+weiuYrLKiEB4jo+4tuh
YrOp8gmLB0SNXJrolGi3bj8+/ulio65PdQ1igbrKcI+eZ17SotE7s9/3eVNdJY2nk8VsvGuE3+KE
FPK4EM6MBL9PgRYZA0U2hnz7QJFq5s3cuMN+zPrkPALhCB1bmN/bulfOZafIG2fGNFDHrG3j4ni1
K0xv+OKV+bDvpd3vKP2d6sh/P195t/C1yQ3oOhnco9RqjP5t1Oao3Zc2JtqloWjfKlsZDo2FEzk8
wOWc4nVxUeTuKUOA9xOJihR5fqzc+QH0A719GbFWxUY/N+OewBLk+SyGc4Kkmq4vtTn7/Bu/n0ho
dhnkV3URGeq6Nf2mc2iq2so1dzD34JWJ+5EohITZp/bSIyQFS55dFHAoWylVeIpARwuwQ5mfN4K1
j7GkdYjjJg1sW+mBb/ZyS5pL35OwdwOCE/3Fbsdo40V965vLUJ+r3pAHk9bGZ1zcNfimiYJX3pQ+
SDyRAhvk4NYyuuhsacBDV3YqAsW2lA3EveoUZ+SD74IrF5YFxGRUsY573khGp4lqpOa+a231odFo
R2n7zMNs0itObSbrhP8tTlgTqquAib2Z4i9WtkeLTzMEthVyFMgw8QKw3Fi7F11P/E6V+8w0l6L2
k2Karv5oOpATR/hCPZ2COt349nGnL3BcLmaKl+04+5zNQDU8wF3zlFPO0aRbR/nVIcD2Rc3VfZen
tiCn5brT7dRq0tA8c6vaIQ6B0P350xynH39NO9SEHhITfNQoKr+d3ZMoOsfLLGOfINRPzywRqWCF
W1Cf5+DNkucxHZTvs+tEhR9hSH1tcMeBDrvMvN3KGaHLziQnSbByPP9FhSg6dRAfvYn1B5KoX+uF
JLO53B59ZRnjJLeQOtibQybCxiiMoJrNavf5e/hoFBr9eAOU0/FgPV7kJVlKdz3+8gT2AMl5I7TK
4ZTG8P0oWA6wX7KHI+GkRvn2ZWeycVtEwsa+Hd3vKAio8FaVgRDk84d5vwgJ/VQN50yehGry0Vay
tJ422tCz8cjq1C/cX6CXNla6E0Otbz4f6qMnoqzLHxAuUJscvTdTgT+rI3Lbow8Y91amzVvESnr4
+SgfPRBwDTYWOnyJGo4maduMYLLLUd+XWmldZaBRb6wZozZES8MJicf7Iw1NF3Ezoj3KGe8aivtU
L6cZR0wUOqvlaOvWztaUhtyZZtJf5U000842NBAisQb4w85p5vraoMJcRz9PFHbcEYBOp9eBE5j7
tPfEZYVHU+ha6nxuDxCD//iVEq9gyoeEjyDpOKCGfmTS6IJfIkbmWWBobeSPiUm6Mz/pNPXBHCGk
hanClsZIx73JjtCndmlifY8EPdtpYxsHjRL/O+YIvoJYYrO6VtHVUSxSRMI08Ccw9nE1FID/SbpC
aB5DmBrTifX1wQMx1N+QKyQGx+U1XRlcZyBc2896RfrSwQwDILTc/vEX4nRBLUuWkurWsZemiVFZ
61VYjJX0OFyRjVr8fmqGO/byU/XCo5N0nXcMxRrmhsoeezwZqsSTaZf3+n6wp+w2JWGc+zOGG8Ze
Qo7eeWYrH9KaDs8Tk/DDcVdRyKrPw8h8fdG/hVZqseDfUbf6vmqSp5bsuK+M2ZknvR+mObe+Orpf
/h3vFP4k0QJiR6ggbweUljl49M/qHCYehSz8onyBln3TTPmfj8RsXO9S67wH6vV2pHEaMEYuUmOv
J4N2K8Dp+5Bxh2uygn8oz4JmRpUeFO2qKXc8wDJvh3KmyEWVwgmpT7FEVLx0h85blBMb47tvtY6C
0Je1xTgosN6O4raKoDWVSZ9UuhS+M4vmpncUZQNy17D9gmKHxW08KZ4+/2THXQjEWiwCku/r5Z8r
sXr0JjW9cMpqTOp9P47O6Odoxr+4VjU+KGbTDkB0Opd066hlu161sJYr1droL9xkBCrbVy19A5//
oHWO/BZ2rr8HEJlNpwzXDjJH62H126St2eRUDy/T/SgKMMaiSr9M0lBPiCnX13k8CqIVWkFRiVDD
PPqoiowsO56nel8YXrRRSG3uZllHWy3OHgocTE9sNh88FMcAPan2r8bTY+2dO8txscyl3Pd9Qodk
YwzbQkSnCE/v5hASTQI5FAkmaQBs8N68us8/g/a3luvoHdFNxJSAUEVO8vhG7NolBI8hSnait4yv
XVRSJUlUdfg50MH+k2T6UiNdsmlppFLSAUw3vRH2AAWBmy6elG8Tkc3DRDfoX5a0NWxrMpm3QZVO
MtpwVDndWWLQtd1UoOgpcJtaHuLsQx2oSbQBn4NFNQ7dXM8VaPOqu/NGClWBmIqkCpZInUmFi6o5
N2qbLrGmMUnt57ivxH6RYlKLNwO+Kj5YAHLwHhAI9SzGEDHatIvAOwJzpflZOh1p9bRTMhV03xCJ
oJ0KLKWo31XPTd/QlI/XBkwGTzPHwTfLBNWDp0Taq5U5Q77phqT5Ghe0tgRZRonfHyOgy3U/nY1p
OuP50xq9uwW/KKtwmmbrrkGAia1Kh2+Gj5jdQo+gYb8myrLcTJmxzHcSlQdaTNdNTGocBWxmfYgp
YIyOOd7TVOsmW3xRhOWjOMRAbUZyuF9MMhZnc9Imd9WAZAEmgp5cSTuti00xdcRSOkWMlzK3Ch8Y
NP96oB0mzrsEtXQR0djYk5gOlnwW94tGt7CfpE1ehZTtIcJTOzIOwlEKbH7R9glfzdrmvsOsU6EZ
MpOPS1L3t1YCH2ajZODSgxaLS89vTLt5BVi53CZRLV2fNQYNo3QkdZMWz6o0JOOCvILiI7nxZcYl
2e/HfN4piTaNPngOzHmsuMA6WZEHI1sAGGQDPzp0CfGxBqI29uTFzkhxmi4feZ575dhSw0VLENLs
WlwqK0h82wAuuId8oD8YjUuKJu/64RFvnBk8P25gTzlgzJ9Rj9IhxFon/h6bsoAfZWVTxzuKbCbo
6AD7Vxe8eYORZmPGZsfEcGnqnT1tbJrCa03yr/G4gObEr6ELEKm55gapx3jNTaVnTtpMaVxqMqJP
moLr17qWWN9laprxEbjp7ZQ5c18sYxkuEh0hSChxz4Bnz3XKg/yICcJmVKc8wv5Dg21pt24hcWSR
ETlaT4lJS3gqDExpCvjlbtbqP7hGy3TTUnXu+I96wZuctVGjhNeI8z5a7MWfraa8kEZb60GtGe4z
PofitveoxNRjkQIzsmVukfCgT3nTzcjPw8qokkc19pZLTa+ofSRK3N/OdiIe0ROgYpyKFLFGPAyS
X1RJE1Dlos0/nWyB9jQ3dQfWf4rzPUUxYEncs2zKaqMBSF4tp/gpSVXrpfZil6Kjrk5/aXVSlmHX
U5yjipwIIyhtpUOVx4n1TfG85YcOZOi16tL2NtWz8aHkHJ+2mZJh244hxEEK2p4xrhRSBHEK5sOj
J9wOkxHBUVAobdkGbp9kPx14GuZZbWKTdgHtYXmMiwSnIjc2EZnUskIJEWM//1Iuk1JubJip2KtS
Jt4tUl1e0qKlmKwKWec+wFPzBisC+TpVeGGvqiLxgqUbWbxkMnPcN1JxVVfWkm9Mo1WvZ+g1GNaI
brm3UqEqXPUpJ220qdWgbsRL9drR25AEjqXkzZk1xdSdqx6RUNDYpB0RhrWlr7ZTgttThz5pjyUE
vYp1bLdGaPbw+f04mvvRt0evyeBidBiB9EMKKwc7GYdyH+2ekr+f3WudGd2yf1pdG1BA6QHnaeZ8
PVdavTMWry/WFvXCCiU9srcUd7WEBj6RYpGn8DwXMZ4kL5jlcBZQniOdMJtuafi2WjBTdEs45WaM
B1FuFjzT9t4010uI1ZrA/dE2eYplEckrZjaahz0WXbmBZhFzBGTrRRO4ZUJDtW5U+lcdggjeR73l
3lpebbKFD22Mz7Aasb6TpFq2aF/Yqi0hk2fRperL5OaN7i9eGh+8WLWys1lR1m+jTPOqYzM7IxRL
7Mmg7sDWUoTNqmjToODUv8ZN3rF7mYv9KCYECjvKMgI/IHW0HxWXpQEVa9KoP+P9/VfbYQa+sTjS
8HgYWivdYheAMoFKdvXk0r51IUpthItdWwQD5rzg+AGmYRlCRWuKatfWbf0Ceydl6gFdeKqnqogD
e+iQFGaa11tnDmwf7KP7abnK7Nl5nse2Ts9GqZmbovBgDY7WQmUyoextYxyhdM8tkpPaJ61mPTS5
pXzPaB1MfRlb9s6OEYsF85RlP3sVQFFAtSCuQlPNhbNDmRP/lEMqvsluqbAnQUlHEQ+IguGjOaIU
mudFqwDmr8YnFAU8RI9gDUqNiaoCsxBdGS9GRwKo0ZKxa74UIrH1HflWQwnNRinHsJv5gYGuTFil
m1XbgquXI62+aEIWhHeuKa7Jm+FtBbO48/x4mkd137YShVNQj2aO9xwW7F5gO8I1gnrWBhVfRi0d
d12+5HmYm7H7isUJhn1pBcLIV2Nj5CbeK8pjVmadcaYWI7gD7MVysrZAZFb/8Tq6S2HS4sze44Y4
VvIndm8xkh4cIQrcs5wOfg5FYdwjEe2IgMxK6vpYhiSPJDX0W71x5Dd+xPyNxon5LjdF/heCAu/n
iGGCEfYU6vFLFvwQpXZroElyYscskicFwcRf2uSCTOpxXIIClaaKEyoyi35OWHw+5LVh3aJedG8X
cINEN1kNw6hozGnnDC0yC9KQZBpwNAK1VCu5R0ErMawUoxsFsV2vtKoLSccysM0a5vSQ5l2L6RN+
dJt6tDE3TRsKtRuRSuyMunFYXnvyaR0ulyoOV1rVVp5fdhVqnMjMRXQ22BneZNmUNMNWE15ln5lz
rl+xhKMppL6QZRuKvvOrN1Z2coZbjKkEC301D2ofZ+Ax3AVHbCBbzY3AROt7FsX8ykIzMDv1dJG3
fkPhZaBdeEptf+bw/6p4yABDfHX40EPuVfhpG+UU9C0Sni2bS3EH43q6rExjeGl7xIA8Biwpfypb
3mebdiUoL0/KxE9LN1I55xs3mCZ9MYJoqrqMOHBdLRTyCBUr0sQNnoNd1flu0cW3Qlgj8pK+sG9c
5j6+cS3gAIxYckJNdURjFhISpuMWTJI3hlhngUWau1XVs6pv7vtpAj022lbtAlcr0r8GrgzqntB1
unDxzJMAJbsXdSVJZmac+gQp3P1wHZnPOgLOL11pJ30YWYh2wE1Z9VWOy3rjM82cg7DMmJcE5NQJ
yb2pAy5ZvS0CGkmNKFg0mV7BijBIIA4At/g9TjMEpi6i6Su9j8l3tS3UwwLW6Ae+TeMVXmzuq+YV
hrYbJWiJEOOaCmcykKOg/bFOrQObZZsFGZ5MSpCWZdGGRqYIe9cVOr/d8Rrz1Y4W/UuMVrzdCrMZ
z7Nstq9Gzrl54yzCvZLRoKFjxN8Pd7RhNVYTKHWi7ZAmQ4kGJPO+LVpRpudtXvO1DJcTNBwHZRT4
NA/adIErjKqHrd6xyU5KorzO2BcHnkPSFyvSwjgXXHzHUGRVMz0odrzcG0MMAq3BDxtnb/iFOOHx
QV4IFvDyaeKu0Ti8dL6htOPuOlWN8SVSE4xt3MbrqO8sfXMwe/jFgTkKvA97YSHWHCakcYEULbFe
n2UNWkzgXWLTFNniIvHwkh2WU9kl0kUd4V+KahnrHDV7yS1deTIRVBHyEtcxK5/rSrsfKg9E2Kxf
KEX/JIxpJ7IZMEPLn+IGg7lZYbonEe66TnvTWMvWMt2Njdx+7pXtTIfTQyQM+s6XYU4AnGBiDQS2
mJ5pSjm03jQ85UPbbhK0tQSB/F3RefcWkcB1pmb6ExLVsvKXmLrvFjy7e6sgUPKx5HOvIAVYm3bs
NrlTh7ix3hoTRyBCVAup1JhpG7IVKNYycd5Mzn1qFnZoyXI7eXiRlhFrLoDFyyVKsS4R/pzLNt3g
nYkQOCqvDIdO5zbKi8BClGsiDQ+0KfX8yDGv9U4gAs3t8bsWQZpzZBV/KZXE4crmTOd4hao3WewB
Gx6cXvNdPT2fvfo8c/puo6SmczMowxAauYFXblt6j/AToZtGXwwSAWEqouXS86L8bk6qOlTFs5KG
aS+n20nHgAcRmFjS3cj+uPabUwOFgqI+T2yJVjxcT0v+HOmIQqcRnMCgBAIIriPaDUJE303sPQZR
u6Gcrh1nCXHnvVPjAxrSMMviHzG3xDzfq9oAY1pMXwrVCcelgLoKNSlYnC8tYaKiLwGxXzCASZjI
jwNkCxLDwE35gZRymNnpt2W5cEbYQaOT+zWmP1sFXYPP9SNM5LIpkstBhczUG2m1oTy6hJFHj2rD
JyA3OhILyP7GdSRZSS12tnOJKxRWQheKUXabXmtenZmrhULx6NKBf/PIic9KQJCti62WNdybbS3B
C7mQ4WLbwJ+iflclS2hypo1ezSEgipssb360Rr5xoyENvLE3b1JhXZbJ/JoWJWBAxRk32NPNZ14v
7ko3Tr+oTapfjEOn/hjE3O8RybmhvSR9kE9eWEmt3qSO2wfWZN3atDqFGDudY+B2l9iGctFmDcZ2
pfGkEbDiq6ynflPXLUhAeaC5vLtWReu9OE79bJDMC7H7tDYLd/LAaouDKMczl3M2KLRl9oc2/U49
ob2IhSyxFG13tlrf60Z2N7MzIFacfABze1BCPzB//WKIr6UmXt1h2WJld964KpLOPvRmDWMZ907Q
1l6o8YPqwpSbOvogRptbDLuCB+AjbBRvB3E1wmXPIXLCwfl7nhhPnml+Twrj0SDrqaP3h65nJ/ic
S8y1fUSZD7OkHY/CsFU2D7oZvzhdE/+Ms23B1qvbOecXINwCX0e5FNUthUWk7/W3WMFEGbm2vDch
Xl5oILMxONMC1u9ZbjukpnOCdavbtxqeA1rZ4SA2NuLOwPvT152yP2+cascGjQKhyNUlsGJT4cLo
/uRKx/5i6Rii4N5XZ/3WIvDxof9uIS1u66T/jsXYarno+RY3x+iSSLl+NVPbex3x7r5n5ePzipsc
MunxGw5mwxZjiENhxPe5DvgIHqK8iuzaEpRLc8h8JEc3aYb4nzD/QirOldTNwEBKKJ36e2V26bZP
SpEFwl1uONa2Rulemem0awnpB0R74D+lDzJc32OgJULPldpf0gPt500eHS9im0zTNXPlx1w/tBV5
EKF8aWJseGVrPvSucR0rkYN2qpG4WarNhSn3MjMjTkuVAsOgDfa5ZtTGuWd+Z54vcDknowpoNhw5
qUnj0D1xK4qszFdbOxFaHlRbXXS2FzZpBnLQNRBHAfEMozKex9ArDcznMeU2qMFkQm71rtrhWVk5
nDSaRwSs9uRbVHIOgVkMZMfikRBqy1Fb7EGQtnYghKKqezdiDwZ1lWR3nipxO1S7TFfuzaKlS8xH
CmurT2xrnRNorWMo+7bAW/k6KUT/WCPF5YXKprOvSBdmynYqK737MldJTX5kacR+IINRbGgYoqO4
jlD/n1Gei9Hi8g9qukidZHppKZ7QVtCpTMzCA1lqVk0DRK7Bvbt6mPgS7Q8Dxz2DA7bIsGGb0h+m
3szYSzoJGznpMjzcF7dUNlmOMAO4ZIdu3MXJF43mAMryrEuMptrmeVv/pD1WkT46KX2Hlkcji4LG
/mc12Rx5fQ/G4Wysmv6rXor0h1cZ6aNRZYPjZ2KcyL6Qnf4GEde54xigX2IazfqZvAqOK6RUpA3Z
VNW+9ADmy2CqRDxe8qKwTNcKozAD07Sqmykx+GbIqsx5X+i0V4XqgFvgNcnQqGBvy9v7JHF7uCYJ
/nZo04q93nkD91tRAyCTpEvHAIhcPm119p6XyOkE/2sgsTR3aNLC4LPpmnt9KtOrwbatTaw2bGJl
Jq8E6YytpzbiSaeRqdmZE80O26RTkIej6ievr/TEmf6IuR5VSxwVL9oEPRSp3WWcbuohSV9QYtNR
Mqdqzi0TF5+OEz/tCHaHoXpSupiofTHXNTAvbvON72jjjNoPHm0HRooTb78Y4ofTRti5dbnr5Hya
khjWE4VKOrlT0MVSbCDtxPznlMy1ofnKkVD8dOYUzXCrC1TvWqHnh8UB8oe1T2F0P03Z2iTOLEMJ
Ep0WFjrlBvlS9NjP+vlckEqJ7bK5SZYogVjbVs3A+VV5nOBeiyljW0xP2lxFUaiPtv5amqQpgizC
GDWY62Iqw6KyVW2Xqr070aNT5Hfd4hxiUq7P2VBNw7VRLOIcXHWEe7rl4rktOicnT52SSmX3S3Ef
miJD+dl7U/Fk5LNxif+RVDaqVInP3NXqctM2EX7oKFyXu7SclfuxTb0yGCYTlD/10tTxGyfVHu1h
ce69qBLVFlfY8baI0D77ZaZ1T3piNw9Nu5T3VmSnvU+enuDM6OOm8gmRV1VlVNBiodLBdVaLdPpD
7jrFG9dEKL022unUVY5Lt/CMrE4AKN+bUolCmDHD9WLa3YnizfuaFbcidHqwElZkAAjDN4WO/1Sk
8zzGaqvuZ6XRxjNCd/vWy+pvLdKFDS1y2maGpbzTG8+4R+tXnE9k4rZGZUUn6jrvlBP0iqMeMqih
oVyjjvb2h2SVWxMZF0h02yS3/TGTJA0rpZkuFytxTjz2+5oV1iTUklF30m7tHpeRZVJoOZYh474h
nXfWc417mDhCNrNtsfIbyz5RYz3Gcfz9NfmYaOZWsOexXlYbmF9cZ4e9m3tR96J1pv0MMA/5W9UU
2KpxA/PqEGvomcTwmFnTmcfKwQwUXOLZ5+WodwU06lkw+lY9GnRNCq5vXzROrqMjssja66PZMIzs
zmq9sv9UeYDSBiY5LgiIoSmkrV/gt9qj1qZWPVvawhvuxjOvyotLr6Is9fmzvCvTraPoAJdQ6OLv
dPwsk1tgTp1Gyz4StnblcO3bCdsYH2zkRFy34mFrRFYafD7oBzOVTkQEu2AC4eYcgy8Qdlk0bjrL
vks9CmWcaBSPAH4gHVlOLIoPvtWqwzLgsdIe+q61PU+VtsXbbdlLvVx+an1j4P9qdidmxEdvEdgr
gDeW3qore/ut3IhkWbuoy942c+Oankoo28U4Jtuhb+ttaXCVVGO6cz5/jb/kqG+KojzQShBBz6ci
qzjWSlmJmFultZc9FSvA2lM0E2Ha+I+/ko2duEEBwRjWcpZ8sIxpfsQFO7PXaxE+wGXXGZKSxLSG
0WpuXuptrJDMFSo1yk5b264+/7UfvCMENIgxIEJyXThWSUjXaVVPTujBJzJeWDWE1OqKsF2UPlRT
iYCzQQL7+ZjvdimK3CsVDe0on189bvxIYcdbNVXhfUKFrdPTPCyNjLpckn2rKP9+PthHD8iRs6Kb
2aFs9wgYJDBGSYm41D3OiADu6niEyCaUtN9MTqLeVXTefVnmVHv+fNgPFhMifvCVdEGDAThWdSam
J+kmdsjc9UV+EVmoJ6qS20FtnWxg/2AohC4Q5wD3rNLG9Q38tiXZc4FoU+hyb3pVuxHeSF+0ETvD
vqyq/IQW5KOxWLMOfj4I9OBgvh3LTTA5ptF32Xu92TzpFq6MmkEyCefq2Tuh8/1gmgAAhvODwB/Q
kne0oRPDJ2ZnDWyCtY2FIREa/Fy3zM9jPqdLEEca7/OP9sG2RAs1XEYOtBUtezRixzEt1XUHzKNa
bGHaq6RaSuPu81E+2iAAWCGl1Nn50JccqUNHBesMglaGAbT4sjB7r+mSotTeJ7X+qNijeihT2oRR
xFa3HofpBcVd+1mWqBB93UjlZRSlEsMVnNADUobxGXXn+cSX/uhdwL0j+sdxDfnL0Y/s0qpuWlNZ
9ibCtLBbujrsh344sRV8NMoK1uUlrDLZYzTMFM+eHFtv3keLq5+VKVUSocWntMUfzVrcd9h0eByg
cN7bWYu9Rx+NUbvsZ2dRdnppTtuZigzXfsQlvz7u/2fv/0eMbX6b5+/Y+//6T//0r//tn6Hu/4d/
+S//43/+83//l//6n9/w99f/+t/4+5b3DzZFVHNsy2uLIVPrb/4+B9E/iN0s2gFtmj3g7f9vfz8F
yv5KaQXwQ/fNKmZdoan/5vCnaNo/VpnfyiChbkEDiPYnBP63kxK4GG3IqOw4u5H+r7Tkt9NlMuRa
6fScSwie9An2dPX/RZVb3/32fm7+jgh+t4JbZ93/iRN+DWMRsWqrrQCWgsetS2W0kIftGvdS6Zvi
gWo46dC2r69aasOPsaKZj/QV6XtDK9VH6qL2ibvC+6ekQZFWihUzpcOVM94+pVKDmrAqi0yzCjdL
y90yLOV0Yq/7aBDaadi8CcA8RMFvB0lUpy9qLU4OOBdFgYISISj09pTf+Nv1vb5JdJEctusFZP3r
+it+OwGVZQZVMKfJQZWwMpQKLcriLmWoYMMTfv7RPnqg1XxSpQsSKaZ6NDfyQTCt2yE5ZHM2vHiA
sbdq2Rqn8KYfDbPC7ojNuAjAZ3r7RH3iWjOl+uQgx7LfJFOJy5KV9ydYTEe35F8vjl5pvv8aHq/E
yLfDpFhWKdqoJofYq5tDZ9SLXxtqsa0j/ee0UpFamsE3+Je422lO6nCUS42hu+39+Vx0NMPk6sZt
gALT0WEzop6LlMlNDglFzPNkFWGRwii+f/7t3gYUfz8tkRgPyk6CIHj9979NE4/m7EgaenIQufo6
0VOHsUtzS3k39bG8sP98pqwtPWwlRBSadUyb4mbMZZHm9kM6mMPZkBmYBnRSnH3+TB9M/V/2oAAR
OUZ5uLfPRGKWbFTZZgdjkdGZ9GhYwIL456RGpxw7301JLmyQMNZrAqQwhno7UpmjNrIbTCv7Kqen
noG7XeR12okd491HQicNUWq1F+P+xCHwdpioJ8JznYYdYynT0I7L/NWOm57ab+ne4lc//ulnYjyy
JesHIhqjx+nteDOs7antkvQQwanCUKMGT2SAK/r8M71/eViY0Quk0am6NiAdTT1RDHQ3oYQ4SGL1
/ZLhyAACyTgxyvv1TFoNOgM3a5a0Yx1bJ9bchM3WicpDQ+rSbyWuWJku5CvBnAe2CqeheRlvDVd0
fzWogq5pMKuCeqnn7Z8+LhcfVjOKdbIxxI9vX2pqFTNeTFVyMBNz3iSD8hopqfzjL8cD0oqO+p7T
Czb920GKDnCKSFlg9GEOmwinBuQUtvh/HOXoUTDCjTooJsmh13OPS4cpERkhPvz8hb1bxhwp6+Ii
7jARBhznXjxAR4Wq1eWhVHS8uOxp/o66cNjQeeueaCP4eCiQZ2isiJmO1fNq7U60VKnlYS41+94w
ElRGupj6r1TzgHV9/lzr9vMmxlnFp+yA9LMTfXMdfvuNlraL59pp6kPZFjcSXNheSBOSEL70Gjyt
QqgLRZhpPBFavV9uDAvqgUW97iLHdhpkzyXoG1kfXA30j1FSDOxm1F6fP9z7N8ko4K5oD2VDZLq/
fTgX4lqjaFZ9EDRENcFIW1K5MgOiOJj7Po33nw/3wbv06L/4lV0ic3LcjuSg/u7GJW8OaNI1dxPh
A/e1SACdbUt3ca9iZ3FfZ2UAK9MoONR8Pvj7bZlghJhbhWMNofx48Lh1EHRKRxzqvteQ28sCglVR
tdlTQtGZwrOanepVePd61x4hTF5+ecsw7NHr1fNFdiIuu0MsUY4UahHfLF6WBRaw8L8d0/4vSfpE
BgxFAML9A6Yz5+nRNFXQWDt2U/eH9dL+F1oy7QpNtHaKLvHBExHfsGWRPCEkPu4unCBRLVpVjIdl
0MYLE2vtbTl08Z6ycPTtD78XkQe3E0I61jgJ3aOXV8PcM8EZDgfQeyiz+EjnkxRo61yl35la756I
4D54NJLG3L4IWDVbP+ZPxnUP/c3rhoOi80Bd4/UhWkAs9RrpnFjc79bB+mgrBZHgYMX/r4v/tzCO
qddKNR+GA9EQFhkqCjMlHstLaTnTVbUgdvVrb7Q3DoT3EwgI8xfN/M2Gtg5O/8zaCr2e40czxWoU
s6CxTb8WQGXMW+lIxdx07oTQOCb9Jrfr7XT1GEXUexkjszTPKbjXNeLcxkPllImmHAO6aLtps0SL
Cg1Rbwu3RusFlTm76gZjNbcxJ1XZk5xBoG21GXru0ohlFlrDGH1V7Iq0xTAbZrGjHbZB3EZKqTsr
tbhFJSUa0YUDaCkZmurkoqRBX2N9b7OlxGQsKpfHoiLnepOj26V3MqUyf1FFXZpRAJV4jd5r6UAm
Wm1Gw9q2Yzlkz2k+Tv3WGHUzukkG+pOu88zq/kIDrqFJ8woluaxqtzEBGmFZczsUcSPCxYrLnoyy
Xag7o4cHHgIy7r7F5eI4YemqbnxJUb7wfCmNEq1KZyT0+BS2O16CzG8uVZQGX3vU5kimuBqkX+zZ
SvdazRb1LA2SnldJ3jXpddLR+bZJq8X93hHPP6KFQqa3eHmfbDt7qgHb5VM0PBa5yJVLmcnM2Us3
gvy2meco0m6xJLGEX5dkPSlF0h2zpbLoPBt03rhhUlZuvq+rrkZOLilZ7ITTTAtKOWhkIa0ZuuOP
NQ0c+9HMUghOLTI/0Pu4zClIrouwUUX2re0x/vW9wSnrTWeC6Q+MwUCYFXtR+twk6lCiY1npez1X
6L3Sx3kWal1HW0YDnDEDMB91PyKkZnf9JLmRsX7H9FLtzTrZ0NeEbhg/2SVwl2JMg7Rniz6Lkoia
22IrjXlQcOCatvniTHgFeR0Lc5MQITrXpaHYfSCUYnB+JFaB0ZmSOwNF4KoAC7xpnAUz2Vrx6h/2
4nY/7LZu9EDp82LYmh1NGrd5m+qIwuid0r9L7kHJz8XxJn2npJZbw0jG+HUjx6Rx/CS2k2G7SDO3
to6VFeoejJrrbTsrn7TA9XJntQrLjHwh6EmEPAdH1Nn7vDcsxfCtAv6HDzysn/4XZ+fV47aSpuFf
RIA53Cp2lOS23Q43hCNzKmb++n2qZxdrUYKInrnxzPgclKpY4Qtv2ORNZaibRkpxUpfs0V2EOZs0
j3bqeDS0UyHa7+OoVfXOo/kZ7aLEAL6C0lCJf5en4GJKC8Ya8kfXAtFBL8Biu8cdcOpHUedp8myh
+qH9Bk495eU2RkqpfEYm2wLaCtEx2CK/5utIY4GR31uxXyo/7C6jPVM6ntRw1FUMGDp6aM3aCVL7
A+UbbIrXEZk2YGJsUa172wv1YOekZSH2U+s35X2U8C8DzXWjdDuJBim2sulD9YHegmmjMgswHkKa
GvnbvlXLE+a8vQ2njqrSsRagmFdNV+ruV5hmSdYhAuuK/HVCg8D/DV0rD77SsoQDvhoQeS5R+VSz
sL0vp8Q2KJe4g1H/KNPKal4STvv4hHqdau0TJ6PgQGuuAcYeh4Nfig28geJ3NyZV81MNQppu+Q5d
rVao7MXeAlEbtYmaHRS1MyYJqLHSL6TcCXqsPQegAyUp3DbzHocBYD0dg7S7F3Y2cmNTZOuLj2WD
oe+mjQFYn3pEzqY7uidm+sG0heWtlSrSlAeOltc+2GnQYecTZAZeUSJ0i2MxAs/+NUz5NJxGME54
USiicAfch6O8/zOKsej+JtGody+e5PkfIORNZMpEMsa+FEAw/2S6muG5poKWnUAoTT7ufqoS1N1D
hSiC+IWJpSpOapHlUNPYBHSvyjYFUji2BgdLV9MXpTawbkn7yRj3WtxmSGrHmt4+d4R11g5j5KD4
i9ohoOZ1yPUcu5tsJJIFZw2F9ckPHPOXNjmR98PnXAdbuwbetrVzhJRXBQY/fbwSSdQYdyiI2uMG
E+LCKrGOtHSUKn30CZH+GuyvXaq0/RMXnuODL43DZKPoQXIoagm5I5B0zQ1AWu81CzOXO1qpi9+e
l8N/cRtlGh494IX2aiikzCo2v661JXTIzLtQ6zx8b62p9NboITt8NuxwImx9VfNv3lBhB0VvVdqq
NRKYhX0aR995BQwAbp5VgWRT2vAhFKgxr5LKiKKNPrpptoOwqZ6GFjzq2q3QRICSWSjmJxN0068q
65NprXZcRE+V5uXcnC53+8btm1Y9NCh0wmXLIX9uWJdC3YwujLK1Uwfl76avfRyZs3Yqwa+O1LAG
JTTtUz5kk7iDeR5pkAOUCnNGPw29ETFyKGhPYgjVPlgVQjOGp7hxAhLYwsmgNetCU+7dgewMuUR0
MNc52kfJagJ61JirLB28ekOAqgESbNH7dFZ2ZlkfKjHEwTrQ2vylRDpXcJmryXhE3twYNkVl1eYL
ZhqBOCELGHPEIt12kN3tx2jFTVAXB6806BrDX/CQCbQqu7qLtB651N4pcJBxgF8pHzKjhHiSVWr5
nYfEPoUpNdFVrvdwYuIAis42JXT7Ltnd2QMob99AodOIm98tEphP5hCAnYAIkurTnvvFQjW6TZJu
WBlJhAU1DFc86IZKb2xINaFv7pOOqAVaXqHqK+5s7J24zHOEOQZUI+8U2IXhDm5jb29Sp0vzEGZM
Y6uPJiRFDPsUyhg74bjx3xGL8+iefzz6CMWqea0FLk7dqhvk8xOKAZlot0wUf20OxaDD8sWPbmOZ
IlNecqOqvK0zIqzyscJOIJXqsHBo1rWNKOfjkKflb0vGJvcdSsb5Ko7CmKLIgEwxirQc035fQWkc
nzXYFMUO8yPuLJ9Ka7uHEAGizcxjvHoy4JbZBjXfMqHpqYSvkZMJc2UUhfMRnLpsWBVVVewRmvR+
R5GGQlwt9J6Ph0F9uhLlFPzAGbzK70bCwFza8OAxZwRNLBZStKshONobVIyxIAZbcR4XG7lRTrrP
XQOVjZ0SKV+rOBRbxR+DhfLO1ZFcPBCAGtHHt2ZVfVufgs4ABvjslRkEfCNiN1lwjZnnUiXp6lCk
2LZKvmSAoDufVN4XQze6dvs89V1B9KeqX1VfnR6i2swX+s1vqJpZbE89BZwc0k8AE96Umv5JLGpI
tX0Q6d2zq1Q+YHDbjQ+TYieAcu3gWW0HPb8bSsfiwouk4BSKnfofYPz5EQkL7YMggtLXt9O4i0IG
35IUzqCrz9HksT+ffimdVKhldM8IEQg47b35YHaRv1BZuDaK9PuRmSLiCfPvOUWgPSbEHZ6nDoq1
UrXDLqGSuL09l4sSgtyXyEggV4k2JuCB87lE4dC0o271z3pPtSSiirFXRVzdO1pafW3rOn53SkqY
jl4+TCwagpSUz8dDRAjYaqNOz31socPJh+JdUKr1pOnl5r1TY9NgcUJ9l/Iuf5wPhQh9XkypqT7H
qiDzBMWja6vSoCW1Uare8dcIRmTJwt64zINJNGmbcwylbMxcuyVwMr/StcB7NtvBG59jzarRg27y
VNyDKfDLbd01eXdC2DEpnlF/t5YsNM+hNbJqQqFelw1EylIS3Xg+6zbU1QrDXeXZdoX70Duldhwz
hUS01rpsFSOIaG6AWUfmwsQvtysJuAS60Cp20J2YAV7Qe/aprhT+88Qu2wIZqpHm5tm5/U0vR8H2
VzalQA3QJp3fBqrugxAtXP/ZT5ppN5p6uHVkhHF7lIv7TZo4AoUFbyJ1P8zZzkk7CiSq1znPbZGq
a5/W1ZpQB20rdIcWzt/FhGZDzUpCKr4GIORH59npW+25UnP3SJloSc/uchQ0FNkONPjpSVGXP98U
blBm2Mr33nMZK8591XbByicXWrixLpeNgj+VSLYgHWxgvuejdF6KZGQqgkPZIV464tNBLmji7Y52
uBe/3v5GV6ZkWKTDHl0iAAbzfe50jo4QvRccoE2p4pjTtc+eKbSaC8/qxTiytsSNpXoauidsvvNJ
TZOO2nut8YATUO9Q09K+50Y4LTxzl6f2fJTZNsBlsgpajzDByFTpzjBs4TnCKFIK/1OMOw6vTNzv
b6/gxZg0pP5dwdnnQkgCCS0lCw9oOrirLkf6sv6jOHjJOz7MxNoNmoURr20QWlBU5uE9ATKRa/3P
W54MjRvJBOLgjlBb1nrSZw9AsfToDl2P8Nft6V18OMqRtP05v1R2jQtfsFHvYyUJ1PAQZQ5wXa1J
HKL8ofx7e5grqwhgRt4SQLLAjs0eUGwNIxfSeHjIQzs4xEUJsnrU8mM7Zf4205txXAGaM94bVsrJ
AbihZE1jkWr8+UpS6IMSM7bhAUeT/B5dlmgbI5OxQdd+KYKVD8ZZACaHAnpMiMBHo7h7PhQdDE0r
8Vo9eGRFK6GoyfMI7wmbl8nX10Ivond5hvGCMSBhjwT82UQIEm/07y5xAjSPrEJK4WSG8zVwLe1b
4pnvkwf731Fom2MVCZAO9OT5KIh+tOVgOOFBm2Br3SlWaftHCNJq+N4LhOnIGrwUFKQPPEeCdthx
QBNpokNlGdW9ntbT1hhj8f6jxSjkF9zvUlN9tmhlU4fKWNTRAQAR0nRgQlb2EOfPTmovhTjXNgTb
AViyxATQCDpfuVSMFPD6PjpYqnhpUo88ME+SFcqJ3+i1f719vK5cGXR/WLm3s0UGdT4YHjmOcK0x
OuR1ah7VoK9+TTWy6pCkl7ol1y4M4jbue01+rnm/KU/zFIm0lPRCw5+L3L7za4QLnLD7dHtOVwci
faIFy7VBv+R8TqkZRbnRmNEBl5SG8qPi2K+G2nvN9v3jSOAGj7EEdkuw378HKSXtN3O0nQ5ZkbRf
nNEemk0xSb2S944DZo14jGPEH+ABz8eZqhxqN+Q+OBFICQWhpu9Gxw0/vnsUokqcdCEpyK80GwUx
IXT20OQ4uGIYntKqU5/Q104X0FeX+43wFDSSASvIxiF4di3QvlE9QfHkUAdp/G1CJmdntQVgpFSZ
lgznl8aSucQ/z2Hspi7GEVNy6CJ9+gAc0dygTdQjCJMEC9fD5ZZDA1HCbKUiu8Z1dz5US7/CDwa0
JJrM8F9TtNB2tOSWmE7XJiSrAqTFPIgXyU9mlwZ2Ull86JKodraa3XvtC1pNcbf2ElxqFuLNq5Pi
U4EKhc/FI38+KRWeq2O1Bnde31Ogpn6Nr1q7RC6SN+f5+wdGiAuBcyTBQupsRwBJLlSr5Vrwu2ig
NgnqoCJ6tro7VFmKp9bt46cYCYuDaRZDvRs0WN7vfu0ZmRiUZ1jGoXNDUKuO8f0Yq/jg1DT9qCBO
frSGfFp80QIk0ze3D5rcCxcT9lhOsiyekzng3gzMsg8VEeNXZdQ7inIUVWzEp0wziR/suG0eg7zW
74RHhen2yFc+KPQ4mULyHsv/nH/QCPk9L4VxcojHNN14lRZt214fF0oQ10ZBLxMYFPAXRI3lLv7n
2FmYTKmYvsSHCLjcF1uNw2zD/xktERcu30mILdQ55DKSlM83jk/l3bcG1lEx+umj3ZjlxxinzbXt
EyOWdLC89e3lu3L8MF0g6KUTDkZ17hqaOWMPxVmJDhglWxTdlW6X1ogrNNQnFy5j+SXme0R67cIC
Aft9EaPl+RRXkOSjQxLUEPxNNwB2+Fx2uvpa4Ly6iaduqcBwdXbyg/EG2BKIeP7ZevqJaaRE8cHq
NHOXEfc+OApeVMJAkfL2Ql47AVRPVORcuXVR4D0fSmC81oILiA9t1KQfUclLH6tGyR56DIU2nWbF
1kr4pfdQJ4hf3B766iwhRcmJUp2/MJWksWcinB8fBs2uvxse5lH3Ro14De1Rv1mqxl3dou6bwDb3
Czfc+URDhBVGlzEObovpk18a5SZEgGubd1r+aKuT+e327K5um3/Gm0WpWSnos9CGOaAmblL9S/8E
rQLBbojjB1rv2ZOWpNlCan1tRbEnB3iGkzKB8SyBN/I07FFapNHm++Ojj4ddj6Y3pHc/hGy0cHfO
uLcyrbApS/3/aLOtQxeE/nysxwdN1KW5GXKEMIAv+CcMLYc9rpmIXVA/WI2N22K65hj5FxgHS5GF
Jp+++fnUIUvIwjmAu3lW6vnh5PUYvx+QUqA8hvhZ/rtKQtobjYPwFuiIoEvXuQ3sgSZ80X8Qlu6f
2qgM7jL82+4HoU7b0Mb6ZuGKv7YDcGkBHUoUgobELIrDYLK3fcSKDqPWhtukQK5zB1WXfiV10zbZ
Y6z2k8e+XMgpr24CxF7AQZGiu/NiOqVQ329boDytVR+mIjdep9hXt1VqKwt3x7XXhUyZKEsiswHl
nR8pzMGF7zbcHcaA+E6HUeoGx8olYeJrNxSpOMCTt9BkDrNtijrJ63aMDwWF+oMa2vXHlFb+k272
2cvkNN6j4ZvNnVb5wQIq7+pKIjstFUxJ0L3ZETZFopZ1rsWHxEusrVdP1TbQOwMvMrRVbt8W1yIv
Ctg6NiaSrTLH3/KAtYi7pMlhGsSfzGOrNnU1/akrQ/9GpWLco7cxfkOLL/sDaqNegJVdPUMG4Q+s
IzDAUNjPvyRiPxV/4ycHFNa8vaJkDSyICdeWtT6U4mOCP+cXJ7MwcKl67feQWd/GvDN3eBEZH4Wq
gF8JrX5auEGvfXgIDNhvop9A7Cu33z/BSzKOgk4mIRJy3pR6hKZNO7+cmh86IosUFtL8O03u+kXR
dHthQa4OTYeIt9cGNDyPznojQRRKpf3mFH7vrMPYienIx8A2NiJT+3yD7SXQFU2VEmNp5nntwtG6
dndAw9bpHBngDOeFIcXwQ5KBOj7oU6IdK8Bhn6GmxM/aoASbWg2tvRd2xrgQVV17I4F/Q3ug4CHP
9PmKexWy4qpVxoc0N8sAeToTQ2GgJcqxo653b+Sasru9768dMSjyPCasNtHH7FUOxnBATmaKD8LQ
qgBfx7bAXGlQLBROozRdinauLaupU9ChjEnnyp49kIjGqJmbejxZoXAZp69+1kkA8tALo3DX9733
NyTTer09yavLCtGOwg5VzAuTLIgWrR3Brzu03QC8ZwpSpI50IEB7ya1DS6HV6s+3h7y2rmSmqDeQ
FKFDMlvXARVndBZ5FNvByI9OGAzjphRwz0Evm8mH/2IwC1KTLNBKK/PzbRMF7tSMeUNyjzLZq9XS
jdwVQ5T+FGgWh9vbg112yQk7GAxhP6zS6f/N6sGDl9coJrOadUEeo8QJqmL0zVHIN7G60oJ1l5ra
h0itc3yS9XAzTg7F6qB2ipUyhEsl42sXNx0TXghwnxQbZjtKdh1aJ8oSoEBt8s3PGixiCpxU18Q7
7gGz+erYtmh0r9DKLp8sl5LlwtNxSbqRC8JdBRiYl4o7/Hz5K5gnlaXwE0RSm2tPq9XhCUW0cRPj
NXksXU+J1gDnTo3WmE9K5GgrNdSwbbL6RQL7tXsTRAZVa1IyOoryJPxzZXdBHFZGIJJDbIbujj5E
ESL7FFSPbemOu7YNvV/mkKXP6NzZS/tCfvd5HEgwys0F4QdQyGxf1AKb5VRJ0kOe0Q1fcWuZXzHk
br8qjYW6gz3W9d7o2tBdTX3ZlKi6VwOC1BUk3IVL7dotQzZFFQPyABt1tifiPkuTZGqTg9YiZ46a
I9XwNTR2EFHTSH1y1ySB/1dRUnVaiP2ujQwNWdclMOayDNowr1zhPjtM/CMOOpw5wt2t0pgvaQtS
boUjLKbOVjMu9Xav3TeQUWWDBvY0cgnnH94cvGI0e4WXwyrSJ22o+rWp5tVLJ7Veb18A1+YI/Y8t
RmDGVGdph4K+YgSykOIoYJqdP6DIKv1K7sEZKI91Fr5i1qsurOv16f3/mLNIt7ZcgM3YSR5UKmOP
/Ri8AG3LH/2izO5vz+7aW0HVkg4bjidggOQv+ecEFYCUKxXw2wEFCAf5bz0Zpz1SyK23dvQ8aFd9
q4iFaOfqmPDYUCeAJwUE53xM30PP3BrL5ICUN5rHZjO1yooTDtkmwXu0wFxg4YRcuycIKGVw5bJj
5jVaJKjaKjH05DBElrr1sxKlWz33qzsd/dTHHgtB9Nl5JTeKJ5ZaBVf3DxEVZRUZbRvy7/9Z4bBz
1KDT2T9KIB4K1T/Y8QCIzG4/KJFfb8Zsqc5xNVGWCjD/N+JsfdHJTdGvjJNDrsMAkMIfm7qs/C0A
FvHg1E23mZz8W6YP3l5vummPsrC+sODXUjXsOWlYAOUCsj07n9RstRqscHLQs9zaRwjsod7udwvl
xquf1fZMwpz/kC/PlzadQmOqsjo5hLmT7NCcRpE8sd1NoHThUwdEZtehFlqulBH2wO1zc/WE/jP0
7KvaoUsC5Ws0M+hlKSvPTsPPlRsB/VUdSYO4PdrV5ZSEdXloaHfOvmiAmqAw6zQ9jMrkOyu3Q9Vp
XVb9sFTduDYtcNvA1Tx6qs68R6M3FOS1SCZmbqkVq9i2hmZHeJtRUBAqrJ7b87o6HNG45IdJO7/Z
7VPq5RTFgctOtaWyZoS97Bdg/PVfxfbxVLs92LVFJLeTjTTZqTFmYWOKu4iSTwpXXZuWmxrG0Xoq
hnBhT16dksvtxq6nfTLnV8NtqovAi9JDQ09DXePhl+t7LEKaj33tuPV/kUERCkKiBjOJJsQsCFFq
enoIYaaHtjCSj42JLI5AWfsrih6mu64pISxVmWYBKFEfcD8s4mjt895xg5+fuUooQ10PqnUc8XgP
VqOdpy8eBm5fQnIunFSM7HcqiIJ8nhyE7wLbG7a3v+Nshd9+AeATpA6xYUWGZPYdzcgMu7JUrGMZ
DsFHMO7dc9p5wRfQ58XCOzyPdd/GYl0RaAGVCuRvdvAKYY4e6tr2MQi0zrnzp05xwPLbXr3CYSd2
1oUX9q+AAzAkwpQn7faqV0fVsy00Fz3btE/z/e3ZX1t/Qi5aVSqtnAsxMTMZnaIZhX00AzTTVHK7
laaPn8q62pqFba24lH7WXrDTkOR832l9WwzpxkYPiWofQJTzTz+FyN1LAasjPXF33UUq7hE8avsI
As/CLK99YziHyBdxORAhzHZZTawv8NlyjnhN6Cs2uX1UGjvH+tU3X24v6DzBe5sWnTE2FJqVQGhn
Y8HDqaYK/Vr2U9PR7ETX9U+cVrjcZEo2fei1GqCRM7XpcewTWP22V/jJrima9qWOM3vYGwm+WgsH
e3ZZyR/F3tYsSt6gaDjc52vd5QEFuSJ0j70qzEOBF+nzUKPOfnvuV0bhlicsoeREeDvv19lRgC+m
2XpHIJJDDuOmLr53lj2+f+NIAANNfzJpPtbslrJBmrSTkrlHk7RxZevj+NJbWr/TQttcmNEstpTr
hqSjXDLqpxQ4Z+vmwHFy2k51j6nbdJ87K/QfO60L9pqTqivV9NvXd6+ghbgTywfuGgTFLPfKlaLS
i1hxj7Y0LC6hb33R3cb7cXuUK8fBsrBLJnxFVgBM5vluaLvaCDwkR49JliP94LbtWoOjs4V9Jt73
Sr4tIB8KTri0sQeocT6UZQVOgDg9jvJDNW4w2S3XuZZOC+f7ysazGILuKA6SdFVnnykUAE1a3fKO
VlMj9wh/fxMrZXt3e9mujIISLdmNA84JROYsjRqQ5KAKncCjL1trnxd9u1IN393+F6MgsCP3G/fH
PGaysb+LNBe2ftkb6bqNnOQ+4YZcag7Mgl0KXdBBJP5XVolpPennH8aFtutkpROczAwh/c3IpTV9
1hIYnKu4GRT3PjA7NdtohlpqqEbrarBN7MZR1+ngmvUHern68NIgT65jJuTBZsKDBXsuFn+EcWtx
zX2L1AJDvCqoMm+T4TTCf0/aXLlL/Xywn123L7DYUp3ceCwjy8o+C1f1Tw13S7TGAAa8ldf2uMij
+TimP4vWs8Vz4QiIXfgmpS8TyVf/yVa6BtOt3lZ86LrVZNSPpcDqYmcEiPVDrYsSb5XoVvwLVHAd
vkSx1RR3YCF1a2uG4F4eB8n/X6mwv7NvvVCj6S7HUM1+VMxIc47AHIrqPpqMxkdFvHedda6Pnv6I
SSnGBQOEZ/KBYvATsQlwPTJ/ag2uaX/euSUIjYjSEYVB/YDiobyl/sn5OgPXRGsUylHXswYWZGCv
s8AY3vtGUKjXkVkmxaKnjYzDbBQCDUy8MClrCTM2tnQVAIO0xHq4uFHlKETNaLfJMGge8NUK/Q5F
ndyjW7TxyW4DvKe6wHxMjWHY+vg3fX3n2pF6cPKBqJA8Ir8xm5VnVl7B32rHuI2KXaVDww2FueRG
fTkrJKolgQXoPnCEC05F0uKXOfb6UQSO2BROXO5cLGQerXJQ7i29WlIAvjaeSTosFUs1nvZZIJnF
KgB6USPLKwLzpFIlDSH/D+I1QAM9WMGIrxauJXmF/lOfZBxkq5gZYCMw4Re6N2PtNSgudQSKIsuc
jeWU1R8TVbNyT+85cPbUcAdrBwRlsBdSoDcVy9nQ6Ir+r6ShxRY935i9EEWfVZ53RACsHQ8lMl2/
EidPvgr0gCGCJ3r7vYgULVqnCU4rmDN5NRoOnt/+KZusVu6R9dIQdbVTnK1kE0DKgGpK/jm03Vrf
K24kpk0UmU6+7quhKb8ZaF/gbQKZ21qXiYD+CairEJsW9eoGZXjb/ov0k/Ol6lqDAulIBwHTzs7+
IQXh2t3tDTyvv8iVd20L8Kk0VKdZPXvcNEUbWxpt5pE2dYlRjhYcY+w1ETiF+vzT6MbX3MUdIAmz
X6Lo6m+msMul12L+8SlBgvQGNM/PAF83e/lEaMDg1grvSL8i2veN0MQK7mqQoNSTJAu1kIuXCeye
Af6DAqiE3s5hIH6PS1Utau/oBTqi/qRmKzMOvttDZqL8Xu0xEPkQuDw1t9f54nUnh2ePEVBKOhjl
//NdhjdeplpJFJ/6qGi/9kqRrsLR0l9vj3IReslRAMYCa0MBGEPq81GsamqKDt75qe6UZO9kmvqU
D1Oy891oKb+6uCOAtzCQDgIAABj59flQmYf3TdhO/tFMvWhV2cO3IQmcta+426btlhpblxNDrgw9
LGAOVLXBnJ+PFoT5UARlGZxE3yHmxJBPZYowuZa16XsfKpR58HmmcMWkqGrPQpcMc7lcyfXwFA8F
zkPYc+66tF/S3rrcD7LRilKqLqkAZI3nE1K6qEMAv+KNEriGEHeE95iIeAuR65VlkxkTj4fsCUC3
OR+lCp3CSfowYdkSI9iUhVd+d6cJa8m4zsMlutzFJU4liTeQGTl02yBLnY9m+RGSHT3vLkbj0won
owBbEOWXKLtHJe6KfRePSxyEKxOUN5jHrqesRGp4PiRa8RrA6SY5RUFW3vsWyl5AqpSU04Wq8Lfb
p+vKN4NERGUIQB4ogDlVJHSGwFSh0J0Q9MGIdGqMT6gGvpOQQsRMhmERVZBOGww3mxI1klBpFCc7
IVIEcCjDQ14Ba7B5/1zQCZc+BhyrC0OGMIi1nJ5NdtJbzHdKQrYfQWjF3987CrQtSaohYSdKmquE
K3h5BLHls2IlXjBjqWMC2lXvBEGxYoyC6BoEZvqK6vzETo466UWd56ciRSUAgJDYemMCc23scDJR
9AFBoE57bKrMXuovX255Q5WQXrpRBC0UZc73n99rZVyqYXYqNKfrX3TkV8ETl6E+nASpZP5p1Mv2
p136aNG8+0UBE8UDJvGplLfmu7EuUzTQ+ro4ITPXuyhWetJSLnTef8RgYAEHIWjhCyKQdT5FzFp8
xOuC4oTgSr5FdypbW1mDiUdqO++fkk6dlGI0VW/al7Otb8RZ4YRVU5zycmp3VEfsE85jxULEd1kn
pQMj9RUpHBBXwAg/n1FUx0ZLg7k4deAj7uzETHaho/h7crFoq/claiKZYW6BjLvotmjdtsO3kqq/
pS9cz5dvqKHTZaNEjXYCYe9s94x1Q1cIlNSp1Mdyj6C8vcKBFo8/sIMbLcFe+d3HEX0SPiHVaMRO
35Bu/2R6WWBaINbi8lSJrthYY/chH6clBtq1SUlNO51tCXhp3oLO9dRM3awtTyLRMWk0vHidg0Nd
Jzqs92xS67vbk7pyBHXuZB4cWLnASWcvKTnFJEaBBy0nxVhL1Ng2QtwD91GcsHD5CrZ91QQLNa7L
pwAqKeEPORLNIIp451uIa9sfy9yqToOv4+2mW5gU6oSWSxyMK4tJZYsKNu1RiyxlNjkNU8LBGtXq
VAA5/xvZefGSJXb+iiKcu9XLaKl3d/meMi/ZdEa8FdTzHBrl6qLH9sQtT3k+Gg/4Z0Ed6Ad3o9pL
tciL1oCkDRLsS/EH6ODztEuIymyjgJlRhTG2wDurDmdf0xlXFVqu+gpXSfWzPSJq43Vhc8+uLb6+
e+PIHrdEAVOz53k6/4Z1q1fdNMX1iSuuMLZc10LfGlrfZg9eoeF9Z1OpeslpMhYLIeYbUOEs58R5
nKqafDtkBDhnaIRhFGuR0lqntBqizuF9wnMchzjPLoOHyRBVdO+VQBqfMDyzxN/SGSZnryK6VX/E
ASNBASkp7AmzaRvpu0dlMBBIaga9qh8RBlLz+9sLNd+E+ttW4BvpVFRk7nS+UHjj6tz9WnrqHKSc
UDl9QBPzlJvBl4IlWlib+cmSg9Ekp4gj0zRwYOeD6VrRaiDn81NY1BjBRqi22ShKLrw0V6YEjIRL
ivdGpkqzKdVpqTdZ3oiT3Uz22rIUb89W+2x5ZbGG6tIsPDnzzc6keNNUEmzZhYf+ez6p0qzRzXbH
+hSVirOHAYT0ktdpW6VHZ7d3h3Rfj727FQIrFX2swnfe+wwP3p0YieiIZ3yukdB1lZZMddmckBP2
pUkfYCdf7Xa3t8nll+Mcsz8I9dDMoKxwPkm7VkphTEF7QjzBfa56Nc7uhqzCkPz2OG9tkX9Pj64y
EKUKiVKV+fQsTLDrVEHKsu1RoatURNUwh3P3tTep6G0FEypO7hR/My2l0j6EQm+7aYOLIejLVVQ0
erVy1bbGF7DRAS+nJUa1cWeo0x5NrnhYu11fWSuA+hC0KIzH8aoFpDHtAz+zfyYoM3+KfIoGq0yE
OLdWbuB9Hb2yOaL/p3w27NpekqW9sqpUDUh7JVNNlmjPV9VI8EIfqnw4FZ7yXe/McI83p71wwt/0
UmZLSkIjnXxkjZZjPhulCnQ3i8qRkmmnYWU4WIimVZgyjptJyV2xxnOdcpUyNGjURcEQ5Hiwcvr3
sRW49Q74QGyvKkGVbzW4KPtsaDQZ/cKHv1gKsAPsZI4tjV2KKLPvXuK4SjVuKk+d5xJrZ5pzULKW
xv3t/TULKGQ9jHY1ZSjWHAzW3DbPzzVqJigGHSxHcQAGZ+W+8xoH6i+KnOsiHM1T5dfj3e1R5Y//
5wv8Z1SAoeB2gamCNjv/Ao2FWaqBY93BnAy/X7kOIYzVorG2cpVa/3B7sHkI/J/ReHiZIE8RNdfz
0YB5+bbAHhBOQ45cbYfHI17f6X014uBsB0LfNbqfPcWop5UrS6jVRjFr52uq1fnC1SjndTFvUC5S
5x9s1Jw0bte+kgK7Sg9xZw7lfSt8VPF8fG91XAwm41OTi3ohK732gXld+MqU/8CizPaRyBuwSFMP
EFQT9U+tCJDqFZGK2W5nHNGl8nfofjrdwraa7d63JZea7rxtwJFR2Tpf8josvaIdVD5wPo3KRoRO
gzJbr7vJwjG5RlgBFkUVi96StHWZpRUopTlKkYvsMIgRA2hNcEGtbb1IP1MeBGOPkml8F3c4pHZW
vAVrmG3CKkDFG5ePZz+tqzs7H5TT7S137TtLqq2MYinhzXsYk/D8Cth9dqCsqG2bqovSlaIV1R79
YPWeoLT8dnvAeWX7bcHJImEMmbTZeSnOF1z3+6bLJsBNwCb9dZM33noi0bpnX/RSTFZdJ1ZrtPQB
UXZUWbFPqpLkC9O+ttcor5DUUgUBOTZ7FGlkooDgcaydxps+RdX0w1XS8U4xO+djaUU27r2I1d2e
udxJ8yP1FtRQb/aQaZ8FtkOSmkoPVf3gZsb40gaqPT2WcP64xSEibDDE+YJIrDKiY9UGtBkpr02v
t3/Cta9NyiLBDYRZF8qAZY+erjVwqgcN+M+q7HPT2lhgyv84Iu+aR29qF6Pqa0tN9UAjkieso7Z/
/r2FMEJyeTs91ErafdbjSbnP1Nh8dsau3DSpqtyFAKd2tyd6dVBiEVmLUTF5mQWSA9mZIZogOzh6
V2zRrVb26hghhpiq1Z2mD823PlGahU01f67ftjbiLuSycCjQtZttbSVt/LRRrOyAEWnxBYZYtFZp
V72Kqej3qhFUazcat8jPTivF9AOJAirX8EDLe21qwq0rCnNflGiW316MqzcPlp6gWcDpwvuYfQK/
UCLubESGcxcZ3E5p6IjlSh+t8ckTa0VD7to3EEfu6GptTL2GOZ2PK2Tq/HWBMSecsTBeeFev7USw
zMDvKRDT4579pDEey14Pq+wAN93pV0NHDMvqtFJ7PVIFr0w35trCQlw7gZKrKCH4/DnHpWhNEfq2
pyO2PJbazhKVfu+hs3GPmFe1GyyEBjxXsdddNvjBCsnycWmDXNuWdNMoVoMgxeJldgWkEWWkHKr6
wTYxNdj0LeTeVWcYRHVosk57bwytZzbXukLYHs8U2HI2mvMrMiWxFkpSPcS1GP+CWYQYMQi3+O3j
Qh2tVL1Pf9/eNHKvnt9WnDoJi5YUZYwyZ68xRjTCjH1UcNpS7ds1ir/aZyMV5lJT+zLAQo5QkqBJ
9yhLzWmLSTxQQpaE3KaC6jPyPy0ewbItHrTUQaX93bOivIgEntx2DDbbdtXUekju2ugVpaYdbKoQ
3N7eDKKqX7jsrywfMB5Cdm4Bgsd5KcEo88zMI6j0boIyoeEX2QYF2CXLM/lMzT7SG3iDHY3SPnTm
87tV0Y2a2cJJgDVfRGjGuKWLW70Ztas8MsLXTMmzdGPXKFysKtVLuoV62+WBgipOP0TioQmP56IP
AM0s9GSi5EBFyTl5qG9P21wnS/taKqKEwNSOxq9acSKelqap6y0d1vF/ODuvHbeRaF0/EQHmcEtS
UnfbzXYYT/ANMcHDnDOffn/V5wDbIgVxa+AbAwZcqmKFFf5wBC7ZHyp+hOja8UeoHIkf+VP5tImh
MSbSlAVWsuSnHMDSBHM/qTJOjLIgk9LYHJYmV/+4v5f2V5goVHA03o8z2/d6XCtKsOSGQReE7ayG
Hv5ba3SaO7tYLkbB8H486vWR3uGtyXJxsKGE+RtluutBS+wHa3Xmi7d6vv4DyHb1rNEYL3quNR9B
8ye/Y2Z7BB28MVOq4bB6gQrRnNoSBiUpMuthgCll6pMD9oHwHeHivFwcV5sdethrjrns/dW9cS+I
eJRIETdqAdW+nmga53FBdQR2uYwLhT8Uo5U9YfHdaK5dSMMv90e7NUOKF0KCiQsPHOb1aA0Ugiq0
C5JLc9JwSChl1V3tWfpmd/0UQNHrpYML4sb8oC0D+dPpNHBGxS/6addW9EHM2gnzQFF72Xxee7mZ
Tj2czfpXRGnbh59bwKUGSqg04yhubmUBVj0djEXVykDL18qXEYINxqJFYp1Ox0WH2vjt4fVE0Iw2
JvZXAtOxORtYc2WlbedlEKZm/kRLVnMLR11+lCbAf69vl0P3xxsHAxQCymNCEgZAwvYqzGMlTdah
DNCOUyW/nsO3EHVht8Dr+ckYB+eDk4O8PNilN655eviUzKlIEP5tgWbUKmJgBGsZcAGp3yRE3/9q
mnh5vr+aN0ehRgj2GZ3YnXuPAtxrSBGfDaq5qk6xhgm7LU1HYeKNM8Da0bFl/YSGz2ZH4hJaNjpo
TvQcyIfPeoJIiTslRqqeV9WO1XOn4m1/cAz2g9Kipe2FmxSJCQ2V62OgxVGbDJ1TBnGfGF+seNW/
anit/Fjj0PiaV4P5/82G/++2VRSpKGuYtAl5L2nqXw+YlsL3VNaqYDBN6TTU+nAOwXAekD5uTUu4
8tK20Yg2thJFZaTrKUAzRiks1PXVfAJ4UYU4SLTwy1ZVOz+6Q5iVQPWiGyECjs23S2kG9zbmKIEp
TdorIIv4SauWg9d+f8TegTe8PuRV4EU3l2QvSVBz26wJgIqmL2W45qcwGkfe2UJFo6tL5t/DyA6V
gy2yvynFsJROaJCi+7xFT9UhAk+0UuoA36jxzQAi8QKffsb+yHQyyX94IcE50nkSBU3UJDYLmQzk
cGoUN0Frjn8PdTFcluhxMW5Kuuw8cdIAfO92R4O9yeKMUxukQ1NqgOqM5velo/J3uj+ZG7uQ0JoG
B0L17IqtFOgS0gzKKWgFqopi5gjw+0Wx1X/VvC6DWaqP9OH2w3EDQ/yjeQ4OZ2fVtlQ6XkPZOgVx
Ff0xN8CmJbn7bBqjDbT7EGO0j33f7/v3GIy68Fb5ueibUsbSZw6USjIRuQnl2gvltM9OPN/Ox3Is
Yge7gQZQ7FQ60xF3f38YuCzRIRfoWIHO3twjdokeYJk1Cycco2Fq8b/1yvprhAiL1xjTW1nLzfnB
r8mjJvpFYCQoMJCYXd9cg6Gh0dg40mvcWli3zPpJUhN8bEqb921VHo0Y3kcDG0QGQ49qSxVQ5A6F
9VqRXpNclZ9I0HoE1pN+feLBN2s35H44GHF3zoHoEvC9J4I0X7eV2GQe5CpvyDjxm1hNf64kqXej
ULX+aeV4Ng7Oxu5NZTTebZE0MTli6evVhLmtIb0gJDfHpXL1eZA+68NypFJ0a07EBhhrcrA49GIT
/xTlzVMbgTWxkmCa18nP7EXx7cKWXqS8nB4NEpiQ0JLlvAsD9u2TkwMTg+uAAF9TzfULdMT8tCiT
esC7F9v6KuNkFNDYIp8j8KF3eT0hbvtwNLCgC2BmKL9UqEzhFZqkFBOhhYTlXxPcCzl3OylSog+D
FoLYtbJWdY7sN24tLHGswCaLTGhbwI0lOYyyGSE+So5hdQI0UHU+VkXG+Jo65vAfNguaTsSz3KOU
FTezdrrRGCxjJJsvUWdTZblK/L4q+/7g9bk1K14EobpDJEZL4np1p3YpFrqAqHDkVorL65DY/yS2
unpKmEj6fxpMQENF9Z/67PVgYR8qyEAyGMpRdPMVJ41OCKK3X9aiWI68UPfHjUvEUbktBZNK3sk0
ydFcxBEF93Gp9VOCIZVfzKvzaNfqfe14uuGXijdhE6FMSeT05iRBnIY6gAys0QI87Rot/Rv17eRN
NYv04VPH1+K5o09GBQSy6fUiFjW2X9THioBuhRAPnaxSOvdFhfXho7c/MheUyN5ZOgiViwX+6SYZ
0zKMjZbaZZv3Y+PKtVJILm511eJbYw2LumlEneP+oLtHjvXkjAkwDug/lPmuBzVXstSkKaIgqnQp
SGRJPktYC2Lm0xZPa939oWJYdxBl7qIIh2AFsX6uMSrVuzZZSoskTZALC/R0Tk59W+t/VE4zfeHl
SH0pxJ7mYJL7Q8eOJOATzrnwzLYW97Vd0UWfaFBkM7UP36ms7m9JjpZfWmkBwHN/RfezoxdCBwai
LDEtOeP1ijaVrIMLpdBQzJJUearayrU/1YsEAKK34tRNjKJJD7LU/WdEoV0woegsk2dtPQJSR89N
s+jzwFmN8AWPYJwR80XvvwAX0dw+nSM8IIdEOXgr9mdeB3HIeafRR4S0hQBi3jjgrEjbwZlWhKyc
FE2n2Toim95YUQiniCcRAtK121p4mSUaPqtFBzOz1h+9Fif/5mU5/GrrZYOCFS30r/e/4Ga70CMm
pYPlLaTDBFN9c+JXJJQ6Sa3mV+7U0FNE/87GHdCPe+vIzXmzgGIogYaifYVOAmyozXMgd3UDy8tc
Xks4vV/bpDKpqK7JQdx1axQaMYgB8Ispt20Oeb/idVj2y/wq6x31Et6fU6pr+cHG37oAi8mIAy24
CALNsrWWMsJpbqvYWF6FCGjmaUraqKfSaXGwTRrOiu+MnTV7VmMt/0a9WlcuOFbzY0RyqAUTdrR/
KFFlfankvplPXVlogBG1PMTWMOlylh//F8mNkJEZ3a5AQ+t5krHJfNFhVvev3cgJ8QSjLD/Tfdan
i7poVXyWcwBEbyD1FtMHqVRDgI3RKWkAE6F3t+hWFH1MTauLX7Pa7sqTUy/t5EVyK7NSOsnbk4xW
x/JcOk3xLQPmvbphW2vz+f6e2+zx97VD/4+onwoXR2rziVZVqTEatOXXZii75zCvnZMCufaMt3dz
aotGfZT6BfFUoRwqKD3k+tuqjFJkEjT7SXnVpkb3FK02TkIRyR1WLT3aF1x4PwWUYmrQHAh3eLVp
Em9DHjoTo7mEq/IqZ33vDhGoh7WLjl5PsUDbUVCao9vIFgRwt1lA3YpzPK9m7bWneIyxbDuH58nq
lFOkZBLYvuHfPlXM6ryM6O7e/3Y3jhcLKQIsGOQU7sXl/NPDrUnTWCRzPr82Rln4cJiiz7KaWwc7
ZHPFs4yUNZFFoHAnGFlblB8HQTZnvB1eHR1+dIIR5GzLblPGPyKcM9wlPMps9tPSVU4eLUIBoKCF
ez0tqRwmsy0l5TU1y/qpS8tvi14fUUhuDvJuV0WRRIR114M4VTf0qdmor1GP7h+04fjMfXGEv9/f
6NTGoUcBVMd/C4ry9Sh9Xvca/G3tFRBEWJ3HekVPAEU26uOYcB9KEN/4VDogWgSSEP6DG7WZlGX1
TbiEo/46x47yx4D77jNMy+QFxEL02nSafp6zJT14i2/MEREthoXqCshq60gkGSiQYDarv5IUS//o
dht+W6cEVdgcNPljUTh7ESU4ThsSAzRZ9W2b3ZgWJWmByL/ig4QBo2Rkvl7HSNJiY+uHNOUOTtj+
dmQ8uGbvBgzURcQu+umEZYU5RSEFmdc0zCZ/DqHCWHOHD3I1DshpRPPn+yd6/wFFREyzUeQZlGQ2
MVwC7VgqoDW8EgtboxcuWt0/W5Jdts+K01nNhw5xTxT+8iIzDmLV/T1mABTmGSCIRPduCzvtZUK8
aVWM16RZKi+c5fAv1NMAS4GTusxttHzRkUD2ZmU88km6schCigrSPBUApKW160VO6WhHi40THv3U
ya/TsMcUeQldMKa2W6Lt8PBHpWoioNE0IsTrsGl0Qm9tatSzqXZZUemiO59dsjWJPS3JMxC+4zL+
e/+r7u8axsOYkUQY1S1SgesJLs4a63nSS6+svu72fYmZiN0ctR+2EE8OB8OguyomRt9j58KHekRm
Zab0akhGUOrZ6ndj/edkyP8avRaBrO+/JrHd+Za8vE2K8WSn83ywicT+vH4M+QmAijmkzJZ773qm
iM0B+CSyCQbdHGJw/KE5fc0qzhj2x47dp26NGUFxGZwsDn8MioLzsSVjCOzfX/H9OSK7oxFDzkVa
Sxf9+nesutrEWZJFgdOEjru0Q63Qp+/qP80a1e46Re5Yj+fmqMiynz6Juki+BDmVSsvmuhgt1ApM
q0iCylzMJxQFu+Wk10Utu12smos3jrL5p6YuhuHWSIB8K5VG/3F/5vu9Jjh7HGTRiOKx3rw4ltXK
VjIBT0O8yHrtMiU9GWUzHezo/ZGlliRK/4YohnBDXq9vOlthloMXDkpJld0pnV7oHdmuM0ov4AiO
agU35iTEkmDf0fMll9gcWC6rvkmjvgimBfeGTCv1k+2k09P9lXvPRq43L5MCPwlBUEFua1t3j7sp
0ldVqgKoVqupug2rl7ltS2H0MgxK8qMqdXn1nXKqsdCW6rmYXiJsNCbfLjHkM2t5tDyz0CvtK7xV
55+ILoniKg7wYy/t5KbyF8WJtGduHIg+93/8rSWi2szrS9tAtA6uP0iRDlZVDk4RpMoAgSrMJc+q
cKm/P8r+qQfghO4SZWcqtbATrkdxZrwqFycsA0tSdU9abNOfwtz0amDQ5/tD7SZEUQ/0FjBeQk5S
u00oM4SrWZdWWAW94iTeNMaSZ2N2ftBM3d0TjMJZYU+RA9H/20yoCtMB+aip5sAWyblpkaeJ28WU
3DAM08kFDD+eB1N90MxWuEpR3iL7ZldzbW+9XjRtyk3sT5qgh43kddKAVLeuzKeHl5D8inwYSS6q
ltuSZV7MSbZENU1VKK1e3/XoIep14t8fZbcnmIu4ZekE8p5i7ny9J0YzNJImmZgLNvZP62Kmrzmh
jU/l56jpuB8KV6X3WBNxb8TGNvfAvOJXPTprHaxTZ166Qbf8MTLROpbihx8QAiD0KqFnUL0TCLjr
WVGJyTQc6ptgUGb1N75NhnVKp1antFlm1C+mIcQrZ1UfjW/FsNDFVBrMAkm4maHcp+hQ1G0TpKqG
Cm+/pKdxCtc/QtRYzk6RSw9KnLITGRDQAqE0udaueJ70jahElE0g23n9ZIPSvsRZ1iPdZj3Y9nsf
isUU2E86xlQNr5d0NpRBz1uFoRKlfpJT3Ai7RB9OGbWhDylulZ/vb8z9DYIRC8EQlTsyPPTPrsfT
rTpF+0xrAuDJ5qkqjPJcKNKDINP/NysqhBwBIP+UUK5HMZpBh7HoNIG1mLIf2Urh5pO5ng0I3gdx
680JUYZ8l1mjUCj+/adkxFIyc+pXuwlWQwn/BGk1fer6ZT244/dXIsv20yibz0TLKwol/JoCaCKG
l5gWhE8tVdvYJaaL/pGM6e/BHNNv/+FjOfByuav4ZNvErrFKQ0ENvg3WyI5eplmvPc0ci8dXkO0O
iEUwI4Wzx/UKGnofSnFrtsGAeylHOW38ME6Wh29EIhIBbSaj4U3ZJsRhATCgtdnoXYhKp66uQ2A3
0fxiKYP26f6y3bgRFYHLASQLpxgRy+sJAVyMIK6tTRAhMfs1b1f5eVHiD9GSjAfR0c2RqCkI5Quw
t9tSbkLZzih7q8HBWR58u7ORzYtT21sS+gv3J3Vjn9OQAikpfLsEfPt6UoQxvTYWaRv0cyR5Ra2W
ZzXSvvyHQahEimoC3ddtBFvI5mB2cdkGisjs+2Kd3H5Rjg7TLk5+3wmEvoItQhFyc5+3ozZl9TCy
4Tipz01tTl6zIBlHsNY8R0Vp/oetB48aoStCDAP5qeulsxKqWs6wMKsknFPiwGWQzqWU9G/DaFQP
C1gyO5CDoNGE8wgFu+vRNPSpwwI9CTTjtfoCt790W2NMDg7trZ330yhbbFjoQE3DmLUNuiRBbM9Y
Sq9JhwheZvTj8T1BB4EghsAMLajNfOAg9iuFyTZopWR8TqdV96JuDk//YRQyRD4S228HeY7UssK9
0GmDGj88v1WWv5UiPOKj3DpDpIAQ0YCtUhEUi/rTW5G0zSRFU9YFoRrrfjT10wX1sceDdIJnXj62
AAjBHfYXu0LbGeyqCwBM2N8VbTScZ33O2yPZlJuzgQArOG685dukVuqj3lzDosNetl1X18lm2XTb
smwelthhR4MF5CYVEo/w2q+XrXeMHkJXwrIVy+KTGljukNDSfHgHAORwBAsXPi5v3vUo+WCgAaHj
R5frqXYK627xOgsoxn8YhRuUW0BoFW1hy/kINtpoTVzv0ELy0jSRfK0eHr/hhOYrMucCG7THlURj
atarasAaqKryk5ok8t8w4bTP0dpnzzOX0J/3ZyXiqasknbIS86HPR7mLqvrmCbfLsbJmGzD2atXy
8FTFfSN9neJlWF/Daama13IOQ/OcWJPdPtGI7qOHQ3Qqh1SCNWIkkpDtsk4FSz4j0xpkbUeJNkZ6
/UedI1fjwQ6TfkczaDi6AfevCFkPIyJ4zP/BdXu9X3QnleVi0TlmRDCDV5aSXpzBMawXzcihLVtq
URyVg/djkjKyO3lFKGjt0FjyAFE0BSYXRIs8xWhg5o35W75qY/RN0ltJ+7PO0uigiCFO1/W3vR5T
/KafLq2om8aZmm8f9IOsfswojvlmXPS/L9nDoiNkxaLnSboKIxxdCfV6KNteO13CGDKAsSX5cwuK
Om+i+iBourWIbFUHGBkVJVbzepRkVPpR7pohWLTs10LvBndN04/Dqj4PaXUU3N5aPWiPxGZIZVh4
gF4PVlXKmlHSHQKtTboXNET/Atm8XOw1PPI33o0kbi8hWYe4r/AA3uQ8kkblr+7nPrCrWvJTLEYh
JGmdm6xL++glxr3FiwxaGvkHIvbNdyqWpkpMKRqDsMQqLEudwU97RJzvXyo3JkQUCAAcmJVAT28u
5K6ZRyVRyxG7lKRR3ahP/pmzsCj9zEA4+/GxBGiFhFSIb2zpe3pfG81kqyMgJLOCpV7DVfWq0VFq
r1FLal33h9vdl++IetBxZCPi/tjsCuImo+0KfQpUe+IZGIAa4lNgzmaLLjX9LL9cugZxWoSffm1I
+YZHI1JhviUsPHmHKHbtsKMLiuR8Yjkw8zw5jZRavE4Jh8u0Gkd6C7vMlQoxGxOiHmebvusm2Abc
tMbNVGigfIvFQ4uvIjux07MtNXqg5q31V66FyaPdTxpm3M28SZSmkG3ZnAU7mhs6ua0VDDbciAsd
oMi4IAOqxL40SsuRXdMuEgLPILT22Tt0y+iBXh/yeRrGLOorG3LzKHs9iuOurB7ejvvzYBoQxyhR
IgNIO3KzkpKGKZqjpWuQx1DL/dbu2Z1W39nlaRpwGzvYo+J4Xd37SGPRt6IZB6VAkHWvJ1UrqYU5
3qIFaqjqflwBeTIXuz2rxiyfM6NRvW5I6CdTBH7qGvVIgGq3b3AqfDfdphnILbNVkzRjMBzFYK0B
znBtdLanliE6Da2+D7S5WsONi2JI/RWV2PT84OlkaEAjYFOoPZNGadcz15V4iuWwUrA2t+v6jC5R
rJydOo7VEyd1nH2eXcP2jHjO11MtdfqDDj0CMQWSjtUHd42G0xZC0phEUZUy6kGK1L1nZI79SUHk
9zWeOuWrketHTZbdpwZ2BiaHXIE/dEI3N20/FE6yrqYBR0pqn1QpzMxnA1l/2pS8kSf09XP509RY
QCP0XlVTVydT1k73V313iMSPoLqKCTW7jdD4etUlUBLFkmcGBQaEd7iS8pe1NNSD3sLuEEEBwHOa
fIUaK/KTm6NadPVqj1gQBFOsVC/TYmV+Td3fHwy9fMzpXHxFgViDgUktFy2hzQGiU0LSothhYDi9
vpx7S80KL1qdePX0ARNZ99H1Q4GUKjV/CIMpIV+vn6U1VjGPvRXMTh25ZoQ/c5Mk9eX+KLvgSTji
keyBLBV1hi0sAOlYmk2ZbQUjdbo3y27Vvy2ALM/1lFWvTlHK3++Pt/9ebAqyZXCXLCTLeT2rfJS0
tR9sJ4gXfAvcEDkEj4Zu/tnEq+3RG4/XiaK76NYLLr+2Ofct8pH1kHdhAJceGUCkWVofMbX6JHe6
0btyZ49AJSW7UE+KFJu5l1r6kcnJjfnSfKLjSdeQ+HTLc0hrw6afwqapMIp/qpRh8JOisk+jNSyf
7y/tO3f86obXiH7hEfI603beafyZWi7YFlP21oZK07uxRC/+kvLhtbdMbob2ZCZcuH6c6nPptUQK
/Vlu21a/1OOySE/ciDm5gBGhw4+CHp7xqRanyzc0Xsr2LKXJFLpq2ZvZhxYtxRHcpmP823aNUbm4
fSjLBI28GEfXbGqcq+PM0YZfMf7QGQUX9dZPh3xArThPKwSakPmscPqIWmiVsLzK8JdM18PpSc4q
O3JbLhTJndBhvCwUqEMPWSFdu2R6P78pRW9On0PHDMPndAAu91GZpKZ9VaKmbf3OqdHTmMtE155L
1ahSzy71vgBAl+vFb/DblvXc6m04e0u6zsUvA9p2+qWN5Cg6pWrfrb5skBe5dm7Of6LvUqaerHEg
TklR4CpYpxB3T3YRzbY72avWfM46dTSezdY0pCfE8MLR45xN0Zl1lfXTmiHX83koad3hFobZhHOW
E6trf4ux7bFTNycb05AQaRDPeGulqflj4HuN39KxtYvvszoMiDwnLXXgqI6y8Je5sWJj9IpwjsMX
W0vK4VM4q/LyxdGqbgGTkijR8zq1Su3WyFPVFwBOBvEvkaf5GeCsXR0kX/tbHilt3lTRM6Q66Yh/
/ymbHK2EC6bS6rcYJ/lThzqnW6tRd7q/tfejwLSHrUctAE0BQrPrUQqjK+p8yKc3EvHhc13o4ymN
1aMu0z5EobtEzqUh0CA0ITajhJqOtLUkLngzV305VKpfWhnL3lM5SInm6l3pGBSV0/H3R2dHbZy1
Q1JLVMa2xDk0IJIWF4n0TWrSafbSBVn82G7M0r8/zv6up7OAx6vNZUSBY/uANVWmywOv1tuU9Rwy
lPLzf3MIwb+y+8ERtbli1AcfTizZ9ZXEkMyI6VG6BJ1+/eG0WG0kYvfsTcrWSj2rXRPmpxJK8PgR
XYjVfng3kuYI0XpBKhOSNNfDJRVFGltGHKHA8/qUj4tyDotHOe8EAvT5QcmIkJK/bOXXy3mKVtiO
YZBpen+pwUZ+qXCMe8JsA78lMBDDw6EAA/LBhGKI6ASIjfvTIVP1VE+LZgkDaHPqxUnL1J/wsXx8
8aBTgtLgtXqX3roepaAEVZpmkr45k66/aWtsepYUWQej7DchzSCK/xA9QDKQ/FyPAli9G/FEyd7I
T7XvU9Osv8ZarVM1tYuzJNflQepo8/9d70DKXXTE2Rc0c3Eavh6vnJUV5baxfquwY/qgEOKPfqjI
2W90q+IXZiq/cimMP7pZmQ8qbbeGFi0I9orArG8rOFkeFXM76s1bCRt3fKrLHBdeBElW2R8Xzaou
C6Il/cukQKS7rHTKDlgAN25NcSlTBwHuB+RqczfnkbpSNTCnN10tlxcMskO3oDBz8EFvjYJBoUiv
xCBbSGuYUcQ3jXx+e4d3NoWU/Jjrej2SStrfJNQcuEoIGTkCWB9sviOQMRhB4/yWtuWHOJQsL+uj
1O0tSDX3r8l33d7rLSOg3WTkpC6gg7fVnDXRG63V0uVN0dC9BYkfxV8acxl6z8pXtfRHdVrtT3UX
tfKJ+MNoPs2Z2SvuBFVl+jMqJOpnzbSWkZsaA8YtRmhNH40pkox/nFifiofvWJT5YPXgNIQMB8zh
65WRrDxSiHqWNwIgUYnM5adZ6Yc32yKaub80+8MrvH24zgWYSzQiroeKNHkcVmh1b0S0Y+t28Iaf
ynga/6lov/4imVPbne+PeOOzc/xAvMO/FqjtTRak4dE2ZUa6vo3ZML5AVyy8hfqib6+WcrCONzYy
RoEiUsd9h5hG/JSfbtmwzfDB7LPiTV5k5amP1tiD8JodLOE+yCDA4IqlYkcllNTrehQrkbVVgkz7
NjTj8KSmev0rjEnjJFEXdB3ULP18GJaDdsqtqQHBFj7ryBXtUldhIx/NTs+gNUT8OikLT6VGenRw
bnwskBhUtBBO4a3fBjJROw6plJblW1JTTnBoZFzAImHQJWvZJ31Z6+8DQgCFC2lsuoTt9DLL+vQd
n6j8Ja/m7gPd8/YUVcDcTL04UrfYrQHFSuHILDAjkPG2Lg34MS/qYg3K21iUFAkMu3NlyVKf7+/X
/SiihA40FHQPNcvtCaErB8EsKu23eAGzuyaZcsJTzj7YqlulSo4eJXSiVMFHEkjUzS5KyXmrTO2H
IFeLxXQdncD1BxIPQ/cxWo1Gfi0HUtonWtILlLzVsutLLtmr/dJEZaR64ZCm/anF0m92Z3MaKZ+s
S3Ek7LbbDkJViWeUXU7REfTn9VY3FZqEQ9sOgSqpjZsmGjg7RH1cSc3Ug623X3ZBM6DEBvafWvG2
WAKKgAQMHndAJ6X1RiuuLlqaOf6jH1ccWWE1xiBCzOZ6QjliwxqZ3BjMegfGxFHjC9XT4tFoTzCM
BS4HpDHlwvfn6ad7SNazTgFLLwerZCovGI8Vvjws0sEW2l3l76PABqFOiPnqFsuMcfcMTr5lFHIc
d0iNvwZtfaqauHXNMDIP5rTfChSx2Aj0J0STblumM6aU5DPXFGrdToirXwYdxOgaTESGXPvt/le6
OZbolWsQpiwi5+uvVIUdFE7kLgOpTFEXb2PdqyTeDcek4Ht/qP22Y1poulHIp7ZLcfd6qEWhpIEI
gxJMPfaeCur2frI2R13i3ZPBpwL7C4EYBRIu8c2ru2b51KsriyfHZuVPQ7lQnxmkr70GdafVqvqs
mMkRCezm1KjcyiJR3CfDs4nePKVDJViXpTtrJTXBGMPMh8+tKG7yHILiI0jeZgPK0EddXOlKEGtm
4Q1d2XzQhmj8L59JsFQQJyfB3nIOzH5e5gY8ZzCMveGFado8S1J3xLC6uWLCwUyU34C3bEKVzIiR
6Fxs9l2L466eci83vXQEBbm5GeBvCeoLGfUWjFgsWWmOJBtBoa+rpxbJmymHv+QVpmlV/TqW4aNV
b7H5/ne8bRk/llNDRldOCdK6/15GxYBHZ1T7RjkcocF3XQsxEoUket4khvQtrg9Th3zyoC+SEmiT
Frujaj8lUflkxQiBaNgcN2v1PRzCz6GC2sH9Y3zrxmA1YcJSPhA+0ZuR89bo04T9gRBCeMHaYgFj
7JRPOSnjo/EskxTwKsA1pBcUwK+Hynq2xbqySeLBUb1BnODKwRV4mbDkuT+rW/uRCxcgOM8IEcnm
HpQpOHe0a9UAQkzrtk4hvZiwqC/3R7m5dmTWAgZHNr/lfyezPuBy3KhBG1r2KdOcHyHwCN+OsqMm
+/tlcJWX8YF0Ctv0dYGU0LS4XjvIHF0dDtUalFqG8VU+gz3C/M7LK6u8TIYzvA1rPL8OozKea6UP
z9Q766eyjybKoNaRktJ+eQGJE0cix0E0Bknr+tcUpbYY+qqvwWxEi1fmDmLba6k9/BFJRMFgCcwO
/dut4jS9nzZCZlQNSpbVj/rxuzE3R/IE+6lwLbIfEd2hgbBTwaTlm1GU0ZYgkmrprERj82Gwe/1g
p+wiDqRLwGLQ7haEcx7n6wULw3hQYie2gqQxPy628TqCD3Rj5LtoPx9tlt2UDLotyFLDkAQTBCTj
ejBnRk50TDsjQFJL96dCj7260I4kN2+NAq1SQAzp7vCNrkcB+DumzjwagdEajWuqo3PWs+GIH31z
FIq28FaBI4DwuB7FtlvAOPAEAmjuCaRhSfs42FH49f5BvjGK0KYQjySyADTMrkfBq1LWV0iiQaTh
kIc1t3Iae2n274+yuy6EBxpYDiqM4LV3IfS8OH03S6mNQlbXf21yukaJlvV/o4syHBydW0PB8Yag
yecREM3rCdn4Ra4tPyQohrF0q1UdL5ZOkzFx0vbRLjSzAtAEi457lrrw5qqlbJqjJFXQaZSy2K/S
DO0RGX3yrliPYGE3PhPeooIVSn+dbbcZKqmqvpA6mpqRjNHSECrDq2L3y6OvvpgQ7CFq6CQ6dGqv
166NqfclWsKEHP2PRBniZ21wkB2w50erh0K4AWQSTp/EmggcXA9U9ui4YDIbvWmoDZ3sWv27QpTu
4H3frxnPoGjfg8wixtim/kMTJdQtFGrOU/lFooX2TULU7sv9nb0bhANCfUohd7PoUG27zXR2hmTM
1vJtlGnitB0ixpYqTQebGgQlK3L1CpLU0HMgDaU0uSeTySVhoWoOdjC17VL5tWpHnxpLLWdvoO2n
g9hWK+uNBWlyP14wtfsVH77Z/mxFOEe+RDRNpt/yRM7K01I26MSZRMK1R79UDeo2G8PflGmqVzfW
enq5lSKNGK+no6k914Zkty6eB7Bu3N7sZvOEXJNTXvq0yjq/cJYldytbjiRfxe5nxuiL4P4c9nln
uoqaTvqpkudJO2Ny3TdnR+mm4hLFUzW/DKNtNhfHCotzgjIaboV0imb1y1JU6/Q7uD16xWYz2y9R
FuvNE3qyTvw8OVn1b8518oNYXFPO65Ta0UenjPXkLLTyh96d9VVO/KkGmvNlnklBPoeZHseXZVJa
yk1SsrQf1ck2cG4oVYTJMHXIZ1frQud7VQycXWJtR0a9ADMLbM7K4qsZg2X15lrH5bxC97j8SFQy
t+dGT9cvct5Zf2TKlFf82ryO/XmV9O94TYbhyV7KVf1qjprRPyWFnaseLDZJdRG6aNBptsLaVE8m
YIz6n64Yss+AXhQFRROiyHPZG0l8Ltoy7t9SBcm2l6Wtp+kydzhHnbMUhvtTSKKLlgUab+PnKVHG
PyQK1sB+eNaN3HNiKdR/UEmNZM9c53z5t7ETS/VSXFV6r5yLuvNyMw2tLyvRonNuRr0evbIY1/Fi
KKWRPvWmNaMsUFTLJL3yukPN1Fs9+lSxRMlfjjWF2UmmABifGzvTfo8NDNY8eIp5fXKmrLA+y9mS
Q1wfw/hLNElO7tVmV0soSMlN449WOslsjGFU/WmO48rVoKHrwncxU16KKVwSct7FST/1EK6XJ70t
s9XlY0ggCjqrsb0CrYLFA7eQxv/iOdfbnhO1xd9h1JVfzMii2mcQNnZeHU3pl2HRZvmXfB2010We
cyN02WmKg7SaKafeUhpS5ad6XK3PfS8XPQ4M1Ho+G6uep34f61Lypui5lF5S0uToAuDFjE+rVNnq
aYn7AYCJ+Ay/NbXSqWdqHarhyWk61ee5Smv5AtxlUD0lw5TXpXfvzBfaQ+nixkm+fkeP0ByFewnn
ydWbUM/9BMmc76OC8ZLfAe+oXfQH/oezL8mSG1e23Mo7Oecr9iDP+fkG9IbRSR6hXjnhkZQhEgRb
gCAJjv+8VlD7qD1VLaIu9fIp5fDw8ApM8qQiJIA0AgaD2bV7Z3cbeb0TbLs+soIdH4QdPjpOX9ub
wuMuA9Qkdu97z6bhvWO3omUJmsvEJ4Z962zCgOUugHCVM+xb4dvfnneFJydviIzSyoqPVmVgRfWE
hTPZ01RZLT/kSGHth7ijVwG13A98AKXv81M94XVXBBNwoeCMh3ChFudBeSQoXCH4IeiG8KoYp3rj
jY63fX6Wk9B1DYnWGhcQ7XC7eiWtGVD2qm3JDz3uQTdAtHN0HOKWA+j5HsTnfz4/2+k7AbSEHCYs
h3gcEd/xmdhbcWZXUykPcTsp8JGFbWJD0nX3/CynOeQ1uwOOTXQbroQPOioRTWRE5vhUEFmsmylx
LIjTJn2Xo7k2Kx1XJizyomInWC3rP51YrdyVzMoAI2JTK+6airXzvurRLPuKkSqQCYGg6YsrF4B9
oCqNblJcmlf06rEtQLiQoRAzDgcWj1GwrafJvg3meBYXLienpyp60FEfwBmO+jSS1cfzuMKbVYcO
O9Bzoom0Y8UIkfhxLt+jguPvZuCg9nkom/zCwjopEYN1FNB+cL8D4ILTXHu9ihZzNky4E/VkzK4J
+Vo6E7TbcoHWY9YAKlEMUOLkEtKiz3/9kzUGZCaa4IEqAEU0WJC0981tkFUtXRi+bjpnTv1VrA6M
T2+fn+T07RAPIyXw43IUAJ95bFTIlnr1ypX22osyax9avndbogq6DbrI31fMva0oKHNiMXkvjioR
ieNSDr5PxDOIMI8n9mSPg9Ab4tfQqA6THFi3WwEpugtR/4lXAA9diDsm7pm40Z5oLOL21/dTaMWv
uczKh5iRcu/4nfVxKACAAjvD8v55c566VWxYpNFxnKzICb1H0+mwyYosng7wvjaOel5uS8SPSSHn
FwtWI9OAGy1KeWirAV+UdhnMc9itmG15qCFnvgUvHXsP1kzvtmsteaE2+cRbEUDIVtQiKoZo9T/+
VlbRq3gqfHngEEAlG2w3pHSCPIfMeGvzPtw/b0RdTA0nBfLoKM6tQjG4fPjr8/xSXlFdNdiuItNh
gEerD2jdtCCPtVQBGCEjSLtthMQ/u24CTtyk9Ua7fx9BU1sA3diVBPTfDs2vKntBxWRyCnopF3Pi
iPB4AG3DG8ElQ9JSM0c0WcMAXP54IJZDN95UIthDGe2OujFKTkGP9szZulRhOPEGWL5rtx/I0FBS
RP372CaFB5YPhcLrAW5KFgkUb4L7DDa5YPvTT72ea1hRaxvj6Y1cVTa3Wb3MB1eiJLzxrHY5QIY1
plupFv+S4OwTs/2764WscOOTdKGq6eIgd7Yc0CCpriiVALFmlN6hF+jr82vq9JutnZJIs663ZZBS
aX4ubiFsW6tsPuDkth7A1ZgH18iZu9umjrx6DzqYXm0qNvFi8+KJUWxHFhnH+A8+2+PvVpEckBMg
VQ9IP3RbpNStpHCsaSvtuD04fV9dTWsQ/PykJ24PFOAIh8BSiQME/11//8sGIgtIudsxV4emUvEb
Oi75bWMFMej66HgHRW4wyj8/4RMfEslJ3GrhIqDzqrOnOr4UuE41mBDGf5WTEpwm4AR/n2UDTZ+f
6nQj4NhAnhIfErn+WK9Thk3meAup1UHYUXHrlgwshDW9pJTwlAVxLqFfGGymp6m21vdyB1cadfCz
Qn0gARXb3Amq1JZltpVgyL4ABHvCgJCPBIeYi52Alaodh9BiF6CRaOyDU8UhNFk7iagVYnYlny8J
5zxhQEwFmpuVTx2ZkPX3vywOSPGMLRW9ffDyKduB0ty/8r3yxRlRZD+w25CqRM0QvlJ7Ia+uqqIB
4fUhmAb/mk2xeoUEyCWehyfeBRx/yLfCEQMZpFd3p0YIlKe5cxAEaAlWDTM6S+d6+/yS+6GEdpTQ
wcus2V0QwMLxn0hUT4TmVkQy+zCiZuhts84DeK5FtgIkgu1sf7XmCJD2AaDkB8WLPt6j0inyHKmW
zoqvFLddtnGzeP6gyKyWL+7UVGTX2EQGG8iDTtGBu41dbewQkOkblnH+jWQ0HG7ano7ReyTMOhvc
YhSVSi8oinKvitEaLziqJ1YgSq9r7WZNYCMfe7wsBrCzVWPTOwe/puQ17jbg9WcdXVGJjvPxeYM+
sbvWZkds4VWG+yT4m3kNJ1LazqFqbfRtOwFAswl667x7JIq52PGqdMMLoeDpUsGZiMIyUkirBp1e
JY0G0JfNcwPdGIu5qRtR4JgWX1xYKuuyPl4pyGajjRpmXNt1XW3ZM9cZGwaShkMctuPXKhDjHgvX
e9MsSAYpyMp/9KHrfe0o278AZT39fmh8ApAUF23wUMCPHH8/mXmADBVYoyDR6O4qrpwPkgGwOylk
/p7/fE+YElOhDoxEKtqfdDgjDpzBEi2myrxqeuVhqdxQV5ILOK3TIxsRwYqbRMCJy6XOW0UGcFZD
Bt47IFvKt00wBft6bqJXs8vzt4yG1Z8xtOP3L301MHKDVQ0YVnR+opXh2IpgWq5427jeAVWYeBNy
Rj9EcRG8OKBekVD4SqCERxldV0hTXemrFtJRB4g60jso82KrR1P4KuzJJezv6bJA2gWgUzhJBNX4
/+MXqmcSdxaKoIfYLr7yJR6ubdmp/VSIS/W8J7wk2OjQAIL6FOgK4TCPpypCZGX93gsOQK8zC5rG
aPArd6wE8dO140PvcUv9qUP3EUSVnJuwWBax7cO+PdhxH/GdS+dOfaR0jsFUOvprhWv27fIqJyO9
7xXL1VZxq/8Tms85fSDAieRXLig26l3Y2LRAi1IEwWdH1jROgFnpM7Q/VUJdCnVWgx3vcGxw9OGB
Iw5rAMmm47cEP3uTTVHrHbig39uh9zbEl9ddhgYgl4ovaiyuFePQNLMuhLCnuw6YfBTlUMkHkw0u
kMcTh5VYJqSK3YMXt+Hd4lvWlyrgzoUN8AOHp70fKu04BMDJgnn0dN0IRha+RDw4oCUq2iBpHryu
olBu83IYHhwixMEGi2+qAtluZjV195AdoNs2HC7pxJ2u3FW2GGc6gkqUI53VP/wSp+ASJyloCKID
gexEgmylteFz3yLlvbDdS3f92vm3bkYcgCvb1vFUQ9jmdYZa2sG3IrrzIG6BUgLqCc/P8sQLAVKM
OyMSWBDs0LG3amFdZ0VVgJAIieM6oHk6ugsUsQusneenOj2GwJkIAXoUAuA6T+rRIHdjsexEcHBy
Ym1VLof3ocPGTc4jZAGdqEBH4Oyocjt7VXehneN0nWJuVPLguLFakZY9NuZU2R21XcxdUhpvFyhI
4LLj0gtn0JPGhJ4BsGmo24Gr+ngWMlZQrBFjcKBLJ9Mcor13BS5ie4jR/3UX+B9HgpbiX/+FP39r
oS5B82LQ/vivQ/fYvB344+Pw6kv3X+s//flX/3X8R/zLv0befhm+HP1h10C+TT3IR67ePAroHP6Y
M39s17/5//vLfzz+GOWd6h5//+1bKxtIub55zFHa+u2vX13/+ftvwND9smLW8f/65esvNf7d//1f
//v//M//PvkHj1/E8PtvMfkniADg3NaeFOAyVjDe9Lj+Joz++aN/ASEGUvlI9sLqTYuawO+/ecE/
kXpHlQ6XXPQYAl3+2z9EK9dfhf9EIxZ+iBwmQU4MhAq//efF7//tef5tbRjirz//o0HTZEubQfz+
2/HysoCwWMVu0C10/MFFNmctQ5H4qnC2cXAQ44Uz+elx4fiOx41dCgGbaia7IYAgcrIATPmxcMP5
Qrn+3PCaaymJxdQ0N2RXcDS/vgElpp2/y5GN+P7L93vCLOux87fb/o9ZQLGjPT6cYSRZFu5iNxDL
AzSrUA0tvDJwEjii2k18rwfO6vnJzr3M+hC/uGQBR1MCOh9CgxsnR4I2vJwnrQqjP54f/zj0+/tl
1k3/y/gkhhhPGatwJ1Emf4UmXb9+i3KhvYKRhmYGRmwJeQIynO7N8xOee6H1579M2EV2N5J1QrgT
Mt+0hczkBvxEBb1wwhxHDX+/keYMI7pM9iC9YAcOOgJ2cOVl7qZjwi3uAlaU7isIOEm26cE9o0hi
V77T7+2mGC+pU//o8XpqfbjaG5JasECoYCdzgMY2uLGkuJZ975jXTyzpc0inJFIR666dINSyk27b
Rk1i5ZFbX7ignLOx5qmrXNVjheh9N6F/aOPx9jsJppcpLP1tX80rtNipU6SGYAcINPlktxCazNDi
ciE7c+bRTwjqopKGAsxBAE1S+rjWaO9AIskuwaDODa/5htaagq4vgmBXDWT8gLKSn8zZQsw8jy5m
CiqvsuvcPtgNrbUsOxvSvnwbQoj8UhPJucfXvIE7504ErgB4gxbi2SBTCmc/6Xtspe3zu/OMb9OB
VDUEfAMwXJK0rhDOvyF13csPABrH9s1gFTF5QELcC6+fn+zc22i+xy2V1bSAO6RNq0h4L6gohg/1
MFjfzcZf5/3F1YjIlkAdBVG6tE69U7mPGxKIySHf8vz4x4HRz52gi7TFaB0HZkFlaYsuIlz7gTQa
d9UqFLPtaeHHhtNo/sQDPC+aOoukwyDd4aoJ28beLWCInNG0NkwvA5/9/Taa0+jbsc+8uY7SzmXL
O8ZVcWiQiXhnZivNa0xg6QQCIohTF/K0u0pw4t3luJL3H1kQsUu8SmdWlA5wLaK8A21LF6W88tW1
VS/2Ic4dfqnt9tzwuvfIqEJecQlTScAFldjl7H8Ol/YSP8C54bXAQo6kXbm+wnSs8AUGdErvfGmR
7sJN5dzwmvOQ4HtRlSqjFM3mDN9ARbOVCGCdLnVjnJtA288stoI+nmH92Kn75rpzgmba8ZIs0/3z
i+jcBOvPf9nQBLBI4VhzmMYAMH8AfEnczxQ6GIYG0jYaURzlR/Sspx0oDOjVsHgzoNisnuwrs+fX
tthMQTgyuJykTOSdfy1qd4ySUvr80tm8LsQnQg8deq3yMrdrIP5SiHGB67nMUdC+r61lDG/yIavZ
bs5d1XyqUIH7A7iNqbngyc/FPHozUTXnGQEqEa6wApv/TWGJjCCyZzHCumiYSn9ImqFcxg0twq7e
s3nJyTb0J699O9pD+DJ66J8+TIc4qCy0SAQ4TloTS27RlkhSUGxdaprVEjZ/D69t0GAcZpA09nHq
2Qtvd4uDyg4a2ZeluuoAh0Czuajb70j+TfWVv0C86/WM/r/mFe7tUfkpYi7Ud4xWkg5F9roR0C6m
lnQAb91m8ohIBNI3F06cM/tMR25HjQv+MNIvqTW46CnxJDKIjPhmz65rjUZNGXTtRMGwRDLhAXkZ
P3bQqu3NHl4Xe6g4oPxqLknKrW5K8wGgxCT3ovxPI8uHmg+SDg+jsgQ9Ut7N0ecAJ/NroGgu0Rec
sbwuadJ7eQPqWxKnQYVb2EY6Ub2AB5orccEFnfEQOnRMoOgeuDOP0kFNmXsd+ZzbX+fOgbco3MJu
k4bKrk5caODk37p6ES9rSv5772i+z0MBDhuAh2kYZVAh7XpXgIBK+hd7Ac+ZTosw0HTEehlyspN9
4OxCNebbJWwvpUjPjK6zB4ZZbDdlPy/QfsmHdGlImYS8e5nw9k/j6OqJANEXkGvFhitdChaCwSm3
mWpf1pj79+ia28KNrY0c2i4p8ONNYhfOxyb3LwXB5wyjRRUOGADBu54vaU7U8EoqFAZ2VY9GI7Pt
rLNcFSh1dR6Hp7OyOr52x5ltM3Qtpka7WQeplLbF7SkTSwqtymoP6Hq+GdHAtn9+9DMXBJ0WtskC
VFwAPUknK3jEtZONe3BpdGgOmMilZvJz9teWvTeSsSlZNqUeFv+beGjLneO3zOw67mupuqFBKDQt
4ZS2YHi4XoFQ2xKYfbOT4ATDMtRVFi3lmkyu/FsKcbJX3VwZPrq26nFQZ4w53pD2bZk5Gx64YkOK
Ga1Iz3/cM4bX2ZQDgOiZtSDN0zV0vgHvznAns+yiwvTTkZwOyEN+1BodWQ57DjiyeOtNUEk6BByY
ekPbr6/1SyzNHDr2+ejOCAmhAca64DN04ZsLC/+cbbzjwYPSYoAuZeOurwoHrSMSknZx/DIGsJ/+
TKcT8VDLdbMyGmF56zN3Ed818ZwZflbtnGIdqHwsEf716L7bu0kwhqaPru9WUASBrdkZ0f6BpLG7
ji6MDaMXEpk9dlklMPpcxsVGRui4Q2W1NFsxeqdx4QdRC2U+jO67jz31q31Oc8PMlt7Sy+a6iiDj
AsMssk4rgubsgoXzhfvJmfWog5bmwSNZpdi4CwbQ7kJI1k2cLhvMjiid0qUuoBPUerZcZdmaZCro
oywXx9Dq2j4VABZ2bTHJXY0urwTI3c8W1OAMB9f2qZ0F3FOFBdXb3m62YqZfhFyE4eDusRPoRTyX
iCblrgzjIglLCkYV7hLD0bV9SrzSyqkV49Fj6bwSKI/cZwScSUbOXVc0mCXY4cB4LNPF4S1Qzg1a
B7fWYEWXWLDPrEgdWuD2c1zLLh9T5deg4bW8Lki7yR2+GT2/DoqCBpPL27nGyZqJ6iYuhbMVrFQ7
s9G1o1VywPFywBHSIfb+cEr3Qfjeg9nQWjg5C1WCOs8aUlpYr+EePyuXGKbvdLxWTGlNnIYMaTkV
0VYWwbuWZa2ZE9AFeBsmLB5HUqaQvKKbqiR3xO0vaSaeWy3aPkVZeOrEHKExsJr/pMr56Ab1i8B6
Pw9THX4VQbHXwnmtUgwr0OwJNrkwUcLLzVyvjhoYc2Dnmc+HFPqu9id/gB9IBEDoZpGGjjGUfeXa
VdbKtG75sgVA9GtBu5dpM/20jU4rA4AROpAolynIPNSmroE4FexS5fXMN9WJMOMm9Gln1UOKan/8
KhK586qysu6j0T7SoTzu4A584BTLsciKxKunTySiZp9U5+Ja/DYuM/AepeiW8wBtmT9XfWSW4tUJ
RPzJnydwH+C5S/HOl2Bv9sWL0DJ/f03tJG2nLMuhRj7s7AzAJqvM7uhiG96xdQiO43QdWSzX2oE7
6lAr8jniqjJzLToflFUgTuctbAJ890Obt6DvLcw8+Y9M5y+3AL+b0PSLnPquBVUvn9xb/xLw8tzy
1iLdTgXAeHW424V1fhe1c9rwSyxMZ4bWUV0UmPMCqtjWrqvfL6MEQ/0Ho02jtwRU4MDoFoaP6Bfs
K5/jh2i51Gl17pn1I7MfGaB74ZAqUTrvFjW4aSnBO2/24NqpCXzkDFq3eEiFBSiB27CrOIs/mY2t
V3UqKsCsZVu7gCK6tSAjD7Ck4cGm9xBjYaMfx8aRXNBwTgIoY20h/3QJaH/O6NqxGYmRDH4wWrs+
fMtbtAIZRhJ6D2eRF73fF2pIZQQwx+SJLnH68J2ZwbXIFn0AuVJNJnZO0V1NFWr76OsZDFeKti25
lDazKgwOVOS9J7tv1FfcKCQHEPI44AdETdl9FKOZoPbuA4w9gwDXcOw1n/2Lo3ImClE1MPimC0jV
V6af8qb3X9jc8p+jAc14x6MXwh8rxLNYKMESJotdvq/CS4LvTy/CEybiOZb+xGLsfCCJBwgn+Bn4
Cl1EQNQoBAJa8PjhO/A4QewQeyj3uy/WNH5EAv+9yVIEWPd46BEddjz0YBdo8gXbXjKwVAKFahRH
AGV9PDqoOcBtEs948Hm+l619M4+92Q4FrcPx2GUNFgFSeCIF78arCoDDHXjuXEOLaztU5hyYSzkO
qd1VD74FjRReGAUp6Ak9fm4eWI3KvVqk4Dp0N1Pt8I3jl9+NPqcOrlLIyouoHgQABuHnXMw3lARv
zYbW9ufMh4xFrgUUvrMKGrak3zd1aYaM+Df9zy+7vw2mJh4B30lRhlm2zdK+RreXWdn/tL2gcwUr
nImnLeAvVSIkt26tEfIhZpbRtudkefCK6NZM3VH9Cd3nh1lEX82G1rbngIMHzDutSEEq9Ab88td2
XZutQx3bNGYRC8vK5+ky9sVunHJ3a1XNN7Pn1jYnXXxIHM1MpDFIlpivXtfRpbBzteopAsLRO8Un
C/ngsSM8LeoRuHtOwvJVH3ZzMpWuVBuz59c2acCauWFtwFNQNfxRFf5Hq2PvjIbWEUwzEI9VSDKO
/T+Kq1FwJ3FG36zcdaL7kLtFQLnn4sF952M9Wk3iW90HsyfXz9C57xi3C5EGLpqOdosnlZ80UVVc
Ios/c5DqLdY+9G4jGVVYkrP1QGv3HTpVLqCgzw2t7dGKBj0uzBg6U/HDYFO02YVGZSiIyx879CpS
Wd2PiqdeVrupFblo6cknaoT0RQfB8eguGW3InmMlZvaiElCOpp5vCBg7oViu58waZlHwtBk7O7FH
su+n3Cw7DHby4ycfuC+lH8PkcI+3owLtSTAb7iFte8ZTXsmyz3lKsrxJyKJuY45uNaNlriOdYqwS
e3bRbua0473n9HfcHsyeW0cvcYrqRAjZrlSE0Ufq8IeK9UaXOCfUNmc2+zXLu5KnISyTxAChJ72q
IzN/qCN6Bq/srbKNe9RtoCgLoq0HacVmIagO57Ft3LOawO7TnHp1CTmRZdxJ2woNDaNtz7KMgUor
FfZNrOpNJMPwDXgAF8Mvqm3PsQzCDFi7Pl1iDnIz4b/GSWpWPXd0KI+0GjCzzC2WS4vGQgZfi77j
IonikRlVQcCtd7xHCUjaAFjkHShCh7c0Fw/QyHprtI10pv08U5NXVXmfkib+o2knJynQeGa4R7Xn
BqzYjvO5wZoBkyLZNEj6pRkaZc3qHyecQ4pJGfE661LwtLB+M05d/V2C7c/wsquDjZzahQRIbHUp
LxQ4JPOwTPBlL7Fur0v7iRBJBxsRMs+RPdpdKqvQBQMC8PBQRzH064HmaYYK6DvhNV0qfAJOcmdx
2RemZuj+mC2c8HhNzpSHfJphm7Yo24QO9fu5cszOah1rVLntVFtEwu4NOLKVsMUetJXFldmTa65m
9EYPPEsT1CezYPkIQbb8CgK5HTM0jOZrPPj3wFX4rHGT9WJPJMiNkiBrw95wAvfY8igisrbpRlje
E9M159H7oq/Magrg7zwevEfKPLJk3aUeL6M/IBs2X0lWj2am14FGg22BBMQL2hQrPk5CQF8SS1lk
Z/RhTzgDlYUafYXRg1HJJHC6G7DUXViSP6DbT+xWHWbUQ5EEzHBum44hy7ME1eISm5bQmW3yOs7Z
Vd2p6a2sRXXtCc8K06Eo+uAdWtxIfw91dMHfxqQOrxjqku1VyRo/TEhFkYyHfnhkQ5/UL3v+fupd
MH7Zqm/Yl7YorB50mCN1t06AXPuOdBLEjpWDLNkmRJV6vpa9FZWpS+bCv87acoLqOTQ8g08W0LFq
73ilIFuPzBhzgqTqss97sN+i2w7MBPvadedlK8baa/6YQVmX3Q9+aJVfhRP0PbS63HhM+Yz33XbD
EuxKe4QQdYMWaLYJFcnlVQ5NwfgujBr0hdk9GGRB/TAloxtCopcKvqR2G0dgXKir0d+OIGQNIC07
+UhhV8Xob/Kqg76qPcax2kScegQErpQ7txPo5ONrCLIMfrrA2tMm8Nh4vSwWSB6b0fa30MQbl6TM
eLa8rZyyJWZRiA6t4XU+jmM3timLcujDRv2CHGoTXZJ0OOPxdXBN31Aowi1xm0J91koCt7wrltys
5+aEEMiG5QI/6iDc13ZZvW3tqUzn3gaTgdHu0tE1TkOdxfLKLg3zOph3rmjkkhArYP3WbALNLw91
P2VWMbQp6gPfp86/CSxhBkYHGdqxW+vkxMdeQdWwsKFylwyCzNXGi0vXLKPnaT55DPrFG6ULIas+
XqKEtL2H0iZIVsxK4NB1OH6BevZlyKTXpmFQtMhHWombe7HZiaJLjHh+Bi10cEKnRVg/Zj57mxFq
tqN0jdURNcK5cvHcgcxSEVc3WeCYpa11+GEwAjPlILeZorN9TjIrhkRd5bxM6fxnKcLXYldu517I
UE5Oc7csk5n138OSvzNa6b52MS7ReA0tA7tNpZLda7QO0qvWG2qzQ1ZHHxYhtWXjQp0anOr+nY+b
Ffo65PDZ6NlXsoNfC0AThEIde84RIIC7KJFkKneUUsMAQcd7dWDqLpccRzhqNHwDRFm46UCbnRo9
uw72mmy0Sge0adHoWlU3oTcGA7jQeWiGkXd0tJcoG8hgty0WOwSIborGs//AnVaZpYJ1Hkwy1/1S
C8R9SGXN15mfyZTYwyWhozNnk6vF865XyZiuPqCkdb4RU58ncqhfJh/3czfpkC+HO7MEg1WbWqrx
HgugzR8XMDebIT9B/3K8KKHc0JRFyboUQmWjdc3ixtnY2TQFF8BZZ/rqoPh5PAHaTbMsrKImXSrH
4+86Rsd2k5HG7baTaK13aDh7bYE3vtwiimPxJo9xqdsXVhC0Zl//B2H2L6UXEPG1TQOW/ZSCF/Fr
XU7eN0iyl2ahs44+QxdwCH5HRLeT6otoY9VlDraJoukusayeW16a2wBF14IkxnoAZ4OT3dY0R2eY
6tVgm4UnOgBtAQE6+mndJvU8h7JknsrJT0rmj4aHpA5CC8UC67uYQEkXoOhFfkRvwDcjx6Rj0Kqh
VkMslybteCM2c+59XwbID5kNrmUC8n5xhGCkThE57yuX3bjuy8Scf25rHYFWW5adT+AnSQd/FBtw
+KOQMS1vzJ5bC3mGouJgIh2bFDqd0U4Wbr4yRxlGhDpQTJR+A81mp04R9L8m43Jb9blZFUPHieUz
6owhuPRSMbvFjVPxKAGJ0WR2iOlQsYmFNBpBiZ56LGqh4hxF/U1BZFOYbSRdMtuP59YDrVydkqAp
oSMaXTHfUWZrUYeM8a7J8yymTRr7xXQneO1vyFCOD8+vmHVlPHFH13FjkPJQ4+TgfK8Wv0dgZYs8
3lVQvm93IWLnxizYt7UNFakwA2Vq3oIS1xu6pIA+37r4QWu8ff49zjhLXWMBKuWiH2OKtRm4b+Vg
v8mdzMzR6zrSIJcYIpvj2ZGlCraUI5W/SOcS39u5B19//ssh1WAxWgyowJ1DePZmVFb3toHYyt7M
LNohXNHGAZ2aqFYvGT10tRekAw0iQ6O7x8/eIbtgZ3VToRiOrETbRw+Wn1PDda8df1INjZKKVkAI
gMJpg+bD/vNSxe1oOL52owAhTZZ1A6/ShZOvyB29qknx0cTqto4m80cb1Wp0CKLxs83KpBdyfJy8
3owNAxz7x2anyCM0RbaavYsyJBxFdF2HgTRa7mBTPB69dUs5LxwPn+UF0k6O2yVgOTE7Q0AAfjx6
HC5EBQL5N2caHLVtKPAIG0iMl6PRFdfWIWXROGUdItsqdYpQQbbStu9b9PO9Mfuy2m5VIUUeYeot
8Hvnc3sDVmL7tet2gbzw9D9SQ6f+GJyax/YJIds1h6HE0gllUB96x2nkFWVjz/e4iEl3Dw25EEyo
QTW3d5bCreCuI2Vff15ZFvcydJdr4lsqSOIlk2AoUBZjh7oJZndT972imyUvsuVrCwEmuW86nLkb
GZTzN6/2/duxK4cbRYtxD3rgCUOAA6NI7Jr6y7vCQX/LA1t5Kt6B67MTW1zY/AW/5dMGqrIyh6Js
YS1b/G1BX3lu1o5GoZ6tA+KAa+zdtSF5l2dO+XqMWXznUjc3O2BtXSixtVjQIjvKUne2H0O3f4id
/N5suWg+BndNVVuQeEq9BTjbyvWv3VZcItJYt8wTS0WHxElp1fkiZpb2Hbg6rrlYqmkbK6AethNi
+PwaXMxVYZTDgKjo8bp0ekgy+GPAUiiKhjufTdV+6ar8vZGddPaxQmUSd0SPpWPrF1srWz4OpXvJ
Tk+HOLbOwQsVbyoZlywNK0nfAlXtH6Iin7/MpWNdyB+dm2L9+S+HuJ3FJHe7nu3E7LFwWww972ky
ciTbr+mEjrYLl+pzn1xzP4An5HIMq3yX04GxvQxmB+gwq9pRSONCgW40LDvZOoguL5A7yXgFo0FI
D0C38CMckeEBFmlxgwXSDiQCIF3soII+eNN+8JwLDvrcl9CiBuIBy7mgB3fL8p4M13Elgn0bxaif
h/lY2UboAsj5Hn/vAGOHlIIsN1uJBNHrnn+KodloFJmA1vh4dKHinkLJsEwJCYY9MNdRkhWO2WUF
wi3Ho48UqUgPyr0pBdn4vhtVvY1ianSPA3Px8eB22DlVRaps64z0xs68xG9DM5vrGDrlQY2xHTD0
svi7LO73NXVTI/dDtO0LBW9oXMQs2zLq3pLAuu1DsywexBeODQJY4aq4QrNtV079TSnEkFqB99bs
ubVgIQsI1JY9C4vdgUJV13E/UXHlG90doA1z/OiQ3ORZYFs0JVR0t0C9fuxzZUYOCxWh48HzkOTW
6EqaVsqt9jIemiu7r8ygqFClPB7dUjMKezWnKS3LftsV0Z1FoBRhZHUdRjeXdi+F18bbofYhF+W6
03sIrTKztB8kL46fvWjjoa/8Jt42Y/+aVW1a8tbsENehdAqSFpDmRSBVDZImjWzsDXSyLnjedUU/
EY7oSLoR6PwFHX7YRGJsE6DGIAgKRmEzm2s7dAFhmBihmo2upRri7HnX9hBSbGIzQJqtU2PFNSQ2
CAtiNFpBWDqJqozftjOjZn2QkCw7/qgSQkQN6b0YgocLKmMPQAFcsIwm//ifhCJ0M4+H9sMFrRhN
XqSOsrzx1qZ1gAajHFye78A21KY0iBcvIf1YB7sQ2TWojg0sGMGQ2YVq38sYSpRL5+Tul5oE0NTO
Io8Sowy8raPwlqCAYJ8cxa5pwmoDLlxwTPiZGY8CdC+P37yKBwgSRoHYUQLF3iAbwFhsMbPysa3D
erzJhW4PG8TOm+oCGI7hHRo25wtf7cxm0VE9cupBwkOU2CniLAmzGd8QZuj9dFBPwGRoeT2svtQg
gJgG9d3mhVl3kh1qjnu2egdUKtBvADnpkF9TKFrLXSGYaLZmW137qg2lA5QCCrKdeRHizFGlbDZF
AOkAs+ukDlHkA5PLmHVyJ9ui29WRP2272L8AejrzYXWEIqLwwOu8Wu6clQ5tCiAUV/vECDIPOs/j
Bd+R0RfZgMFHCTruSvh90lauGfzRDrTUjF9IEBzIRu7c0uk2HnPKBEmmr0Zf9f9x9iVLkuNoeq/S
Vnf2kOACcGy6DyTdw91jzczIyOVCyyWKJEiQIAASAM+6SGY6Sma66Soz3WQ66KAXkqbfQZ9Xt6Rq
n1zGwqoumZFBp5PAj3/5lkt84tQzBj+z2uxW0oqCBXANnWHY8rJU5VJTsgF8OEyC2OwmgKWKqVfN
3UBj8/Sye78I3rChkXGUzWYX5Bg1Jf3W7DqfvvDBXITvTtlowmzd7CA7Sh5G4frPWbjRl2W2lxC8
YJNirod42TVgz1Tw5WxLbN6XDe/DS4TNBhpE3a1IrKgkn7WI34iWvIxeHV4CbFqBlvIkk2XXwWSy
cJLUu7oGjO7Hr/Q7ZeIlxmaI+pn0U8z2WT2k60MLHyCx9xkZ1D5REqfgjz/mO9HgEm9Tr3GdRBxf
IiUsqFaSwoHeLS/D28A28iIctDWFtyiu3jRjVzGAbcp88l9fdusXYbjnOLyBZ1Q7CaOlshMzr7So
XxYlL/E2uUxCGH2narf2y7oXLSMFBIy3l4XJS0iiF3GWbcqqnWlheRrp/u0W8fRlr/QSkLi1Itkm
9Hp2krW0FIPjJSCpL4PPwx/771/pSD01lNVyF4hAlXyTYxFL/zLlpvASj1gnCdwPeSZ3nZnbckvF
UDIo17/s4I7Pm+B3TbAl8mg5q4btOR+3xy2U7omH48+k5L+zlS7hiHVsbbQArLxLVQQ+yvl0kiT6
WY/we1e/iMJwuEG72uf5PoEXb74GX6ZhfHzRRrpEf/URiWr4Z9A9dL7qoYC96vJkWqffv+zyF/s0
GqZ42kKV71MpRsAcucvamywaRvayvXqJAJOaLUj5ZL7PdVTwnJyG8IXH9iX4C0JcM0ybcWmRIFk9
IxbGlyFjw0vkF/wZurqlMNfcztJHvY2SMmmZLV700C+RXzwcWrP5KamgwnUYlXwIs5epCcLB+e93
Eaqcs8u6SKoM8Ac+BjfJ2L162V1fbNAUMkKtisekItkioqtEDuBdt1Ysb192/Ys8Cc7zMx+Wie6T
KXKQUE90cjpT9X6mJ3hOc7/RYbhEXHVBLxNm62wvZKAPpl5Xcadp2DQ78FRpfWzEZttbs9U/La6/
ExYuEVKZT0YxjXrYhfl7njxm68vy1UtgVDrEq9Ma14271wyopS59YaPhEhY1ATmc1x2l+2x04bqX
+RreapX3PxPh/g6sL7xU5wIgnxjsW7oHMaUp5nbqzLWwwQQ8rlZyvrJk5SBPw52JPDhNzFhC9DQI
yylw08+kSKO/Gnl9ay1c5D7Uk3pc+Tyg9HR2dGU0dAORu75HMBz2be36oZgnARehYoxnpFyOezXS
4zTIrBV79Dt4L4ph61d/bGsf1J/i2AINOYaAvPdFzD08WAvknnK+6bOIydtV1zbKji5I6NwXahua
oCvCOO/iplCGSuSnU4YdVaT5PDWfpGrFEhVJTztxjLceStaVR5+FNpWfV6vK3sfcvYGyn127Iu3h
vAQFc985PRZRvgRZUuQeiv39IZJ9BkcCgVayEQXoHsOCG9R0Gt9KIlCMcMrZr0IK/LVa5mSt4IIM
ZdkFT6gv19WS7mrzi4MZVh/Gevw0oZdOl8IpmBzaImVZ034Yu6TPv4hmgf8S+LXbpEQBETbu35/R
jQe5Ce+KEVpeurS201FfUfBZ692GSRrZBaR2uqwZAkBerpn1qajIuqXhdcTWLN936bIJ0N7myR9g
3jCWNJNrdsvDpWNV2MU2LluazUiOmWAVE9AlLtzcZPMIWC2f2qYyOWp2WqJx5ZoJdzaPihaMZBR0
nrW7qhOKbB4hPhPLCW9rartCMSTcRR4Fg6gWMZKPsxFZZf3m6Jel23y8l2pK+7tNEZY9tTNseu9i
U8fxzVa3bGmqAY6yS7LP7RJBqGLL6DLcgjjD8L5k10ncXBNuebPsQ4hNI0kW4bT1B5/Fzn6emeim
ppxW9OiPFMSw/DFyFBqR5TAmMHhrWHBW5xyWYbQByEUbsHQQNqLLuuw83uU0HUmK/iY5Zv3I2qLP
+nyf9e1YTpmzQqEj4gO9nhP+VV+Hi+53VuHouIM75cIfnSPNyLAcJrLseZxqV05NmxCI97Z+qNAc
atkHZuJxus7dhu5Zm4aLU4WVBjOWAr6tlCCxNSaO4zKHXT1/FfVMZXvo3vTueiQ2wrAhNJC82zD9
N2sDFmzodWYAgc2gfRcOy2cyBKAyqZUm8g1NRcSqttYp/4ySlA3YNCKZ1krzdNJ3/RI22SNQc7PY
c0/B3sqncEpPWxqQ/iZqbb997cZhWkBkUsGU3M3YtO1ulK0nRykiPr9rA8FgDL0lfZOlBRVJLu9C
Y/roc8LrmvmibnLRXFm7rukpVF0yvec282kJOf8QIgGNjaMcittpNnypjW36pujnnn2Gafks34H0
v7Ulhn5IKUBymPwt4MUalqdkCpIvE1frdhREev/Yb2EUlbLFTvrCEyzzQ9OT7c7kYbMPycz4PVML
zXYw85Xt67lv3fZgwW4gAQACkHNg1VkgOjtqa8bx1x4DtfaaZ3Psr6aJD/XVDAdfdb3MMEMueRIn
5AOMfJP8a2T7+g7M/uCE6d72BbwOUXCbNlUD3aagct3G7AnWHut2gKZT/H7IuySv5AAi5yvq22G8
i5q6i4526ha/C+aWu0MON/LsimauD9+FWd3Xr+FX3shSehNAqpKHuQaDRGTwV1w3napbHW4mPMYy
k8Nb+KnU0/2S5rTdh20/0co4viJ22pSpdg9Ye6Ru53zNvgyQahjLGm0/e9+6UCGUtJOzuyydjGqq
EEPE9brn0J3e180iwS0J6No8tkznyVFIKbPC1IHKPrdtzmXZjLo3vGBjVIewhEpid9SD0KYyloRB
ZfRIomIcNis/xCbHHVRp2ERQmXS4iy5otCq4C/S4G89KSQV0Brf+brbgC+5SqexHEnqbwfWugfdm
CZeL7BZZbPNcYwvTkg8tEWUmbDq98/A3TqE7JQSU6Iq437buaA1IwI8etoGqLtrZUId4v0k7TQU3
yJ5sgUHEqr/YZY3TJ7iLKBwIPUSE8tcDrnJ+kdIsapfmGQbQu9ESkRagto7p1QBr5363rk08+KKJ
DNuurdMNWr8Ohl/5Iaw9UncQDNv2qGF+FxSb6rrgTZb2ilRtki1BpcM1yivqt40/qXCL+WE1m82v
FjEFdTVbUvubGJ5qD2GkefcG7Xfi+6IbBpPvIebfmFPeo7C882hrsX3SdzjvTF2nMwDySetuRBPy
vpw2FZkykYoGoJMoXXcWpMZNR69N2AtwZMbEmIfOYSh5mDDJ53cTBAi7uVh9Al8jyL0Xs1V5dIzi
XJv7VM/B+AmW0Gy4yYZYY42NrRjar/HANqwEASU9vZsa1q17fDPHd6noE/0269e2Pumm4/ERHOFs
uF0UgRXaDuFoyCo4WMX18wYFa0jN65anBz11DXx4Yc3WYY0wyFudWm68PEguYoCtCcDX4U5LmFEW
q/EjeYPPZE9r1Br3cYCWPyj3OWmnpJyhitmUAeJTXbpaujfwsDfxgeUSXLh0HIEhFqtiQenlYuD0
pybrwOtZaVRizsPaB9xumt4765vuEIwkwUCvq/tgeRRim8YTENXthqxo3NwXnBp67CFdG4bRq/MA
LQ7LuJ3pdrvB11loROLN10fG8eqh/5vBB+7GIiDP9zD20OoYmjY3B2eyPD2f3K6FVEODx6h1YXLs
8hAygs22NOXcWe9fxbkb8gL+cizb00QgvhV9bLm6D03E5k+b0jLhxWBWlx59EofuLsHqb99z7eCu
gy8ZT/V9jy6lfc16PMTTRrhy1RgvqTng/A9kg4dLxLqzG6W2QfJkpg0vUzXrfrV9IN7SyBvxsOKZ
raeZA617z9eu7cqEt5N+7yQl6QdBqGeigHBbOEo8qXhovo6Qsg0fYCaQ5J+mJMv7j/Mw9wRlL3Qq
41JwwulBUKM98rcWUKOpmIPF4ygcHI4PZHtQ8s2CdKWVhnbG5AGdpMFniP37pAxxqPPjtsz9I12w
vnd9aIes7NyGwZWgY/IuJYCrlLFnNS/RIkgojConulyRgabZWsQuFPOdbOcWTPAIqqpI7/kw3cZC
2mAoMjA0P/FpNm6fRl2y3kdjqCCLjPF3/piw0bb7dYAJ0MNM2vg90zCwqXRSo0PDusBkd36UNdJ6
xS25x1gwHl8PPdXbdcTHeULATLA3wCcAfpBd9dC2Vbe1GHLpSpYkzYMHICkoXdaJ9TW8x2fw1EFH
JraEumTdl/Du7uR9r9H6K1rRDPMu9qA7D3tQWKMdq2GjXamwJngTXTtEt8kizwa7mT4nPwyI17Yp
c7ampBLLHEZL0W/Ov+NsgJhVsQlQ9h4lyK/xU6Oz6UaNCzKusm14UEYcYn2+RHRfC2qz2LwjC1Qd
Dk1mJc576kKk6TC2FtIUPk4Cc+xwC+GrZRoNLUmazVXv22W86h22+oc0VHbdE9oPEcyrFJTooqSL
WRUPQG0XOo62fY7DyJpCpTXXdwsQbflYikzQ4abXtb9n/uxLu6ktvtaM9eGOwZzH4RhFylGpLUHY
t8MaNMc+G1PzuAx1tL4e1RKVmHPM5KMfaruWtW2TA9I1mJn2oB9NGFcWyvH20BoJ3ZAEdHcctnG5
bSaXxQSfp6wyKiSHBvnAOytofN1A4UoUWc5nXbYRyRpI6UpSTFPCsxOzjf+agJTFbwm2jrjauN7y
2zkg6iG0UN5FCRSbmyZjZEPuFCXqYQ0k0NTG0TIDu/8WMxlw6CUVMUTiwcG99YqRt5MNml1PeNYX
QjhzvfZDft9YGBtUPZZxmbrFlqStu0OSJPnNkjX+1ERu+Oiblb/J40GVXZi9gpm9eJvyfMyLJpQa
aKBl6Pu5cGGXW100yHb93sPUzx+ylTRPWeTkyXDP8grLOSvFtmxuPyqenjxQpclbGzD6phlsDLV8
VK00ONSCrnYoaqxcBvUC34ZfO1N78zZNs8wXayccA8I2Wq2vurNMw3HwboOaDVORlzA8nmdNUMd0
8cSrJluj4LRGCajIoJ3b8KTaqM7vdOC02a+QXwiftmwgWZn7ZDXXSyLT5iMyVzHvUkMCcpCd7JIb
7tYBHrzNuA6FjaRiT/EyyPB+jpdY7iB440coReisPU7Bmg8fghYWz7xMfZd2Vah5a4ol7ZCK5mah
XakG5Ci2qOMgjofCp37pvjiWxvPN6qZ1+wy/LYt0qDUsxeoesLdSWXAwrfgO4kY1uVJs6PgrF6El
s5vGJBZ7QxF3KlQ0DT3OZ1TkbqaCxPdgI/H0GrDmOKqi3KX5MQLfzP3aASMv7hdtmAxLnzdre9Kz
jsOsgF4Kw4hz42Twr1AaU4IqGEja7RqtE4240I7URrdSYEu+6VGs2g992ufHBD7oKJCFpR8iHffB
R4EhKcpkN6XwpsRsoC2xOpAsFfWyIrprtbhqFY1i7zJILZgnZhHb32s954RXKZ0DnFf1mAbrm8xu
HG2PgBAaF8bUSpR5HQ/kTm/M+V8TqDAMX1UHGuCOcRg8vvZD63LoQKSTeoD1dtq73bhCdPcq7wIy
PWTYZYiIYaxmhvDUOooebjuiy3LgcdjaQ9y3fSiqZFNIAYohy7IG6vwT6g9kfHwu/SrPuQjcdYx9
xY1Sjb3K+6ZXT4MOpnU/8cDkR63zJcUb23KrqpkMbv3Y5ylIkVnb5/qjsf2MXlETiqDM+yW67uam
zsoZw2xz4zlPGrwS2oGjqTH8KJVcZySlcwa1nKdlS3IGAYW5vpkagv5P7djrOSbeIDtIt03e+2EY
CgUX1QJsumaJYZ3G+LT3lqW+bGA8uxy3WKNAa/OFFtrYKZCFWYzVr2hkafvrCscZttv6MGyrzJ7P
1aLRsP44bJlIP3v4F3a8iKcgr09wyU6ypNTDxgPkoz4MrtyGFXyFEz+iJ4Ngzz/lW9dWOOOT+n4i
Wu26YN4WAFOCOjgiv41NGaK9q4uAmbkuoXoVv41XA1jgattGHvP2fGLgaZkIorvT1JU4kaR4SjFZ
Cfe8bUdTySDt7G514Jeg6AvQ4ttoG3V3jNsQBXPn+zvA85fjUHfZiB1ZL6cpRKPjNieNIcelNsNH
hmTF3o291Scz03FoK+a9K9MUgQOtmKb+CDUS3lWNQOzsuOpvjQmRwG2Qh7HHgbK2lJuHXQxIOeGh
oyoebmcT6+FW1Yu+XqSc+CeiHOt3E+vVI4rOeCeCGFQe3E/Gjn6j8FobXGKfUmjEPCuShbCLhypK
h0WMPKMYLBX7GGbgSzkjvZ9KhnnzCtc/5tB0R9zU5TwrVw4LKkYkNjJ3JYhIvimiFot39j0ZSgn8
EpDTkH0ht1M+GrRXTLDl4kTtmrbvnV3n7WZLnOdvob4ykRuRdUunSxOvsrueGNBNULZzroLfPFqM
9ZrcE7gzVutEHYeuRA1T4xHnPH0VtTGK11qjNCoyuPqdNl4HDqjPediqHpPgtClqA27Xl3qEY8qR
9EidixraHex5MmhC4MxCzg/XQRcCtrMZhLfbgOWTeYOZEVE3Fmz84V5ZOHneJQvEhkrGlLT3AiO9
z8k2BhAMa1LTvmunBpSv3kg5AM0mkkdBctMV8LVtC9vD6QMVM1wBEftW+a7tUCOiI6f3vV58VCBG
uLorNnTu0qqnWdsO195SlJkFWFLRRyTYY1xOKETXey+bzb4K5RzQ97aex+V+Wbu8O7E2b0S3E0vd
d8e1aV3UIt6S9NfeIpv82PvGIsHecgmt536at7foswrgfVYU5MIVDme5OjiuLXY2mZ9I3MZ7TCqi
a0gE4CBhKYS6i9FmC32L/WCHXd6aFvo1LBrdjWXL2H+wAgVsoRR6bLdRQLLxWfI876t+qhV5DMgm
1jsfoiq5qyf4lL1iaECR38ru5U7qOB5/TUed04OLmiEskwRyzzc4yBoc1o1Lia3qjDomSzg9Abxa
bhEAV29WaPOEpww6Q+E1FhbtT0sWJxLGc6Ebb3OJdlSRydhCrVu26jlM4669I1s9AsNWh/14gGx6
QB7A2qPZVMKDaLOYPoxe7uFkatUeoBwpSjSP0+XzaIUOYM+3GXYMBlSN78NBzEjdM+R3VaRyyUGF
RJ4p7ha0SfoS6H6jlwKSNBG5BtIvRQ6dmmA8dJjyr58t8bnGt8pqc2WbjtlKpVL2uyGO2VwR+KGY
vpiV8O0eSe+QX9cJRLQA/RvO5lTw6poq3na5O9UGsPASLIUmTyvoAIQaqt61wDQVg7ipOWWrizeE
ZiOTA+LkhFnxjCOsQLsp6gvQFTdezWJchn3ilmh+pl3aDwFSpCgxMRxLoeXyq+zFADZRj/mM0eUq
cBwmZTCo/Cojknh37CMWsycoFgtzc15zTuKLdwlPSh65eLpPaTe4dwG+TR4UbWTiadmftZSRd69s
W5O75VwoXNfB1DucMUBrQt7I101z70WkkZOpJc7CFTUZSnNaoqWcIikPtcjHL51HyAYMyVMRPiuz
BvN+iWiKvBDbHG1zeKVM6qTzaWH3acvXBici49vXvkXT9SPndur3SZOMgcXTlfEIJ+BMda8SZDU4
GkhOk3QvEdrn51YmqWWFgUC5v7M0WdhjhDZEB/MRtDnN5xxiov2TDJYpeJga9LVfred8HIx2zwZS
0nWGqi5IW1INx1agvY9Fksh4ryjyu2wHF79lvgb/rEltuaFVPiGh7xTtaAWAl2HXVqJhfoMkgmU3
/ZIk+s048F6daBPb6RgscOr+iKlLHZYYGGWglEwiWIqBEhvcTCEUaF4Fi16698EGV7wyRwIw7vwi
mLrrtAHNQqQhXR+3AeirkoUavewuHkYInKgmMF9YpmX9GFvdlmSEuj5ft1OwwTxaoV6a2uFoZRP7
AmkGR7OCOrMc/DTm8UGhmWivhj7bwic0T9L01PUYeJQyFBg/78BmDRU7n+EbSvhz4yDYz4qQpYwz
wYMCe+42k9onGKmkkE/YhxGAvfO+CyK0tbMRnWxfDDD4YoWfnUwr1dI0ORi35NtBJi4IRwiKEbvk
aF00cOqaljziN2mktH5KNTS9n2mTLOImRAuQ7oe0XfI31qIDXQ0N4w24cYBDPXTjOGTXdTOM/RvL
8GCuPWG9PoULDF1uV9wrgZ+239IHvlDRnBzHpO4t8tmuXstwyXw3V3xiAt25BAphXVgu2MwyKKEN
kXlZYdxBWb7vAR09C+jSD5C8DHVU5jlkDMVOoOOtlyMVVuHBGsqlenAKDw2jIawEWGoTmvs3MR47
qD152vbbWzSJa7dfsZP3+bbRG9QKWXBNgjrHZCsLoZ1GztMKRq5CnmXyqud0Tm+2YQLvNyJ+Mh9s
t+QQNegXSEvsDayGfVtENkspRjkEkJ9w1mwtM9Rv+qNYE0YeJpD+NdmfhUYjlG4uhbU4U1u+8jIX
1vaVF+rsZ2Z0dpeqOhmPCXik9jCPcomrZvVyvCEaKinoBIUYK01e0WXfoVcZFYGOomCPUYzpqoE1
ObJrOWtJiywWXfzJUXiYX9dbw91rCAIkBi3Gtlbb13hM4+az7KdwOIYxiHbHEM2t+RacdWUeBwgi
t2+nMU3cTZQE2v/q55TLG++bQKOP4QgrkcGgOY422oIWcqc1oGazSW6XUGhbGg/byqPCLfBq2Qjp
SyCzM4wGk+SMBFzZPgcI825Y4ZH9NrR9o2+V2aLxRGG6hrwA37AG0j43Hr7kmib8M7oZQVzxlAVS
Q3ITiVipR6x2sUPvvUdzAIH0XM3Ycz6SB2qNSx8EkcJmYbMCWF+m5yeYS1TlTRGqNL/XdB0CkN07
2n1dzufjV7qAvA8mc9oc5ylHKhIi3g1vYqWIwd5rUjGbQjINTi8qadgU0TbswiomaQBwR9zM9R1p
qbF7hFEo8a3D2K3PhjvpbqaNivQdkoEscQWf+XLynm7uHaNCrvc4tZv4oJGuFAJiKHMBK5rm3BOU
bsWZiznNA5LjnJ50C5z7HfrBAnRriO9vqODnHsV5CtvEJDWfQJucWQFaC7E7l8kezQk1t68xDY6a
al1hT/6aA1eHcxEOD1AOzFdW509UgjcqyzFE2369Gms1T6bowDZLiolhXBqXGPGp5Rn1coMeFerS
0HxCUbZ1QZEZDIx5kSLKGrRKhglcgwIS6dI2ewdyIqxpRpdk7Qfwe/2iisXCQmW+Eig5Ol7aGerV
9oR62KVRpeIWE+vqx3iNM6jsGzP0SymSBo1H1wWK7idYJw4V/O3dLZBKc4njGU11dJjZT2jN30Fu
XFpjqVl7ncRxtgf7eKZvjJ/qpZIN0hpQVZH5lyG45gOSEOfHn1AyvwPduBT/4QCjIHiQdJ8xGAAY
aFzsZnRQfvKFvnf1C6iLhH2Ypm2eYh4qPvcqerJM1j/Bpn7v2hdYNGRls5BNne49PAaKVvljtwzx
Cy9+gZswUWTGacnSPTorO4wHuqKOUE//eEF9784vsGi1WzuT5l22b8JAI4SvNeo8BPsXXf1SCIX0
MsbMG88FlQGEQE0OS7ttevPji39nhV7qoGQqElY6juXS0px81WMnbBlmnsDEhBEhC7kA+nkA/D6V
dz/+yO88rfB8K7/DS7assRQCEeke3ovpu2RW+o5H6Ab8+Oq/7a1v7O5LRRTKfZytvkn2guUt+ir5
6C1ahvjv2Ucme0qQaOFvxiQas6tO8ke+dY8RVlp6qHW3tEhNm3YHK7ivbo3hE1sYihP4r3f3D1/c
PzbP08Nf70P/+Z/w5y+T9KprWnPxxz8/TgL//9P5d/7fv/n73/jz1fN090k868t/9He/g+v+7XOr
T+bT3/1hhzTM+FfLs/Kvn/UymN+ujzs8/8t/7Q//8PzbVR69fP7TL1/QQzTnq0GGaPzlbz86fv3T
L9HZCOwffn/9v/3w/AX+9Mtf/tO//+f/+V/+8Jd/9z/+93/7N3/4y3/8t//8n//D//rv//VfXOH5
kza4WJT8MUHDCt64mKTS5Ax5s89//Un8R5ZAL5DlJKUsOuMER9gttn/6hZA/pmkOwlIGnhmJyRl1
rqflbz+KUkjoo9gDNOb8e7/83zv9u3f1/9/dH8ZFPEzdaPSffvkmeD7JLyU2EKuFbdUaXjcpRHy2
Uz4OJQmq3z2Wv33Yv+bi593yu12xei3GmVhU5xiuZYt+kh26DvmLzA5x7/HF5anxyJZ1eA1UAmZ3
RR3+TK/mzM/8F/sNV8ZT//2Ns1BysrRLeD03224grgDED61yiMu6W+Q/JTKdHz+hb8YNfNBFCB/h
3EDqDR+k2G2kbiha5D++8Pfe60X4nhayQVcjCa8XYFEcSfBS8xL9tZcQuNEUvqC1Y0i2Qjrl/IBc
lcm3VH768W3/hv/8xpO/1KYIeAdgg5TRdZRs+yRuTjkgYqsI9pZOh7Rf75ceBn3OlbFrDgGZH6gC
U9DkKHnkjcvT+7NWVDCwazabW46OH0GHKAMK0Fn5k2zkm8cLvvtFrJ9kylY6heG1S/l7X4eF5G21
9b9i/H6K0hfRTfApF+yBaFgjA0NZoO7GjxAjB+Zx9+NH/J2Vwc5//7tN2YyBwsQFO56GTx7FZuZw
qvyEI/qdfcMuNjxkdIAsCHHTYol3Mt5RTBh49IW296Eih3r6yVf4jbb+rVVysfMbMxE6DVt4ncbP
mdPXEIAvA93t/GBrNLzh3B6wUwyUUjQNaMan+yZa3ooe7Y6zOCXTO+vDqgnQdKvrq2WU+4Bu93PW
VqrrqzZt9qIJdl0y3vLaVpjropVs0SINAYgkw26VwZ6wAfC04Eo1eYkuadWqJ8ywge/Yty69ruUt
/NMwWurLdG3R+Rzvl2DCFHHbT+iS94u7s2fldJYWcXqaJrIHNGEXwRSWwtIFgafqCFBj4VTq3t4F
y8cVwKZMfZ1AyVo7v0N/tKjpV4feHQW+AOVWwZLX/Nw9j9Wrl62Tixg4Wn4mDfHw2o9vZoXx5U0E
lNGPr03OL+pbL/Ai7nG+Kgx5sYcy4HvEJorEDF2BKV+5aX7A+BUjp12TPHRJWy6k3WNABpABq2zX
XkvXFyk6TWwIHmPVHJhZTpA8PXmcZVXQ8NIv608W2jmcfes2L6IoICTzIhXWM2TRd5a874O2UP5j
1PlyUu83wHv65GcM6N+I1N/4sEupEGxLt0WBCa9jVr/zPNpr9nB2xajDGBT84OiH54hTbK303mRA
D5swwiia/h/Ovmu5cZzr9olYRTDzlkmBkizncMNyu20wB4Bgevp/yedc9OCzrCpNjbumu3ogCGED
2HuFWM/6AKlS4GgoijPqM4WhiZc2wPVgwUMVPW6tznPwNi7Kdo2HsK+5hj9ki98gs5HnW1fvPNt4
NbG2UqHsCNd8s/0iJ1TnAMiH5UBHtPMKvOwAoIew0uKD1Au47P1Inppmn+iAdiQPTvHZIONT9aP/
+xo5czTK2iaJ4ohRVBh7DZXEXJ387NKj7FsX96eRliM4KZepUgimlZo+Ki4+BKM9dQpThu9Jwgm+
zITh3EfikLw589peCh9ZtOBk3cZSODcszxMK7jOS7JpKdnl2W1vUh1pzWGv9VQ5PhitrpFhNrkOZ
xp1j3IbX1MBpdklu9cwBJkukuFkuoKum4WhJd6arh4rhZ/rfqluTily4H5w5ZGSpFKRD4AMM/Fzc
Kzixn4bxXVc+r1sXUuwv2mpAnhXrwnW9bljPl8iA50ZFincg0NRINKBdcAqCRAiP8AkVmI3Tp2uD
3f/e+XPjIsU9q6z5QDg+ZEyOjXXIuw8rv4bbhfUixarGGiF9Q+FiBs2wWl8j6/V7l78pqD/sFlkj
pXM7x1aHSY1b6BZVMO+qQf22gDyvVdczc2djZ68oU3oae8zyDSeJnzfGw9j3gd1SYHB5QIzSB4fL
G1mxHoYM7DPUAIwqMDUW0USPhqVbKXijdwWQ58xCjuTIUSQc7INmph6v3k+VCmXe9Kbf9u0moyHQ
wy19Nmh+4U53JtjIQi3AYk7VnNi4FDEl0ruIuZfkxM61LMUaC4xPAHOr0yPlLgfetrkk3nBmvcoa
LW2alJVBrCUGGtpDZj1ShzRMrdspgQFDqV6a/Z9PQNn3rOthO6IlBUJlulK0DTMubIRzvT8N1z+3
UHC0c+w4XAAg0+QtdLfkzwsy7xRgwOoSx+zc0EuRwjCaU9Y1gbYx/QAQBhVz/8KWODMocqiAPzug
2jipGTxJQZy6pKV2JjrIehxApRPbTrQlRqktssiIolh6o9ALMfnccEgBAvB1xvUMw1GhftJDF7K5
xOc9029ZhYMWatKohbvETXLPOYrHCW7h46VM5JmlIstwqAAaGQzkhdh0S88uHib1mBoZhEY1Txv/
/j6j576BtEuzGTIfEJ7BZ7B1bzzaBYenl3Xhtntm4GUxjqwpGYoB2KlNHcDFNr30xj/X7unL/LOH
0mWoeqdCu+K9zH3j0vXoXLOnP/+n2bZ3FDBjTBAO1HU6h8kS/D7G59qVtuOEHOTESnS3NwCMIff8
krfpucmTtqOiod4Fv4ElBl5gUG8J3mD6NXld2FRJ53UJ0eJxGDEWdbtRhiBt7q4bC2kvai7Plfw0
dS7eNcvaNK+LTLLQEVizLu3bU3/TlX3XXKUjbLiyxJHm4h3SwZQe0Xqf6f6wrK4aBlndqOhwSQQ8
ACGJ3k76Wzd+XteulDwBcipLLBcBqbTfp2KfQk3juoalLadOY2eUDWKoMwUGDdLiyoGQ9lxJ0yWB
S9gSG9a9ttz3lx6wZ2KnrI2Sos4NtSsMRN7eWkV/CygDMmGgYTFnM9VX8dyxPKQNSIGzyWC8usSp
mnqzsm1Qdb5uvKX91w5QgofcrhovadjPm2m67iyULYiqNCvwr44FXa4b08/d8Kr+ymIoQmlzsHbR
7oxHg/B7et39VJZB0RfSKVCjRUyutrURJVc+GmQFlLGviFg6dwLtOzDr9axc2CdnEiey9omT1iil
NxiHxX0f2ZcBEexZcF9PeOCyB4MCvtMfrxtyaUsWMNdJBmYveCcjlSQeSP3n94ZPDfzw7pE1UEBm
aW2g5pZYheqEpqorbcYxcJX9qeHKGihFlbilSnHXm8ATIKXhp2+/d/vMMSt7sQFqrre1jaEfWGjZ
60Rco3OADktbsa/B4AYeHJdT2/EW7Sa7tsPSWTjrmkVwkUHsa496tRHigsDymYGQxU6YLqrcBvIW
Z2FcCjAM5ktaWWdWhqx1AidHrrun6OEazLPxsBXasQZf9PcJ/NZ3+GHhyXonIEqO1DldwEj+xuf0
mLqln4poHsAuJXbomo8N6byu4D5Vag/QQxBE70qymo1IV0C6moEQz+il3pym4afeSGcp4NmNojP0
hg+2n1SFZ7TQGyDbE5XRxc7oc4Dm7bsJQK/fv/+5eZM29NBk+ISqnOOkTI9d29ywC0H/3LRJh+w0
MDOFQeoSg4aXA/wKaiIYnxd6fa5x/b+35p6jdCVOqw361z7UbyNHvQct5MIsaKdd9tMsaP9tvrQt
8NOYNsUaQy5lmDzR0ai2hJ82byjxB5Cz86imbLVZxBbRPAiHBq2eAZJDPZDI4LapRQ1IC02tBGVu
ecDybk+As+umTIoNi0U4WNLYwqnaISW0meZLj79zi0EKDtNyQjyzU9SBtWuzAZj+9x6fmS5ZtQXU
l4QLyIvHGdnCvNwzACJV0/nCeHxv1R+mS5Zu6XJAMwHZxXnNSy/Ly6iYfXUy/QKEd1tbVlOuf7n5
szqATzT8qe0HQ1uZI6aptsBv+FuOMHAworl9NpYqhH1VYFUF6O9WACk33y31TQvsqnL3+1icdvJP
nZUev0zNucvHao5bFToJ2S0fW3AjwOkmVzmhG66MTkO5R5xoYHPcAMWbl19zf12Ml8FoYHm0aabW
c6yitoeHyZVPaxlxtoCRCzIXsnYj6iSwg/Nmi1131Zedt7KynciUY7TnJjYLvx4uzOKZnSLbbunE
XBiIpQhAtoXK4ug75ZWJNCJt766E7pMBBnRsoegJUOPz7+vuXI+lve0OQNtapTnHCzgLR8rCq5qV
sWUKar4zIOIzjJQD83B1s6ea9z9pETcv+qHokikGRD4b/rQl//i9v2dCkYwda80WXIEehdaBrXPl
dXKyEDTE6x4OMnJM5G0G4eZpjpXSR82QXXfJlH20ANO2+6ZGs+CGIYHbXdlb+YROeorpQ7P6zrzL
rxJoNlxV/+/MjQAIQ04fC6JOj6Ztv5VKfalI961P/UPsVKVzGTyl/7/rEt74ZHh1cTSbvd81SWQt
G1A6QG+kt2oO2jQzPZjTeLA6DFPnkye13zeQp0juFaWNGoj3OLdYuBCJ2GTaQ8GerQ6P6R78lXz2
wKTwsqXbTDk4p/nHyJSNSea1k6xNcdePWwuyTu4GYjPgvQsrLAk4AMzwQQj2VCusgPVbFtWrVOa5
KfGV9JGpL7+v3jObWJViQ2/aFcSZxjk2QAqw/IQFv7f7HQ9/GlkpOthQ0+pmqk4xBa7GAp8bqgEF
UaNqfEmUWzX7W5afSnXfjc/m8EZx/fn9c3/+Po7s9wXJmj4BqRwZHgiy1GtjvkbIFEg/KXwU2ahC
iUJBxuF9aNbzdaeJIzt82e5UAF58avbLbLYQYP19FH6+EjiytRdOPDKXp1lN8mcLl7lyubOsD1jK
XrggnRvlUyz8J5jqkDqzHB3dbpInHezwS5LdP+e7HPf0ef+0axltbWlsmVDarkFRTvAD35L8zqxf
h+rSZfxc56V44pa9jhs4koBkWNHBS9rg90H/+SAAGPS/ne9slQ/MOM1ltTqxc3PIeRj0UnHpXK+l
jVrMjqisAr1uAOBowNa6AJ//zlj870Z1XGmjJmULTFkvcLlLdoTqtxpEHkYDdjoPavqYAoy1QJVd
HcyobPJjRsDjIQfigsiTpqB7dWszZWvTmLc1Cpc6LcKuFYHagOELXXFFwSsF5I/6U7Rrlj2oJA1q
At06FIAWyoKymC6sSPJ9dv3wPWRMozGQwdF0vOorbgULHUPRGoGDmvPY/YXcD+iEhUepjvJwBZk0
J6xA6VymNChO5BcI/Qh7M+G2z9lhaEdA0moYUIhIscp1gYOdWaEGuniiUqDUjEAHdKvV6p1V7ybT
8CGP7bkFmLXkcTL+6loOzM2L3Sr3BhkiU6tumuKP2j/ZQoMtVeOlFMxWxYr0moG9Da6x8dFmuzQF
rZ1aUd8c0/S5zE+8gD0ZlmCagA8zN7WKPbHcDqDw8x4ej24OXRPiOc6j3lYBm97LUviD+lrWms/V
HqV4KKkBNA/BG2+yT/xnxaPVIyhudqP5SWGvTHBhaicJwAle1MdkdvyKGtDCMQ+W8+Tou6JxPVB5
4GTmhvYIC0UwVXP16OQW1GWUEBwxr6m+VMsM0/xN74sj10E96vh1MfcbPvhPNFiMhDadeaqy6D4q
ZPCs/n2jfl98f1gqsuMNisqQ9xtx127bh8bZOX8hU0M9J/OzBXKUEInbJM2F7XUmKMiwjsykKRCF
eEkm5XYAZYqnK6u7WJk8Ey9lbAd0TETjOvgiqkIg3vVu45oxf5X6ri0fymbjik2i3/Yl9HrsD07v
m3bclvxeKaLKHCEYakMgkvlm13muscejae2U3b0qxBr6CAHkHqAh0HqJcwfH1acUhOqy9KFnElUa
8TUgqhU3rNpiBQzaCHgdzApq8JXcEQRJSHE9ZfZtTVe9fbKpu+5wl2EevWFP0AdVsSAg7QIhvf6S
9e6Z4Cq78SQlg/i/gnGsXD+bj2x4+H2lnZl9GQ69pBbJulNixeG7nIFUulamC1jdn1P04Lj/97QB
PLwz5wpH5VAYgAr+7Wjv1z20odI8GhCxZ6vbguh64Ww7c6GQ4cyJXjTzmMxTXCRHkz9A4ALWl14/
XPgy55qX7hMOBKmWocEZlGSTx5QsbOc3Dv0Ma8wvLJ0zO0WGNnMxqIU43VjUOoaSMGQ1NwnfYula
xYXvcGYNyTZ9Wt2Dwt3jgMZTTRdROYa/r6Fz7UrXipOarl60aLcwoymNqv5CFDzXrnShGHVNmLqF
jKdVbCbVp+aFR+C5uZTuE5BfZaRmdI6RUA1sVgM+Df6rcRTIo12YzDNrX4baMkWArHwqt47dU9m9
GcqBFaOnqxx1HhBmIbrQQof4quGXcayNVQilzpGimqCfrAlnBaDZ7XVNS1tYzB1kmlI+xw7Ed7I4
v1RtPLPWZegpKUp9hjjohJIa35Nx3pyEcbqTGoJablXFuBATvktSPx2j0q61oDc9lBqim63vagU8
FX3n2p2/qMel6X3oQKxa908/HxVg6Z1srYNNrPIbcwD3rYNAhFN7/RwljHjq0gUj3O0YdI2mdnlo
u0fwv1cLtISc+rOoIOwCrYuMQVjAdywn+n34z2R5HRnlOllTrTvwBY3r/qWcuddNg5+D9etCbqVO
/+QVqOAWRNhQZOja2za5Ka1b2/nDWuZ3OOpyWKqpSxFoRRcvyKsprhsMOXj20HdMb0nxVM1BZV+K
wGeOElv/b7yfJsVhbo+Co1EEYx8MKz2/KgnryEhEJyW5Ik6HFGV/oLIc5OySOPiZECOjD5MevLi0
Oy0Q56Nujsr4+vvMkTMQcEc2iVt6NRVQ0JpjOFAAuQoVKnZXjG8VuWE18mQzfaMnWYn27daE8rIZ
2Ma2bJ8IfdPhAiUgPNEh2WEv6srQMp/OXyMktdX8pRwhfM0pYGqvZGyCsgx5t8pp7Rkg34/24GsQ
+Rtsw7Mo8aaTLvE0fybKrmRxmu/U6o60e7OK23qvLvvSjPv5s2dQsYiI8moV99lyVDjPorJ/4CrQ
56oy7x1C72zmYKUz8lwYBd53W2a9zuMNLaAR4Lz1bMcsSCs812WXQY3XhUUcD6vly+7vjJ55fbpf
rNGDIq6mQtmSQEVZtwPdgDirzvdprwIK92DPD1l71MaHbrxbhAgEPar1/VLvumSjKgeI6dBq13Y3
c3efGxAO2i5QA08XGthQPO5yzx0hA0qRPX4sjLjV/3IDIpdkm80JfB2HwOF/y34MVcO+cTr+PIP0
lFrPKbQRuXKLrhvi7+8zf25FSbsAerpj10DwKQaxJO8PmXLlHpAOWaOy3KqZ0O6ogYyyXy6F4u+a
8g8xUsaEdiCDpJB0QsNqEqEs6inChfb2La2gpGM+liTQi5f8+TWJzAXOmK+K+ZFAPWdxNi4k8LJP
c6ruIDhzayrQWy3WqX1Pchjs4XXaUBDsrgNGOZZ0aCdqP7YZAQojaSvPtGOVXtiqp/zYD99fxpZ2
C2Q1IAoDJEkJJfAsSLvVMD3q03ZQIZ986XZ3ZlnIGNOs0wvBeI/7e4f6eYD3yVXLTXZ5c6y6Nuz2
hBQodrkdQCrq93bP5J0dGVNalBC++QbYDGCnsrwOXfsdXu8ajpRaKQJB7ib6odsf3bxtM1RtuAjG
Zgtxq4ixtQ1lso4L34ZOZHYi9i9/2HxASqN0Jq/vVLCaAqM+KPygW2AQhT3EGtUEztTal+bm67r6
VJx2I+r60EL4uiTbYlLgGLBENBugUfvI2U2ZhL3Y2/TG1A8maPHmVe4+BqQq/3uMuZYykyrBm77r
7gqys5HA+H1Izy2B05//kyzIh4kUBsUKJlpowVTgwiXhXLNSwNFNS1eqUw5CVaC9ab0kyFxd12Ep
5EBTqlWEkqBY8qFQcphsdgH0euamIINeazFRdYSUUcwdaC7hpZxaDwMUd3/v9re7yE87WgoVaZ1C
DRNqO3GhdB7EmmID8vt+Cb1/3vcR1T8hx+YnNUwoIMnmVUWJ6woEvjIoh/eQLoAsz5tdZ5+uol4X
u2XQLGRe3QokhzmurP6v/pzqxt/fv+qZuZdhs3RMCsMk4wLkumcnkEQJrmtXuvdTR8tanaFdgets
GqSf1zV7epD9swMyBeWqvAA+RrOembq9EpTsyNaCjV5ZndKgu5D6mJxIXKx9nFbMDytJ9hUc1BzK
0gId7hPAKuzFc61Hp9K9tt4V9uDR4aue8bDog7xT4Cdye1Luzg0wR6e72vmACDxovTP4vtpNk4OF
Ur6083A/gkZ5sibHKZNUYPSR1QTXI7Vv1hygt+Fl0Q5Lc6TdqizXgqyWAa/1/mbkLzpVN9dNhBQz
oJGr6l2LATPe9HbbjdeFIhmmy+cJsiALhkspbuiwUvmF/XPmuSh7F6aDnpOe6KjjGzejCQuBAsp1
bpqjrANh3z69cjdJcQOeHhCbhQ1gzLU6GOw+4vbDVeMto3Ybvpgq1D6xn6a14HDDuS5Cy6hdpUno
0jhol6g78TJe4jucGW8ZtDvpuqCLPQDdzh4sq/Ng/EKNRwHJb35/3YBIkUCHKaIFsTPkBvtqLzhS
sOLCde7M2SLbFsJDl7hwpkbSSH/t6sXT9B1z3AtHy5l4KyN2dbM2HH5qfDFDMUf8kn/puU5L+1Fr
Ddp30PaPzfzVcr9KlFOYnYbXjbV0jEMy25xGDYukAxs78Y1LnT43GFJ6zlZxb7YboB56KHuu63Z1
XXelXTi5c6laAt21k3dKdga9rlYjo3UXhTG30wRiXolEXCi66/orY3WdZUImSC0Q9Eigcc8sL4BJ
zwyvDNKdbRA7dQgzxckqOQ6PVw2u7EWYCRM+LRYaHXYsvCT4ca6np1X9z7E+uoYLTc//11OkfX7v
6Xfe+4ez9zux8k+rCa/xBiDTFI9m6+eFA4RJZf2Br6ffGHwLix6/TuLeIlEOvbMCIjRZhepnTVFF
PLYQQ/KgP7+CWxTcqBSA1ep639VPVftSGnQ91jTIzCXI6PgBsFzYQSTChoMEtK59s+eLX+ralkPy
wMweneyYg3HCNuZw0DWkUKADPqxEa/o2ey6HblPpSE/nr0CIQPJv0TcF/MdhwQXpWRXUGB++NNAh
bjdJUW2Ghm/TFOoS09zueX8YtXrr9Ks+uZsmJFTilK55qa00LrhHJg1QV1gyIXEZQB/2uIxNnCnh
bI1rDSeKxyHIBX3HjduMG9etVwYlKxTPo3p0H6CrBqOflFrrRr/KLdBwTtJV/05zQ6HtmMDHLXaK
AErBUKL/fabPBD8ZPdWpWOUTTITirN9x7cWyCyhPXAlKkOFTMFzLoG+N3dmaf4V2P1cP13VaCn68
LVQ4MC1gV8zR4JDQEC8Mi+r3xs9sKFUKgbxiMMXTKI4Z8BjzIDMuFD5+HmkIe/13Blk1Q40fzrtx
OsDkD1ZHVXS6Rf3e6W+s7f9uWFsGILGsZD0ElHDOTDCLgnFDD78NXX1iaeMt9eDDOMHj0M2sKi0Q
zpdivbTAvcLlZGUMw61hXNI5+Xn0bBmxlDvQos4tBHrYMijNU3XdncWWIUuZmhGXAu0Qa+0Td250
cd1sa9LhTwTE0vMR4VOP6OP85/fZ+HkQnG/5q3+iZ6MCpZi6GYpCEd3PF9bP6Xb2vzPsfHMH/mnU
4K3biSGdY3txYa2Hae2BkFEsYP8uRH37zCdIK9+Eo2I3dqBm6HBurSGDpJpTUOK2n/GHcn65amxk
aH4GWKkx5RjwctPtr6xRyID8giSWUZwwoBB6eOzwQ6+7KsseqgqHNreBPHycQ+230u9akCt+H4ef
w4Ejg+Y7MbJJBQM57tlGTAZKSIDl55coCmdWoIycB75Pm4hAv2s4H6b3Klho13X79IH/rELNXmb4
iCI65vZbpyy3Tik8iF5VF0blXL+l7VglHR9reJnG3XLD5wNMxn7v9inI/rB5ZPi8MjdToSSopSZO
AhsL1DpZA4vSPKjgeKWoasC0LGSX+N9n0K2ODKmnolmsgaMqrKdwJ3CDvnmbkGkz1Wk1lnxlVJDV
NiyIo3dIyqIqI45FEvz+Tc+NoLSJdZhRjzxD7CnuULK5EBm+mZ0/jJ+Mumc5QGYuLDzj2qFxKsIe
FrjCMW9qZNSTMgu6ma1rwwxb3J3mqglVVUGmetMaQJ3U9Wp2HHBOXtGCP8Key3mq1Jul2Rb05Or2
lDtiQ8FKSYAghIPWn3F4L/g9jJDV5eQZG02wQGDuX8W+JC35TfT46eucyhH/rGJYAEJB22RLrBPk
erYGEONNW4Xws/FUUcdA4RjFZi5uwF6ooNLOyW2m3f0+P2eCrMwHyFMTlOccr80q3QtIsSfLhmvP
sICA1cZ1m0hmBcxwG+mxDgAJeVruiuvSSzIngLGcl6XuTHFZYC7tcJgv7XkN//y4PW1Zp9QYgbkp
mxq3W3PwoE+uNVBJ31EV3ncfI9CFlb6mw03Run5tvw8pRdF9CwwJNEGZLwrbG4Z1SndOO0Gr7Hm0
nx1rO5IXrFgPRkkrhzQBhwV0D7k1+GESvrP1jY7/RRzrBIh60xc6Wy2NWCkA+DXWGvquMJBcQe1r
6+KntO4mI9m2bhsT9gEDWC9rC9/SiZdM0FoxPhuTbzT7QWHOoemBojQOSLGHjumsJrVdaRlUIJoM
Ljfz3TJpQQF7s+QImWukHq0gqZNAVRKfwcbMxtPKasH/djyh17DY6QI6ws6EUx9U+YDldxUSE9XS
QoO+9gc63qXwMTKVp7r9bG2CgjZ+565G1/ZLpwy15L6m26TU4mTMokk/LssOwGa/7gLItXq2sm+a
7WAQP4Wrcz98zcpOg/ViQ9ZGTiNmwKAiGWEy14Rd8qmO7yOMoQwbmE+Sf7UYImsQPhVjqKgHt1qr
Yx5CbH1dwLAbqveT16rQ9pzVzbTw1QyTsET5HKvpOCPqdvVXp26Lnq915+3khQLtXqRwIxO1tFx7
rtrYHT8zdcOzJ63J4ccIm6kUTlDKYXKGFZxfnnhyVwDDz1h1Z1Yg/2IDuyhl0zGCHkIwFlZgiq+x
aYMaOvhmDhME8+jmAp4XB1gIeQrCEuxiI0LdqKQqrMMYRPErT0mY37s9+v1R5HujJSsNznEt2A9k
agMnWwIDoujVHhkjj0/OCiZzvshKWIVOnqbFjBXeUHzaXXYwFshngc056ocFCogO7CKBxfR0972c
VsAfByOzVksKjyBRwRzkFmgQrgadGxphbtyb2pG7D3R6GPLdUB6HOZrw2/703zDQgJwk3JqgLPnY
Fgf8WuPX4QHWr+HSRaicMjeE6WWQI29ewUnFtldcY56Gd/YwHAbgUFLU76xDxeJOe+nnDqgaBOL6
y9FeefGh8zfHWQ3J65y8EvEFv0XPJqsC0neZXfllqezLPMzLfbK8Jdo6N4ETrnw6HKfypi0PGqxC
cI1RMKDEhb8PARozSMZ9Ve1ZFo7qnZupngUmS6ccEmAp8rQN1fkGeZyIKt26c2jAq5chh9eWA6YU
bhfsrco3tYCJJcxyi2KCTVcdQXvdg4Wflyru2qmndWXcABDs98rBHPZwoPXh2jlWoFRX7475UM9N
YPMymJl4mCBdpiEnAZW8Pe5JYU9uKooO8y1bFL8qnpdmY8KZE1Yy8OQOLNp5mbllsJoxsEiVwoVz
IVDTcPZyT4XZLtIQiGxw/XJIdxsFINkY8jGHoQR3kRoBwGSB8abGg85Z6QkceLGn0lLs3exoGje2
eqwc4LIDANJREyMihXbCu81uiTbtqKHdTSVQKLoBL5+nHHlVOEooNWq7eKc79X3RZ2uXKQHkI0II
pNaw/KiBwi3FXdX+ZVNxtBxzC+NR2AbmK12/S+DBUhbMaxSIhKBAMnEdSPPR0+BMXFWwUBgfXDj2
ttwI7e7VYgWYrcCft3AGptNjiWSKaFiQk3vo8nqmAUsp91FwYKCw9xxqBG46wb7zUGAE3Oo9MwG8
6WC03EKOHcKSCpQ+BMjMurmzgPRv2KMB912dZ+up3JjgndtDAL4BgFYF7BOeXOs+0Z5Exg7ayWwE
fEcXsA5NbyNA68OWv9EBeZeav8DF4w/MquBcquwnjkOghkcCtDNhwF55CRPrXC19qvcbhhfTUICD
oLavDSDw5dSdDP18UZpB65y0m2AWxB/mrvZckUTTLODymQV2bcLqHM7UfdyWUUqjXkGK2FrV0/0C
c44hD2sRl/xlNG5E92TBOZPcKvUzUqhKu4UDzQp/Y3IrT1fe6vR2xArqEtjMAaTvdPDEAaS+0G8I
Vowm7mmDmrxGI2tYpSx0mpt8RKLqCQbOBjYLDLpQqt8mmhujOObXbh5YxdvUtFsEaxecM0VPkaFT
gb8mYaveDURb5Tj5Bvji2XcLB9iyDMoRzLPuGd5dnnALfNJmpPumbkKjM5BWS0Nbmx4y/a1mWwKz
WijKB5WCbBzoZUBpQYFWGd94+9fUNjrHpa/dNOZtSz8IfPhcoJymcZ136778Q/ptji7BpQpgqY0F
f+4aDAZT85L8YZxXyiCCOXkCgog0JHANzWvbSLWBvYKxJUh27nhr8oDye7d7YU5UTTfKsBVatun7
OyR7cISW8/ixGMQbWB5qirIqF6yiV6t+53hLpYQhSWdvB4TYvIWgQr7RcrCq93VNoKrQ4PLF1hS+
v1UTlfOhEbnX1YheacDJkRTNqoYabMeXKLFzj1AaZuYRZMBNSQ8LMtglX4/KpwUNQ4B21Aa7nyDx
yXykCfEyMqHQR0Hwq+vZbyvXO8WbpYFZOu8fBA55flsV0UxvDD2Yil0KmqWdrVR9hcMY2DG/yFoY
dQcqeVfV9aTFpvG4iBtiPJHyqJcC5bHbTgGACwRmYXiJdjM4TkRQg4IORo7jcEyfexjU1muUkiDq
cJcNjwrOPuZASb1voX+8MCRv8Rmgfrg1vaEUWOpciVn/TgcFG9PwxoFtNJEEOYBljRoOLi5kw9pu
xN4pYSjbV77h4F6wdDcaS2DckhzKCnUI3FqqogggL+zTfoPwfLDbGObcYdOe7N2on7p8pYymr9kj
rlqQVa2HUAM1XrT3rkKjYtjnI1+5tQKFPOG5WQQe2TFF8irlSM+i7JulX+q8L7S4aj4hFamQY5lu
e3GfVMIzu9d+SULKjxncbcZp32ZPSwZJ3IUFjh72SFsb2SuvnnMtKmA3A+8heOx5DpxFG4rjXeSR
Da2WZoRPdv7F8jWISn5WZ1hEJ5toCKMgAkzPrvtQ2uulP8BTMugy2LmLuHGrA2nHQ0GB04Iw0KRk
uw6aYj3w9kqG88WabLyMPsFcXk0Nv2th3tLCGChbylU6tB/91K0nEdr40onL/CbpdjBUgjLuLS6H
CAVOBLSNVb5r8HzMsiyYe1hCNzwi2gPQP15NC39xdoP5RyMbuElhXPUjTzRvwB7ifRH3GAILL4xM
WVn5AD3pVa22UV18LDjfKtxeFtzpdQc5CCxiHTfsTk+jsYDD7vxHwQFnQQ1YsMNM3xtcplUoVNjp
esEo1ydLYnO5EaYawqjztAHcVKwpd/c9iE66+dc+2SHaTkgVsMKSetPPqqcz1++wbvK2WZfkbarb
wCp7XAR8soeBnJeYWsj6LCKZFQ58zVgXTCXIhMpJC2NbiH1hifvc+rKMY2LdFdURF9Ce8xXM12E/
GsP9zDdJ5zf5GiIxviVge7AIxHewUap9ScwA/uJeZZl7oykC3uFu2Gjrqp3hU1KtmhIHW1eueAc6
mEmwNRpfQ3juDYya0ECrMlaD+Xd0ofU3o/Aw2O2zbh/06bGdX3BnWMNA8A1mEPh4WDcTWGpPCYLb
CPzWx9yuVGqG8EQKFuswDTa8uHCdF1iMuJa33XDMqtLn2m098sAxW2yM3ldwoRLWBJD2iAfBtCL2
c1rp0SLq3VCb3pxOkHfqbhnUKlNGjoaJI2cUHsyWYk2HwZNjhzSPYVGWIBfhlq7PB8fvKoiEWQYy
wo3nLrjdMMfnme3b6qZjuC0WaKDCoDAemEW02BNUpdvjLG66to7agu8zG2bZTroGjNxXoH7hoFFY
SGNOIRRtLSjyOWu9LeBPPG90DPOiLDu3Bn7MMF9LBFQGeZ3/4+y8liNFunZ9Q5sIvDktoCgvlUqu
dUKo1S28Nwlc/X5qjuarf9QdoaOJme5BCMjMtd71GoWiaFE/e4R+ZmitnKrYdmJrTLnboCCaHCp8
jGhUI/e1YnrIFhGULE67GjFhGVYjlfyUxfe2Mh2XHvMNzZDdvvxlWtWdmuzb6r3TQt+0VQ4v4RGC
u7E6WPrxqSMVsLD3dSatMKEmM86nt0XnVpHWSIDw5xgmXtg/D6azkZtyjX35XnN2/B658hIbcUBi
tTP5mjb5IbZDoxbMhf2b4Hp3cEo/syYvjjyyvTvzMIh+Xc3r3rqzNG4cVV9J9mQzDKemtnxTPKjq
HPRgQJVsE0dorqdEPbd1cWh6CJFk90k2jWPtqWbMcOypp0WMzOeIANcGcjyVYxqFvh1VfrJYyFXF
drSbTwtv8JW4xrNaQ3es6wvuLStTJSg9+Un46/3MToMKsmyCZElc6AtFgS/ydCiJp8U6p1kp7NoJ
2WBbcmvX5DmeHHtvoBPDYGclzBLNVgU72d6E9UPXHkVksju+Js5PjPnI38HIM0tijjQ6oKSHws8u
jiewNignYYPzLG1E1vy0VuTKy1rtKPAYsBSNKD41qJenErVkxMFriAs2in5tY1UeVo/CmB5l/LtJ
D3cZ+iBsDDolyHV+4CKtsmk+OBJBvsJakxUBUcAluo8g5WFlpo/kjnqW6rjzTD9BIykIMRQswSks
/WF5tjpKgkIn+t3ckObGge5IQQkJsmCrzHq899vp3tE4XQll8hojfF7azC2M+ESksqfKWznL7p3m
0270lY6As9Mmb0GevMA1nwjTJAeNoNXupM+Pi3ZXinC/9Kqv1qxHY++E54WmPI77ICT0Dvc0Us11
l5yZoIwt4ifGQ13pnzqu9Lj0N9V9r62t8hQpOzyhV47yQ02ex5gwynjl9Af2LdjsbXJsUmCNZoAJ
vTax1jfl+VGKUzcMVTer8nvGXNQPNcnJdWDOzlkjjz6cnW2fRUe9EGsjUn9lVKjmGB+E9TyPDdMq
KganAIJZCKDV1k6RuCXS2DJj8zClQHPinQwVqxsJiMYPjrqMiAbqOk3DgaeIVjW9BENe4vWkfWie
NDqNzmKYLB4HayGfhrbfWrQg0o6jiQD36mVfkVxstr7qkHRMQGzGbqfqyl0ixUfByFjIno4UjNxV
gv/QKKmeRI57MZtvk/3p5PG+IdhPSX72ZfLEVOYOVATzBmVXxpxw+WCdbL197PowgG5Ht3BvV9Vd
HZ+JGLw2pm5BMZz0mpuKY14yYLbUoylm19ZJlGPrmet9ZLanmpC7eXnHFtG1yOVTS8lf7LcUTFGw
isCN4OPmMSPycVnlTIjLtypHtn5FcuKHvn1PgWtMXacyy70m+iT9AlwrcjvWWodR/Uz2IcRIlamv
6XyEVnyxR77gOTAGe2OSn+402iHONK82CbS5SmlaPy6MoHD8ljuzxGdlmaQrWhvysEAcXYVXj5V4
ENkbYtlXZj66jpSsTaA3fdRp8FkTxAL0Nhrt6brxbLWo2+BWZPQvodmyyX4ubJw9ks80jE6FNG4i
itZco59QMhjIqasm+edUdy7UdMIHzldYROEcE3p/SdWN3ZwYuqGCwdqs/J00704X7hO5D5SGc0eZ
75u48K38U1oCoyBELNzmthZMsePGSxvIfLWpRv05GRuD6oHeWNEWP55J5xOytm0sm76WAN0i2hT5
eF+S5KwMpwo0yjC0FTny7JnyaeHWeuStHVEMifVaLDvZehmh6ETS72q+B9aY7Quhzb5IfrWqfXBA
hTLrNHekeFJTlYRdasubarwX4U6AtLcb0ZdBp687tMhSdsyo5MbuNS23FSCGPviGfAyTnsDshvr8
Z4mRchqbq5rF1Cb6elk+JwqWhe5ywoxb6w6ZIvwGgDjFVMlA7gS+Bm2bhGohvbQYWw5ZeUrZp5uc
8ISCzNkGRYuzrJQUOlp9LsdrXLa2quhLl8kr6LThfh+i0SbqUdsUlHCFGa2c6a3oh70c3tVJghL/
ropsT2oGr3fe9Y68+zg5powuZO43kk2e/rjt9exOMhoq48+CzLg+HP2xofqrOi8bR2+MEnJ9QuDK
p3AJN2TO28y4TFJ9EivfF+1zXYaus1BbVcZ+sJHUyCC5/bWPNI5NPO+czkUX4LYW3HSzIIoYaklH
VDM8dSfTD/XEJu60KzPu/KqagJoUxA/CLagKpkYHsYOISuBKM/IBNgq6F5TKVE5tReBY+WxFV2v6
9C6aLV822DVMxzOa0CPYmL86eDFx57EqiL7mQymyQzSfJjV/SJvpviXd2zbYxIis15UkGKsQHABt
fyk2GVtVa71ZJsHO8F90PhdVpgyREq7GvmG+9OiyFEk5N7rzbODqAjrxhErXxev92CzOU1aKrd4p
x14fj3M4BQRYBjLItiptixzbfQDI619PdYIqyUi8Rqbno7TlOFTnNqbHpByLxmM//5we7F7b933/
QyXOlR2J8jEU60gNgXQrAz2wdIkHILYWPpoCOGLE6r3c2lS/7cIBjyeDNSYbMbcfslMHhbp4jYxk
r9B3hSL5fWVIgSjellDfG9ANZoPoksxXkyxCAYX4XyYetfoxdZCim/lEuKtXjocKk47ph2ZNqyx8
NKLXqHV2Q53t8bb7ES/s3I4I2mV2jZQFYr7YI3E3ymczvjTkc+ix5S8SITp96MdZ7RequOvafFqR
qf5AUwI7wBtLGnXnNe7tnYjL90lA3TWrI3mvWyVrcZSQpWyVWj0jKeZQNEKCjShL4cELvq/ZF7rk
Ws1BUsRBa3nG8yWaD7Z0N6W8sk0XFzHhl0+p5VcmZT5Rw45s41WhVqanGy1hLovsNu3ZwMNtkNKI
Ispwl/D00CTLZ60HdVsTpSKBvnX0GU7brwV9f+w8ye2DlVZnqWl8J1N3ZTeDXzfrDlufiHDvfLo4
lKtd4+zaWqU34wuzRwfDIGJ+kzfRXQqAi9BRd3JvgWySEdm3BjXTUnmSfkqzbQRp+4rWraO22qjq
WV9OMVx8WwivIqTB1/Imh079YETIWMby3b4qG7NhHTsqQ7Bhff13wmLWGrOqhn/2DAmu/37ViobV
4i8Ug0KxiZNNV31SXvse3JK4cDEolIg5npL6lY+9lbFr0ZpDT8HQLfHZUoeVZMRgqcbnFFa4C2FF
0xW2a/ZoWsx75Ixexlgn24sCEKallJ609tJVVjCJdiWYOoeTvI4G8CfnLko0T4b0MsgNob3DhSiX
99pBf9CW7lC8kdNsTp9G+2iFH8vAMSlZaxIig0YHDsbrY6x/WfVjY+0KZ+TM7fxWHKe4XHdD4mvD
nWlLa4u/Xi+/6Y790ah3pG0HnaN7mL2ioXBWFAB70psn+di0aRDNb+W8jY19oRarojw45nMjd34t
lFW0yJ4EapDKvi2j1VRUNzEtpPnvHd9+DcSrMGNTHerwCsB4RkuhwPpS4oAM2NdkVJ9rYeQsRxEA
fT0U9k6qN5kV+aLfzsbyLlN2tlOP0RQCyGgbik3YNJuBtPCplNdxAko1DOtQMdYyC2HmYQ/xrykr
35OuYIXlnmQKjtpf9jy51WQ/Jxo2k46VXexUcZUMMr0E/2xJ1SOGMOsoU6itd6PYc2xs+cCDvpW3
rcI+kI2fJrtU1dWbRXmMiC4xuf+Gpz8nAxBjaHmzrb/3/QhTLjk7kbnSRs5oo8RNiyDo7bKUm3K0
C8+SdW9azgQFkZkN3DdNs19qyQHXljOZMQfRZQcyfDdxom5DSd7IpU1Xpx/ipDwrELn6vgtCeoKx
0NdNNm70keQRxhZKfoy0p2x+qdIPJ/1IxXvEEaDgbZIdeu29EkDt/V1knIR5HunZSGFVI5BIABNJ
yv1s+Ui7F2d+yYbPCblVOZ/0cQOGD01QttcgqFps+GaGTOF4HV+3SoQE856BotKWXOE+Us82qIwj
b6V+N4lz1h6j+qTnRyU+JspRnj8m9ernfeEz9Maa1HdJOmMKWrI1LXLq5iHC5EzMrzHCzs46jcZd
fj0BH5s4e5hNGtKm8PNmdHkYv6rqoyXtXoPe2HHiTv4UOv6UuOxENg4u8cWk3jUA4csYj8/Ia7Ta
XaCmYBC4s3QaMLSy2k7LT9f2cnbuM+muHUCPyqMUag+L1h4MjrRIZxS4wZac0VvQGciGqf6Xe0Ns
w+ITk1LoFodB/lCkaKNpLChxTFO/k56n5KmdXFXZARWUuEZl4upT0+1VI6g14uureUf7n9vX970f
LO0kJaeuvzN0rEuY9jJMi0Av9yLblYOt/UgXNUBdtM+rN3VyDtrwoHcTXsyljBuN8z5Uw51B0iCp
0e+G/NzHyppOax05CYmHxF31ZJH+ZM8/L5Gz0SXteLXHyYezHb8UA8T24UlKngvmRf3Frr20tnd6
vLMpzTe69UsSF+NHmW6ltvOJtg86+aQUd0j5GWu4XWCP0E0jPwox7Om0x7lQ3Jz9WIQN3+1Jy8dz
kp2sLvYxSA9yNfxhxueYHUE2MPihRmRgQONnJ6vSCtot7Uxh6u5gXwYp30oa/Y/MD6pJZnqEKekT
YX/ivK+jX0VUfDhN5S+jc5C1aG+qy0ElDLntOs1tLLi9GLDm1OFOYvvkvxdJszYZPpKEkoACXDJa
Ur1M16InQqe3B7+N4S3FmqeOT+QC4hPcMXPey/2H2oo1vKmVCvSRA2QYhez1inSZ6l/Ir5oOLKPm
T8r0aRDVxR4uiiz5f+ZX/Df/xbr1CNPjqGsHAVEw7zypZH7/rQAmy7lhJqVTUXH+cV27WzfOsba+
xYwnsfh/qShyksiVMXPdlEHmsJG/S5i84ciWRJiptQ0DbG4xk+YV/YVJ9YXAz7o1BIuKRpv6QuJQ
0sxtmryN0ugrpsIZy0RW1YMpa9woV9eF89sOp0sedyQyM39zWi9C8l7+NLPsL/fyxbu+9fRC5W/k
6fV3bAxGU172vVd9a8szZsK0s4pXIhenmVEWA/BvfZv2lRP08f6QlBGZvcr/sxfTGZOiQDGkeEPq
J38j/Pw3NdS6td9JtNbOQhV9M4dNaRSBZp9o21dhvvyF/POFQbVlX1mM/7rzRI56aUwkgYspcF3j
DksfRDU1NsPxUdlaqbyaJDIINW1Lx7hPDMPX1ZdwzilD70qH2crIPgwyooTVSW7Hu774i1Ljy1u7
fhz/urV8zBY5jmAcF6DexMWiVd/gPRDV9SEbfjGD3jbDpuyfYPvo5rHGQt3ExUJqLGwcslVOD0En
RCrgISweVeN78l3r1u6H11EBJjjY1BYemDNJqd/7hG62i8Yuhq6TYbr2jGZn9ffwPV/2a970/zxG
UbWV1S5cWA+kfkWGz/fu94aOaIlM0SXHxLJRdWWNNtT71nVvPX6sVs8akbTc7qx6EexDAxjke5e+
IQeSiKeWy4ASsez3cr5Opu/t9NbN6o+JEyijcZ73ysfyUv36881q/80ntP6Pm0+iSpYxW2zHOuws
aB6jcXWjBT6ZloTBdX6XFBolYHh2pOvMGmOQlvmiyA+1/oMRhCQd9HSXUE3UKbFYqr5lErHOSMpt
ll/liK2smE7X6XwiO8GovMrh+9g8OKocmNJjHI0QonbKYmI/zGIqlIc//1rXZ/1/CZqWdbPfWGoa
KyqI/z4XlxmvEtGOZDF04odWN+9Jza8Yh9P3PtFbn585Mwozb/iUrPRuadeW/fzn3+GL0+nWkkcr
9aFU9ITdPjpU6bVX+PN1v9jtrZstwNSHGq9Nns0oVWzEpDBKIcCSTQL43wxi//km/+v53+wGYypr
cmOwBlI1dpfyXFYHWX+sxrc+d0AZQwbI21E7dNXByt/K7o5jvSpfGkmC6JatQDGBrnO3aj6K8c2R
LqH1kqg/iFc3ZwBbEjVIQu+uU0sJm50IaKfK11XzW2NOShK2qdYc509J9mwkHlzmlc3IJnUCBfMl
q4nd3jqqQ2CJexkcUf6ZpGdD+XCWH6DP7hjfKdP9Yl6z2O6L1jlJ7X5KT0kF7aBqGDK+1eA7ZtPe
R6UGLxIGT/SAnaHdLmTsVpdJl726eB7DXQM/29lFw19U319wwi3rZic0EYX16YAn0dWbg2YQ4hOj
Grw15wmg34T86LhGpJC4UXk1nbAO+O5E8bfs50iW/d/tvZucShIIvfZTc4zCjfgblfqLj/zWc1Gt
Ij2W4A/sh0/7sf7Lmf7VpnZruDgnUmWPDXT9cnwxiBeFCgo85uK6pUcofzvguKFdT5HiKbO5kuWF
hGkmEpHl1d02zrZ0+6IPjHwGNORhM9WwDPUYVcurnHR3jl7CNjDPdhl7OAsGCuDylJjbaNkUkebG
RXKYwZMz7VCQzZJof1N2f/Wsrgv6X5VKr+eiXDKFmmCHA4H4nguNdWujNXZMs9uYyyYnpnHJ3xxT
/lugYt16aF3DBrKi4IsJDcZyvxBObMz2m2ehqf3vo0g6MbQN3nP7ZMGDwS/SvxSqX930zd6oSAWK
65rrxlHhOiNIB2QS8b3sROvWrUkmrqOQB0zLlQ+mo9/rNm69lTpJLbt8QitivYaP5s8/nxFffGq3
vkqZGXXSCE3n6k3SpV73zY7r1knJFF0ViusTWF6X09+cPr440IybwqgY8GnXw4JazmmC1oGPDgfJ
kqFJ2L33vedxs/T0lA1F5Nq0r94Gr/z9vYveFCkpbsxyYvOxta+N5YPifO+y13f6r22iaBOa7oo6
ERYjYy7nx58v+9VTvllyqhG1klBVWjht2FgQgIuodq1OC7T8bwa8X/2Im9WXqXhr2jBx8ZVnKPF7
NM8pQfVO9hfnoi9K3VvnokFOY01SevbPWRymaFw5udjbwJmzeo+Y53tl+j+eXP96/GmuC3PKcM5V
C2jmG6eP1n9+AV+syVsjIrXRx2HuFDT1z9Gj9L0P+9aEyNQrBrYyIwJDCbeA+mja/3y3X+yk+s2i
NMMI681rt5JkmwySE/VVFZf+ny/+1aO4WY6qQ6RwgdrxitaKcTtr33waNyuynlMDZJxH3HXr+coX
X/35fr/48m6tiLAwaFT8w2Yi4SAF9xjXZ3Dmzs2c+qG+/OWHfLF69NsFamZ21Kf8EGDRK6+D+YIO
60vrvnfQ3BoEaQZ5IVGHp4PZdMnK1BWvgm745wf01Qu96Rciw1ayweaFGiFucDg//KVq/uq6N0Wz
jZ94Mc/cs2p44kNKgz/f7j/d8X/0N7eeQHovDCdzxLSX0YTNeAKmcNKm6JDizipNv5ZohPGIrqhD
qzE3njTJSLi2JpxLWV2ZjLPyCjbXnanaEICReTRxkNYaQ88iEMuTXs7XSf8+tlUXsuTVHVSr4yen
0H17NoNqAZXVAsUcPQAzV8dCIyx/XtURUiZDVXhbaLJIcziYGPZNS77X5R6q5qWD2p2YzM9xky2s
d0b0vkKXFQH1mYxc4rwMlnzaqn3r9/j72aUnLeYhj+atk/LHw2+DYWr/tCjROkaZNBb3HX7+of5g
qzATChU96hMGdrAL/lKFGNb1/f/Xc77BUpAKKwq1qcC5u0dr+xxOTwZ8IwkCZWVfqpnnE76JVApU
R9vOTr/us3Y3dyYzjJ3Vz8zlxaawjmWIczn8VB3n8slhVF6vRvvXFZXIql1rISZSq+BqQTJpfgYN
IJJ3UAWDSEeww5/Oy12T/UrVd6QPKBweSwaHpb5ZmD1Pw3rS4bEsEfaGnmgKL4HnnYiPCt0XFkau
3nWrHLKwNU3ogDa6kq4zphsLpKScQb3xi9RoU+y14ceYO0Fhi8CIAUlgaM8/K/VnSlLJJLYpvAzl
rs/XkgPvhplto7htvZ3UT2B6V5jDU9aVd7XU7+eModLIpBKRcqdVbgulLIRjkml4wIrnuYMpPd7P
UOajgieRnixmcgjU4EjhgpZguy8ND13cwAHTN3msu9MsPVQ9nM93RZlXA81mHVfrbMmeJ/K/8+S5
Wia/aveaua5kZvX4OQ5K61n8oSieF6KQhSHOEgryRud/VpMRhqwkexqE8WFWVyyD2jzhg7Wa6o1Z
96u2OxOg4ZbJ4Gv6R94cjNnwUrN0NaG8lF2DTBFOOnc1JtpPExt3oqY2iYPruhiHtbyQbI0mpYi7
h6mpr+wvzege5rH3bJQUgyp58DaCKbmHN20VpZ9jUG5JiiuScTvCwo+s3CVWcqmJnYiXrYTASj8R
sOfl0NEdIyMow3YVbsHgRzcwWcYIKtZ1wOireujpYbtVwm49ChOnU2enIPV0wglNVeHHVr8ZmLX1
SeznkBWydgoa87Mfw3WSOJsSb0011j7KCOo0Aq2IAa1dyL6ZqF6ZX+ZWu1rEuKaEtW+bn3L1V2Ld
z0gZAEld4BCoqQ75eYVrW8O2jw13vuoOlxAy0Wvu1Gd7wZOJCYqxktAjSNLRSftjzeC3mfxCf52J
312Sg4X93bChEboHL7uzF3FQnAcl/j1FqDUVKAk1zHajcif9URZi52QBiBJz0TAw4Fvwo1dTtGZK
hweH68BBhxbkdEQ4HIUiQxcrIWE2vsiXx8FGENRAG5X1Vckb08uXdnqR+RKhRk0MCcIxdIuwgipV
rLpIctsZDxJiXxbHWmniBd/jLondbEJiUsBMXYq10HYyNAezj6GzMbWsYfvmiADeq0xDVrhtUm0V
Wxo5idj8FSgb20MyT2tcoLAe9NPskhU2xIHfo2avSKhRup1UIk4HJ5pGXvhouhp+QZr8YKC6RriD
fbiKfVZnvHVVsY6ZZtjpYzE/dDIE88hxeRlwrPYqimGnhG/v8B0DRvbZi1S0OBNpaDHUTS7sc2Q4
l9HaQ98qoD3XyU7gaF5Pa7M1jwMbtNW9SjmawAytaNJ5co1Zc0ppheMWYxPYs3mc+Xn/OhmszwGa
Dokjo/Ybx0ZXlRFgzbpXG+8N7NZ+eu6nMpATi9nrObOxzbQ3kIOUPnOHmOzIq/hxzHbVcqdwhCnJ
SzfAik/fHVPf1LUJ3bDdOJYMOjeuKqScuTGuJJlFh+DnzizOVcZnPBkrG16/7Gxm5xhaxLV1Fo7R
lTv2T7YCexOOvVdl8W85zXdRfCmYr7OWrgeiMCBAWS+6KNkiS3/po5eQaVcPLbhwiqMZvdkRVHg+
uB7+nCAfZjVDGqpZorL9nML0KInQqbLl3mzkpwJO/FwgL55K9uXUeSskdsR4ytogn0zP7Ce3NcCe
jbb60Y7mdpQPkFJj3GLweEA6jAOpWa61ZN+PP5X2mORHVf5hi2mdVpzKE0PJ7mqZK/aqzrH/a+6b
bVdrQZY+wDX057A80gG4Ou+NNJg2uxg1nszIAHsHfm3P8CgsNorlHFv1OLY/GybykXB7zOvNHh/D
qPZne2u006qxnnr7DWzJS5PRa8xno/jUzMuY/iA3zNORkkQUHUP500LHsJC8o3bWuU3v6464lOiS
ts9FsmZFBSLkakaeHKNsvhdkgiXSLhMWXDp2YDi4eKu6TFwQ4hnNKks7NMH2ritlVxSQB4ou9Yf0
Iaz6/Vii04CLY0LzbuBumlQmNFOm4/wI5wc5K+HhQmCJ4sdouXAbngzpSLbHn9oYHlr5LOlPIgl6
MGGkVFMitrm0s0IwYeeYMUKqIbFf7VKK2foYKk6c8XeFNi+Z83UxTIfeQurmsH6b19BRtlPMlLWD
2SnxseayjF4mXBkM6a6RtlIyUQoLCrUHY/ibg94XnhbWrcdbTHhiiCBG7J351HeKl7A3dy3K8OZT
F2lQUlr1EF2StiQECjk7+gHSf/3IlFwRo31LPhe1eMhCDrfw0haFVxgRdZ7qVSzPtAJ3tLf9MEK6
QvCe9G4bS5t2qGCFO2g1L04OM7Ss1mYPqQpi8J8rW934omT+B1P9V/9a9fGQ1fEI0jvCV8xRvWNe
05xjddh0UuMlbMYojTdCC5p6OdjKj9b+BQd2peamZ1XjKl7QXiLEqmF5TKmBIvuOhJHVgixCLAhI
Jb/Rhz20wmQ6p3Xu11jOm9n9UCJaTdV9d+US1hSojPp6HVW8Vbt5+Zgp5x7jg6UXnl1pvhzOHr3q
rwIRqpMt6yTClYqhwXwmMH1dIeRMtgKdWNLfG7CYtJkMIvlpxJrRQkyShsc8/oBKa9TjTpgPKedU
Kko/ope0B+uYZjDSQPNDKisEbMwZqoyYRIF0utvhFKSsiiZBUr5ukdwLptMtpCC2g6V9W5o9nj9U
QsiVrepFlrC+Bkq82tAO0sFoooeejWtGCTB1a6c5Osapbb0+OavVspHT7cx771BzhRGsYqnaaGrk
Qk6jLtiFdRDmW1V0rmnG3sJ2ZljwORFb2DrkbKX2dfuuZFOWm2Gl9hW7OJRPhETauz48iOIhRn8G
CltdoerkXEOUwzHDaZ11klGA2oFkolPT5EOSnxbpjSMDRqbwNCqnenyYU+ak0VoOjwuHZ9tc7MX2
IjWQppV4sLpjMy2r8DprkffRclbLR0u5N7LWJ+x4pTMkT4bjYL126DLz7cS2ZlIuGwpf8pUXj59A
xntfkjcbs4kM2X93CcWzLJ/j6OfY7pP0JURbnfAtFHx/mnGqo59Oi5aKC6ePVZtcE6+pNdhwbaT7
jLTIVwgj+z5GhTNZ8JYJQvMHhIhtIT9O+blirm6RPADR1rcLdeuoyto2wwdCuf3M2ROEYWftuq6h
36vqoa/ibUn3E0IRr3IT5hSvx5kZFzTPVfdWhJcueVIKZ4dICENA7TGchldJrvc5S7qyPhZzOo9k
f5K8QMybVxJ81oE/DdWj3rNDyAgZ4moXwv7UEh4AaulEii4QvNwOmegocwjM56oIiSqbVmN4mknv
rGG6Ne+h8jCq1apFiOFY+BfoTwYGtUWCWlbODnr9NObBML2m2exVww67smtQKGUrLCydjVHRjiVL
UavPpA6vWGRo4NExE93AYn9X0oeB8kLm7TtP6LvIHenFexvuNabC6j1wCeW+r0Ik7pejoR+ScQps
2/FwAOnl/cz5UehvKUqHyXnW7d8KkX5mUvnRWD1YevRUItZOsBnBA6XHBt4bQqjxMSdQRv8Z4e0d
8B+VHFOHOQ4K5SPsZ9+eKANghbutvtHjYBYNSva9whAzN+l9u5csrRBEZ/DmBkTt2DCM3ZMtdXu5
IjSmiXt6ZjPcLJTX1dC9xhhkm86ABisOdAcjA6ZEJhrEsYfnWfR+hOqg05tHc3C2eOqfBKp+a4bV
mnuFiX2agvBOcVxBxE56bcUFpRDq/8G8NxD/x+HpqqLBPCW01/3kMJtjG49QK2MsUCzxGkFTQw8g
rsUcsXqONK1j6L5lNHk2ogmr2yXyQa2eJwA0LZ8RiixuFlKRo+VQTPuhXsgJub5PZw7KcdON2+sh
pObNZ6LnmzTUXCTnrt0iiNAvMxBCAdokIcla8shD8IFlxTYZoEGbm2nadal9Z+kFwtrkqGmY5OaQ
Cpvej6MgxXTF7oqHUNGDHiVM1A6nUNd2+KYFcwx1ShD21k6bRbe31iDvu5zvkR3JxohZGD8kZD9h
yQbVPUQQ/Nv2bWzDtVXAb34ks6eew8NcWpc8ExvFhnmIEc5fjrMv8IMboBDlEg8DzfR+RliILjpu
f//5wv/4zf0XMnEDFQplNIWuNtPeHvonNrNTiE3PZFKHahhDkBE1U//bBaRP+zd2DdQgpou4bL9I
yl022Vu5W55j+zN1opMTfv75pq4/+7/u6Xqk/+vobhengT9vYhuW66uMIuhKURZ15f358v+4v/3X
9W8QRj2zx7HJGenVsub1i/wkol2pElUkPhPpEg0Kg/mtImAa9zvBmTjM6Sm3Ts1f43f/MeT7rztQ
//c3xKC8MvkG+Q3BURYU9upcoAdpfJhku1A4qC5ImazuJnIUEpTOHWdVoXLKlIe+3kN1nXBVsFX5
e1i/dgNbxgjBkozB+D6WAkU8Lclf8EVO1y9e5Q1waZkl+g3Oqz3i+1VDxi5oHLrEDdSIC80z4pBy
TwFElEfulkz9y+SjyTGqVzx56S4VJ8oS616DSI2zwNeRSk/oFvKS9vc81j+0SF8b5rDWF30X16Mf
Sz90GOKVZt851auoR3eOEr8onpvFckWGGq7edt0hnJ/LvvFwN3JQxCr9XZumboGpSAvQ3Px/0s4s
y24jSdNbqZPPjSwHHIOjT2U+3CECEcEIziKpFxySojDPM1bQy6ht9Jq6F9EfmFmdvAjooqlOpXRE
BXn9+mRmbvbb//uvpLpXWFNs2rG0X9D5V1UfEtGRXoPbpuU70FCGdW8KGoKS+eiUn6AKSX262e7b
HkZucQIF0mUOwSNt8lr7IcRQjnQcjUW2ZBKOvtYcFpaBqiuJKj4nIcFiAlAXAo20pTM0VI+tPd5p
Joj+hanjrNIXrjjTxGrOtCtWT2Fx10z+0SJFaJCHGGXmxRBxJTwLipZmev3OLJMDhG70qBbT+7gt
TnUX3kGYCtPWJ0cStkd3SXVfkmJDaikKPs/j73kRPJQ0+lQh+Gm6GGFoMeStNbxwoasu0DWgRPZi
nqOnOorwxsTteNVBj7kr2SkY6QAfaGcMbv2bwNJhm3LYalpfx0+xaTzmxe+yqLxUTae0W7r778vw
XVTPn5KB4Memb9DWzzw5j2WEx6FNr8nf9cmjkTwCFIXcyY9v3OmLzPTzJOI3TvvNDb+aRngqB8jj
MofER8xbKznUhjiOuaeVb1qnPM2y/H1ocq/VZt5snxzzASA57a7ti0zKM3wmPOTNI6xKh97OXs00
kw/0G9X9eDMUPgmk9AUNb98VxoMw/aQAFoRpce7KjwkJ4m5pr4RI0Zlj0kjOQ6Y/hfNjS/RYT8F7
S/swxfWDm39zQrpqrew0yuo80VfQDe6TGcr7NpBfIkkGAuCGK75pvaT3GFmtxoK2tkRo/UNM3xbs
Yl1548KvkWfmq9gRO3WQPyjmGCufUiVxz5HxB6KOnqzh2zEIT5oCQhLSHTfvIRz+wJYbK/8CW2tu
QCI0PLTJ+wyZYat54dLWet2S/8Ebb03P7c45jxQiqYdCeHGAYN447b0ft+2WsXIRTqBHJpnd4WFs
Hrv+LR5g54P/oLq15sS1XVkMuUOmvIMeovdnmMEgkUPsOBd77u0Pig3fEcI/uE/LydMmmS02lk6O
MmnRELRJl93HUJZE8ftQ3E65ws5ER9dUx+s78UfbvLLz+awLZ1qmVYefpbNEhvT0QQFw/dP/YNHW
ZLkqCcNs7tjnwBIokT+MRksDKiR0w2/XB/h+6Dcc8po5N/ZbkLSWxAPa02Kp76I6ekpK84sekKRH
mjfCsrb6V6cfed6mT5n/UdU8SRYlPBruYFk6dSXEYcHkJSUvWlF8ce3srqXfkuLdTd3r5zhOH3Ki
6Z1v/Ee7vEKyCXsKhF+OlBrpMLRDygp28WJI3ybhp6H8GIwtLGvBpxlKLhPSDzeB08fRoDRrD9oA
qquktbOhGUkVgpLS51z7GkMCf/27/dG1XFW7Gj/WYZdT5BLBHeJEJvKD1z/ZWu7f1j4txuyHs13x
DtY7k5PQ5vGrzJpuqyw4u+1wZ9jTbUFbmqaXh6ZITxDXw/IDG0de/OLSIKST1A5yT8XDMbZ/1WOQ
lIW8p9p08EMwqfGxcL4EMZY7eVstRCWkNXWdMANNUEGH8AAXVNBApyWgdPMTr1HtWYafEv9zYpVn
+uO8ckp+KabRS4Abp9ErSTE/R2a1c3/1ffPYuLd5BPXDPH4xR/MNqtFkCeTOqvzR9VhZ8ilxw6CC
kv9BTwuSIOlxhDAYsTcquf/Er//71/G/B9+KV/9Y4ubv/8GvvxblVEdB2K5++ffH6GtdNMXv7X8s
f+z//rbLP/T3p889je/F+vdc/BE++Z8jnz63ny9+QV9Z1E6vu2/19IZ+9LT9/vF8x+V3/r/+8N++
ff+Ud1P57W9/+Vp0ebt8GiSa+V/++aO73/72F5P1+vcfP/6fP3v6nPHH/vf//M//9Z//Y/37v31u
2r/9RbPtv5q6ciEh0RfPNnz7/l914f7VNF1lmtIWMCNZDJAXdRvyJ3Tnr/xEOspBNtg2+K1/+bem
6L7/zLL/aum25QpdV6YgfJd/+a+vdbEz/9qpf8u77FUR5S2NM5enwRa6UgKKW9s2DZ6H8nvj0g9X
RTqpjDUdhl09tJq8hi3ITl+3tUr990aeFfr7MIiLLz8szT+/w49jfmd0/te9tIUhTN3RbdtypAVN
z7K0P97PaLQCaLdSGiUPL4PDmw8vnt6+TnaO+WLZro2xsgHu1JulbSXqPjl8/PVdcHjhH3bAPitw
8vNprCzYZJcZVAQM0Zxff3x89yo+vZqPn5AM3JmKfvkuej7QyopXZp1OiEmp+wf3oJ/ehScmk53y
Ha+8emc+G2YN5vKNUBdxwbaQdTmVxa0DS1xO4maBmDtGffRldnIV5bC3Ok8QkZH+gcnKb5bU/3yQ
5n2y1JxxcNePy85OrpFs5vRfyzzfvHzpHm+fyIL/fw5hXB7IahJW76fMPDv8Gh7ftYcnuEF3lvcy
6AEh5MB+aziUTlzdFoA0L8coA3+GFtxpbwvHhAY48UnGRVIeqkBzXl1fsctg/R9D2bqNLq2jY0XW
KnOl5htjSnrkVrPgggJvdJ/PY0w/SwCCzB3gVUmovl8fc2VITMPQpaB1yzJoeMOcLL74B0OSTGY8
J7aVeVWjNyB/FkRA39UnSLHy+8yAsvH6eHK9nsuAOjkEjAkwC3P9ZvC1uDJqw2DADK4po4Yi3sxr
mzdU4hBmDdUpSSrKpjEll7CtnAfLqkuv0Qd1TNygohWf9G5ZirqEcgqtHr/M1SmNIngmOgSugDH5
8RvNpkYOlMh9dPzAhv8sKrygLtVtOfbtOWp658509exBi5PqbFquPMmuqm4sAyWByREhxR6p828Z
pZ8eep7ra3AZOmGyTaiOHGVYwhKGEu7KxhVt5kBE64JAKENx46aU/4ti2OtreTaKBXhbSht5TiFN
ey3dNmkWTLzIit9Mdgb8xvL7G1Tj6525PNtOVxemA07CME2BlvUquzTXGvS/kKbctK0L643Ktfu0
gtWss2Gsub5sG0PpyjAVF0XhZtcQaiMhExAmvknW0qFcycjvJ3h9zmqmdPTzQ7nKlpbpwpekf49Q
f7gVRTapgsc7lEU6RIZONcwnPYp0Et8QNF0f6tk2uZIL4eimZLt0a/2gi+nDQ3sptG9cuh4g1SqH
U5tCy3p9lLVpkdJFj4W7x1EgPFn3tvpQKzTt4AKK9nXj97yEL+JYp2b0e+q7mLW5ceAmbXo3PV0f
d/GlP7hz0yTOMYWwYJN3hSnXyUdhhKKC68e/DYKgQDO8T+uPqZUMyU1OV/iHFk7yTxGxFoApvTH2
/MPauGHdCMVMWyhTGrpa6xCgA0Te0GxST09EFRznoNAtD94sqk9OnYg3Ro/ezk+utIkpXa4cEaAr
LddcXQiVjXXW5pp921dF5GF1g4+lPWRU3R35MKuZ0lJUtDtXY32IqIzrOA3+h2Ex3LUUipUBLJKW
KjzkkeHHFFbxWBWwWl3fzPUF/D6KSxQrDYgNmOSlr6ABPpi4gIVXtU32gIYxbG2p1d4kDeLJ14fa
mJAh8BEspo4HXgcPQW/p06iYkF0vVPeOrh2cee7P10fZmJCh422JxpXtiHU/cFxUozOHeYlcm0Hy
1m3mNIIewwyNU1Vhh3aScc+Hw6dbuD1dmrwbvgvR/WBVOlX4Y2K0ozeIJedqyRBk/0Iw2A3pT9WS
cC9cOOJ0i3OIV3fWVmXuNMrBFp2IwvfrJ8tPodkq3XEnlH6+S1xr5UgeNKYl9LX2Ge2YInCyZvL0
bNJuWnqVPSqLX65v0sYglnBwF660TR47yyX/YdVQVG4yVwPcWxb6fI6HYsoPcRR2v18f5pmtYLUE
cZC7hCe87Vb3tlAjvGp6OnhQtxsvna7yXxiirh7LSc1HhGenr9fHW4XHyw5ZDrsjDPy04tV4OS3d
SsugQ7LHs3MzeG0nLbwBEuKsOMsqJBIoSLcUGM7gQOy7VkbFztZtnEWHtJ1Eo03wflxLnSTYSyc0
+gFcIJJ/fhnBoD6EEOalld2/vz7VjR2E2hTHTUumFGLdFEKYnqV5rw9ekJPAOEypSxmZqtReimRr
TpIYROhQJdmWNC6X1C8bBENh3PSQ38o/s6JOg25CE+m31JqAtl+f1fo5bBLFsXpKArsQkkr26sQ0
UddG6M9rHiIlUt2EqV2pV0ILil9yaKBRxMiz5lOcuerd4Cv1Jq+pXEHWKgbgFl3qxjvWWX92gm3L
kJZlCNs1FHu6bMMPFyUY7diMByHgpZZxD4h57N1bzcmd9Mag0FafqnaymnMEzXMFzo1Y7iYJ7b6E
ctUondvEH9v8JrUc0DKZNscpLIGt9oseRNMrY8xlfLq+fs8uAF/XwUFbto6XfrZ8o+3EXSbnCfZq
3fktB24NIZfRtdS/DethMAJqQpkiQ+8MDqSF07BjjdchEScE76t0Tgy7Z68fdk7blZaZVZM3ycqn
0OaaR33oo1uZZfVHvzcjqIKDaOfQPDuiDErmRiIRLITC2Fzu0QynCLI22uRFUdz/mrh9CmA5oeHw
0Os5sqDXl3hzNN0VNuGfrbtryaFySEbgotYEvxjAcSd26IkJGtQqjNAQO8dvazmV5BlAcGDhEVYz
49rTNNly+dJWQzeLJxdmeoo6zy2i4Vw4BlRcjhPsdSut6vx4umVF8Q74b8PFeK8eU6Euw9lpxsmb
C4q31YzsyK3RSuq8tC0ili5yL50olZRO8kEEQ/nSHO0zffEJLIO1RB6jjx51ni0pHJxBa+wEZlt3
kjBQKdsSJM7Wq6JFjpYOIhbeZFIfC+E9fJd2AWokWtvSjoA43pvrW761DfSEOBZ8h2zFmoADIYdI
iSETcIXY6THJcvexkg0iOmYVnLtamrfFYGs/JZv+jz1YDCHJTVOQ+VztgUhlD8ehMXtVOqT2IY/N
+mz1RvXWiOrwTSgFoCpY8OWeAOfG+SZ5IaWxxPgkaVeFqbEyeFS1kfAiAI4mckBuo51Tn7YZm839
8NMrK4lJTcs2Yf5QcuWwtdH108RxJi9MhMYpatMU6m+7exrCBqZSu0XVAGm4nw3kFj9GxAjjM0hD
cMmXBsPuJUTKNax/grxoeah1E/QXNLkwIV6f3jMn/X0grPGykAoXejkQ9BNSpmSUvSwW3YkHVeKl
o9hjb9oaxeaeMikDl7lOIYvKd0a9XbB3c130J8sfKI1CIprt0U+ts7yLXZCOQTpNmMrlXbSyR7md
upqfaLpX1UKM57meOrQHXDOYEcFalk8nDwwvdmCC5p/bCL3h2kCETAsRRj8C90YISJRWEnnwxlj1
zitxax2I0KGy4fTqXJnL1fbRsSmjrNS9OFXoFRQxfMuwyYXzXnph64r8ONBqW3mrQp8oGcjKR/CK
c15p4M7HKn2j15Xca+t89tzHxJm4axt3ThC2vpBV1XbFkORYH01zjgGtzB/suDXu6MjM3mZW47yM
aqM+ueAzop0V3QgnTMuwHdOQBJnu2g9M/pBMqYMtmDI3f2epuRXHunLHN/gFqD3T1oUYWvOne+ki
9z31KS0IP32DeN4xd1vnn8b6oeIYRVe5diM8O1vkqHLRNMN91IGS+Ckk13dzy8nm/clb3FTWOk+c
T+mc5EnreKhsmKc0LUdazdrs510XLxQiJHyrWKo+l0e0kd3QuqPveD4MNuTu4UiCf3iIsq8YojAB
9eubH6+v4MZhpe3fJLHGPlJAWw1pJEVYViG6M8DVnBMg1OYsp0nc8wT0d94/G47ZxUti6paYmQzm
5eyIjJSetrpJGrptf82SIH8lXR8xG7fKSkijIQrbZcVZ1YMWk+TyaDCkTb7Ustd5X6uoy0nX4Q6F
bLpybpppNlARqLLkVa2H1cM85OWboAq6381WDgtOJ9JfF31q72Ijv/OaXKTl+CY8cTmnNC2z0ivj
SBIetso5tr2+7dyY9jSikZtWb6vXmghM+0kXtcxvlVW28W3UuUilJKNhfQXThPy7kbR2zA3Ke2hf
I4VmWxBWCObgQYq7KIao+9CmdajOQJDaX/I8qrtjFPlAqIPejGmvyWf/bWHo6Qddi7InEY5N9VHO
qGR4bqKPLzPbGUpg0tKyT4BoMvs2DEq/vNHSBb48GZoJkiOpWgVguDYHKFAmQNqWyvTf6rpvfycA
rcBXG5bWHNPBSH6ptBCMq5u1jnOO0qagwaZHDDxuNLBZZYPi0rkwWvNr70J0ASbdh1u4ynWWZJg0
FxrsDGEYy6Qd65RYvaZuRm7GAOVOPNaI6Un/JfUh8OKxVJZ/cmQPQ71GDs66kXHV0G7KI3Bpx1CG
f55zc/xVb0OtfRlHXf3YDxaNJ3Zo1b/GJQH6MSXX9bnxISi7m7JogOXUtaZf2r7s3pVtTt+vbOAZ
llGsfZtqw/yqmtasbpteDq9tN4U8Oxnp0j7M6KfRfpLwsiMMHy35OtVtGi36yfBf15HQJjqGW/dV
2yxKwXoe+F8RXkO/CUa/8qkVfu94zKl/X3Sd5b+0uwDvYdmxQM23qLMnaL/QPsjIZ9GbJgetPg9W
nv06CEoSMPur9P04WHpy9quh+80U/RR4HZ+RIJHbhPrR8oX1FR11MIUSrZ38IcxakQO2W7CvQZFQ
ErFNhNAOfscXummyQFU3Uc6r9LWYh6I7ZHml06XejxBNqVQK/06DawGifkMMxiGUfdIcgyw0vKQu
C3E7oq7hHwsjaySiZQO49bFP5NfCoqeRlgIdaHji1H12r7Qy/TzSvPWVEHK+m5wE6GGuI6V8sIwK
RZBajf4X6CiKL6ZsM/2mqLtUHB1faPm5mJT2UUNCAJGAJq1fl4QRRBGd4GtwzujiEC3SPpYmB3qY
xUidbUhHOuYDnOTv/61PxmGEHlviPpvloyeyn4dgisp052G44add/JylO7xEFamZS+sXS3TWkYqm
PWGQ0OrXArXNMw1g4cc6GFFVCiyE1WpN0uTr962/9/TfiH5cCwdpkm+jb3BdXsmk5iNxVBpei5l8
qqlYnLIUVbrr3mQx4Wsjh41jfjwPKeOsJomyIao+EnknA56gAlnNKcXzK9Fl80HgQVMkcVPnS+hM
4GGuD73lXXDP1MUkhVy86OX6mh2UYYQKhjelcUWvRASYqZFifmOVCmL3xv50fbznU7WBg4gl78Nr
01h7Fr/0c00PB8ub/QyYbNhrAgBgNZQddAuztUijWDN9G7NG+Ht96OdHyTHJoRiKHCL1srXPpuik
R5U2xnflFMTuGYCy/BJECW3hlaCJHelBJ+/OnYFtpUEsdPfenhtpOBK3lOqWRwtvs/XDpZ1C25zs
OLuDfS4MPGR1wgW3lxfVQQbE2eeWJ50OUjtqJITldqnd9GYtEaVsRPveFHm+Rxz1PIyhlEdOC7QA
ITDH4HL3Ey2CPjiNEjTGYPqns7x2H6ZGt+77OlKfry//85PGWNxllzIbRNBreuAysCq0C1M6/pVE
/E1GyVnpRvcYmoN7Y6Gis7Pdz08abxYgAyw5mWtzTfjY95Gp0AVSnori5BZEEKJb1pw9ynjSb6OG
tsNJyGbnJm8s6JIghE+QOQLHWD29pRjBZljS9bDcKTrMoLjnCfW1oBNiZ37PTZPjOBgMzoQtnhdO
6iC0ndZqXK+wSuNGM7vkvo2nvar5xq7B98mtIV1LJXsdf+n+zGOhRNvIFcisFLWvvW3CoT9Hgxi4
pXq4k0VYiY4vTwYieepp1Aa5KmTjL48kWuxyGHm1kRs2CjRDQoX5I58hqwe6UuTrosoH+46mf2gC
B933/VvIScOXzVA7ryLNLCS8HNDlH2K/1t75k9MEJ72RWfoYGyZcDb6MZoQiSqtFvgCqiCcnn8xP
LWJb7+eAUOjm+qHfOA8AAXjtUbpTlr6uZkeTQWhptT46FIjAggPxq/AsXQ7QYQoslHX/xHALxAGn
ZS+pvMvF0xrlIr+W+F5ZdQpShjzPNOQzqvqdmWbFHrHYxgkEcIQh0g3dWOzq5WjVpNeaE+q+h5Qn
4WXQ259oxat3sEbbo5i4Cp3sKb7qchQXwhqQUxOdtrYGe7kG9Ur3Xoy2rnYG2vAPSiqD6ip+YjGI
lwMljtlXtlku7YyRM58Ilw2iP0Rl6qZDkbn27eFcqjGE5GLO9pICWwdlSQfwfOXYiwWP+WNJJCVf
DEWg4XtCa6N3RESt8TGJZf7e0GqzfPfzx4TUIE8r3rAAxlbZyKBRweCOveZpNUSdfRW7yIJUlbjr
dTRer4+1YUA4+OR3qfMSZTyD3Yxznpj6pHlB6mantEfvWwQGsjX19GXieuxYxQ2rT7EC3CeZNAq+
63KyJVo6Q5FFop3VCF8aokLlZLbTF01Ct1ZeotBU65m9c3KeZ3TAqZDSx72TzhFr19b2YTviuzXP
KDNbQAUkQh8WKr2h69NuRnB42UBPv4zy4bNm+OrWaBCi+OnUNlTzYCoAzRjkltZpxCQf7cyyO80j
cZnpXlj4AMP6wBqQCkr7SUD0EiDEqvypfnt9i7duKC1b5j+ySWBnLs8uVzHsuybTvLSa7YcsRrg9
4Dm7M7+tURR3k/oX4Sop08tRGq2crVoV7GwyocQ4UIdbRCrdxtkZaOvEqu8BGqVvChSr6di9Sw+G
Dz1E6pBNit22hCSm/80MyLnWAeQm11dv6+ZzLawlKqL2vB6udaM4LaVyQcQ05smURUP5qbUPU9z/
ictBDX2pvQJL46isDLayKHAbXeqjVtcCD4MirnstYKYCyZh1GYhUE9qXQ1y57s8bAeypy18WkC7z
mRFATyhvZ+bY+W3rkZaFnQCa8vdpT36GZOsek+HGmrKW+FuHGoHxLK61UpLqy2MSNWM4DZA8i09w
YUqSj/CHXd++jWNJkQUzKkDYk+RcGW5K+bmkq971ytiC8tfIw/vO7veo8bYmRAhGdAR0kbO/OvwB
0IChIJL3giQdET2Jaaav9OCbG1j56fqEdIOLdPkaJXS1XRoKMGmKk3J50Yy0rPUhRQAFIo/iziS/
cjNOUMDz+EZYUvgmovUtZApp0IHSa/r+UNqu+lDLmZ7LVFM7+c8Nt+zyVsSgLbf/2bMtJbGR1ePi
/9HPoVCoivIW8ev+PiCPdoTZIT1HNW1I5EkgVLm+FlvLLiWFApDOvO3XNhXd8sbpMsam1lLHL6Ai
BQ6lchNUrq2NY79zljaH442K2cGAP3uMRzIqUQq3iBY1t7wL7VGqE0dieDWUE9QX1+e2YeZcSxHV
80+Ti7J8mR9AGIM/u4Pq2ebZAUqtj0gHEvHQUQz44tCkwt0Zb91ksET2S21/Sega/LWOhW2tH9Lc
al2vSed2PmStgW5oZ4TmDM+IqOEyKXyEsUnzN8ltFjR9cQ5RFYNrJhun9Pb67L8/ttennFK3pSSn
CqeyulHxYDZmrEzfa+IBsWGXJEx1XxdZEb6si5p0a4iYjX/2Zw3pTsjCkoc+i8dv9mR3H8NSFbAc
dimSnWqM0GGrAz3LbkXbOfcTafUBIqqh8s/Xv/PWji3RxffU/FKZvNyx3I+CUcwhIp5xXX8rXRl9
Quq4+AReDvLDPO5R3L0+4vO7x1OMSjlRMRxkz/BQDvfcCvVMAQqYh+rWbHr9k2/5lTiBrkAhvimj
OjkByjHfzk3jGjtH5rltVUJSIsN1iOWdu/JXndUk7uwnirhqkagfAzt2bpIRgN+Of9oeyATsCMwG
Y7MaKAT527WBcjwke2Hugbvzrlvokq6v5vPrzXTwEgDWSLZw5i73r0mD2k4KpH8rOu1v9LlH7r3O
wxtwiePO8d6cEE8gmp+AIwJ8vBwqhPgoBKfseKkPiAZuncwrDVq4/8SECCNIHJLVISq7HAWQLfQI
k+14oQMtV+PqFUqUiP46GhLDf2IontIkI/UFkLTaIUMGVjSWA6l+TMVRIVKLHkQ4Huep2GP63twm
BRIGb477W/u/PCPANkEkwg4xftABCwHEHtCJS8phx7U9v9ALwsoRNLMA/yAjeLl+kQXKEDIjB2BX
gUCknqsbkSXDcaRbnV4nSGOuL+LGeICIAXMCAwROts6t+KE0ctBFyssLW9wXAjnLKp0btBub/qjb
EH78/HhEm1wqZfD/dR9EnuQhgUOL+UCS6lVHqfs177YK5oust77COh0bOy+xjb2jBwLwJoC9pSFq
dcWCoa2TToOCMdS6Cc6JoThQwUfYspzKHdu4NRQbR3BAqKk/g3M5bdGCH5PKm/NZ3YdW25woAY2n
3Mz7naE2bjNZQy7yEgItIeDlOUncSkLCyaxkT5a2rRs4oKCP37nNW6fjh1G+++8fAgI4YMDxTo3y
uBqAL11jouY39e8mFbXemNn2nziNHHoy4g6mnaDnclYD4dtENZe9KhALN6Hxej3ZUCcEYwFLsxnD
unL9OG7uGAlT1+VgkE5aGUVN9Q45vkJ5Tu8HZ6dxoTgBkEeVCwKq60MtO3IZXZAEpvd1KaOTBV7r
E3ZW3BAQ5KxlLYxjW1KYSkxOZJIhnzwPUnilovpc0alwsuLa+O368BsxPOMDTyALAriOesvl2rbF
nITSZm0HJzZLL9KD5JtbzR36uJGCkjcz7KZ4NVWQJ9+q2nAqAiCJdrFtNPclKTKqzUMYZzurshFO
YAtAeNLnAqZqHXPl9RR39Sgd8k4WqtbgBfTHuPadz11XNcORsrPbHJTsu9/1yqIEfH1RzI09ocpF
owspNjoJV+ctW6DRlUvAa9dacxohnjvSRqzdXR9l65BxuCS4MVoj+YDLlQ8DxxwjjbKDk6C2XXd5
fI77SZ3UWH69PtJGQL00Z+Opvncs8V64HKrlSqGXZCkPyEP/csgBaxx16hxo/eap/cnMm7g4RG4w
IPXMY9vVB6q9rbZXRNpYV1okYaKjpseD4lmUJiNJg80E47IbJk/QXfaHfsp/GppvM1mcCdUqF3Th
2rLXEEUaQ627np/Hkf89OwIKe1LoJV9f1mXVVld3AabTYkGVYUk3Xa5qmAULrmJRZQpF4Z/SRpPV
qU7r5Jc09W2ohOO0epR6K/aS9xv21+B1z+zo43xe+ZhqKu95kXI+00R/0bLa96MTBo9mUCOSPil7
J0bcPD8L3hBoH6tK3flypk5hECMmOlkSU/afEuWXj3YTwtUsqR2EA5LEVkSMSrure9skMYTQC6vx
9dXemjTlA84P9ACmsU6fjGY7z01EFaurreTTGBdQVNhOFsPanEtTnvkPc3K+PubGFSUEhy6Bgjt+
de14SHsMMnNxdKpFZreew+ggC7e8ieup+BNDMRapm8UMEyVfLjEqD13eWSE+DiDD+zRyTbgbitk6
hNDTVjsnd8O8glX912DLRf3BgQsxjLk18Yqxu1CYR40o/FM3p83dCHwMEpE50F8B9lDQ+IIQHr3r
q7plBnhuLIV9kw1dWyOD2qPpTpryNGMoniIzGV7QKWDshMxbe8cbajE0xpKUWX7+4xwT4omymzCv
E5rIpowQiphs8xxWMBT//ITIlFJCBij6vGsG7eJ5FilRF3zZ1V3iz+jS5XKPTGhr2YBgLq/rpZD7
DBTQxvTY5YmNYEQW3iLyVUAbX5U753Cj5UYZS1mQsFgsoPvVQSSBPZazndleUaUlvXY6JP5Sc9GL
NcnpmYmN9AO8oKUxIvJX+uKg0er2AvAYRUuz005CG/SD41T1UxYHxcGfY2tnZ7fsLnlC6r68vOAe
WX1Dv19CRYTTyW4Y3VEUEMLrp7PIQ3EedUvtbO6m8ftxuNVloZcyQ0c3sL2y7/XPfmvK37iqfXbT
FfVgHzOImLwYbYZ3NAqY5T3gmd48u/5c7cFCtk403UUYs6VITFR0eaIL04Dnw+5tTxvi9qMboskO
fit4mVh5uHMKts6aIiilTEUvCkiMy6HY+RDa1cmhrVOTR1Al8ykIwTxevzdbJp1Ev0uiigT8szAb
GPUQKcyMF4aTcxc2yjhJwFqkOQpIzM0+3KnXbBwcyQFw4GpwyMCvcT00vZVt6UK66vRz9+D30DHU
c6Y9sQLjcbSsHPxq8ycMO6VvSWhNSocc2aqEaiQufMgag8o29Q9JDtH4MGiWZ3RWtAOi3lhPehAA
ziy1Ey7v+qSGcw+dRsiuRaV7tBExPfVlEdyGiHseaeJrT9f3b+NAXoy3/PwHE5uKboaTL3a8wI6i
Yx0ZxpNTNCMvhCre8RmbQ1HNkOSOWMv12S9HJ+3A29peVsbZIQDy+nKotOE9tKQ7k9paRJz90p0L
Spzo/HJSrpRNBbAruBuKqIdae6jONexZD/Og4mMM/HonuFpu7SqKhNR36bqE/mFpJ70cD2FxTc6y
De5k7TjpXev3+fs41/XimBRy+FXZo5ueF/6IAFUAacBL2Md31/dx47aT2gCdQW2KgHadnWvDUeB/
VXAHx59+tkoef/igaue2bwQdmC66kSEIWbAgq9NiGWmUVkhZEWS05Qt4QvpHW83Oo1Pb9ovAbwv3
xAq18Em2bvDm+gzXhEKUFKjiUaMVQFAsUnLLrv9wVFve85k25uiTOIVbEQmAu6YalCnzRdcMQIz1
qiA/OCJRDCa4b0L/HsEjKp29lkHka/ideVuPtjnfLHwP86FSsdPdDppSyclSJSpUEO3zMc5gVnst
BFsLZ9FTw9otf6/r2R0ocllaLsAI0rhIkqAcfeN3Yfgqjeb23hWAlVTSiLMzZep8fd22rh1OgErT
Aux6Vk30ncJPVTtqnsgWUr5uNm79zBpPSYE40vWhtu4BIKGFiYEo6vkbg0snsnxe+P3DxL2tQHxA
ul2Xafur7UvjV9VL/dOomSBQotBULxKdF9BO/+zWdGEhM5b3HMWedaVLpm5bmxG8s0ofo7Orah/+
0+BrM4XzjpXZcEUmWWOSj0uRG5qZy/MYJ1AYm+jletTvOvsQRgFtUlGn1TM6toAjoXeFJfAcATWP
d+7hhoEj38MDiuwG1Zq1wTEG8qKybzRPkr/uHrNexdWh7gve/AU/e9OYYVfteKaNhTUxqgukdenO
WOc6xjAySjdONA+M9Pu0avP3Is3gV1X9zg5urSurSQAIlggqgOXnP9zz1LE6TTcK30vTegwPQkMM
bqaX874anB7SXKAFOaiJAtGa68d3a4Z0M/IMYDupPKzcxiT0tmvTgeJz2obqlJRajhyPraN85Iz1
vBMCb5gEsILsnsRtYBZWuSOn01JcCeXmeiyN4NZtHdpR1dSr1kNivC5g9lL2t9BJg7e5FjTTzhHa
HJ6MtljexbQkrk5vApU91xVNC0It7b3uZvTzBE4zIYhNmDG+6OjkLTxTxUV9V81Dr/1yfbE3bMXC
gEP2npo7d2g1fWiOCn2q4/Auznqn/41+ija8Lzh//Wk2BhofSuXEKF45CXxcHcj/8qC7TfknEvsL
3J9ytS0o1K0vMUC4akpK4Eza2AQPqeqQeks7WoWcINu5QBs94cpUFISXFgdO9vo5W+QqTWbNQYqm
srXg0S1lIG6gL0Gnrp+keVc4RUkDYqc1cCOEtvg/nJ1Xb53Y/vdfERK93LIrTuLEyaTeoJmTGWBR
Fx1e/f+DnxubzbORM2eUI00kL7Pqr3xL3nz38kiMB1WPMucs+7wWFwe+5IM1YjX3blCU6XHs6O/s
bM2tg8DKcLXx4N5mKVY+VKpXRwpo6qGzEOFLo19K3+OcEaY1ekn3d8LWZcYmpPXMZcpirI5dnoZo
aKUAFOPCJjGyJKLlphvPRhAZVfR3wvmZzveH3IiWeBEBi+vkntSEVlcMMQ56B0h9BOak5ecGMeTz
PNh7xuzPis2ruJBAxfZUD8DXUgZ/fZOl7pyMpWsRsSDUmf+WUaol7xpLw7ui1ucUDXI8aryHqfWK
8dKpzqwEZTdYsFsAb4kg0o1MfJemGQsfB7saK8ei7x7jIVl8xoy+wqZuFs4EkcPupgddOFX9OSFb
t/9ViMJaf8irkagGCsSeTssGvQGGJ4cGlC7d4JvjO5jamAJwTQLFywwv0OzZGSkjAHVBcn/yog+d
UKv6oIcoqhy6uWGGc8ts9LNhKNlj5aVQ396+ptSKOMtIo5KmLZv6xbNha0qjDoadBJoTVkEi7eoQ
Z8D57o+ycTSIa8Ang1mnl7UuXEipu31tu0mQO5Z4UAmHP6XtXF2cpNB+3h9qa5MSuNEBp27JP6tz
MecCu7iZKdajaLyMAC8OGvTDnWnbeG2Xn80xhy5DhLjao5kqU5WqZYJfFrhuxakxExpqwARlBV+s
MvX2Q6TF1eVPvo1JREeL/HOdC2ZzbxSy5QDqkRblvjdh1IonrpvtzOHGKwf5ZuEWoDoBpWH5+xeb
IhzcprSjTARpFJMS8Y0UKRNHNyo8copwvHihm1SPVP37r6iuiLcDosl3+EBrIToAbVldNJGcq9FM
0Wsxp5q0zNPNg8xl9VjUangt2ja+3p/XjbuUT0VrCJIIxZH1q47mQ1RRSY2D3Gpx+QAWfDXnyjgm
Uzx9V0exJ5ywMR71TCSHARnQ2F3fcKC6HEgIMgrytKlOWSwsfxBJcUG5CdFyWfzBy4SuMHReF3zp
bVvPMQaEfsMqCiYscw5zm1VnlL71M/TRPXLKxklnKF5AE4AB2nXr45eMYohlGgWNja1kKG39nVQr
LcD8oQ7ur9rmUJRr2aoLEGUdhKCmioq2TnbYD7BNZ9Fk70IZuQ9K3g07lJuN447mJjXBRXeQpuxq
Q86llg99l8bBjAZw8a5vQqP2KxJCA0OuGYbxFAsR/rDydo6/3//KDRQeXTZwZTRlifluNqdmpVK3
6E4H5YzW0wUQCUTO0fXK303c6u/SkcDz3M0yNI40zSeEgMG+2WfHTuLsYIuumw6KUZnf+2bhYMuu
c953Nv/hZFsieYxUy4y/3f+VtxYGiL0GwYvqAxXA19dHCjcJVEvvXQdpRYcI4t6VKlD2QOazJy24
VaOmwIFO1tLCv2UPKSZwCJq63gJj1h+TWpoEwuVw6vWoPOQyjvEEbsYTDlPYqtaxesCwaE8ceeO6
RP2ErjmhHy/C+rpqGneohVovfdeq/68sx/4BjQzzGCJmiiVuMnx2rfzfUMh+Z29svHVke9QnwIyS
8q3bynNslWjl0vBN+7DFkcSwP2EMuqc6soWUIGLxOGfInd9Spsap6oxRhbFHuI2/ZNUo2A5PSdvF
Zz036p/AYMT3Nlf67xY+ruBU8JAm14xLTDSVOU7ti9POXrwTjW5cohTtoKBr6Okw/0uq9OKRyrSs
iencg5Wt6/RD4kTzf7YXzUgiTbGPwVf14/6u3lhlYGhMNCuMnvMNXnBwIqRf6HUNNX0Xz/7P0ZKP
cW1/kJH9vdaMv8sCuMr9MTfunYV46vAOgwm+yXabAVJAnY4AkCOj/NmE+YQ3DkKC0ehQpp2r32pq
mzt33cbp5eiSWHBwF0real5tI49bQl/IFp74SaWpPTQITyGoM9c7lYPlJ60CfULBBcxNc5tWwSqI
smvLRijapLGdmH1yUFod2aXGFhXms5LT5pd2a/XHMtbkP1E9N+HBy2vl7XA44nBmlyWlfba+rMo6
U/pEUlDQKgUnPCdV7cfGsUKIQXYry7cHwjSfyWwYE67XOhC2mhFIq0mxZEi6DCRKGX2rrRhXQqOX
f/JhL4ZaLo8X56NPlD4a8z68Jo0oLrJTfhqVGM6Tlg5/cBIp6ECWQ/wIjuPqdczRhtBF2MGZyUcl
qPRYfT/jYXV2JxwQ3bExL/dPxdYOhUzJXeQtMNd1uFYZBsW0TIZXQ00RwUPgWe1OetPm/xrajPfa
/dG2ziC50YLMp8d90ztLClWqTWvD9bCtJsKeJ8nFowdWJD3q01RRYBG6FvuIT+B7dn/orQ8lDAec
zCW/tCNfL6FnjPYQo1pynV3RnxYficeizNWDUZryD4aigkdb2QHkdYPJUsbEntwY3pMso/nc0Wc9
NGakXrXO3asAb30V+GAqJOBCQSutjn0b92oFQN25puWQfcpVLeLsTdg5zpXcY3BsXTEETrQFl3br
TaQ94IKezlhqXyuzcz5JFBOCLjTVJ6D5iAZoLaZtpFlNALF0+DnQmtnLr7deDbCU1iJ8vARxq1go
MlNlHnKLxDAOQzXQZYiL70zZ5F81i8L/JJrWzTEaMuM70QIemW/fQN6zbgWFfX6D9Qaih0fbwXOu
Tj7lH9vcHs+VixMdxR3r+x8M5SLzRDAC3G7d5HJKGScWDd9r2fXhuRYGjnt9kj6ojf4HGG24lNTv
GYg1XV/Zhj6RWykM1Xju/L6yDZRiALkdYikwq03rvQ27sYmYvAVMAw7stjkSWaLoktl1rwv6twH7
Zc1fJSjGmkpUGf2crJTXqy7QVCKJKB8mvUn+vT+5G4EeoASeZG7Zhfm0OjJT1NazUQIc0ivLOdRN
mx179PPffgfQK6RPCcICutO63Wa4yCDqMXDtbnQdjFjNGBaBPl5Endo7l+pzaLp6+wnb0QaDPrAh
PRHnbldanedd+05N+6s1JKlR+C29jX8QDRu871qVhXhBdF1W/xsprfV+xmLzUatCo/o2m4jxnMy+
cobHAb0iPABbOWXf8Mty6iBtJ0dD0KmM8g+5Fudfyoq+iw8haH60+6ZTDtNQp/P7vtLULzSA2/qk
IB3eXeYpnH57okJnIwkb3TjrwyQxvMSW8DBMbZwEZYaFwFJ21pBygmIcP0xD6Nde5v3QnGEanxDm
85qDbiSmdi2SJvuizQ2eFQ2k8f6oN175X2N2GSDnqqnag8gLHY07O2n/Vkqph6ikdWwlVzbxZzt1
Jzzc7dQsgqztZU+fwawSMH8ebhlqJ1oASCptspOWV9bsu5VrPgpvEul3NPIMdWdvbETbcPtItjkF
bMD18Z7qfhbdcuaoamEnP2DPqRgCIazCmoNeL+y3B0qMtwCdEDW6VQnBcSoKrQF6qjWozlOJv8dD
WwG86lVv52xZt1Eo5hBUm+GYUEdfY57bHoUXlGajILbMtDw7+MJHBy2N3OasJ6LYQyBuhBO8fIt9
A7Qtmq3roywBO5A7K9cOYNCZ5zH6y5rGxhfINx+FaZpHKsfDznHb/EZ+6iImC7ZpfbKlXeMIo8K+
L/qhCVi88BENLfsjROd2Z6NsXZbwzxHIRROKRt3qwWuc0ZyGpqYvAWClpyOkRxQtrDqxUe2phXvE
Vro0seFWzQfoVoixidgx5PX+hbn1weCOlpYrlOObdx9qOt61I9XCKh6ir6Bli4M51+63XNGbnZ36
/IiurzJ2KbVzELNgk1dfnCe1Y+CzTYOKQHD60nlF+Yt+qFP5VZZgBJtl8zCdOz0ssndzooj3UUsD
zRddav9I0eN/zLPKawMjs5TiiGiaTffWAtEEBUkxxVMS2V5xwK/LwTMv7uqvMitS9zA0LX7LVpsq
+aGgN/I32A3xjVC1UM6QsbUHfI6y2B8QOHlXR2HyB2yzRWzeW6wqgGWu9/FITU7RbF1B9Sb/mqaG
d6kmGwlmdTR21nLj8Vs0OBgHqW2e4OVEvUhk2l7oHoINnJi0zVC3z7l7yyrZWcatShKlZlqNNGa4
DdapWVlVplfnJsuYmON7WRrIYliLlrenMcWiMM1/Krj4p9FOfwx9nCBYpP17f9duXLL8ClSRAO1u
qMVoHYXMwlM4pqgBXBUzzQa/TKr5BFBIO2tpEe2ABjaOCdceBX4ee3NBX7+e2ma20yFrUB5Jgbf7
RdhnB9NTsAxWeHvvf9vmKhIDc+0918lWp0TOoyGszlCuFoY/V9S9puvg1dYO0HFrFBLrBdC1qKqu
i0JJIXGJGULl2kTmhE0LwHi9BcN7/1s298oCkkNIlZL6TU5YukrijhMFfDWsncCDEnstRsP82NtU
vi1vnP+jZ63avtl79nsjt+b4CALMfrr/a2w8JQiquIjhcaNTw1g9JaM35LgLJZT10zG+TrBMD31X
ixOhKcrP3thdaBvuyf1tDbpglYAfgC2HjfF6y0g6U7kZDXS54wjtdVUJHwytKT5kqHhinlDIz3on
250Kw8ajgmoMG5SLYDH1WF0BdSMTexwRNonipPqmIU56iloJSHE2kuOo1Pm7EaL6IR55ObXiTxgY
C94EUywSnNuqjYpG1aLNxrmkyfmhaKviqHnVv6FLpXEh3b75qFDXANwBDh0m3k37S2itVul6E17j
2dH/cowpXuiu087Zv8lMFxYEUCxzATrz73KUXlyrky5b2dLVuHpV4z7VfV197Dy9OXZZ5zzK3HAg
4VWAEsEvvTnRYGhIJYuWI+VkYvrXQ2OXFgr8HLrr2Med6s92LH814TxPvlNY4R5F/va0LtLhJN+0
pGjX0pZ4PVw0ueYMyRY3mJ44GlGCUsHFfRJz9LF3RmkftYpC6GEuqnSCb1hlup/pQ0FMbVlC7OBZ
NqadBNmjZ8npWYR6Xv8yQrS2Gomi59sLpGVTgPv5KWI2vgvZuT9cVXbmOWoMZ6CpZJFM3L8zNoan
orw8MIRHvKara7ibUVMd6PBfCVuMQ9lSWPLb2W78Ik36900BqrPKMudB7/Lvbx8ZovOSWfKW3zQr
PByTKLLUAw9AWKNRUmXv1MKUo2/mxXDR5sh9V9eyOwKtDoP7Qz+7pbwK0dB7AttIwE2LiHBltQNQ
KMMDxLOGq5id/iGtWzM9TkWoH/U+ni+j1ijvK9EZP72p6+kaJc1ZqEboS7uZlx5m7aOGF/+vC4s9
1Z+b23QRouLB5w+QQ7axRAQvDmFpQIyOhd5fu0Gxv7kFElhFNTsXOAjzX7UXG187Mxu+3p+OmzCD
4ptFMQPGOYkPD/LrQSvANZHV6DghZ5WqnpC3zK6NEycfB69U6jNkRXPPsu7mXV7qfSYCZ3RsFj7/
etej566LqOqvXkHea+nJdFIpg5/uf9jmKGCHEMPgsbiBirVNbRZh2PTXuu6sf9D7rz5SXjD+YBRy
NF4h8AJLj+T19Ekzc4s6oWhRD66FWPNYYsnj7XUKtr6Fhr2jgpJFPmINe2smy6ymfuivZqtMmIBP
Mc5p8a7Gy3LVrk4G/WysqwB0acTyqwiwklQqbLQGrubguJdOL6P6WIS29klE0kqOFeB4z6cAYj3O
SVl+wuezdI+oX2GrMFWZu/f03WxN2BvgSFAxJ6Cho7BcXy/PgwOH39HkvIgTpLpvFFRdECBXy9i3
vVJXaHyP0+837pplTMprOMdB87xpsrVVGfcNALCrQnj6qTPb5jGvwmFn12x+GWRZmDC86zxIr78M
C0rLQm91JoRBtrc0sW8UXSI/077VL1oSe3tU/pubnn44R42+GkEaUdPqlOMrDz5ewy9ozkxx8oCz
vXeKWnwZjbjyRy1yLrpWymvUJtFbO4jLyPQS+B9vDLXk159qJzSDQIGoV0WR1dnMjeTJnOgl2J7S
7l0sy896tX+XsXjPWL0FFLtODl0DrmZbKfMVaLN5qkNvet/WdvwFG/h8j+14G0gwGKp38IwIfolg
Vrf1SIcQ2TmscYZMkd+NQY/fEY+6yTkf6t7zexMNMr9trPZ/Q+SZj27vjR+FoCK4E0Pc3A20aRa1
L+4G6Fy0bF5PsBu1VY/tyXzVpV58gqzRnkGCoRX91oOhIWtEhq/r/Alz5fUwfd6WlnDYsmywUPiR
RPni4GnRuJd7b33Py4FWr0Oq6bkiM2O+arlivhN1L095mr0ZdcWsvRjlGXf64m7BX5T4UEzzFbJx
48dFPz9VpvhfqM/9Ef35cSfSunnal+Hwz1o4PwurdPnoF8PVM1KPMTIRV/Sw5lOJYUqQmOZ4GcQs
/WLRABpyisJ/sGQvBl3NZFFMmjWb/Xx1rVG7oDyUP0Ry0Hf23+2h0yiQcO6WgjCbcHW1pFjrmPbM
OcDjevoU65M8tY7AlRmqw85Qt1uDgB2JDqiYyMjciKEriojbxuyNa6Gk8dGMQfCYXbNHfbv9oGWU
5UhTcYZjvLqxloolmEO0+nGqlgd9yobDYIzVl6Sj+n5/hW7fAQArbAwYBEBHb1JZYepZmCaqcZ2g
Tvsurs6naW7cU5vnyXEAjfv9/ni323CxwCTwXjgTAGP119uwZXdnkN3xKfGy/oKZmPxVlgLt3qiK
kpPIsOH2gbKqO4WYrRld+gQoArJ61JdeD1tCEXbQiTCvADnjI0i9/pBpNMtLxVB39vzWjFKLWeAU
TCsQrNdDFWRyUsWm7CqzVAZx26VfI2nP72fcS/71Jkq2O/ficohevzlgzQiaeA14eW7kli3Ec5Mq
hv05YIn2N9rwjnyA7A0hwajyEkVkPAqsS1bnePNR6Q8KUy//d39VN6Z36ecSJRFOEOmuXqJQH5qs
SgoEuELcdDvPwfgxDbWT64o366TRE+F0sGmJDm8bu9MU06WKoMXPpRFfIMXZx5m5Od3/oI1FhBrD
oQCgSi19jRuFAmrlPdco0Yp0aM1ZSGlUVneEOFpd8NXA0fT+gKuLhU4sDxvaJcSYIH8ogLzeNQ4o
gIIOUxZQWXHfWyFy1a0Z7+V3G6NAgeZlAUECwHid7Wd1h4Vpk2XwddLiEQvK+jiX7h7Jc3XGl2/R
sc6jjKPD87xpzjmmTNMK6GdgakXnZ12qnRC1+MfptbnyzQntGT8CCbEzg6tj8DwqgBiSOmrI9HFX
EW3XthosizoLBisp/sKXpnnoQ0xb0R0WpeeXqVxoxF0CahzJHeNT6tJP+5PfAVY0e3PhMKyhl4ph
TiOPahag3ux+tgwCLlyuHF9GoTjYyVx/UBRP+vYk8h+ZWVdf72+irYkn16GdRzJNvrn8/Ys3vspo
/fZlXQa0mVG4nAbjZ+jY0ic+aw+6ohcfIIdx6715VANKPfIB9OlR4Vlt3Xmox8abZBnMkM2eolbV
L9Iem2+NOrofRJX+m4DB+HF/zI2NzP6iY+/Q5Lqt3mhlkbVz3ReBV0rjoywV6ceKml3vj7KxpYAf
8ADr1GpA3K/qNCg1AZCTShGgvOv+cqUQ6WmQQ1pdiWxQu8r1qChxNYqE7aelh7xJ1YR18nT/t1jm
78X9vmxscGyU9on0aWOtW1tD63odls5lsBQTfoRm/7+pmCxfSTr9r/sjbc3qM+iQCJGLfP1Kxlo1
41aYl4EMw/bsZZF1no0xvdwfZfN7uOOenwpKy8usv9ilcZPEtVnPRdAIUk9akLVfGqFDpqK8Ee70
PHU4e1BSgOizuGG/HqqxrFIUuKAFjjPq3wYjgxHaKZzdD4gBLxGwXvZ2EIlYVEcKkVb+9qNBaYZK
Bvhch3L96k5CJwYkbdJWwdylyrHp+inAk7E7DaWZH9HvJuIZW2Mn1tlYRUBIjqFSRV90/FfzO4gy
wsurL4MhUo2zEXal743Dnh3jxirCiqEHsvTxwc+tPs1AmJ9cPyyCWMtMP02q6lIZOip0itKf7m+Y
NU9tWUbGoiBiklQvy/l6GdOM2r2qcNobGdfjxahD2fgY4eSfsgELunMF8Px9ZNf9dOzRw0nf6zD2
lFM9OXLApdcr9sQCt6YYbR5M46HH6TfyjmMeR92sTXx8Pxb/k/rQQobHL3QnZ9schvcThBWFtxtd
025sUkm8UwapbOqnaEidAANa5Xh/eleVmefZ5ceDSFz6IDdke5lkej16sgis3ksNv6CYaR+NvBPa
uY3i4cGcYpSmRa+IS6kjAbmzuhsf6ZmkA9TDoSCxYV8vroe/W6Q0cx3Q+jD+UqxyeNC8Tt+Zyq09
hP4yAfkiPkGZdDUMnYaBvCSvg0gx1a+eUocfq1p1LkqtNYcqNZVDhXPeoe/n9ox5o3fQ01H+ZSl5
upNCbhwcerQQpulZaqQjqzspGbtab+OoDkCBFI+9bRXfKRNJVBSjfuem3ZpaMCdkqyAJ+Hf5VV7c
tKJK5lETtgw6elqnvoA8xx56Ywt2ASsRjC86UJBOiPxWNwF051AhU04D1SlQb83YaXzN4PWcUZ5P
9UwpvvkU6eHwRl/h55GJdBZsAiTgG7B8VhAKCQkxkHpl9Nlo4X1DT+12iNQ3s8j3AR7iAaEYS1y5
WrDQq9vC1VIBh8zp/ALao19Mcu+s327QZRi6BbBfDRLU9QbNsyghQg2TIOolZ3zKISH4Vp171WOf
5kP4VY/bWX0YBr0xzr3aJ4DZc6tQTnQA5tT1EeQQenD/aljLtTzP8NIWXQi5JCjr2C6sikZ34kYE
RTUZI++WSvg4mVFOb3Rkw53UPJyCqi5nx49d4f3PIPoNffhhqngXxsnSyGrT1Fdr/Dj90Taan9oE
OemMmVz8V1NXaYEgUprsMVVuDhmTiQoEGHQIo4QYqzUzu76I8XFKA1RgxnfCLpJgLDPcKbPc23lu
N4ciuABNjYTIzf2leDSJc29OA9hI6XVuYt0fy9S5JnP29f5qbI20WNGT/AJUveHbRnkJhC1qBQct
t/3WqNsgC0cDYYVMOd0fam3q9bzw0F1J45ZCFLfm66ujR7E4wkAsDYg19d+lSZ8M6prhfVVgdE1Y
Hmf5L8ka/BJCTcWDDevW9bWoU39Ccquzg6w706C3nSrdB6vqrac2ay3l5GSJUx5G3S3+UcPQ1Py+
GY1vpYsXq69nOWjTITKmva/ZnLjnyjzootu7X5cg+Wm4i8AZMCgDQyx8qdby0NNY2Yn4ti4LUnjE
uiF8c5ZXoQoOl3EBblkEZoIB8NxNyXugW9H5/vJsjcKTDc5t8SijZPR6dQDktl7mOCKwheceRYzs
UZlM9vHto3DyeZsButy6F+BdO1PM75LAyifriN2ccYZ3+EY7lmWncYOD/VjArgtr5/W3JPBV4hIv
y2BI9ejT6KLKbdld/vZLnFGIIwGUg9JfN5knxR4Ko4sYRZ3qEzyk9IxOvLETZWxsNPogVMAW0XYi
1tW1UyteSfUv5S4o5OScnChtUF4cXbfw7Qrznp1tcBO5MXULm2QhthJDrd/3NI+RYGxnEQAPma5d
7xaQSDJYeR42wd9HLUYUXBXG32om9jKrZYe9SkqXoUm8redr70YtrYkdeymoiKD0auNYG5FUYD5p
s3Ed8a/9oMXj8K0A6vYf6sXOb6lav+/vza3xF8lmi8Qchvf6BNihlRZF7aVBX+TldCbqc2vYw1nn
BraXphHmgbJ+aoDfdSduLMwOjNlNy50Aa1nP9SwgPgtoAUHB29A5QyLUwH0lDWK1zy/G2HARm0C3
PreaKL7EqUj0B2k2eyXmjW1mUKol/SCSZJetthmC6APqtxa2pINlTIfQLaTlJ1S/wd5CY3j7A0cS
yUWzlJTI29fxneGAxrCKIijloOq+hjP2Z+nK6PdoTPZeSLcxo68G01/fBqkZSsuqQzL2Ls3fKa6I
juj0q34jvipC/VGGVrlziFal3uX+QR6AVgtKuFyp60PUJe0gvcpMAwvF6N5PMzH81RSoDeNAnaju
oqSUjx/u7941h/l5UJr71tLopziwRrqWDXKePU73Qe7K+Qmd9wjpsXG6onWHibRdDOce2+TjKGwN
W82yP4B/qE/Ej/U/zVTs0V+2Jp2HEVw6LmpAolZ1LnZPMja6S2BhCT5Y7buH0XOr910Ui2NI3gRc
PMXl+P4kbDxiy0VJWE3JFpXb1SOGjlNa2EqZBniiz09tCQBMqor7z/1RtpaXTgwUwkUgxV5H70j0
4KjeEsjMsaucC5ypzygSyC816IPPKTbpO4/m1tnkjHAsOS8c9dVzZreE542nMJcG9eZ+HsuTFXVY
1Nj5njj/9lDE5dRBeXTWTQp1tEeMM/I0sGvd8i05/lOZ2nyYPGvPYGVzqaC9ABKkw3pzBYgmUZQM
0H4Qd6J4rzrK8BBSW9spt248Z4uiKFH0wiq7EVb21LrpnIFEC1P7uf9YhE00+qOXzPKUoMpf48Ic
GfrRC0fpPBRxGf93f6ustb2WU4luBzcBgkjEVuusYTYbx2lmQvm0cBFzBDmuXiMFrYFAmet0+GFo
iZN9L2SJrbNLUX3wE2VCfd5vPaf8OiXCNo+iEnVzmC1hFqcCJ0377FWetuc7trEg/KYe5ADegFv+
Ezjjwohrzk7TkNWkWZK/o7ixc3S2BmEf0xaml8kwq63chybVX9DVQUL7/kJik/rWPFU79ZCNA7rk
lmxi8OvUSlePGQpCRb/IggbWUDuftXBKPjbWmPw9VW72VRKr79kFbA24aCVRL3juWK7eMwdEoxLn
fRQoZSmPbYKWZjtG0wdXmX8aNL9P93fVc2i5ChKI1OmNgnRdMvxV5akKsesYyj4O2lyWT4Y9x6YP
lS+2jvS8iy/aEPblBzdUbbiCdDyvQzf3lPfNYXqwp1m3zkaXuuJYLC23v4XIjRxcgIino93mveGr
UxqFh1YUo3noRl0DS6wZcXSyvcRIqWq7BnUYOD6KX+RCUw5lHaUI6C4SPOdMzcuz5wilfpCha7R+
PWbCOObCqelag790zrU2lsnb70gK4gQUvH/kl+sZKfXCdKGxoiEzmdNpcDFQgmxjHMO2mXaG2lps
uqrE4hzrpUD1Op7I+KuB8ir8gNGbgrDQi7/atsx+wV1UD0mq6H+yu6hlIgSCZhQP+2o7h/AqzDzC
1HXQOucYlcZjpJnkmzixPcyzsid9uHVGaXhS6+fyWlypXn/fnKdqB3gHD1lVbY6JYUXHCnOenZt5
46UBJ40U1dKhvu1Oq+iQR9KzlaumtyrULqm9a/K6+YwgSPrl/nHZ+qCXQy0L+qJmCUEMdWYXGaUG
u7qDqaT5xSkRo/qDUWAaUBQAMoGI0utRbHse435hzERZXfspdfELXbw9D9CNB42mIaBDpN8WJvPq
As2SeMzwcYiC0DEwBEk15QQdPDlDq9UfcruOL5Gbqcco4867/31b2957RuWZcDbQBn39fZ3a6vCO
OGHdOCWHhiN/KftM872Uzx363DrcH28jgqR0iVnkoiVCML3a9R60MPJQB8kyc1KezEZzzynlv/MU
4TCHhkoGcXbaAwRuDrqYPdAV4v/WNaqWZmsmLDcOBk0PT+kw94eujq0ASRrn2JdWe/Woqe5ErRtH
AXknzDDRg4Oj6i3798X+dBpbhorSoHfjFtpjldotya7TfVN6zzjfn9TNoeBRgc7lmeeIvx4Kw0a7
dzPe3yJJ3HNnh5mfK3n06Mr+9x+MRI4HhJwH2FoTmkTh5VZeocjmWlJ2By3BQIEGW5n/zLHF3MMe
r4GrS5wFwYcAj7PHG3yjHzBGcdWmcRw0bde9N10lPTvY3Ru+60b2l2ZAze9k5fOcH8ywMX+ZpSHf
yznP99qz/59fZGl+cVhoLa62bVRJR5YZauSJJo1jrMn0gvFXdx70CivT3lPIAWXPVGile0A1i1sp
7OrT/cnfOKvL7cAbBXuOJEx/vcyweorBGtFjb9IOKTXh/M4NvUHSKbUorNjOH2xgg6YflV2A/FT2
Xg+XlYOph+ViJb/U947l2CXQE9v4nxZ89J4w5cZtzm6iz0UVmYL1uqkxljMuL2WlXJN8GA4w8+qH
KVXV4P4Mbh2UBby4qLOCC14/glMu7c7KIP+OVdL0Rwu81nVKoXX5fZsYP+8Ptrlc5EHo7yxiZ+t2
VzyodlnqMA5j6FvWoWhLVi7U6IKIUjsOM3nBzoptjQgFAcEtCl3mjZFWZTojbwscdpgI6OS7Zt4B
YxBR+Jgp9tQerSx31J0LfWvhKIzQwl9AoTcQVFkpJGpZFwUiERzD3PQgCdh7o2zd4IRlxBVUHm7r
2CHcIlp7hOJ1oXQAMWzMgy81hLUzKvPtu5YuBL7jRmxd7q/hxoZZWs3oa8L4g+y0igq9geJSXKhs
S0toD3FcJqfUGBw/BDaws3hrH5/lsrMX4MLSioLVbC+r++LBQPV7njzRJ0EfR7l60fOwlce8yML5
0A16rXwLB0vaZyPX8+Ra2JYiD2HRgIzR5xBojCpU94vqxvRRo9Qor2mX91+zvBH2WVihpe4EDlsz
8/K3Xd2ItTKJrG1ytEUAjhzNqUe8bmh1H0vNN3rb/7+JAS+mo9aOW9M68csaQf+OHjX1n7n/Sx3n
8lAWtI4NpZEfy64yj03bdjsrv6zsKhlbSFJEkGCryfZXyR/Sy7Usa2IGp/DEUztok28rWnzocNI+
uHamHNHAMH+yPOqx77z86f7G2zjKoHIWYQZqjcsz+Hoz9GVst4OI4sDWC6M4RnVG49S12ly/RCPG
HP6kOt1eDrQRhpIeAIIi0CUrWefxOYJkADFxU/AUPXmndWVztoYh9Wcl09hElFg1LACBCsZvpN48
LzHBGVESPReK5KvPHaNKpDoYzECpQvtj6agVDb9YO+iidnYWdmtmId2gebiA8WiLvJ5ZZ7LB6uVL
L0SES0gvDe2S26l+sSsql5Eq552TsjWrcCnIioAfQEpZDSi6XBggBEUQR330fWjSCsCVFKfa0ibn
IWk6r/S5Mr0z2buS7wz+/NNX+xi3UgJtcj7ArutSldVpIV1tycx2seggjiqmPGbwOOIHA9GT+hSJ
sqff2Ufx0WhJeemCxKru14ZbfFTiZvga1Qqw2DTSm+IjlNPaOlSRFj44RtemT2GYtE9e7dYf0OTF
D7Wq3Go+165VFjsnYuOhgW4KjYkbEhvF9eYc61iaSJHGgazE+BGTUS3yOyyozvcP3tYwHj0T8hMa
RjdVJmhPKQqEWRwUvTK9dztElQrT2RMB3bg9kY5FMoMtiJbyOp60G2vu7MHOg8qC9XI0YKCgi61U
IORMysK/7n+TvrEFXTS4APjQPAVBtXrGekyeqnRploRG40bnsKnG3gehpX9JcnPoDnZcFZHPNm31
y6RPlfDR5/RgWDfjlP3KdUvMZ74jyY6TmLrfBppv88Ec9Tq7OqXDDxhzBQX6znPD5lLO0fg0QM0Y
PppqHA1fWtuO0oNZ4Odx6GQYKQ8o2kperL7L3plRVzzBbJrlzkJuTDFMPkR0gN5RZFnvF4RQ8s7p
jJxoucjnQyj74WJEZlwFneDPnTBoTdVebjA8UgH/wPiBj7oebs6KtsfdjylOes09oHOVaYf/o+w8
luNGmi38RIiAN1sA3U1PSqITNwhJFFEAquBNFZ7+fv2v7kiKUcxmFhqF2hWyMk8esyh7VGkbyHLJ
hDurt5nwxP7GRjpun/rSqrc0LCMAJnilU5xa6+gs4PMevozbrvoh//dz8KevBEUcvH56eowwfqmy
re2oXa/w7ds65ve3++VoaTOlgZT/0evyf18HolFon+jIYHz/8lKz3wlBoou8xCjVOWKGNv8oVNFm
i7u3H//9U+EejdbjvF1lP/TPgl6et9s9FjCX9tzFR9N4YT7jc5KFTfv476/0p8eI+wmCHPAslrq/
gCVb0SzNPil5CRrzJlUVHxLcJ1Mb05RPfrKtGVEuTb45ff2XUeIPRel/6T/nBFlIcL82I8UclLYK
+Da7bu4PnjHRrYH89d/3t2dXGFAZjL5wDfmlSsjJl+00ThwP4tou9sbqD0KT92Utzt+c3c/d4S+3
Ei8FHsnNBEXp15aumu1COXbNB4pLcSXU1mZjyERWLcbhArJEhsS/e/r3n+8Pxz+BAcEJgY7wO9+5
mM8BKCvSmcqME2SoqbiuHQLbuqj6C4nkDwflrDMkQIke43efnblyk5Fq3Fxu2lr3y8TFrvdKUEz7
bPA06o697rS+W6Gahl/KMnaLv5WjP3Q5520MRZkL5nfaw2xGZZedjYDH9qsfhQVmT5a0qB+dUMoh
naJQPWLWBVKL9V8dfrZMj9BmpOMN0yXwq3t3JsP7tOLIcA3Hi2DZfitLP5UF8trDv/8ufzgMDD0s
JrkRUQb/CipVkb8udcM2raclOylXh2lnN/tFF3h7JhX9fVHp9S9i7z/+RJA0mSbBl9gy/LNqxH23
2UW0NpdLJL2vTtLJJ9O1G3O5L071NDc3iu+X680OLv/94/4JTKLD4CnmOmZi/vWlQY9MSxhkc+lG
RhDjrZBipyhV9jqTWLEPOTeNlBiKdH2brWvjeMTcxR4S7XWwPv/7m/nTM4EE4EwdpzlkUfnPr2Fu
PWbnKJC4T4ZDnDLfu69V6Q/n6BZ71n/5pf9Qx1DJIJIBiz23P+d38/9GXKZsJbqeCwjqX4TMYcKI
EX+5/L9/Jvpd0IizfO03H6KSfgXgcOFVpBN9gkTrpcI27aHkXvzLB/rTY0YzCqCNDPsMif7zA5E+
2AzWHKJgC4rmNCkVVZmnRfSim0147AuW9um/fjhUuPCI4FPRzNHZ/PMVMQVGtJ/U6tKVmLensU+6
IdaL/Ryk3U4U/L+/2h9ACTphtp8AyyHl7FdhSusDA1oFdSReY1zFl67GS7pVQfNMqDiTjK+meMhm
BIL9p6TbRJkWRQJ93IyBZU4hF7EBHy7X4tBuYS0O4eBv7WFo3blIiaEY/P/8g+BYjDXTuetA3Pbr
dOdO+Jq02HxeIicfD1WigyvsVIhFjt3mfk7m/S+vF/B1//MiQyXMdhKODtKh38I84NP14C5dfVlg
HZzRdoxZHRPr0HprdPGX3+J8//76WnQfAKSAUcg8frmfcQ4jL82Z5SVFxUy5WFYM2cOzLXWKi4T9
2DG2fy3kNHSnPRqrJTPINXSKRrUu0UoPfZMOsxLhNax0fSV1mbxDYhoXjGC1jY6h3LYyR+oabvla
b9zGf3n/7u/vn4XI//w1oYmyTP3n0Y12PHCjAQJVFTnjQwHc9n0r6OuQerp7mI1F4P9kcExQQamE
CtREfv1FNY0yN2Er8UgW6GmqvzQ9vz/B2NRwviHGALz95lXO97mQNHe+qp2uf3QqK0y9LUkOq1qd
p37RL//+Jfzh5c7IPQWXHut3z/nKsrdNrpVEOcc8InAtv1vqHUJTEgLq+Hv9N9XM75crjy5dMYSA
+A9cmdqnxFtNAPenmqvPm4CTrW3bIN73Y6JBzXKB3Xn9l/7n9zoPpxlDdmKJaFjZqf/zl0YN0KFh
a9bLvrGHwx5P8uwzHf3lIj0/Yr8fKVamDLV0Oejnft18haoq7LWRyeVUjp44hqhYyrvWRMEhcYwl
UrURbp5tQkdfnXnrpoMI9BTl2CasJlWxtb4TwtK6Z1la+DrroLzvCynUXTBMZKmNjlqHG1Ql85Rt
rTYda+ZRlFB63HI6FabA7GwoZ70+TFsrw7TayRnPdFNI0ocXW4043kfJt9GW1qs/BOpBccuWwHhu
8RqXpdjTUNJW5dAOrY8dZzOTt/va3TmqnL8Zo6W6SXatfwTOutZII4K1zbwGXUfGRxEyxXEPz0AI
Y9Pz+REWqQYWDY7DHAiT7UlkmgecyuSj3armNard7tXRez2ehCunZxGDax+cat/3VI7bRhrQUjTN
TyxiRHe5gA1ZaZxIsaV9QKbrl61oZwJE0EY2/mnbQlYnibWY/ltZeWCExgzBZ8vu4u/VlgzBoaIP
304uyWwNNgrNPN40FqvSG4VcqsyXQMvmelGWsa8hjXve91UmlZVirrTtP6hoDW5bg3Shqzt7W2RV
YuStckOLG28ce+dBtsXwRQVWUa6oRXRiv+96SNoLyx0277b2OnazRAFr26U0R1Yrx0sytSGmvrux
WMIMHlar6Xe94J3NQhteM8CbU2P2YcqWc1bOhQZxWi9kvMp3UbjLKwtjOhUFneFpsbHgvtCSv5DC
stzavJ6Nq1McFiOCg+Dc92ThiW3IIBCVH3Hbe36G3rHe06VV8q0z5Ya4W5UbS4shjj9jbOxIGGFK
vAxB0Q9IzEb5dcbRVWZuPNGTGy67BI4bxL0D4SNqSGHzOHuqdglVR45tAucKxfx7UWK/ljkOZA/o
+KUpc3hqicyBe/VzYYRzRxszf4VENLcH0U/NeFhluY3pSNbdkobY/cssTrD6zcZgnz54xoN8hV7x
yUxJW6WVmcMbq11iqHYRi0fVOY2TMYk0WV304ZKtiag+WdOI7W+An/KSIvNfrps6lh1hm934XA6N
vK4Drz1Zreq/Gy9UycltjNPnE7kZMkswIf5UzV1Yp1brrjrj+Dc1MYk4uqTjHkQ/ndUrXneS8q66
Wlf6gKqGbLDWlp7MZ5t75kYMg4u4pOn9KwFe3aV2v03XS1UbmLtRWXxydrt6TbhCJbbqVfmla4r6
0Q6G/U1Y9bRnQSUck9VuUf4gCUlYaeWussoaVJZlahFDZvKiidr4ondm/ey5g/eQ9NJb0qorm2fd
7MFTUvrLlu2DCe8WBbM0F1W8/eh8y7jpsnbgl2McdwIF1+Ih/Z/6GgPvSFV2LrrVLGnS7avFny/J
oY6XsSBpoqvvMWgtHT5ZFQ11vkxdMOSemSrzA9kej/KUVIHIO/Z/8sKaB/9GsTK73wuR5AqFOk4m
hE6aFNqhv2d4FK9d3rHcU6nCuy9Tcto+W144TrmZN/feLz3Jf4J2zFW/xyrT+xaITCVL+1o1o/wg
NtdDNtz2Dr+uKaOZU9i2D4Mh1T4LTLW8iFJOZTboUu0p+Sc8IOuoZ5yhg3b43gSEXqUFxUzlEwm1
xXEWYfgc2vX2MYWxfPbapdGHOVznIEumUDwEvRWWJ/jkCIFMOyxlLuQYLFC0AAJzGv7Eocspiynd
Sss9+VOjyqPXsURK13Iab3Xj2g2VTm1PhesCfrU+fXPaRbX3o7KrUhzMiGHUsWlMDLTD9uWrt7e1
yGOgMuJaMYF7mixRLJmqwuAFfG+cD7VVjl2KLnP/sNjznmVsOt7T3bHMC8Hb7ZglpaUuRp+hOtuG
xsFsAl/WJg85M0nqWH37gMatfoVgAQdsneZVp0liz29lWQyEJ7Wd/Y28iPlFwrXAwmBymzcZmHA4
lNj6hWmyzfg+RhWvldVVddZYoDYL0rqo+o+tgkKUj0FYq8O66ijKhtiW9y5ygE8OqgSdzVqImdA1
4T2j5AaDtKsl7p+K2Q5nGGlr+20/E0x4HB1rPOxlS3SiG5E06DtqtnOS3uYxiyOhn3tUOrSmRNYG
pD21RFQ3eGvih0KKgZPuo4txJqAtHr9hu+/RIba2CA5OZEFfgKeKiaqPf+BlZxdBcZq6/qz4i/yK
L8XVIP5Z0DSulbW966hDvVnuM/BAN2D2ukHQW7rOe59UktyiPkJuGBk0LumguqUl21KaT55e+5ug
EVOU+uUIuYkrsrk37mie/K7Znzo5cFYxCgs/4oI+7tDttNPUjsa90nWD56scy3g4+prYujTpl9lA
q8QONLVq5csbb1j9y6pcxLeyoyyQjihEk5l6HZ4m3xPNsV4RuazA/N0VVjz7wPrHny51PznfCB+s
icfo+RcW3N4ryvxil4d2jLaPft09LLUR9oAmq4kyaE9dcovIoShzs5jo5LjtNGReEYRthufn/DNo
Cxmke28LcazNHCmesjL5QMQ9EiFLNbHSveO2zBQ0QEGYa0UUKDto9bFU4brTW4gOLLqTvkkdaAVz
5pRjKVNna5N7UQpMU2wT6MxIwq1S3xvq11Uu4mfXu9uaF5GKDai2FX4qPbvj+Q8sv2XjJAMaDFxN
IShxsTYDv3PqL+10v8fuMmWGlvlzYSGHO07U/ssl1EWSa1XQHPfcRC5YoVli6NQVzrdI9bh1w7AY
X1y/c3dIOGXzOJo9kYe2gwCbkiYV3/f4Dax5pAvOZOfOerpoUKv99FqrfWislkCdQPlqy8o47pts
q5NV56Y5Vy22GOaTLrsqvKjdurrFqor4iom4Pvgcwbg+NCRImJPpEPkfqRL2Q0wivKYpcMyhW1Sf
3DHC15+It2D2Hf0hUnkbGKhuxjrTJbhvDBV5L2V/sCtbzmlf2lw7JLaJCEMcaVc3llX2XTqPneyz
DbEF9+Oqex5Rqv3Pdp/rB+zSmP4dX5AZSyrJ7l7sc6vfE2cpT1PYBgnPy6wfu9B018J486NtK65B
LPfZP7TDNBRp51JhM/Ik1JYq3+byt5oGm5Q4gncQjlv4VcY1T5i9j95VUat45hMAfabFSFHOHLn1
5OdZYu3S0u3CW2a5SqcRBrZ97tfeYh/2pnPdTIuBujh6OghySDrQiCTuDC6PSBLfQwIimSMqRNGk
1maKluMnrJsJUwqV9sO08j+rNbnvJHs77pmIVOFiS7bttM7sDNmfSRqvmtSAn70bLBXKfJpY6JSK
oFI5uZyVwizNO/m3usAqWThflOrLJytYktdosrnkS0lNX2pink6bEMV4HEnJxJoodJ0RhLq3OlJs
dGhx4FuLFUrYdq9rYq89yF2zXJD7KtoLqSvvUY2L9Jg/nMpL+9GF05gso9Me7cHyIXQHcDRythqY
H9pbW9z78TlSWfhsiuEiBVhdMmFJwjqNK7ajYFUz40FmYQOtkZctqRUGzffFbffxovWF9VkpG5Oi
CaL6k3MmiGTBiIFaWofQx1PYEe5FqyzN/g4HWKLH9LZ8Sap+sLNmjte3yXbKG0GWjMma0ZPDBXOy
U2dIKrhJLIadhvZQ+XejX7TsBmPhXG3GcraTgnY3pTLelkdsUgLetR1Igr5MaL81fV1fbWGxNVkb
YVaazUOvXwZIe3MqnCncCAL2tM7EMq5zig1M0ZM4vjXi4Cw04lnSMtnkHFWnzVgljT9E46+4FSVV
VKfcMpZ961gQQa4ZDiKZutimMUqtrvo8VFU3pVj/uD+QnQe0IEmLWXU09Oqw1S2HzCeoZUsx/Bge
SiiNXYrzQPHdW5z5ee/VqHNN89HyPZ0ngVFpNearaWaA81g3Y1qwtIR9MwzVl6nek3sEC9z/e2jG
7TjRJvlpPSTlj3nwim+sPR2VBfFgr1lY+D0vi43wXcce6X30AzpsYYefFYaBY9paY3NX9jYLWNMG
+huBQjjDJw466Mzv+mnLDZ3Xdz9wxpezw5h13OhHXq3dWT5w7VMNGtIlPhdpZea0oXv5puTKx3Mn
s4IuowO4K9jHbEfXktUPRjT9IXspJhYCkiPqq35smCbWYUtr4VOECx3whrfNwbRFMmOoCYip8OZb
GA2BnzVtL38QHjX+8MuEW0P6GLylg5j2Kp9ry3/1F2azzNfR9spASyGjYMGTjCnPN02p/CozTrWK
nDavP38/CkuReZfmLdDh0KfE9zBbBu7uvSEUpfOxqnXWeRMkckS/tHavVVFt78GioHLUitEphZxi
3dOxB4yvyyCL0zooZ0uXZdb8zDIYqgNB8xPiBXiWM7eiNl9VhQldOkejbWVc8PVVQRgK1WZszHdr
K6vrztVT/al1oAJ1lgqfBULx5thvJkGM0PWJd40BetXn8aTKU1yMc5PTd/YQWByz9ie1Ys+Q6tF4
JX120bXQTtyFyVn5Lo+10jKzi/AMGKuSa5xklvEnoblxk25mr5gBwf7k4Xxpv+2Wr+c0hBrU5NTo
4k4PXvURhrNf58Fkyc+ra1dtfj7U1x1ZKjTuQ2gPGboCl0iHOgJom2bYcxvd45fYhMuYTdum7QxK
iMX1ZzXLe1PsaNISa++ClCFXX7R1MjgprdX4VMYm1llU40CRWuNofZNcGt8LHXZvjVfuuC7LZKH2
B13ARBzSdTm+dmLKX28lWS376cXIKKiI1dFjdOTeN19qu6u+QZMZPuG/pN7GcHeik16dYc4SzODL
dApNz42h2qXLxK4iyr+CDpwqJhyG40b435ZlnO+8itdNKxJB3nXfKMnUvW8FPgK1x1XDXR1k9qC3
B8n/+ywrK7FOoXLM10Kp5HOxznWSFxbEK56EYeRm9gHw0/9JhFIBreFyrYtdZJZcPOhg8R64+ba1
1VND73tKVJy8bXvoU8eTtg6od9jUp31fJD/x/BmalGZwHA/JWPjyiC9CXGdeLCioptjUC12jc7Ph
n76kfh84pLFHzjQdO3uIv+miNm/+5s5XgXP2qCO61bxTrjkr8RzwgolaWqokjMEydYAA3mcTxPdL
tA97hnls9Z3+KPFTE1vtFaKMOQKlWGAcgAcMxaXod3CkabD37VQnWw1kb9fcHuE+RgkDradONZO5
vhjJGLMQxQeWcxCTnG7hrRiTVXNcdVxMAxBUa5X8+vWwjDKd3FZynXlmi6+tfrOfFjEu90i+aYZ2
X4kbmmbGNSNk2cKSmFYCqVcXwK7aLY++EKafTEWP//5BBW75ySY35KJ13e7ztk+TRZgFsTNp4cS6
y7dCRH26x+vWYhARx1UmhOHpWJBUAJetrjnEvpDf99VJ3mxrHmty9xKHheywJ0u6xsYt0z4GJM+W
pfcePXvt3uo50YScjvG2AT5PvX3J3LhsdKzbWGWk29lOJgCWyzSIsV0t/Z55I1wHcWdbiRwyOjph
HREmsu1ABxl8rkXotLl0F7x0PQAuk/pOiOFJHenuPZQrMX3lGu3c9Uk8PTe1Lj5v2iuKnCWD+3Pi
09w1iYueMHJk/ElXs+Y9qvqsRnajtwJKlkqbmqEsnQpA7dQfk/LbjJ1jmalu6LlhShEPh56p/afr
bbHIsRHvuFbm1dvToPeQhXYQi+8KT3GnDgA009E5K+yu5n1Y7y1ZKwEfcE4e+nBcKNCWvQNsRKM3
5xZoa3vYg87iMLDxdlJb7e5Vt3Shzxsuwle8XFCzxXJVnyzfEbfEg+gQRE93L5FZJj+zw0o/brVb
8n2VJryyxs6KrqAfxw6LpaXUmNyWUXhFjrn+6PFmI/YB/txH7xtgmdK3sbNW0FHoV2a5vPfBtoyp
mRv3hs7MLCd1lvqlSQXGk+m21/cjbexbm4QLPjUs458S4uIEA/lUd/hBLvEbuXXycSVbgatCY5MK
DzJmFmv2bn1Ikq4WTNqd6xx8tasQSVVkf2EhaI2X7cxsnSaFG97JoPCuMBpO3DRey+VNl4H6Tgfn
fnjKsAsQ5AgTTtd7GPn0RdQIOrbdGU9FW9nXaEj7EWJ10ek83sr+W+UtJmaFlpQTJg5JOB3mvRyf
V7A2l+a9bPoDvQDQYrTsFYbRSgwf0h7siR1QoX6sY0n5lGC2cb7FncWTt2v1MDWO+IChw4ztDsv6
uDuTvje+2L5yPrzPISF03wUoZ5PqCXYo1pjF8Kbwi7gty650T3uzlt8MHWOcjbVhD5hEDGPp3rjd
S7mt7de9cezXtXX6LyNeQa+WmsbwtMEfvEevH32rqrLosUU0TZ0PIHBtvluOPsFLg1VIk+n+3GGB
f50wMXqVrVY6w+qIwZVO1X1XBpw/x0kq5MwtPCRL7DUY59lO8xj6BfZ5jVtAKvG5/+00wZo5SY2S
yZgFttb6lIwgLLQt3fzM4tr9VEdJ92UJRHftDFXUXMzKtkXe4A3iZxuXiU5n4dmkoLjkJKZm88vH
whpMyR7OrV+2RFiUTb0R4dB1Y/CztSIDnMrK53WvFhw3hax6H2i7sfsDO5/tqg83HcF6iOZnp3TF
QFErvejUYiEdp5xLKM98OqwGzGLfUIgob1XRFWxee2f9gEpIVbGNID+S5VJnHfm+zts+jvmj6SPN
vDAz5Vx6vd6C1HTsEdM+aXSc0nqsbwOqgTZF9hKDxdX0sqlkK9CmQ1/5BJvMVJhUQcCuWJksHCyv
dOXPCYABPNuxIWOOk9cefbiFTubPhK7nRozIcZGJUBoHSzIS7z2uKmkAUGjyDvS0hEoi5cPSDERW
i02FHXdulyRZWQ/j1eZi78ZbrNc6VwSY38pBJWFGWJP9XOgx/JhYX3xpy5UeY244nwtM3xGcMOh8
ytNkJeT1yfbFnTErT3UVVU/r4q3eE0Eu/ucBKlnfHuOepfcLO+vp5zK4FjV+iheSUU8Td11wIg+g
v23cZGGeGdR441TwOS4w4FvVwaxd8bZQOy7pDLU61j0cikyGc/fuV0WNb3oh4xH/1hDomai7hNG5
W5enYdoEKCs1W5zWaF5uk3lGC04K/Pohhu08sTEgfgpM0z+YyolanA5Gb6P5r9Xt1jvuQ7NquzoM
CLSqNO4m81Gr0LvuRGQeg95pXhSnNMDpeNgejPbGb109hM8ti3YQtCpk3Gy9enmS0K27m4jcnJGJ
SG6MlYNL87wqpwYSWteAWYJCWg13Pejq6FzILvbWBhAmMIEHtG+bbrZhM0WuCgELxqk8sBVoI7qc
2tC52xCDm4MYnYKZy/Gqq578P/64JUYttWLt2PlIfX2qrcZ7iEFOaTeg4vzcMAF6WZrJeh15L07a
4uFv2AtNDvJEpvX3aPZ81iuMyF4G46C+msG0+lxM/RkHpMrcYSwrO1RY7jYc6oK3w1ZDh1dII1r/
aAsEQu/SQa2c+iy/Z1znipVOJqGhxJGLiZ7iAA1txsOtCKviLtC+rbPVqORLuw16uHCx6jWnVeHy
egYX7P7C3RjiDoGr9HqQXlu+tBY8WeCLEUiHGEURZja2r3UujNjnazss6+KgvT1K8rYN4zmtpj7a
8g4qRkxbMrefUWyYmsW8GaBiRxtfRJOM2xeAiG7K6kTa8buwZcBWMBajfTUtzh6kEbenyKbeoz2b
40I2PEy06ScWQ4QhTAuDwxD2g8oHpQYDfop04+A5rc0AWJU2blyJgeBxJC5WOw+k4axQN7njXlxT
xID/bXB2dex9T9mHUNX6eY2WOck3L5pRMIesslIf8sV+z883uNkcsnHL5zXur7m01es6bt5FUsvh
R8MNJi5WmLnNMd6Mqo/hMCT3ap1Uk/OwACHUbjQIxoywSQ6dg1o0rZaABrECYO+P5+vRuSy3qotu
awaFH4X0Ca8bVu9rNwvT5bV02jbVuLN0WSLRquA6tzsfQevT2aTAYXN4cqLenR9MUC37K6CHnm53
IPDw4NPGiLSQW/kTFV9pTg6rO3WtiDxiJFhEpJ47PEjdozNghZEDCvrDJdTiujyu0Si6O9/0hU7L
bY/ayw04fWQS9UkK57mgCQaNrsyV8vzJeaVsMdEkPSqEKq22cQlTWXEH32lbVsGDlWB84qVWYvR8
QDwqH+mqivDS1qob7zv3TBBr4sC4ubK7/b2rgAK/LWfx5mnmoM088jaLO1HZzsGj5NWHqkTvl60z
kelU3VY5xyEuF2ZTzg+rVGfDxK3COnjmb3aFf4UbVThfJ+em+4nckFj/qKW1TDzBFJ+0YXzk+5qq
Sd/hvbpQ2jq7HvHqlZ53G2kdVldMu6rJkEfUAOnbJnAOLbjxwx9dGPTJCShflZmMJ/YjIiiT9cBu
InkWJrHgAg67+8Mz/qQ/yyKclkO3NU1CRvJKizoNbHIz5XSVe9p6M2y3GMxazsmqK5Z6Fmkq3ZE6
N3xozxptcqELbBtmdqFHuTvbe1/W4CBNYfRG85I4Hyv/+HoDBDc0Rw8Qc36KBDXoZPaW4ZHvx7nv
bNRnWY9CgQ4XGx4vc7AXmW9cq60uln4lYA+7nuXGIVVxfOdiibeMzVPrPFjFEHuZiPvEevBp4HrM
GvZlvUuKLWZFyfO/fXK6Zdxuwaoj/9XBECQ6THry2bR0xt2uahNv8y3PgDNnTJk9Pp0zD0Tud6jk
03WdAvuHw557zOMKaP7S26TsL4F1cReAf88lMqNHmKhbXBYXYzD3Ig/CaptO7gKdKEW5YtxHCTw0
parZbMAdGyg9G0yn29s2mrgLJHPslG9jC0Fd412jUokTtEwhStjXtrPWgE6VN5rM7f1kZjTCIPUq
AXh733vDjhlu+jQfGFwL71gOBU6AJfVivWmTgXPEinvX+Uzr032pz+IJ7qoKWxy96MXKOyKlG97m
UtTJAU5AqLOim9c3t9lXP0sQRu8pB24OL0oZ1fNxavaQKSIhr/7gtms7Z6NPdm0+kVBoDgUOc24u
Zn8wL02sXJtlpb+Ej8HUO9FVwm6VIRFfw8yzWt44yXfz0zjoAoULMdVdtiIy1dlEtvOeV3JdCb+d
zTzrq7Ovt8n17lf1AVWNy8cKd/Q0whq37i7Z2uAz/zgXZMeHe57mbXLyfV4S7C3Y678zSU13mCCV
5oIln3jxi/N1RLJ4bN/YQtvbsU82Ootgo99kY2fR5omwVP1VXc7ci42w9jCHAbKz/Z4jrzcZMOrg
XZFh5H/xGW9h39UzBncpYGXTMjYUy/7cGXtQKcGLccF6oWXz2yVLURzt1fb7JxYREz/MWqvyGiAD
FsBUzTMYM/ut8CC1gIgI72xilV1KZ30GhhflcdcFbqMoJcIh78n+gecdxLO+a5fIug2gV8SXwAlh
n1q9XTnXAdjH07IWAWCpgBDGDnWyqGBj0gLN+Y1PQlIE8zCTxsMaf3JVD0LnqEIc56gMVVpXTJNX
/R7gCUwqoPMZZJYRQ8kRb705aUFS1VhMb8J3uj3vtr0qMhXu/URUXudXed3C3/naK0Xn67GeqtPI
k628GLtqsu+TBg3lUa0qtm9t/O6o4CuQATtN9iR0PUgDvOBAC4Gpjyy2cD5xGHdi2McJaY+oJSCv
A/PXuvMK6OefgrMjx0szCyFYBq9saw99XTD3+jCvgy99WNlrvqwYDL/XcxEPLAuoo5L+HPwGcNbm
oA82Q9jJH4Es73bXqavcgvjqHeZgS+aLtvSn5ZjADxRfllGPtBOo4tqjtnAS7+VquouNNOZHhR/1
9UjE9Zi71byzVYTnkXvCCdqbyKu7/pJb7v8oO7MeOZksDf+hQQICCLjNTHKpvcplu8o3yCsEW7AF
S/z6ebIvRt1u67NGI81Nq7vSmRBxznue9z0NpOGqkEjUNDIoHJSY2V4vVPOG3pVFe9XHWcFamND8
auwUKQICahNcunwglGnGCvKj67zxcWH49Ya3ff2XbuIyCJimTRyRih2fNUPIA68sbos3VrcFsj/4
XelkZAlREq+EIDP0gi4Qx7YlOvCV7BqQdckuwp+lGVd703IILqmzqBgKhCOPHPyOsc3C6+a/wF9o
7e6bCvn7p66XujzhOK2a/cAcWx78VkbzsQ8Y02MrWx3T6520ZcX6b9ed5+4+J1Z8Jq4YieYO5lXN
x6jU/ZdpgI1CozIKZTFxW+IziPbMOBFz1rGPvsWgX892+Ew30cyPQ5gUd7iKh/xUDNssjhqRGJVg
rpjbjon1WjCbVmQssKsqNo8vUwzdEw2IgmPvBnIX4kprdqsjlnvFzD45qYXDZO+NjAz3YbP6G8u1
Bro544zKHNuq704TsFW+FyyqKu58hmbNITM4hs8xAVlQuFtbbQdWLZtur/3Ns4cpD7XZM2Pgxuaa
V4K5dmCc/RbK/H5l3RBB6u0So+wlVfEwgXBCEhUm5B+mPJtGypvEaUva4b1sh/xhxrUMC6P43B6B
wM3R0kd9Koo+etj43O0+yWJD950r/XlZa/8rIQjVSxDW3Zc88xrIi9kG9ulK3sT3npgRXWGXRkJs
EL071vnF2u4WEmS/qCrsip2Y4npEAnFYTZePUWJPdnXan57ixT7Waza1R/YghuGJl3GKU7+Qc30k
OQJIatLb1p18J6rWUwRRMO5HlcvwiCFozF5nQ7N8GILgeiG0k/uZ/zFvuJsoWL2v7JxNwpPWjucf
dLHY4tjF0Zgct5JlJi8mm9XHoAx4dZUesvcqTkYUjDUQXxj3wHGVxIZ9mDYEw3TNl/DLkGMh2fU0
eMyKKVp45TmYPo1obsU+K4b+18La3+agmA09oAhWYDXRJJ+IBhiAG+JwLo9M11feJL/I3J0rtII3
0sZtCQvMI5Txxm0/FnpNPpZb1P2CGg7q+2BzFfByg/PBn3Xd7KUu0NhCV3V42no+2Ycp7HVxBt1i
t+E6o1y/GnkdWlBpm+do6bdvHixOQ9hkTM8aO7r/wYCuVHcsReTCz6JoDG7FNo3j2wIvKY8Ze7mC
01Bwvtz4DhLvKbejMId+FDPMjL80WFAzGpsSSWm9GCWnD0Tz8og6TtR9afCyfVsgr5+dhCTnfZsT
MsMbyTbpc7kSF3Ao+pktI53N3OBKZwm2lsLEtqesm+cXO80N/fTQEQozMaFPDn68MTvKnXpCrisU
uwK6jvYWmGPZxjMgk1kOzty7T1iMUMt00Q/kitLvFseGdvCnnuOV4dQmGUYPOY/e96pdh3wn/NX6
qJjz2l+A/vgSKCS63ciKkOYoiskrDtE6Be/0FyADiGhb88noaeEGNzN3EotomWrv8IZo8pE7fyxS
gwhb3le6VJ+KpaqrQ68Tz00raQb9JvusjfjRBFMUwZbc6ex6U7CQLNS436ZsAdwBxg8tSNUyfxsn
x5Km0CsznSGFWJkgw5Bt6vHCNp6D9Kvw0aUeXn7U7CEOdkYwntsv7oiDuG6dQkN4DZE6FkFJtmxC
5h7pfKLrPi0+SdfHYRnYoMuZVImU/18zN6GFa5nreDzPY99MC35UZd+8oszaEwm/ZJ+B7QVTmvGg
IvtC2n8s69yV932U5bAK+eTl6VpMaOhu4kQ3m2M6xKJC9jUznOFaoRKKGe5ZBQcwkmM8R1zN3Qwi
iQFMe2lrVsIc5jbO1wPsW1GAmXTIWHOXT2zP7WLUQU9L59PWNnRSfF3vrhOzWNd02MiY7DP+Paxz
wZgI1tIFguCEZtFnzq98sKaWw1kxXP9qR4V8JtGOZ+q4vKLQUEX/Os8qmS9rsXo/o7GIsnRA/34u
7QhkxFVZ4KzoZHQdTzYmxZYdYSlZi+DAPDF87cFpohRLQ/aTLELYnGuIzpON/KY8JVnjyhuOz7k6
UG4Lnyui6+mIQ+vCENHPF8ecsjE+hfzwv1y+r576dpLqVAMq11/HgaT8HSUHM+mdkq1/ZiyQ3+CM
d8wFU2lSXTkY2+2jZqW/95Eg+xcdoabv/DZG5BvL2FtvOTfLZR8mXZzGV+/YbmKi4J1DglubE41R
gdsvr4r6BnK5WoEywxFjukRpO/KEt9W9B2Da8AaicqQY9rObdtiG+2Li5z/ayLgfGJ7NL0kski9+
6zP1LkZuRxd92uXhAVR0f6khcardxGCzODAI8sSxSlaGG6jwNUTYihBuejW8yCVwlwNbc1Ysnabt
4t0EOLcALo+Ln6K6Vwz9POXDj6PRq9uKnSYDdjlvyhnko2u9yVZo504JCoFD0jMG3gduRVydX/iO
fYbZQHmb+iyJDkvthvc1DFjxsmmyjUr2WDej2UOlqPt6Wr32UdhlYMg3bkVyEo5S1yT90Xtx8WES
zucof33uE51jHna76eeqp3K5XdGA9SMlyXbNNIgz6uHW1e6J0SvlSBBNvf+EMqWn1KGT7jhd4/Kz
Hpcq2InMD4dXi/5LOVXlaMMU4avz2et7Z77bao/pnMVcEj4gf9XzkW0CYfDR0bUVB7CuFek4UiK+
dikL3g2gpeIwUtiqXbWUk8PX1CVPJQ0a8jWDUfcM0Jy8C+jv8jiZgOcmSeoVlFGI7buZk407sOoZ
PeeQNDxU2ZT/crohmV9Axxm8BoxVh6egiDcoUsSi5ckKM38BqK0GkFbIvV0/26g5BRMwVJpPiTOS
6ryN416vcn6ypvRnCtlMv08UQjn+E+28b51DsViHPq6mRDTz8hrjA5m+R4jCoOTBMmGO0bZbP1gW
h7hPE4IRyIRvgqA/q2Xmgsoh4p59uQUBOkiYfG692v3aJ4P8JCD1zbXP69+bvC6TD35WAo/7timT
u8Xt8vppteKqWMUq7k8+2C2Mr+C22nc+w95nq1CW7oah75M7r5PMF4Jprj6E+EyjB2cyfnmiAsr8
1K8YpLCpKJkddC4nG+hso1ytd2WIHpUuJpq/J1y1834suo6jetRuyyLYnlY/87wR7Z/8t8cSJrHZ
Raoz4BctnfDThoCkD2R9tdmOSqNhd2tn63kHFjuQjslKOrT79ZpmQN81U7V0lr3HA8XYdUOdzaa9
HDaNFKZ9I/Y53zvRVaZfNNVFFHd7lwP3WsLiGzzojdk3wj4M5U3GK5jsN4WGua/6JtbUL13f7olB
5hPGSecOv+xaCr+48tFmS4fED/29hyz+rqqlXnZ4QIWfGlnI4H4cNL9jMBLefE+uBQh1l/jd+Fqj
0drjxo6S69OYIMrhzCjrvY3Gtj4GoCobKCbdTUmSB0wU9zWX4ByFb16H0LSn0vWaU+WM3XC7zJV6
9YauGffzWG7OwaxQukxkBcxygH79aNnA4RxZdt6ItO3yvLtZvL4sboO4m6lUxQyjyVdD/dmqZXto
CU0g4quvNemqa6lLms6xHSm9k+0GP0hZv+F4lmcSQ81LLwrwobXvuq9LKOtfzCLjV7bTIIkbPwO/
ZwHqve+G1WON8/lpafU0pCuTCghPs/kvNYUwM2/G3S/BzCXETJMIJGqjZZj2We2DP7tmnI9LO4rk
DpnSkwcTF+MX3oaeqxQJgNG4t7DVQVOFvjfxPGOW2AZwuC0P41/5mvh5WqqxWveAcWN3Tope/Goc
8NY0qoEqaCTZuUd0bl92EfPoav1msAB8XkfuiOtMOxqPge0r99HbOOf3jDH84SKUyeypAll/h5LC
BOFvTfzqsfl4eOyA9CYkK+kt6Cxxph9NvHFIj/FMjN28xuHXQlWlPCF1MC3T+ahuhNwSTA0k2Ndn
LvUJ9FTmbipDOTQpTCvw3IgH89ZSWW6QdgQM3jRe4j3radTnrNUATX6f8Y/a1JJRyGg3uIllwykr
Bj2+z43ju0dZlJzv9O0csnxImqRK1VH/1eNC+bgW0TjsC+JxROqGhYjPjaLAT3FDBR1VThuSDZXl
WuJ76SDLymhpvq91bD5vm9ObG0e6y6Wa8jl4iScbbwGDZWV/uN2CrSdofUYBC1li7wN0fnhrObgO
AOZliyu365OjNSH9F9rtWjRHz1k9hYVhMU+F47Q/SPygH95cd/iiVV3qI6gWvHI5z0j7uu10SH3e
up9ZnTYWr/hwlo90KHjq1nhLDpvl3oSaEC7umoF7eKNU/8aqw2U9ONpwkLEgGzzLFTH4c0OL+VDC
XH4kVIBxW9AX/XcJqzbt4irpbqXQbNGOM4OYM9pK3SJ98PyQeLuO+7jwwy8sDi8/bSpWcjcyMCl2
wwbmgfda2XkX1IWCw7oOD+9ids+sqZeN1JVy8iDFMV2DcizC8VFQxo30r4kkjdfANjlzCziJ79Lg
dr7IebH4qF0bDUfpA4rvM3cV/UlQpmXXuX6i9jODjLR3CqovEuz1d8WLWNxMLbY1xETfrw/OIjhg
jaODgYuZkvauaRhpQPL3sCUQhQD0rU9DkNZj7Ixpl+TrA8lJS/TN8k2Ss0LF6N52MmhwSZXGn4+F
SoxIo0Vs1bmWa9DzfYWcEbWtJxw/c7GqA20N+fW7lUJyZOcJsxBE+k5/IXsL0xc/hVAHZqNX4Khz
k29uB3m1gxyv1YN1x7pPnSiG7aIiCQK+3KDlbG77OTPHAbPMeI4dRHdGuRZqdpg8NOYR9nU8sFFE
JxA3G4ivovzGuJezRiwl0dsHbSmmh0ou3b2U05gfZDHl8i4Sm/dNrGQXM1mdl+CEsLRup1ElS/e1
GuXo79UMI39zpcW6A2sx0ECQ+OL5EDk5Li9Kizg+j95Slve29/R3muPthfOsUiecNOreGSPTnZY1
V+EtkHjySjyV+t5OZiPkDMo5AAtuB9Z/6VYVtJREeO8aOXM1Q1W1iq4E7HSP2QA7EuPbHJFJ0yYe
SUxjnV+vBFczIF5oWao9T8ETxipPHTN/Ku+IYbZTOlLqVg8jHcaxNYLcrcTpB05LViD+YolPUN4A
Hs5vSZCph4BOYz2AI04/88iVb53AdvUQJ8ugz3Zwp2dZr6J6d1Eg7Eebz0tzjqctn3hGcZEcWtnP
CSVCJcdLmUvuFg4/7+PqkXq7r4OaU45in2OXG9CQK0rXNJJG67XByVlM4BzwKrQvCNjql3Zm53sH
xkdfZ5gmgg6a5qvTtFSI0mN3wZmZUaTSsKgryqdyLVI2q15HXrFQAEpUs3cDikJ76F0wXbztogrS
ypNOiGpv5bd2LRjeeTNOIaqXvrKHtcVlmtZSwRPOxLCJc+RAkJxKY/13aSCqDh5gdn1yI5l9ixY+
6mAyQ+IR87hHXCOgVmYFi7mm4cDyTE27TZcQ7ftYRdvaQzzwLDUY4trhc1HOjs+Y55pAOIhwWU89
2mfPodDEX/EQi2fwCv8bp/ocXVmqKj8iNvbFB69wTQfbzx09PRfVopngQJlmadms28L1E6rq7Pm5
T50dbTSXYO6tPjjI42+6LwJzEhutFjOtXDf3hc8SFbx9mTZPbhF242Hut/mumqsW3hQ4ktZJMAm8
x3ihXbBYZRn+N6Jjs2QwKbOeHQ95e4fC6p39ro5cOK8Vdw+mjbE8EAjU3oZl2weP7JwohmPkXGWY
cU7UEx+o/QJnzPezs8zJqNc2r0BSYNNy90FkK0MPY+cJzJdIe1wxi97Gm1LqpEkTF0Ktwm8Hi09Y
eXzijHPns1MAsAJHJCOnI2L5K4D6Rv0c9n5+nw+mnR6WxFqDD1Ja6AUXOwSjiwnPy2iw2p/Q9DP5
wodq0W+x7mT7JXPFx0wz2N13nqLdlUWRZMB4LYdxUoAMbq7Bdj6DD9xlvhPKY4vp4baqeOifpUty
0pk+HUCfHguILuo9J3urq9Wgh7Z6+RUCItgLbdewnhzGvOIGXJ5CM2orcQR1r3mQSlXdG+0t0Kkw
8q+4p6C/eE51/ULxmXwHeazwDcvc9HssXT4dKwGhxWvUF/lXOCO5HTuiPEM6CXbz4dgKpH/sm3+1
nSTlCd47NPfv/tINyw6etrxHIxrUDZsempk8rmr8tfoFKjdiENx/T2ggD1Df8msrCnd7dEPT2RvN
q5wf6kCpJ5U3JQ4Nyav8idu5xQsAGZDfF9DS8Q1guRIHU2FHBZZkjHvItqm/bWpRZnsUvPhzT+hU
dcI7SCVjmqrsLnLwquLG85VmuyaLITDoMGIiPZPV52izGXPv/VAHY/d50RVvme+XhFoSl8YahLB1
pylF7Y7rR0Bd0vajdcOdsvld/sjqOM2tO9dryhAgyNKmXJC4O0fEH9mrriFS+m3J7nnJQCyuzdwH
Nw88c65tTOWSyZgjIgoxKkWYfePD6I1c/YnodHRnVontQCIDcPh6i7xfqsi+qSGElxsR5ZN9IzKm
bknl0tP45bw9NfwdvhWcCooXuKMTqXzZqr0LPhCmgs0bS9oIfIFp6wUoFDpH19uZAdJqH+V+UJ3A
car46Ku4CU6rw7CUTK52OLmxAq/tx02ocxBlKjjOqhBXfiwsH6dpyTSMWxV1j7YZVPvM+6ujS+Y5
y3rBSIFcXAfmsZA4afe6K2aAUb5EanHiq3y388w9CUFrfJN0Q/uQbxjaL8lG6gj4S2XpIdQWQ79k
5S+L03W4MN6kfUKSSpT71Dhh3O2IWKsCnrbS1odmKkJ9GBijfhsbRvmpHB097HuJhkSJZfPnEV/A
+rWfBDMyRcVWpRlwSHTqZqZd524eJJUj6xF+Ca5IPB6S/UwHN/LL9jSbYF6eJk9XEea+evskF3L8
+RNRE2NYEMNtrNfcPbkT3OvO2JzxBJEPHOxtjl8RHarn5mkqUJjdWkUeHzQrmXsgztXgyq4T/UgK
mQ/73F8LtY+HrffShkjry5pwfO6hLYk5Da0fDdxf6zB+HOfcRsyp2K6kKZoorYfcbB/HKoufc0Y8
HqUDSP/BDSZ2enuASfDOusD23BLfjKujDsdlF2ay/8oohLF90iaCHjYoQA35chSaBXVhdQYm96rU
F9Ii1UQmUEzBMBWnxOfk8ugNiP+XDZQG0aoFP6UEq9wRMRC87tDLRTn7shq52zKSH4PLagHKz+Ha
xD+YOWDGQg4q81Ss/SpSq5vtI28x40TMmNsu9jbtnURLFi2BCnPw2sMf6judLNt0k/fh/IkX/Lqh
bzZ52iRa/xCT2H6B6yocZL2zwYTFFM+Rgfjk0ojxP3Ulerub6ImJN6a65OSsox32a55lNh2EoH/i
cX/SMFK/GKInBxjAqxcJZXp4s9tsSz5cRC280G5gLZnz/pEhVU95uMK8XKjcl5i6fBjinc4sp55I
iHjYY71pdcoSjxD+pec0OqwFsfA7itrt85yE0wfRe+P72sjtXBNTpG56dOpbSVLa1cS6YL6pWaQC
xyvJ/0fTysq7HgbuzS+GuKW01F4Hhs3BzSMv+zUl0ypD0WTdijzHixNXh00UWIOSheSNIgZ2OHWA
fkQ6OH0MkRDn7ROLwvp34m6LF7VVzrtnWgY7jeQ2uSMbqxYpQuUc7gHf4ztZrhhJ2LgTAEK5LPUT
lQSQaDJ/OV+HoIz2gO7R1SHs7sdg7b65rD9eUrMGBBEQqIBnXMY6j04r+zsSFEGQo5dpixIaPO6e
Hc1S8mmExVP4ZjITETOUha8hNHPJiMZfX2Vj+89RULF2Sni6+Dpx6q1pjf78rXcgvnZAxvl6IpXe
/cojQXIobYpLXySX9ZGAieCamGfDgD0iQ1WlY2LG8Yk9LwNQtbDe96i3Ld0Ic7j2oCVp2ofcyu6D
Iv1HpH1n8idFhNQPLnMZHRxTbz6NtCcga9u6/tYyqVtB0HtJX2OXAMpOVIy0hlmDE1lBMW87PKuw
sXEVnqVPc7Yv4O4Rj3wymHfRQD7F3vcKJhrBmidkVCjijCYGNOZU5XrOuOaX6I1N7Av+FtGEj7nM
6YW8MhFvcyZ9/2S0XJ9LVef1bQS48iuSs3obnY53ueHd+pdEas2BxLtG7olGKj5Jrcv53CuLX0Pm
Mjk7ifCXB/xh7Pmak9XAU/pKbDdxBHVK8TijhuiKHaa7alqj921ZwQRWk0zZqWIsfeth2lPHju0p
LqXReJWNMUQGJ+vY7c7002IuPha85BBVNK04DpdE3jIlHRtewp5P4RiNEI1Ps6yYgZIpcQi9qewe
2jwj4oKn1/1YcVq0J5Atdj05otrGlyoy5VM1bva7h9vhsnq4Kq9zchbST7Puc7bGb6HFnBQjWCdZ
lPj7oKMKuLRRH7igKA6Zc4EqqvwUks3AUD4MdH5YA+rLE4p84X1Zx3V51cHsjEdMjdG9nfJmOEVE
QrwrQ2eBvNo1LwCd7bJbQr44HgOSCvbcmKRtLFlkX3Rtwm2HkLBB7w4OOWy5F0GzGGej5aHb3/Jz
jkaZ+u7KhL9UjRdQuMz9j8mPaRIm0IJpNy3RGtDt2Oy5MY1wjgIDwXe3rkV0CRZf/DS2Cxuklch9
ymzVgNzr2LxdV0gDi2D8p1QI2iS8sYCWrHonNeSxJbsKlJlhkrnZujm0R8zm7VOMAM6tQQLp1wUD
PaJ5HI5fk6gpnItBXvvQ408od1ii1cMERVwyA+qCJw8pnKdsE8wC/E2r7B7/ocLnWQ3J4+jV9XrC
l8kSXv86kYGg6T843oQw5bZ+UqThVPe8Ps4wmcdkydc83ZaaVWIjye/6zPFExZU0Hgt9eRxrVget
cVXzPEmyRFQLO1LkTMc4iaZYnDo/COF3/qUQNVdnKNoG19R+w999G+p15olroJgonAomMWS4GNBA
j5nVt2ookseS6410GC6SLxH2ruFGFVnup84q0R8QJBaRSjJG1AHrrXzxM+uBvIuuaFhXMcinqeg5
5UdDkec0Pe5YInHg9hAuGMjtmCfk4mCrrENf8zt5dJlLwTi1hQj3htkL+qPr6heKNAq5RbseVreR
Y+pkQ7E91h5n6G7eGKMtYamuJfSA3mznqEQZ06rYqxUOeDdnLFO6FZ1bj1c7CqXkN3oaKUkECf1H
vmfukjB02RiGn357Dsjj+pzpfiR8oRBw+FZxghxJ7ZqGG5cO5iVfZIUNP+wUiBCGqnmnS3D0e2QH
hLBcj8GnLK6ypym32b3LpCa7DXRk5Z7MDWdJk2Txmp3dvGi77fKA/LR1cptfbB/s3p3CZJ824FF7
qUjk+sXwQ7HQrAWB2KEqzqSC9wXamJclzR3x0By6IpiLb+QZFfJEqBzLEret3iLaH2IRLo7s+ses
6D0U+IjGKw0HRn38DEWLjymMMnGWDhA9fvzIQjMO/cAMQsfeIWibfl+xbDA8MxZjVAEdU2aHwMoY
eA3Smd0bVW3aFzwP5mkrzfwsGj1yTAO0j9D4xfp5CK79Cf6R+YYsBrCxuGrkcssZl7kfeBoxUkSb
aGeQtTD00jxDLMEICr+2ozG9Bu+703KbxSusZOiEpGUyvGv2UZx7br6rWLH0s2fCfkXWcBrvEO3n
d+PFEOD0KcNLMXUg+6Th3GooqTDNNkZw5Dbl+NEykasfeW+89QAyTvTLNTPD31mQj+wYortMBAaI
5HOY+cUnotr1h2pVvDgqaKfzFmnXZQxTBLcYdHJ/V/LQEP1PvVOmYSVIldiUm5x0Uoo7prJTyzZu
ZO7H1tQwOQjV4euUxPO464wYeBHAfzLkhJwbM6B8HB9spvpklxNWFe5Hr726uHPqmtTJvfItGsve
HnsGLeaJj7q+DFxOBPM7fYKCGoViSi12A3hK7q6IrytkwtkEdvxE5BPTn7qOu+9jMsth5+VRzFVR
G5wbQBwwI8EwQQLm1+UI+1JkjToN7grpQygOqztQg8T44NtEvSL1R+EDD2JNZqgfmSz1+pA7DfGf
0XluoK0RLcM+T91qIRGG/+rcp8Qfk1tQSksUHn5GQv75bvFcIR8hvBLtIMvDMC9TeRyJtC1osIr5
wfdn9xoiEBf31gon/pBnwfbaXF9G5ImSLrfTSfTqQoAQbxB21W0+xLUgYScZ32aGnuupwWP/0HAh
sE6tZS1szthJczWY5ctENPRPEhOCu8BpAqKNZJzF+zwAor7ByeaS4Nzp9UI6UXgzDKxc3GFsgYqw
VFY8r/T54RcPQfSzB6FJ2QRzhKCJfVN+iPxadOk8zBFJN1zI+xGT0YUgirk/8Z8V1W5cVsw3tR91
7kHgLGqOcWC2L7VcULbtXCT5wacDbr4gysYpFt+rpCMG6mbaO0ecAQrNzSxmdCQn7kPqEhkmX5me
+TUmfK+43g+kQ+OXqBfxShKb+2Ed/fq7w3PyPjarvi+CfLvaRjJO0DDb2u8Y9d2rQ9lDLksIsftZ
NA7L7Ji/ROtu4/66TXjSt9s6aOonpyqrcG/hgstdKEEN3kjGyHG7sYcYdxrxzOj2lk6Re4Zh82Fa
u+VlLUs7vWjGdfimkmH61KBJgoYSRP8GYbHEJ/Ax0UMBtZyULIWU4a7vaTzPi6ud8QuDcbfd+4vq
uzt0DX2jqa/saQCL8dPCzR0sDSBchPQ0a/FMHeJ/8fKM6rO1YCMw2xMMnHXLfiJOh80Pu565kkZW
Fl15sjbZcJS1NcVzF7kJz1zRBpTJHIDrsaGF4xTQo9c9grlWD5hphvJu6eoQFMhtgK6qXLTQwmWQ
pyFackcJOV/noD0pjM+koGFdDz0VtxcomUjs4bKyryRw5eVTZ8KhPLIKw2/TwU8WoMzY7x9Y4Nz3
O0+5fGqMNr5/48fg31DacX2qvaYubhBINXUb64lmqKxxc9+muHN+0I23fLuLls9b1ASgl1s5RDti
I4360IN+HUW+biat/ZWO3/rzCAArMn2EqiufPJKOiIrSurMPqu8Fa2ex2rAADvo2bx7+BzIwciY1
LZconosb4jk7eT/7Kkt2Vm6rd/gfPxNDABTbXGw2synLa9quJXInaOt0IRV4PUKhu5r/KQuUoMtu
O3fD1sq0NtxYm+GHwzhRLX9J9/xDkGhEgUO8Jumu9CjX//zfonEZfm4MejpzITDa3XuhFnAh8Ls+
febfwqGvQZu/BYkSEoLGGhFFyf/9FiRaXtNCcfSYiyEm4ZARepSqyI8fNsJh9ihE8ouTWfqJhDqQ
mTbsmaYaxwhYir+kb/4pKFIKVsczFpKsZfotEtThkUYuc81llHY6GvIwiclW8+mfQzf/kIEZScLh
Yl9ctzqI3+IonRwZd6MNuZhs+MAPmH8WEObX2aJzQT+gieprDNn//Ee9P37LBOB78MwsD/p9p0mL
BXLJEB0vyzx7T2AM8SnwPWcfMJA5UnWRXARfkzZjZA/dUvU7lpsm+27Rf1vK+6dHi9iu//sg10zS
f3u0SFsa5BDxJc9NQ/oemFUce+oWu+j8lxWtf/w5wTVYCHUNdv+vhNdojWoZDOYSMT8+iViEDxGx
cX/JrP7jX5GB5NsSArDtt59zhk8xHoToxWc7K+pUEJ71MoTpP/9+f3xo/u2v/JaMLaY8gsJazaXD
FH1hQ0WexkyHPpPE1d6UAyAlNd/8l/fhDz8VK39clph6rmSv8G//NBbIJwiNgblI8hDTsNumB1Mt
GeFt2P7++d/3h28RFhSqJgJXIq3+twB0Q9gSPEhpLiyq8/HPTlF8BJVkeP7//Ts+T4Mr2H7jEUX7
+2FTtBznQCw8feUoHrT1QUXtmv/lmfjvXF3+CmWkCCQeyf9KnCWsES485MnLiFs8xrr3P2bJ6qw3
VpX+BR0w8/+ymv36+//nIco+KlZKcnZJAuR/f9Z9Vp1I8ojGCyWC+VSEtBlOWVfp2kY5kcrXrP8q
0qS/Zb7/l+Dbfy3q+O1vS5YmJBGZ4+xbldff9t/faKYuGMGUvUyzE3mXCtCX6KXASWiAu9bXl1nC
HV4GQz12ZioQ9bQpXnhjDO6EY+UmPX1VhqeYGT25LWEtt2aPJSILzy12WiCChhxQJq1xkt80MmQK
34F372os+U3KOigI2YbME0jB2gavcrCi+8vx+d+PJynXXAwBxEzA7prftg96Sa2VUv52KeIqeiUo
Co7BFu7zPz+c//2+Xf/K9XnhhGY50m/v21A5VcBMY2NURcxA4SwT5sLCvyydHU///Kf++A9KoiRO
AiIUiWX6z9/Mxapq41zyp9iXnVYByuwVHfzLW/2nfxBLLtggJ6IgQmj/z79CgFQyDEnAkkFgov02
hkQfWJo6PAt/2zb4hxcAZdNFW6XrkUzl/vNPwTa3+Bbj9ZLTIOld3SzkQ5nlGmlEgKFf3BGzWnxd
kv8l7Tx241baMH1FBMhi3nZSU8GWkxw2hCwfM+divPp56FmMm0004X9WNs4BXM2KX3hDC+xWpMoY
blws87+/OAQOw2uGDWWVvsDiAqOaGmetUQ0e5RKFEmJGv7bogelRcXioKjU+WHqxZUK+Mr8OFUAT
pzKuGZybLz+69MsotmU9erESYelh9enRrtv+qCN78+9LyVCzT4KBgwdGkpdDBVaMiHzC3oyN4Zsh
hhZ2F71eSzeyjZFWZ/KvkRabRlYKEjJtNnqSIPQj2C3rXe4WI9QY0XkVKif0ZB3rdPs8rA7q0k3U
MdJRiTguPw8+HAm0A6GjAbzxkxMTvGUlyYuTC+0p01rxOtJ5/Xl70LXlM3jzDCbVcNSlXji0tYCm
TtJ7ARyX+yqDY6UYMB4oUdcbk7o2lGMJAyyeqwkUCS+/D+1pUtS+HLzeQBS8NyrIR1H3Xzv07sZL
tDKTgCdUk7YHbwEeVJcjVaNR5J1m9V7cdPIZFVH9NGIe8oXWbvXo+AHwxUh9uz2Rq2NiFQTnjDcQ
ZOblmNFIRVGb26MdsOCMrm+TPqRIzB+iAeEkNAJU5H9G0OTG+fbA1w+9rmm8B/jRqtZs8HE5MFi4
PEEXqeLRM0Po0zTbUzwwfhVZW/ynI1ISbKzj9b3NgIZq8s5i9GEtTbNqDl4fiqZCy15pyBnRksuS
qNlYw/VRCGkJngV392K3aE2OuuMgKy8rBuAjLrD9D25siY2Pud6UfAxetA5Pq7heNo3SqdH5svbq
Hj0z0DvNdGdRT+wPIerFv28v1cpg1vx648qFpK/pLJaK7tZoV1EoPQR3lAeJ/eApHPzs3aiWW4ZL
8xa/fAt0JDiJhixtNlVYOnO5vWnSUPAbryybSv5Cr5ksSrRj+g6BQlDTHc3H7h6Sj/+Mg1FKpqvx
1N/+3JUlRASJ48fbjhncMi1BAXLyE0qqnumH7aMqW+Au8I1ebo+yNqlEKy7ZHP5B5vLVc6KpwF6q
aL0wE+HJn7JXmLvZ0TZAG98eaeWkzWcbs2+b5FUsv4fmQh9qg117Vjypd+3gBDE1bMSg6Tl37R2S
q/LfLafJCTHyVUmBePqWb0JZYKagI03gqbUyPPMaoCpkTe6DgJh7uv11fwLIxZbhAefd4UjP+NX5
hvsrhobpF4KDQRTJgPuZ3c+GdTUdc+g5O1gVxn1j1sV/UGP7V8wIxJF7UP0skPneuM9W1pMNIwQW
JDpx2/JFAtk8iErMuAUwvZ/RrqVN6USNch4z4PW3v3llRV0dwWGuM1yReAYvP9m2s9Rqo6j1ItBd
D0pfml/8qs0g/DUUipCBxCPm8K9DGgDIuToNACoYCS3uAJA6eZ5GceNhMYGSg2kd6b02BxXZ833e
w1i/Pdz1GWQ4TBgxV1FpI9qLSGbqKXeF0qm9UAtbD8GL4k7hWzdGuV4zRiHsnQ3LVGp1i3lMwRUb
fu/XXiTd6R1yO85dGriAq2epl9sftByKlVJti1odL4+Fa9biXVAqA+X+VqGBXnfVfVPoDUhVuzgF
ZvSvAcufoTjsuoPmoHtl2UgDBhRZnaoeTiL5maDlG8TBfmZlBRvzt1yl5UjzPv3r6GkIOCSJLDCo
CMv+1Le+dTAU5DtuT93yTZhHgUKjkqZrZF3L/KSLR42XotU8jWgExVXTetF11/aI2e1jJ7X4iCqk
+4RnSnMc0DjcOGwrH4lTl87Z1ohTSMUuPzLBKhnvIiQjBaCL+1xx2nM0kw1uf+TySPORhEM2gBeI
jg6FnMtREPOyjIibxcsTE256Bg81QsYTH5kIVDd2MP/o7DOP939jFMGehIZzOV47KURDvqJ6NAbV
bp9NSfytrm306G5/18q+Z+aIgxxQMurVS9CB9hmV3BKwV/BwhTUdT2gsSQq5cGzQN9gYbmWxQJ4y
gZTDXOhgi8fALCpw4/APSJtNSEhVHD+yuLZ3+6P0eXb+fnOYPS560g6h2hjhLS8OIa2YZBYUHie+
cV+iIg8pcBhF87kqFTBgDu5uETWVIDzlRjPiflEJwXM7oZIJfrUTeyWINARPnNaOToGr1mf2ttbs
a8cF4VxN4YgLAtcqtHT6eR+KOpfKAUEd63kCq0PpJlV042T1SeR+R5h5RA2lFB34a/gEgqYYRif3
g68m7R4FmTzc49Kjgh0H8TluvL9rC+zg1Kap9DxsChaXG2kIBLozqJZ6oerE3gTfcBcraUExAbLZ
7WlfOSOUTZl2rNxXSklxjJAFevITsllh99XGwcaDjtYfWqMt/xvGbsNteX5jFous0zrQOShzfWSZ
MDh13+aTynDY9KErNAXZb4wmnS8BThV7xG/Fe7Q9cH7O8Cu5/aF/gr+roU1SFTIWyqDL1zZLg7ip
KuBW1HYD86HMjegbeAj3Y6c45uy16qBpF7bB+6lVqm8ia6sTuH7rc+UX4muPEsL7jpLh8favWlnp
P/VfEOpMylW5Phs0LYgSAxtUCNrnoJbNPbofxRcQdPHGBKwPRWuL7qs11/UuN5VrTEgZKBYrLVU0
I4satI4Z5U+FAsDkf/iquUovKAJxvy8e5qwTFb7qvJYImcBdQiRbHlIlDD/COJfPt8da2cD6nD9Z
lLgNjKYXn1WNhCBx40we+IApeQmI7b4MgAme2hRRoDchRmXj8VodESbjXHnS+WMxYqhkUaAl+eRp
fWnDsUdSEtQbTi9tQB02DbacqZflBC5G3kndpEtA1HaVvzWdUtpVIkcvCQNxGASsx64ESQU8IwMp
Gryprm79Y+T9Z0z2JBcxEQ/tx8VmCcFxZoHJBZzbxUfAIfA5gQDfFX0a/X8ONT8/fwU8sqB/HXTO
6E3CiaNjjvnAhywBG7RTUlWMG1tzdTJNrGVtS8fTcBkTIBVsOSEwEM9teu2hR+D/rjXS9PcMnj8H
U1m+oItbbuzRtaMnYHEZ9LBpKy2fthmUV/Yt1UoT0tG7AYHBO1nWEXJIcLhvH4e1C5ayvcNghmPZ
y1MeNzU879wdoOkLmhRBUZ2hKWrQJROUv3qiH2yxcCkFgLtRpdkaeT42f68j4qexMuZ8JMjEfZXZ
oJ/cEVHRIXfPxqC1v7qwAVNQW0W+MbS2Nvbcw+WwYW3rLJ+Vyiw7GvAJq9rVdcFLLv0OROMYdQdk
gmNnj9VIOBxy0qJ+bwEx9kZ4rTES/L57j46Wo+1UCADh3smNAIlr2NGoq42D7+xqs2owK5pEDy+6
R/fneHvB1vYGVSCCH/oSxlUknoWZr43InXlV6qSn3lXsA9IBKdGj6mzs/bWLi4BCFcRx3FvLfEnt
kHg2+mnyuroaT0ERNmfscoqDGozTYxgW493tT1s7a0gF0gYkyDcp9V7uCODAehAg/up1ru+Kk9Hq
7RPYFj947vRCOF7mz6oSWtLIj7cH/tMvWr71IEagH/DUEykvRrYC3jkVgQuvUAZRoi0RGa+1iwuM
J+3Kqe8McBDOCaeuJDr2dRKiblBBfwFnOZjfemQT8vewThKBtHwEnckvjN45lGOEVLyDvEByauB+
q+ei6uIvGUpos1aOX7YQOMI6uAeDP32Jq04FozSaFhBS0GvGDxlAx97DSZJvk5wm9CIcIEIH2DPV
57GPbRDNTjWAym9RvHtANUfHN+j2xKzsAKq1aIS5vCZE2YtrfYjzxoKzOxDKt7OMWamlykOchP0P
4LZxemraNqpO/z6mZlMio85PyX8Zd5V4SoSdVKjAF3DrD1WZj2w7boYjgFdfg6zaUfT4X8akA22Y
rk5JdxGA1AHV4aFmzNGwfRZBA9AsuRtOpjIMnzrV3dhw8xu12G8ALngqVZ3yO32Ny52OQKHe+YjQ
e0GGd8POl9jY7E2Eu7eAMytHyqA2bZIiWRZxwWIBXRRiIZ5lg2eg9hCiMKFqCto+GW6laLUmyPyH
0/QYN2P8entGV64pw0BimfiZP2gKX37h1MeNpZr09gQy49hDWNHoHrHs0btjJ0yx0b5c26fsUc00
NORuqMddjmZkA5q1EKm8Sk4t2kYSIVAjUsRwsOWEXomFgPnGPbzyhNDCMNmiJK8UeRZbxinCQOph
NYFIQlXzSSYzPdgKEwvIY/ZqKcqTndv6sM8d6W+82fPuWO4e2qVz+K+ZeAIvhkYNLVcb0lOPO6U6
c/mnx0wC0KsdI/ZwlDXOFrZVh7yOlWlXdlW9Mdtra2u5JNcYFejU7ha7lxJwRnCucSvI/IODlZCH
4cHPCReWu9ubSFsbyUZDfK79uMRf8///K0ZINFS18qBiXQmTxPswNimqQjxQ8gMqPXREdu6UlU+6
3cINxvMl/1E1VX4GpOW8qFmug0KE2fiTU1BZ9xG4FekhrUwd6fbvXDnOPFe4hhiCKIry2OXPBKMi
bTcbJs8I4W6KVqIE3sBC3hhlPqyLdYcvA7ueuiJV7mXUoggNB0FkIT2NVz+987usLR+AXQf3Lf5A
EJW7vtbh1Wjxg40RJ2pPQT59p45b4E46JFBbANDnd6odAfq3IRT/alSQ3SgpCx2Tk0nYco+iGGp+
6PVAMSHFxOrLz0boHrHrxvZPS2kQtUUSWhUP5IfpeHaaCtNly7CTHiHTzEYluJQjixQlJQL8ksv6
sRvH+OdghOUHIwqC36K0Mnnwey2AvetjwLbHrBSjGpTy63sdVbrgkCnWmOOQ04t7XW2y/PvtmbyC
E5KuWFTvtTkTpBe5TAJTBGMRSwhM0ug2Em9EBWX/X4vYz1f41WHzrBqNQc4bdVb/ULUDiqE5CxPu
KaSNv21A4tnGA7Sy0anoc5SozxGULrsJjobAZVpphqcXoN53gal9Ics3nvEeHD7d/viVu5KckH6X
Qz7Kp88X219nSnXrvC9KE29NhbsFKTdZIaUT23gMBxLe6EfaDOG/JzSUUahBAqNhyOVlGUyRiJD+
11GDyCzrTNjgRqde4EHzbTQ0e6vbNp+3xUFxQAWZCOjNmf4yhAibkebipOlepsPh1mEt3NUWFgAo
r2dfgW/3p0wtP9ye1pX3gP1E8dgy6GVoS7AQqaPdyTw06Grb4E8ROhJYiztZ/1xXLtFz1VGmCqbk
AQp0sAV4XrmAMKQH7Ah0hyvZXaxpn01w7vFbBJWKQjdUJ+SzkFT/92uOhxxkIJ1SiCRLpFwf4Z2S
jLnlJa3Z401pY7Mdalt+9ytHwZkRQTNkkxb+sioeS9P1DQIyb0D+/uCi5YXVmlSOekHn8PaaXfUt
uQfIAU2kqlxXY/bmef3rLIDDh7mLRbNXdzbsciszHw1HRsdIMaezPdojleJMfjPaTj+EihMfJnxP
NmZ15TzOiBNWjsItv2TxGyw4CGhKxbZnQjv6msamRNRc80+F05tf8QkPthrDa18NqNiY63oCcKwz
/6K/vtppUquE7GPN0W6Oob0JXWbKoWi6Znmgl4Rv34g9TtIPqLAGUY8542RvXHirX+0Q5RMi8mOW
xyUZ1XEIU9VGmtM1Tgms3D1uOehVASk4FLodb6X8K0fEVSlaC+78Gb+9wEBCfE+t2G9tD85T7CAQ
4iYo1Rr5QTpYm9ilMdteO9FHgA8IRzlqg6099f7RjOtdR8n3gP68cxehQfNyexOu/TDqngY+UgKV
GHURPGgFEvS9qpicXcf4aBPi7sy2Cza+f+VKZKb/3yiLG8JEIAkz9Ai7iwSpV569H/jSi69Db7x2
CADfN73UN8LUP42exTXMQ0PHms4uRBp3sbORpidkd3hlyzprlV1pK219KvKhxA4FR+CdxMYFnk6K
aMD7HD0LuEolAkNPIkZT+DFRZfcdsdbxjMuN332PUsXA70HkCPCMKKUgEgJSC4lF6LrBvu775KNv
9bgZJaKz9tRHZ7a8kg4v9HAUHBCDoDFx5zMb+xCBWLkLE4kGm471L4xDZPyxjKljzT/gTGL6Hx1/
AJdU6HNdMQCKHxyaHm0HRHZNY6uFu3ogdUp98FEhOKiGuDyQNuJY6Eg3FqWwYnRPcUzwdldXthqe
tQTP111TG66y08bIPmtWOyLAIEC/QsgKfevu9nZcuX7n1g67EQoJYOzFOXGjVptdXyxvotNwjK0A
e7RYYO7lZurGHbDyZDIUlfEZaj53DC8/OzETaEaO4NUKovBXAscJ3eISf8KgHp8gvg3nFh2Ce1r6
5lYozb+83JkzqoHyGZcCzdfFyBnSn/E4WV4zIf6Wm6LbG0O01Stbm0p6oGSJRFnYfi32P/KLYxI5
tun104BZYqBl3Gyx/hWh2i//vmjcbFAaHOBSRJCX34NbBh4xesbL7OL3nCRR8QrkVn+KJHCK20Ot
XSTUijGUnoNVGoGXQyk5CoNlyf7IBlu/D0yl+mxlmXiMSLofxYDcum3VG7HV2kS6ZFfUZzgcXIGX
YwYxomsxbqSerQetfVQIwrJ9ZHblEX2VeCM5WB+MvAA0NkGrWBxGo3arDPse04twM+dmKGb9ci0+
I/FkbByA66FIW1UCRgh5hMf6YhuOUWQmRsel7Ip0eqjqEblq35w+lVO4Vcudp+hyx88Zso4pBQVd
Qo3FUOg9JFyqwvRMePawo3nkM0QPT7c3h3V9pLX5GgOjOwPProp3bhf6oWhj3esDs3LvBroW4oPZ
Fn34gPFznmLL57YP8776lWNTgXoxzypiYU3yGQtD9bNrgCvc11lcIVulxYK2OXJtNrKveKnhtdBI
rT7EvnReBtuCe66FIv89wW341JXg809+YRlUKAfff7NSuIw7xQyDLzDFiuzRQQ3N2cUttccdJAtF
2zudb72lbWLqdxEigW+2idYCKtmK+R9OvfpbjXHfe3xVnZ8Sdd1iTwrbjfDSRYnxYWU3d6FbtvZn
uGaUuJJpqrqPzZDG+UOCQ8OHKTf75OR35fQLB8U6O/sF4v2HsQcShJxmJT73sOPBIFWgfPcgu3Lt
RE0O5xcjzXt9FyAT8JYmftgdizGWKIUQMD8lpWJhopdVUr3HhxFNQE3N1F1rz3LqqaW31sYzvpIs
03jnCbfnhJEKx+JARFJVcU1IdI8oGIdGZK7c4KdahbyGGFRrxlNX6j04iiTG0DK03BQ9TmH3zzxZ
2tfJKd16I2L6ExIvNjPAGdJIjc2s2ct0spNdj1qkSmMiCz85uDEj8xEjSIae9VA/OaMtj/g7I30R
07oqFMM9hEYYIzmk6/SYFMSDqCp/vr31tXkalj+KQjnMLHIJGrCLO3jKCmQl00J4Rjq2CbIhjpI/
Rjl6HOw2N/hqT2BYzkMeocjSIHwe7zNXnZR7uDkyvc/KbIhPRpThUbnxw+YbefnDaCoT6APyplS5
+GG0v8CZjgVyVWFRdKiS+WV8TMe+cp9GV21fJ8VNxl3XJE6xR85RxQ+ARhZeKwY+Yi8ik4N6VtB6
0g86TrklshBSvtKeH9+Xkdb9uv1rV+4pAa7HmVHVRB/LbMjE3BNL1FqnWZ6pnxIcS4f9qCPkuDEr
7vWkUIAHWQz0l9GsxTPWtRCxnFDVPbXP3e9pF2DgAIjzvU6oirYNdjUZEs89AkRDkyJ6VGGloG0A
A66fUl4XUP+Ij1A+BCvIb/wrD1PgfiMTVHEn85dPLKmDWmwmkBtBMT5A2nZ0zymwyI1UYG2KeQjo
6gCO18A/Xw4blag4NXKi+DV1AgveLL4ncRAbh3TlbROGDhwAgy2dPvZigv0UJj+cFMOjC4BNPKop
7lvrlsEHA4R0fPrnXUOiQShJQRru2fKKIqrvhhxRbK8oM9MbMQT5MMk42Kh7r0wcyaNNjZfeK2CH
xSdVvZPHKOjqHmFlcO+rSNxA5qre3f6W+V9ZHFeQG6D1hEupl4zgcnnySdq+3le9l0e+7/52e2El
B3gFBuqXDQfwKadnvTHmyk404DJANCY4uO6H55M1OHYB/Uur9OZHr87oFORGdjYyO4cS7cDHscDJ
7/aH6vOXLL4UowKT4gf8Ewp28xn9a/83OrbV0aB3XpdgafKUiQqsHNL89E6AM9XPTA9OVliNyllA
NqDHjeKXeQzMJixnkXi4OX0Z4hwSZVmsHQIUFYP3A+ziL3000eeagRpPdlrl+BYkYal9DgNCnh1g
/NlzOeHCfdUxV0m+lzxVr4oMteKccGE0ALlEZJ/6NEEoNiO6Dj6mTpdZu7DYJmeuzT17Clwm5R+V
lb+cBTt0dduopPTiWB8/+Ri6YBSCsCBwFilOA/VrrFG0qv94e/ZXttncmgOtT38O3u18fv+a/DCv
EHAzwK9rkKie0wD1c3SB7D2UV+cDl5XcuHDnW2W52NQo6UWS4M4k0cvxKIG1BNAAybFVNT/0uda8
IdwV7lFNQHi0ltMbQJtqj/pTvrHPVo4tuSV3kEnqwEwvtplZiqb0a3qgrdEgg4bI2J0ZmMPd7fnU
ViaUEThF8+2AZtgiwq4mJ+6r0oKjFrVIlkjTV5uzFWvCs8reCtiwRTLtMCtSlEOKDNH0YDbsiU8t
JqTJDkdlX/6qAwwCTlx0HeJmohbgfgql/yKwozY2fu/KtuO2pK82c5euCUXYi+BdXMc08ZB7oD1s
lc9jmiK+30k9aXdR7adeMcjUPdyep7VxuaLBEwB5FmIJKiljHeEYRP49pbDLc9rK6INRF3gCd4n2
nmeyQZC1jl5uD7qyNn9q41T+Znrksr/fdQOK6jN/UHemEoVEFXcnp3OOQ1u8+HhMebeHW9lx+PzR
nOV9VelKL450nSeq0WFd6TVNi/SH3bnYMBhlugXPWAvN6cHO0SYkA5eL4vJQTWZFOxATS88ECz0d
+kCPXnMqTLO0bz5iixzWhqeh39sB1UiiTyp66+KuMyoT43NhjK+3v3tlbW1CGp1lIngDfHj5cwY/
V9CTVRsvwmITO+80sj+U7OM72YriIUFmTBy1NCz+vdAyR4ocC31e26t+z5QkakRLAkZhhxC47+Oe
mCZBc+4IC463P3ElbkR6mfoHuS2FlmXqMbojuWpUNl4xhdreDCxtV9Wqu1fjSJ4GvfTvNF+Vp4iz
dAox0/t8e/iVUqHGpqKbxF1KjWIJ6IgnsO2RKKWHdMbkH4TdIkmUY1PwHCFWDUvdRggLpBK7/ahH
qUGVNdaCr2qI8u/Gjb4S4dnEkESw8AVBIyzu1YEsG6lHmDtD0o4HC4yOtTOUoa0PTVfUWz32lSPM
DQ6DgXMFFG35TJLvAt2SDdyuvgCxJ8P2TJrV7lw8dA5I5Ocbae/a19lckBQzWG0i5cu9HOLMVupu
LD2EmiFtV7WOl9CQj8F3PDka8f72uq68jjRlSc94qNhay9Fo6JeoKNYSNlkr962iIcpvaoXXxppy
sgcUggfNNj9UqEFt3Mem4EMuH2bKLXPYzGfOPdrFMgJvif0ihUAEwy/hqHaE6hg9tNm0o4yh0gKD
OvJuSp3+kxuHGCkWhjN+Rfxb6Q9g+Hyq7I7jW8dgmhwHJehSxTLK8XsE9HrZYPIwVUO0G/FQ0A6o
QZX1selTxOuaALDMnZMUw6yiPqEIGui+9jtz8Z5B0zEY7Z3tl/YnrWyUdDehZfbObzXzd2JrSngy
B7oGnk7N5HMR+CgBd3XeAvRo2k9ujwDFyYWogQygNBWdxRsxp+zs3u1Q/bMSwLyYkR1MWImo64R+
/7sIEbjzIO1Je4/vi5kfarQm/b1mRTjF7cwM0eV9UIWWubHNrheeowyWk3KZRk62RLhY8QjRDyk2
D+3s0vg0CzG4v7HXasM79NFBk4RZDdck5r71d4RsYgv6tv4DiIsoW6jaFcSvCkIs3WyF99gyZPxx
asDWoFLcVE8B0dwdPaP4HeCO5v0Io/Tb7V1/faaJl+aWB/EHl9qyJxc19NqmRJ/QXOZNUG10RlWM
5HY9IiqnsScsuj3e9Zkm4CAIZKpJd1CbuTzTaWKHFW4/8AyMJj9GKJgfzVr9T3Ztv7890vVLeDnS
fOj+iq4HIfII1wrVkxihH+XgthgwdYjg8yaeRIgFkDmM1d3tQa/DDgblFDsa8TylqEUEKuMRPnrI
5wmfImof6c59NyT1RnBDi/j6xiCK/lOzpn97dfHn2dhL6idz1zzO+xe9Q+72h1sVif5a2pAqHlQj
FP0dbDPM1GVUoy/uo3ONTHyKxuLRaIRbeYQqCSUpwGvxrrRGOR0w4xVY/hbZZO50TZbVLsUYbBbQ
K8v4IXZTiuKBlZQt+jtgaw9cNG3lNaWRds/EFpNA/9/pfpWGDzM2jCqJ9nToTwry/xr2mFUy2N2h
ChvuVq3RJMrfqY/HcICbXQeLZtTbZyW0iUIBdYfDZyBByhcritHGDNKgDR7MzsFUDpP54Ldv2Yl9
MErUag9VG9F5NKyw2U09yoP7CfPr+I66f/mOjnaUHufq0oRsS2S9N+iVhMiOyPytIEg8GaavfXAA
vz/X/PgH0bs4lwZhoOJWiUlYc5gmShHoccdx9Qih2aTwjOb7iyY1J9mHeJANfJ4U73qpTfG3ZsKe
bkdlXFJp94kFeB6zuvzhxK1T/5RpQVEUyS83fDBRDhzfTaoSv8hxDP1DVTV9cULy1L3rRK7LN0xx
ok8Ih2bJnWWhDn12MO4qntWCI/OWUxOo+V6lDLBltBqQXHISn9DyR8ur6ds4PZZD2RbPcQU1ba8O
phO9ioby6H3j1DwtChOj77WsFqgamnnnnhH+9yOPw4t6yITdBizyUiI+n9TaeI9FrOPs8xAK3vtU
AssCF51jIuHg+eF/t8rYupdS4ONFcZzyvk6595ti1k1HSVxLhs/pVAr34MB+0d/7UWyUR1gPWbK3
0W92XvoAAOHjVIEifLHQ4C5egyRRtJ2wa3nWa/TXKPer9rAzYlRCHxXpB/1uGFqiq4mWtfFQT5ER
n4OsqMmnGpDkO0SBFQ0n7NGK8NyequaEYCKvXurU9ADU2NTLr10T2f3XxlQasUsrIV6DSg+bhyLK
8f4ImhBBo4H7Vz2PuIUOuInM4Zwr9eK9aVpck5AvbfWEJYWKoKOFQO+QAfI9sBB5fZBU4iMEaC3N
iI+yxicdNN6U3qsF3sf7qTTFD6z1fFR1MdADLZvK8QM2WnjrOQGmVC6yzTp/tYanIkvGCmnNPGz3
CQCLn75fW9SGkiwuH3LHHX65jR3xRvUly06hasASPbRNxbMlVIVdikdrhMsoMc4xxRfC2pFBYMfH
0yzSfdM5UsNQ29F/1iY4iCOdHzr8+IeiuZSFsskOgajV6JAPSpSdtazVMuBqPnL9UenGLwXmxQ8W
fm40xR0//aCa0jKPTgxW/R5eTzfel64WNSd7sn2POzjp35NJRE94jajFXdpbst5j283BssOR5uIQ
jlnwqGqy189pqvafUpSX3iC/46prpAiQ7ifTasND33cB5jmlEqP6aNVtsvcbRELv8BuYnsbaqR6Y
NSadDjatrIoWVLYbHTXXjlPsYvIIGMVqXwZV1vYv6B4tFrRNi90X74KPWXUteHtHM59N84CEQOPi
yfqV4+6hvQ1C7V6GSObPWiq0LyY0meAuCtPI64cm0w5jgbUZuMWqru/4J3Svc8i8dkVt0rJBKGgr
eF3px1CrnDuYc37tXpVfnaQ0oziNHM+XUVARzYXOyciE8WogIPcpMUb9R2ma6VNd6vVTFAXOqQmE
1e/s2gx/BF0++EccQdGox2ZA28hJV2IMJIMQGID0L65b/YoVCWdoFajqvl/t2fblaXDd4SFX6/FB
7XLz319+BAA5eFS/wUiL+ff89fLLAEM7WTIXMXnhhxofjWHHK5aeffZyuMsjy/08Fn778s9vP/hR
jYTUpJZ41ZbHYwiJ3GS0PRdRigNJavfo07c73R7lOvtlCinegXunzqUtWwct4GTp+prtKanupjuS
Qh876bjX3+X4zL/UVZg/GGbZPeIp2H+c6ql6u/0DViI4BK4sCh4Cboi+LMGj4RcLWTO7mMfIQ6OD
QywDILID7ljn20OtbRwdDCKh8ZzfLkEHKpRUdWgF30pxbOdj2E1KxqOAzLz7ToMCtZWIXUdVcwHe
oniIAMFV9CbipsG2QLc9TYSvRmBV91PqWh9Tf1I3vmwlTnQ5qrRyQadQnZpTgr+2KC1ykXCdgL0L
QpKjtNfemV0/frw9f9chMHIR9C/w6oRWhTLM5Sj+aImq0wbHMxtFfYjjQMFnNLSZRFme6QgU+16w
e24Per0/oIvPGPmZGDFTMy4HtSaMz5OOgp7ANQlBRkwdaCCbgNI77fi/DEXPlh1CD295FjDtqHy1
rylzjbjVowWp70LDHO+y2A83jt31glFyAqpET5SzfQW8xdQrCgnsHK8KAdjPgPQnot5qowZxveEZ
hVYA8jSA9aiyXM7dlAKuiXvD9rjJffUIaDNId3pg2thBKRiuI2aJWve/T6ILAp9qKdVoXpHLMdW4
4TRg4YagqZhjKk6BtuchVvaWrPqNXPv69gK2bKEvijwQspHLlmTTNKHERcf02tmyYIccTBCeewza
gb72wJkPw6A7+IsT2eGuCwrwQMdvqDfO+Z+CyqLg8gchw3vJPqXddvnNmW0XiHk5ltdXTqDssXIy
39GnNY09vQn3M4SE+DeUQBN3RpDj5W4mbdT7pu5zC6cPoIo72gl2eUIDVinuLL/rtUNXBnFy6pwW
kwcMnWvnELhWWT/3mRQtCcUY5J8CBQrH0zhNyLPAL5zNt6io4naAKk6/B57geN1Uj7SA4kR/A8zS
io3b+3ofU+dAbYsrx4XBsoTdVUU3jehg2Z6s8vgc4ub5MKl5uzHB18uM8gj0OuoqkBav5td1o650
FS7SAv3nj+1YJ9+x5SzKnS6kpmOnaYf3eYYnwk7UVXGHT1z19fau/iPndbnEOvgULnM64BQUlpAL
tYni2kfVz9N7OxcHcCdW/qlPyrp9cHJKpHug1W62T0mRPnfYmTbYRqnYQ8Pcj+T3EE3Z/iAVLKnO
ENrwC1PRb60eqri39eOo9JgUafhJbtGir5eHNaHxTB1y7gMvz0c62UrJpjEoWmjTMYq1DCcxDDRu
T87KFT3vZkSfqHtx7Odf8dfr0+P46daRa3r57LgsE5oEuzJih09VKrZ0i+aztFgIHY0+bk3KxjOt
4HKwGP8VGagQIxRy4n3rDuO3burtGLOVcHw2CFKrfRva6mOky01Zi5X51PlCGjMq1RKm9HJwXe0C
PbHA2Vc2ZbtgtJK9HM2tx2GFvAy2E8k0+LIIPoBuvxwGTZTGrqvW8VCrlU/w8fi8EcP0D41Q0KQj
LxkVCmuqFBVZOocC9ktCVpDkit5D9FcDDXN7a3qFxAWwjcprwCkpYq3YIbAgM3x0phz7EGr66dFJ
4vq+lEC795imRk8VvXSAyElbf7c6Ig68pUKn7Q42r796hIznvjmaRG0Lb1z9nZuR5ZP+CaXYo9+D
E7c+5SjdYhrh/vNdM0vhzwVNAOiUxJa3bJf5/MfY8Zy2SY+YV+tnHRjOv79fiD/SA+FhoXoqFkFO
4aq+FQxkFxG8/P0g7QSngRxfpWrcer3WdhOMJkTF1D/6HoviZSdSXlFcLYkPG/VADdw8hATrG9W9
tdP59yiLD6KgF1eGkTBtIppA7ZTZKRj87nOModDGUCsBIlEoshozDJvIY7FCfh+lZRKEjteqWo/1
8ojBJHc3LpfUhh7dimY9VHl7I0JciXJgMHEcZ4i7I5YkJn+S2I9pFC+NEBMaM536k9rjFUlDYTjW
OCk9377u1paNto6NjRj76woWmKn10Bl9b3sJc/luwl17D/jM2Qht1uZybsFxsxK6sY8v7wA3BTEU
dQiyUYF0vxcYfLtYdlJXwfPsvmx6xcNAqtvSFV/ZLFDsjJlqR1B69WA4lPjSmkjCSwesPqJSCTxM
3vCKc0NnI9peWTZubxpxJLnQz5bZBLc7OL1cdVGbCnNyzsQUb4quDO/o8qRPUCqzDXDeSqcVkBwS
wOD2eTlo+l5O6YC5Q4APoe9R/Q2e0NeyfwGU1L9Sn3I/D+AfD3kiuRD/D2fntSO3sa3hJyLAHG7J
ZqcZjaQZyQo3hCRLzJnF9PTnoy4OPGyiidl7w7BhG64mWbVqhT/MqXNI1dz8WCdlMO5k/re5DOAf
JLlR+jABTazvL5LZEkW4MryWJq11PN+T4WFOphGdEjQK/olIqBw8q6I08hy1CEnSlaKKd4Lcxrtf
1G/wkSJ7Q+1y9SasKIdKDQj70inyPLmOLOUTKFBp+lPMASE1MqNyJ3pv3Nu0bFR0vwAUIPu12s+6
gYBoNDoSHjpzfBnBb3wo8crz+nhqznFUj27hRLPbU1Gc3nxe4bUvqEzoL9rNZx/C3KicmealYXXW
h8HER80pnGznvP4NbqvEBKE2BJOoVpcscXVpJxBJw9mpJRwPRlnBaR1Fql7B7dNNBzAGLnBu+bcs
WemHBF40plbOFL+XMRv9oSqzMX/KozQJXJPkMKJqMubxqYzzMneBmCMtWym1qXiO1Hc4s4RSrBy7
TrEC/JoSGf8gETo0OjGXn/0eMutjC7cSvRKRKQMEpwx/sMicbMzUp3hIH/uMOYPbg1s3zlUYKp9g
MjjDWQFdzWwj7LXndmiDL+j0xM9dU2TqIcWau/UZpUTdaYIH+3FG/wqDpWFxAO+o3UGqT7WO7Wy6
OAz3sT6+mCn8fS9Fgm/ENl0o73GcMLErM/LsuS+i3Dzgmlp86snWcHi0KzKNLpBwrDJiYKVeM+YN
cMy6s9pD3jtV7nXY0JluFyq4zRnMh565ZnrQ/UiuCDcSY80spxyLj0YZ4diEFwPm4XaRjeqHIkFy
CMi4hmFqktrTtaAY/ZMbnfpHhAC8q4l37A+hyL8jSpk67kg7u/VkBtc/4Rprn5o8zn8y0gy+iSZs
ftkZ3gvXRCTzZ7hVmOLZPGqD9IawH6HSQuRKLCk7YhdGzRfQH8IWE1GpDGpbYuufc8kyo527dyNy
L9k3ACwGzwsN/HVwm4TdaooQEnzz+Ms0qibTgUaxfV0v4p0LcGspdKQRySAPJ0taZRQ1Bsf8DBIV
uSjGj8ivlB8KXLauMf6uO5fExl27QBpVmj+QA27uWgZ8SYCJnH3pmJicU0w+n6YEw6z7EWIjHNoL
G8JYUH5Usqt3Z2IshXG9ZV9wLJG+8gHrhyh25BimimZTMpV22R/uL7n1YOBQQP6AqpJJXlafK2nD
hAEfBfqE7IZk9f27TIW7en+VrS9F7sd7oz24dLVer2JHg1LH4MUvQ6vMh7TPx4Muhl/AydKd7bf5
PERYOOsLJ1dbrr3/1IC6KWWmGfE8FnbUZ/wnMTitgr15+Pbz/P8q+up5JIigRVYARKPZmXkp6hcn
Bkex18GBPd9/dVsPxH1F238Ru0Hm4PUD4W9vp5j50cdScKlvaXf920pW8vPNq3D/LnZ4Czntpn+C
/7GdSU3kXMK2z31NlNNRKcvi7acIDqHMpQSmjpRy9doS5B9yTO4cXAFiW6FCGwLnjKv00O28tI3v
Q8VEk2mRLF3kKF6/tE6egzxvG2YWlRCf0iEBKKBqqKcxRa/DnSRmazGdnQa+CkzXDR9BDXraLx2F
DWSM4ADLHhRu248urmJ7nnAbyYsDFBh/NEYUFpXu6+cKzYLMRWUWk9H+kDz8PZmPB6mdaO5USlUH
IKC3fxYRbngKdffH+5tkIzyhkMyno8QhdVrHikhDwSqf6btjXp270iThCDpElQ7Ltpo+oWsS7nzG
rccFjQgNl5EQ/1/t/Tmj15oAzrggCJH+AveL4W3fBvOBcV/2JGVgMGFkyE9t36CPd/9ht74qNAkG
pAhN0fFfr406WSyW6gp473ztzN4g1TEa6x3wD13diY8bhxx6l4bXCRUBmlqrxVoCSDBbpQUqLzT9
RnPyJztXs51Vbh8JVQqmJgwwlh7p+nX2msBcsW2DiwPc4QyyoXVFG5XvR2vX/2ODs4aiMfpjBiwd
h8b46okAmCpMqaPgUtQ0eg5U6VN0WNpGMW0Mzf5MSdEMHsax5nBou7wdvTLH9dzVK73AFlfXyQ99
a2zNPZjt7Z5afhhNYrgYcNbWIiAyCkNmW8RLfjKH4ZG+Z/oTgVH9iAOxUiGz13a6p05hE7tZiS2q
f39bbS6/AKmYTBBs12dotEsMN2QluMRCGLmHYfbUI28E+tOVwrZ86AdZ+wIuMov9bkDZ7M0Zhi6T
5tEYQbObcLUKIGWDKSZeGwHC4LB+dMlxDoVc9X4RONpzHqZ7o7qNWpcLhbraRj2GenddbjVNXTNZ
LYOLrOGf3usdjFLUDszTJPA6FUon+4aS4AJS2cMH/Iuxl9SH6vn+S9/a+BRcIEhomFo38yecFvq2
dRrpEo2D5k3OCHk26wpfLSxj54zdnuTlAqVlSsxYqOyrF2ylrRmWQyld1BGLCj2hnrbUXPsfdhEz
anTSuHgWqfLX94A1d6IqCnt5q8l0lJUMG8euSPwxRUpKYJ1yyNJBO8QWIo73X+XyX35dXXJ/4xKx
iGmCmFo3uSIBMS+Y9eCC7q/p1aamvwtFXXi2LBXvJSYQe7frhlq2DvN7OauseTvtxflNx+ircy4z
8JClbstT9TsKYWH9bPSzmR+LXBRfrK7TPrd9oWeehaO95RWBHZf4U5fNnx7q3ketbOnu3H8ZW1EO
PCSg6kXXAiT3ctr/k20aqT1nclMByciMND/2Q5q+yGaiItaKOt+XYZKV6gh9vPguS06ou0jjFx+1
2FKbwyCsZPZqqVLSnS1429kBgko6wqkzlj7T6ke16aKG0ljWJYnl50nkjyUy5KfYaY3rFCqZT3rw
Lx7b8yHM6uzr/Tdy2y3kPfA/ahgEI278AM1CjTQzp1sYKuY7UaSHNGo8gEjZU1ZGwN5Q2zzfX3Hj
bIMOwveWa9NmGqK9/gRh2KeSVtfOxQkiAOCO3PtRpsj/Vsr0dnQDnV2SSq4zVI25QV4vJaoJvheT
00ts5aqnSY04QPnqdj7f5gPBNFkmjehurROPNNZIUmnBXIDpYWZK4UeFAdXwZR40io23vz0Dmjv/
GSaFpOWvHwkNKlUPRkro0ARUCPa0OCCJY+DzHOzVgMu2W0UOwNgELO49BpjrsYlcwlq3JeFccsMQ
8bnroZC5wYg1hovp1Fh6shmDRFd7O3yRsXzcO6wbkYv1SbOoCfjTGuBD78MmxSKOyLY0H2yIAf6s
dfWhtPrMg7S2p++9cRMABOeBLQa20FlWMRr+qapMSzEvWmN4RzGko6of7808t56KZgskLRJyLrjV
fTP1EnMACpNLODlmfDVCpXzJY40wLFdWIHzEht6OdScK2wxzkSTYQFYMWEq2akgVZw3ab1Vum8cq
n4N3dOKyPWrn1llAXxZFGBovGJqs3uEk5cIZ2KOXsZIH5F3RO27oSXoy4sY73dmNpZgOotrNeH/R
BV0tJc8gYLTJ1C6RBYrenwcmH7TMDOlPFbVp7t8/d1s3B61ZaFZL4EJdY7VcWivzMKNcdAHZWf8Z
cg0xMHDHcuomGTXyaZrLcnzWmmFGbT9sEIjpHdjThzRVG7qwLWxWf5QrOdu53zd2rQ0whhYUe4lu
zSrGIYBSp3kIhT/TpebLLIdfRqOQnu8//cYizlLWUb4hTnUzKZOjQFPwazYvSqWGnkKn8CJNoPvv
r3J7NJaGFmgccOzcz+vUsw1qRegLcFHYZfVRMoUz4dkVm4Bf5uRHPIX6TjC9jXAsuGio0kgx0L5Y
ncUUpUurVdDbg8cXfOxMPT+OsVO9lECD3HmK+q9wjQrPSYx2p+m/+ajLhU8PD2j2Ooy3StBpidxb
gNzH6QRqrGKYpJmeCuGWSaT2dlUE1NsNhpzcGwzCb6JO6phM+GtguUE/nsoxUM5NP1hvvtqR+1ma
USqCxOSAq70oVIQ26RFZF8jL8LxkLXwsmvmno/bl298fqqU0ipZdz8R9dQ3qluhTdQCRiWq2+qQK
B1h016I720jKcZZjY6dLeZsmMWmESINuHhNjFHdfX7uN1SeRCfMKCAHi54kZN/6I0oTXS8F4lRJ9
8hDueatruQ5uaGFlm9xGXMPriR/ADEed24qZauOYh7jEHoQNVfmLAvzn+0fv9oCDWgS+sEzYHOqU
VRcWsI9g/TE4j2YcfezbobnYlTLs2WrdxuxlGa5YFNd4iWtW8KR1aFzC7TuXti5VnqQo5QFKIh68
sprujQA2F6PvBYR2OeFrjWQkknVCYx6cJ9nMTq2o8GMy6+AcKfUe0vvv3PNVroRsJWN9chKa5cYN
fU3B7MzOzSa6SpMNLjNCnsPyZZEig9RMevdryqthPJQor5uu3GRoEQmjK34Us5MUfmgZBQr+41h/
KYwy/z0UNJ2OYhZTSachK39GrAtXrB7qwNMNYWVeMtfgnUfNlqz3Wsg3U90wxK/WzeZEtxA6ikXm
lUWJwm6uoo52mEUaBgcu0+mLVgf172FKE/CEALsEClIAOojsE9rGC6PVI9Zb2CWmE5utEFbXe9UQ
1O8NaabFlc9hhFflrOVf5mJAJGtuiv7PnITNGVyRoRyiwlFwah9EBuFDntPncbahwbxxwy4vfDHR
YTJLp3FdM8FAzIsAB6RrMLbhgVFPcSlUAA73V7nZQoBsOYGcQSouwKKrMCNHEhIF3ShdWjBhn3W5
0g7ZrIinKOBOv7/UzQn8u9RftQhWuoEr2xEyEIYBOsNq2tjX+kZ9mIt8D0SwuQr3AP2kpS2wzunn
TAgTfQ+aaUPmnFCRlPwC/trOs9zcbsi1IF+y6HxCtLjpelez0yS9bQQXhouqH1hd5imSGn8NHJFc
9WaM97wNNr4TXW50cxfgGxf66uJhFNaaMx7FV4y9kaxtZesUgMVzo6jfq4puAZ08HFbzTCmYYi7a
96+vglKZ1BpYpnSZo6D+TGWpdYelmfaodMncuzQ3+v4QZyIboDrOA0clMrsrloHhc6Im47NajPLL
aGhdhCPdKAm3LNXE9jm4xU9Gz83e6GvjkxOV0FlZ4i2fY/VulNlMxg4q28XKi+Sj3Ij4O+RKeUc2
SNv6BCzBtIMxKPCc1Q2phKmU1aYDscqWYobwUTg43MkaJcbUwJU7p/1oz24bxEi0TrheSeeQoT0e
4Upn/8hjR4s+akUo9Si+98ZXnIBgTEVIRWnntEibyWX+2Fn+IBM8H3oUe1LPiIwm+qgEY2ogFpOb
CTKyamecpDiWWg/WQfqjGPV+8treAK+IMmZBhENhUPMNS9T1MdKMoKTVLYO1AGc0/6ELXMN9CwJ1
zyF66yuQaqr8QV2E0vTrXSMZiWLgXkAfN9Ejgm09XbWghlB6P4psfYUFVo16EGLnN1Gkb9XBKEQR
XGpdKn4JQ4veVUo26q6JgP2bMV+cBABmy9WKFqezLomUHpEP2vPBJUv6FNrhrLqGmuWPIOl6//5z
3WTqy1JQYehU0TO8mXojpC4CLWA6McWj7g0mug95mtn+JM/9Y0tj6yQVWOnUo2n+vr/yTXOOlRcB
OoILDdyb/nAfIVYp2YNzqR0gim41pcY5zmkLoN1Ye5KNJKNqZsDrcmP2QeGXO5nn1sYBLUHhjigU
IWe1cQZllrlOW+diFEF0HSJz9lADyI/3n3Lr/YJgkGnaIj0AQ+719kQvc+6NQHIuutUgcYcfTX/K
jCj7tnD5zpI0/GgGq/UA5b25Y8D7ZeK0XEdMOcgNX68slYC3cNoOLsYwa6eq0eTTCMoJdHFVvLVj
QP7OWeZkMEuj97K86v80f1u9R+Fv2a+B3aSPhSoXD0UtrGNT9XuV5cZXY6uCCFnEjG/bdNPSokNz
JbyiKN7+U2vhwvjM+x35vo2vBq1qqUsYL1MrrN6dWcLmGHUE6LTeTv+Eaj+cih6GrV81g/N9VnKN
uGYU0SlPq2Bnx2w94ULU+QvXXSZFr1+mlUq23TEFu1alME7w77XhIOswrg73d+byDK8za4DO9AIo
0JlJ0at+vY7TzWnB2CC8zrD7fHDm5znvfSfuxjOeJnu+2htvdKGqQROl1cFuXr3RSZtiXY3C+Bpp
Ve1nmeUcKzGZmOqYyWetVuuLaufN1w6O0M7mvKkwFx4SDBWOH2GOod/r5xzT0kGEsomvmQnGb1R6
49RlWfoJxqz2kM3NH/jxwU7D5W+EXr1cwJwIcGFSwWBqHcGn3ARmaGXZFWpCFfj0liUkhOwybF1r
sMXod22ZJ8cuTkrtHIxK219zEG3A1voo/JLh5zu6Eypxv2Dyq4bb63FR+bT9cQ5RHWG4WVu2nav1
bFO31aXwpEijqbmN0xg2YcyQ34+RpmTXpje76tpGTdC5pdVhmh6jfvmvnU9wCSQnvvSVaFS3Kp34
CWxt+NXEd/drEMrDnziUsekKa7BebtQ56i/wFtm3ArOC0DcRA4qeDAM/3i419GcGtPOTxYaFrD/L
5uShtVx/ur9fN78j5576FsTqTX+3dgpFDBmaBfTImXvls9Ipbq46g+G2eViZp2HCvM0b4QRrO0dy
46qiqGZhfFPpUfxlh/wnvqHXEiNlnkfXxBJZd8r6NATH2Ia68VymbfOODT/8lMBLvyctFuoj2q7M
te4//m2flH38d08t+TjBaXVfxYqWiUGL4+uUpF36MTO4tsEzMrGHSEJYcgWKqrMn4Z78E4b6+GHE
r0g+wPFtI0+prf5l7rVE2qlIbsfa/CzUDcHdI/0HRWYVrsxxCMK2I1SWRdv2Pgu1ldfXFcyWkSGk
4jq5EhsnRemrzmun2shcozX1wrUzXdmpKre+E5BiBKU0Jjk3SBVdAJigHRBeVVh4h2XM6SfVFDxl
GRirIDfxZ5WK4hCPEA5Thsa/7n+i5VHXhx7AInM/9B5vC5hg6suhcfLwWuhN7drSZDwGJNU752Aj
E0VgHCMTUGpsyvVcfbKpACFasUpIpQnsCU0UVjkO9bwXOreXWoanjHZBa6+SF8rQ1gqclCsiVR2/
E6P+UUuU4YCGRb2Th24vRbOdx4KDu66fq1CQxSRheE3yocPZStYPeTHPrujF3lR4c8tSzuK4hQXm
AjZ6fSM0QxYVJfaHl6xIzQd0ZwpfCjTjkyYV7dMYlyiEyUXmySiEHrtRgemlBdk/9/fK5nEG8b9Q
KBdG4LrarXEWiyOFREYok/WNMWdMDlw31ftWzhKUTLCMzU9jqkdgulPC2zv8NMr5UIba8K3UFclx
VbPQ9gypt4IsO3gxpsBp6QaeKqf5bBFFwit3W/8TKfYRKHsWyp+toGsfkNSEUasOGMHdfxt/+5Or
o4NoFJUI+The5Lr2+pPgOdkzQZTiK1MXNOhrjFN+luDSf5TjJH8rVFE/95OVFc9q0pcol9SykF3Y
fgn6OllDUep0nfWMAk7yeUZGN3Nza5Z+4A3YF14xC+WTVjlT5MZFXfeurA2S7qFio4iDbUYTXQWp
ao59qatwvh0u1nqoWth4IrFe8ETIjKsG9w+rqajBtzaao/Y744sie8gxPfwXy9+eyj+zKh9HuL9Q
dWRuPBSAImDrU5Y8J1Nd/yslcTl4JTwAAPLonaCNlEeJ5qdFGbRExqn80dpKqbgI2NfosiVa/oHS
UCq/trZRPgAQbbWXcB5TP9fbuX2o2zH5VUeZ8TsOo+HfnQ9yG8pefY/VEanCyZ5Sjd05GOkPtY8t
f2qs2iv0dD6/eSVI90DWYXEy4FzHGDFROA3kQddJB/Rm9Ph2FUNvHYp4ND7cX2r50atNtsw1Fq9M
xkPWukwp2hoBZqmLr33plA/djDKCWTbl4f4qG5EM9U9qIeZeCFivL0QLECyWA2NypSUuvuhBGj8V
ThAfC9xzdtLMW21SgJIkmSBbABPwV6sATXcWPV8jTK6D5NQ/2kGev08wC/+R0X55EVU3vB+aKv+h
1H1cnWM5GvBZGjRR+YNuB9/vP/dG6ODe5c1S1iOtsZ4cRQYI474mPwH71jzZ3YwGEdYsRya+lm+U
ifrVMTJz55NuFDG2TTuGqAFC9UbQo3EyqahLJbrWaG35kBEgdyCA/BSKpvPwMAk//w8PuQziaFNu
cMUQ5hJzyFNekzimx7Solb+ESmHxl1kcfGP6P86uThdK24mQW3vXRr6SGQigkRvEDbEQaSdmtteI
cjd2tcKesaOO7Of7z3eLMWNHUa8suHQD85n1PTzhS95Z6hRdmyiAogxAsP8k6xmi3V2gI3tWhdkH
CQ7mr7oIxkvbVxlSay3urP6QD7XXdXKiHOu5r3c+9NapWriJEBnY7DdzwlCFKtGIiOxfVdKnQbKG
0xDYzmM6p3uztI1XvQjuUSyShyzdqdd3URb1ZlFWdXRVo17+bjWqduxmWJD33/TGcXEQmIXHQLDA
M2x1dDGxrp3Z0cNrrXLhjNp8iEXgTXIyeUEK5UqgYPH2yAScg2uWlh8t9nWoHcYC1c0OK9PCyLKD
bobyyVQYyJsIuexE9Y1zCbYW4Xk8F1hx3VxATCyR5GyIr9XUSg99YounOU6kycvI+rtjIZWq2Dkh
Gx0GisJFoHhB/zBUfv3ZKhC9SqhwQmQta97VZN4vrWVPD8iKytcojsSDYba2xIQvkYR//2Nu7M7l
0DDPWo7OzXy+V2fTymWTNmKl5Sfdir/1tVR+UOv69/2FtvYmrhJwU0CvAwVY7c0pBWXUL8ezRGv4
PXChHzJwg50yamsRkn7Qyoh70EVcvckAV0RtphFxVVp8dkYURCM/0vRmjwa6dQS4DBYADCi0m00i
GUoRRx0PI7r+paYNfWJ2bR31LosbiIxy5cUN3OqdfbL1rahVQYoxd7zFYZsFSiw49RFJJD340FRD
7tkKvjBmOe2ZOP+NlquMY+G/08qDhkVgXdXsMDa0NjSr7AqJdwyOqmjr5D0y+eJPoxsoP0IfQaFt
7EL9oNFvtFxmGN2HCrUJwLNz9C1JetQkrTiofrRAhX7JYSheiqxDczEvjKp2B6ey9pLx289vMJdZ
sgnkioFlqK8PEkdIb6d8yq6VZmNFJALFR2u42mkcbK2yzM3kpUN2O7exHUGya4V0yIYiPiToovhT
nVZvPphsY42uDZ8aIvdNUBDRGHVdjSTjbGZHNnx2ahqluqQNbIu3Hk2GNdBJliEwQ5ubgq6xE7Ud
huRqSWDpq6yt/KbM9wSkbs8M3Ck6QBwXhWb7ehqYT53Iwy5JrnKH/qurdvXceehjWO+Djsmsq1aj
0vg9kJM9KMbfGuz1ZmYiRVqwzIkgSa5nwSbFFMqScX4FH6QtiUir2l6vimY8VNiCRG6izLozUGSF
ZXuiH2uariSP8o8qU8XnAnnQ/jAkAkolt6nJsKlv81913imYSNUhmoYRmIDw0SnjCPArMPHftCHH
9wb6qaYHKUJ/rztR/FwrJnopteo0ICnKXBsPc6dk2P51nW36aJVqQMqjUJ1OfK9i8uJsRrndCHo7
g8Hc6g0MbSXvPLtZpFmyNtdjr6xk/Z9ZK6FL945ByEnKiQJQzxobMSGDv31/r9zGIF6lQd5O7wwl
w/V8AVg8eEpN5XosuuSUYfPtq2WVeqWVOjvBfGvDLFx7+L9gdW4EcqpgigZJG+PriMCpC2LV/Kmn
DThfq29e4KTg0Da2b8bicgkyjyXG0oVDCXoVQnrRKVqdkiaDHFHO7QThRS4dLOFGVToA56x3zt5t
4w+4CgWdSXEHpvmmo9M2HUpHRXJV7NLIDnEa6b+SxgyUhQyYohTLDXS0JqcYfBAv1i81rJEpv/9N
b/OPxWyDdAfDtC3hrSRKpTboyT+qpAi8PpjCT/Sis4d2GvJHs5Pri642AlkZfv/O2lv7iXKTMQev
/RZR3gDEmtSBtYssc7wF/7hoKOuo4mZ7Dd+tuL04nZnUIXTi1686lWpKnJz9FCAi7I92UZ1LJ+92
4vZt/oi8NskUqid0hFB2en0HZZM2c27N9KpKuVdmeX4K6L+7co20C7CLnVxc2Xh/eA4tRSuPdCuF
ESZZKhklGJpQFSrKAFNonhPQb5/sqGgDf4kG48EIW3jHdk83x23qVHrsc1BFTRxnXiFhXXg2B2TD
vACi+kMih3tiKX9hdav4S2d5mWABAeXiXL2TMSTioWvGXRbiDHCagb+AhGEigC1Thzz4o4K6oOzX
ohLvw2DUOw+cV1/6saiyTzIWjH+wAs7nB1OOy4uhyt0ia93omBTHieWbUOySg9zHNgTETK7KS0b/
S7rik5P1nm0vflABQiyjnwdmm4LNTPp2Zxtv7C2ARiiCWEvpiT7l669u0smIJ8FnUFAD+aTnuuNq
6EjvaDBai4rT+kUyXsWsE6YDiMnVi5y1uOIeB2jk2M04XWP04hW3NJmPAc2TiuYBQCea2yKuDeWj
UZW65Gkp4wu3NRYqmwosL0fNaxoCL7Hk4iUIZx1RDxjpozsKuaOl2+oCYcPeLl0V24P86AjAiV4S
FlnjheNkv6MeAcI4mZU8e0JO419ppwtGkbP5Mxez9myU06C5ChC52JXbKE78VB1t8xAKyWgPbQal
y1dEbaqHoWe8S5fFGv8pGy3XvX6YwnNZGkPn5rEif6+rOPidV4H5pJgTLg4WoNhP8ZBpP6HQI5HY
FU7lPAQF4s1uReMzOE7p3H9r5iiXXII4SgtZKCWDnwsItY9WSHfQLYdBag4OVsqfybCk9DhjNHaZ
0kz+1w4Ka3Alvel+5nU/cX7BboZooaCK7tLZiJV3iV6P/ygNzutHGwK8QV4waXvl7kZ3jCoGiBZP
QZP95padzAgnIrTAL007Is1Mr/SQ6E3ohXI+vl/6hE9Om5RMzLriXS514tAxQ/EsS6g70exvZb3e
caCdloIKHNctAD9UtTwdJvuCaImm+07YR9WhTtq6eZqdseZkqVEcPqSOMySnvCM7QOFeSuNzm4yN
4XadMzgnYFrBdNS0AQ363EJaJUUH2XANWvP2I2OTSfyWlSbuPISSaHvnbJfPsjDaDAfYOUIyPmzg
94xSL5fPlbD76lh26fAzzyzsAdA9V8p3tj0778x5MvVDE5nNh8SQkq92hcErZAw9zfnXxpZf3uXT
5EmtNSSuhJrAt7ic5fSYW3IHXHyKKUzmSM+HZ0jlHJgJYfTi2k+ivA5tLLAVJsCMh8yZlPeyNmMX
Zznss51gspH4UFws0B6OOYnBcsX8Z2jb14jnzGPpXFQZl9xazWvH7aixDoPCHpDStj5EZLo7q25t
OpZFoAJuOQOm9XguKBfAbiPZlwh5AjcxQW8MaV4e4kowzRJl5tl5G3hdSzoqq9XwgOpWc9LaaQ9i
u5GPcD1TjvBbYPre4EjQWE8YffBDoJYdhjqdnyR17HxmUcZTJ+QRVfvcOhrGXiN44zJVF20LxCDl
RYV0FcUtcAOOVi2bXXaKY9AmspfUjn5cpBpP93OujXYlFxUzQzohfOqbVsVYMGrV8QG42OnYfURY
B9vfxAaD7bbazAzYzNP5YxL3SO5btcwkE0KYiD+JQZq/ayriCTXijLCd3DAO5OLNCDNw/2QxC0OS
SvqmWTNiuTIsUiK21GR+GufzVRuHfGeVrX2+TM6Ib5BEbnBe/IM8nyDZ422YSAy3AM5+mlKnWW4P
4VxHkVo4MhtRvJcJKhtZ98JsYNZugH69QdCBzB+sro6kSxhk7ehrTbiIJuaOAXaFf6SD0O8qdKGN
fvo5GvH4m1jUPbNvGK4W6aRg2htpneObSmDUZ7LNVD0EVtV/mQCaMcyzEulojw3z+4Sa9Hln62z+
+qWaJd0GUr2e09BOHhQ1hJ9ezUQqcKTMtI0kawEJKLn+OGnYWED+DI9VqcgPYxCqjUtdbHjwwfSn
Aa8Ur5V66b2jjdJxtoX8Ek7tcAaLIn3V9HY8RZm0p+mzkRYjmMeNRu0MDHVd/QtntlonAnJMHMku
yZxHp6HS89/JOKaf4lxSdl7SxlGGILMoMdE9uW03RmkNp6RjPehT2a8Mhkntlb1oPoRc+nvMg83F
aIhb+GCjyLBuT3eI92NcZ0qXaRTJgRYULi3oNJ+RYjOO9z/+RqIJV53QuCC0bqUcS/TfEInhuRgk
j54yo99cToa2U5Vufa0F48yO5nH4bq9vIJ6QdCoqqBEyoCdVPWe+TovoFJIIHaJS3cPYbb1Abju6
4FDSNvqpUFEa7EGCy5ib4mCQWfkSPuouahpvb6IS2RcRMKYxClbcq8amHgTWmIXLo8VT9wgzVUZ6
2cb0K+vjnfi2+VQAdWnfLTyxG2hANzBmFal00as+fickZ7zQtWy/50pkufe3xd5Sqw+G2YwSjWHC
8UKU5WjJNq01uMSfwyB+s7I9nXWuBZM/mJaCbXi9NywwgAM03+CSYMkTuWLSGg+zl+E8WgSR+4+1
cUPQFkEJYSmomZ8tkfA/mZDUdGoCpgS+eSpCv9Xn5CnK++RgGfP3WkS/9VYZdi7mjTf53yXtVQ4w
FLORjsbsXBQzhh6Gu934UqKd2pOctnsQgq3no10AZuUv2nmdctULxEbG7+NS2WbxJOFQ85DWrf5Q
mC3qs0M4cAnO1k5fbesJF3uMpetCX20NaOVvzl0rAhuPVTm9mpGg91rO6jE0hnJnW27EEbwwF2Et
hlvo3K625YR/q9J2pJRlL3WHGVnGw6B1GOfpcexRqpv+/f2ytd4iyrpg2DAOWM+AYQcHoi9Qd0hF
nxzjbpj/HVrjm9516jU2e2enHt94k1RndHoYg5KurvnmsRIXUtYsWJMoQpPYwLUix3jnhLTknt/I
5lJ8q7/35y2PdixjeIuwDa4E3+FRK4zpia6P+UHYcI3uv8QNgJeBDhqCXShxMFJfzwMMM8P1zAwW
9VFHOY5TLnnVWOiHEVzGSVKsiUJkhlgLQe2p0arun3xIC09VKukhDOl43/85W0/O2NcEt8BeuplE
aTXrl44KuQrVU3+CAHcmp5P8kE7tDipl4ziiP8POWa49rj/1dbjpmz4YrB5uH15o02PVluFZiSX5
2Mxh5jet8WGUymQHfLIcgVWBDSqAe4hxPf3Tvy2f/4Q4uc0zhO0n6ZK0Reg7U5F+ZBbR7OgVb77E
/6yyerJKzksT/wfp0ptJTD2OraWbOHXsogsNeOn+F9uqJMHnw33lay1u3qsrQgTZrHfYv12geVg/
MEU3LgNSFIc+gCFAKupoH2oc2x66YHT+UepUt7x41oCS1cGbWe5UFxAulmkFZcZNLa01FO+JRmpW
TXJ27Uwruzqhs2cqsfl6kbhb5Gug7q8rVklOrDDJq/DaasZ4tTNANLYRdU+Ok/8PwzreKZQA0qSF
L716twOIwqSuAdHaYwQEU3WKc9bnL/e/4OZBWFTfaD/QmF9fEQgROI0dAI0OcOFwJ2vCDcRMcRpM
kMHts7j1RBrtWHFtvcO/gRv4DtfTWicEcJIyWgjkXvUpbOkNqiXmsLzNNIA0fP/xNpdaRCWIb/xp
XYyUhM8M/TL0o2HgedOUYrbRyvklQL5tJ19fPsf6eAPqQKQbAsktsJsJWlPKNbUaAq3ZSQhbRnJF
pEdEVJNDLobkGwWY8fn/ODuvXTuRrl1fERI5nAIzLFZw7rb7BNnur8kZinD1/4P3wfZioomWT1ot
2XJNoGrUCG/oo+kPWtKAE02ST5AsK5vjdTAbJwR0EIsmise1c6mQ3PKtZJgPBhB74YsCi3YJ6fQ6
O3u9Cgr9ymjYHHWAx2iBtJL8kKlqdnAHKHsbksJxVSLAbQvW3+tlrEFh3OogWSa1xhK5SFQ1oGh7
MSuuiUVVew2tRfsfAzIGqe2iTLXfdrNoL0W+GGvfahK1yySgd3zLsYDTrnsjdqt8Kf6Vy6XtTrQ3
1aNR0N42W0WUqWvopJDCvv7RqrrEE4Zs0kMp5DlY7Db/6ZSqdjKtSfmDA2sB3WeKhyjhDZoQnax2
lOuchkZV2P4Ko3ITUx4udV+Kc5bNpVtUVXrANdv7KL+c/dBuo0tvb3YYyEYnbmXgZlI4CrQfFSww
MYI4ZYb0wbRn6ApQsv7g6K5keJPylCbdtjPlqPBoVDzLA0uJ9E9Z1SYeStztz9lavt0PEjsn1/nV
9GYVqtLtzi7SRam7FJibVKKUxDhBbx+1JFJe8L5zsJc0ouKT2ev1cgFaelT47BwralMCPJ1IOj3b
CGWl+FvhABsFxgT41lVaGcwmCrjywevcXYceGJ2wFWey7VzoVWjGTWfAkm+zenSFMVrnEdv2H29/
l6sDJNg9mfxq+y7jAiWJRRc0MVFKChg2I2o1AwZl3hsGyM73nhNBE8Ty46jc33tAWovksw44t5vW
jMqwy+xC2qztUIiPDLQa6Cbt0aW8l/FQD6NfjgCNxRnchMEQXxRrbqCsxvEqybokTWf7kBVWjd16
XmhjjmVtnYrUKUIXaso40b2NR4YlizZYntaWWn2QzO49+UqkBcMAWvOmmV3ZU2SkFez7Qpfnl47u
A4yA6Sg7331yCjyKhRUMyvO/DnJGjkBiDVnlAXaEcp3oTAfYolV+ZELx0HJJBQ9aRC+gbybXiQfx
IPdO4w+j3Rx0W3Z/yTp7xzYBiOENzW40BklwaO2HXELJxC9iIAzwwo2k8UtztswrEkQDIo5yg+O0
SqFyqhFpac8aUAPbzSRzTA9+0s4F4ICmB7qy1qI3iiQG0Mp2NrLwIZuT/NyC0nnS0kk5r+DBP/ja
YNJWtQsA/De6wMVShYiLJexzS45PRt+kJ2lqjghIO/U10onoKZNOIGy4vdGmuQy1rsGXwsxAUMVN
HV2FrGRAgNrQr5f05/2wsff+QL7x6lS69TcMPYdiusqr1ZnXhOIvt0hD1KXAQUZk+dvvstWqcYUZ
reTibeeA/kSDNlUkIWKWhJdO61LJ1c22fhLdYmhkorGiuZkRL3/df8SdO5Q0m6hIaoLS0hZnWSGm
3mOQS6mED8OlHaQ2sK05egxTG+sLJAiCqdOOEhNtB0fgQCghMBDyKbc2N3dcQ2/HSJT8vpZK/ZTU
iC95SYwWC/OPknIMIucQDHh6a26qxe3PobWx6rIaQHJQMUMuejnTJR8SijVfe6gamTvAgq68pm3n
4WTH+fhhXhwJ7EmbgRRVkmFKXaw40u+0Fycm68VSJOce+aOvuG9mkQfft/0m9zBP3neOELjMAYK6
pnVrW54ghEUHKeXe9U7IQncWMUsQSJu4ZUlxnTR1TctZiitE5Scre2rm2jk3VkrnuYi76iF2Mof5
T51c7n/0vdAMhN6Gn094vlFYzQ1I5KXSIOKtqslpaLT+UiThEYpg77A6Gr0QsFXrUuvW+62zUBXM
1+WRq09q0vxqyK0MThXT57A2sDiptOygr/gLXb2pdbhk//+Cm13V1rgmQjxA9dSqTPrrXeGtAt3v
ogmAIP/nuPqMMVIO4M1VQ3S+rIRJyf1Xu/vQtACJUvQbKV5fPzTO4uiowEsjZNTNu0ly2nOyRKon
NZrhRk51NCm9DVHwdxgmkI/aSAb+mjT+9pKlpktFjGYM/iUCA2mho/wDK+FkhvlREXQbKl4tpW4e
rUoBGDnpKttsW+WPpVhGz0FNyWN2p710zKl5x8WRVNDaYX/9TXmoVbqZkd1qYbH5pg0ZNtNNvumU
qrzP0AEPCQjlZCdhLtzc7KoPWUT3z5E6DKhy882+xytjGESpwhGFPL4t/LLOsJdJHeJA04r4XTwt
5ZM9NPXykAJuDQ928N7H5Jwgf4C+7K0UVie6UZVwsg+yKMpftLDrcVMJp/d51acH9/XeUlSFKPb+
Il9sW42THs162uaAW02n9vvUxmQIqYJTl6F+ff9I7C1F/wurMhvG2Q29TW7LWo56mLHJnEiPsyLl
/3aa6H1r1qbP95e6PX30wOg1kIKtwnfbvlE+FNLMtQPEmtpT6rgtDG2Mzlk4Zj5NkuV0f7mdlI/1
Vvu11QSN3G/9Pb+dvrZL5yQa0cxFKtH+LNoydKclBI0sFcpJDMMMAs3UzjgyzD5GV9lTjY2VN2WK
dtAGub1NaLXAPKATAsAcd5TXP8TMx1jUgh8Sjn363qkMx9NMalNkCyxPn2bDTRoJ7HcpjANDj51u
/eul18vmt3eAyFFuiGHOgmaR5Q6kTlf3xkk2sux5sdHoc+t2SYRL6xkCcaG0WjBgKlAHQx7K546L
ueftNdpR4Ni5DbCiQfMC8UOO8I2kwTQwxBLU54FaYhtRlp156aUlOadiotwr8vpRE13q90LYfLQ2
vqTVKP/B1l/VF3HIo8a9qeE7XcGugj0SZL1heWHZyt+UYeg9E3ezg++wt/Xp9azu2LRlbyAlQo4a
WkgQqbJ6+RsphVL2bNRofKmrrU8lnYSDALL7fklgSFaRncbjdXMdaLGOVoUhxUGYDvlZjRU6XMlc
aO6ghKZfaaF+MlriVqUq8TujoWeLBVF70D/Ye2oymRXTS/5Kjf1686FTb5ddBFtOaVL7H7ntzXdi
zsozshrdo04GdyQwtrsg7xeDTvBBN1QOS0nTMHeIm4rN1jIKOf84S2nxaI1S/CFHG/ogVdu7dCl0
kFtA4YEIuokwVTxkWo3RbVAMKFVY44jLYDlhVFcO6UxpK0K/TXXt4/3AtvuUoDtW/OevNv/r1xpH
ZP6pQHOodcT0barj3i2lOH0ZjZBhbZQcdan3bnlGNb+4MVCbtres2rSF3Jd2HFiNifveiFSMUohv
sxkaaPIXC8aBcebNVMtumc//3n/YvZ2MihOS8jBLiOfbnp4hKtr0DjaWIXMq3AUjBZFLRUFt6CL1
5nIusM0K1Fa1zhgFjM+0y7SPpVhi66BcXyPlJtdR6MfCrkMUDPHnzbc2G2OK82mIgpx5tpsjsPCp
HiX5IMnYXYUqExi3xqHZords3rCd28yK5qTR/qUz96VBkvDvg3e6cyFRp+OcxZifPuJ232r0PZph
tciRS2kxXNpEtBGTJemfB7nGx3mmQxDIdmx95eTmGdhXRFPdUoAudfMBzK8rxeHSurPDZnSxDR0i
bzHxHMcNojF6fyjF6i1ZZZl0dKmvd+X2M6ytOoLonvFXTp7tJIVCKW7qjeNJY7w8pVPc2ZdkSHT5
mpLjVKSeav81KmRh+JY9yY9KmNXfo34In8wqtwufXKB6s/3Aan9OFoXgO8CymzbmCA8jLw0JUJkU
jeep6bVzDJb+XzWv5A9TuRwJ4e1tFTIXGoroJKy87tdhgK1iSQKR50CFlx4Yaoj40ACH9v39zbLD
j0ObnwQKlBLV4s08DL0fKaYLFgVFnua2C0ku/h6Hpv6lW9SGnVCEqBlCTYq+q4OlTM/SrBVXNIta
4S2wX7sXba4y66QWa00CvXP6FlsmCIHaViX7ahm53SIqJOavoPytH61Ie/miTJx437TTBuGDpSg+
VXaIoajLTMfuryOKYs6pGir83gxoqLa7YD4xnscJiYbr3Nvz4s56VT2C7nMidxRK9qmca9V8luN0
qGnDDlF7UcFK/GPxj2T/9TH8dKC1bWSdupoU6QRfpok+HbzJna1L/qvixQhs7iaSWeqSVcvcw9CV
Zy0AvW2+jF1XXu+vsnMnMTckYBKtaI5t45RwkgoBAOYudVrJj209No9mmXRBvmTFC+zDL04VKl/v
r7lTRFAWEUrAhTBO3E64e1F3alGx9dFZqL2p0IuHhhmwD4MkOQgAO5cf0AFIx8zSkQzehi4u/TRv
FkBDc1P9rB1b8E2z+RNmH867MHLK4SBJ3FkP3g49g/UCZOi9htLfEug5tCNAJQUQgVCbIVCukIFz
k0s0rCJJaycPuqWcfrn/PvcWZSixpkwUnDezQVx682YeRPjQJ5JyWkb1hxUvnWvONdKM9XJkCbHz
+eBv8C5hjhJYt136xko6CErMJ4a2Gsm3ozV687cN3asSLT34gjtxCzAnnVvuyV+54es3GulaHcnN
iv+oGhQiZEzxwAxqBxfpzitEshMcLOoiK5h7mwDrkLBrk/FqKzNEOTcq3YlP5ujEQKCddqlOdVtF
pn//u+28yF8IIWpN2rVgI14/GoaxRoeaoPTQjHqD5uEinbM6ZTxIsXvwFneWYq4CFGLlQjBg2Txf
3s1pjGgZgJVGVGeL8vVZ1FpceE1+GLjUnU+2prkUL6u42E3/GwqoKamLlgcWusvlSYQKdExzkQ3h
GoZoTTehjPzZDlbyT1IUQ+HqipgyaFq5/r8sS5tnIm69+FoLc/lUZyoaz1MU22d9tpW/4PLYphc7
tepAvBrgCElj3/1QhCr/q9mRiWFKlY6fbNy0jtzJ956LJEuls09L56bVqk8DHYJJyoI6cVrE7ufa
D7ESOYjIe6v86q3Q9cB6dXu8dG4iY4qowQ19ya/1iMSNo81HvbC9VUA1wgojQSX9WO+F3wNVpESJ
rYk8AAnYPyXwsryu6o/MFY9W2YTDoWGZUe3yIDGAEmiTGZ9Vs5H/YHOv4WjlHZDibO8T4Pkw2SGX
BHUhS96o0S9i/laddcCpB3Fi/cGv80mwAgQJxHD/n7jV69cGamTquiXNAiWMktajmmhPoVnYH4Vi
FpGvjYZ1Rvn3qllZfFCk3x5hsnzapr86l9itbI6wQ15oypOeBUuplxg7JbKr6WIOYmmYD4qXvacE
tcgAy1qBtltcWIz4XEnVnQdaDMntEndpN5xba7IjLy8h0P9ULYFegV5oYdBPMwTc+4Fxd33mzJCe
ySQhr71+y0mbjUyiect9bZSP+jJGL/RPZdfujPhaxFP6Ao1NPsMo6w5W3n3JiFqB6adouOF196rV
J+DEWXmRlcXDI97+YcD4jFxbrY/27e3pQBWI44fBDEve5EHlWOdDh5J/kEDGxmN+jp9g5g2X+y/z
NsODMQAEibgFv//GOyTVypE5bwlhGkm9EvW+ySh8dAi6yhVhQ2xt4j58Nmm8HA2NdlqqK1kBPRDU
60gut/uolaNy6LSsCCokKL6EVTs953lqyqcCtbCfcW+ID31XWj4K+8NjpklR5mVlXuWuaeMq9gef
lrYdrGowNLdk+ghEdYqmRk5vs/7cxIX1EBux6sM6jj+//Y0DllhRomseuJV9AmWs9oMZFwHI9Bxt
YUf+MENZd5287j63zlCeLVCQB0Pnnc4HAjsoP62DAGQEt/GhEw292yIqglJU9Xk2IzQmFGN6P9Jp
9gdL/XduBueStT2ijHlXnuh5HM2C9zY0X5qdRt9krVs251YaQ/QKrCxoaZBfhsbWvBRc70G4331S
UAlASUGi3E6cJd2OFDk0smBy2vwDRqfCcWV1clI3V+p4RZmP81PVR/HJNpOicsvaHL8sOBgegZNv
s8YV0Lra2AO4tm+iRaiO0NWxuQvwVMkWt9as8UedQftEOnOKTqWS/clhZnpGUFaAQt/QgNoBLeGB
vGClEOOeY3O5Po4dQ38vG0OzcYcsEZnXqqI1Do7P3rf9feX1z39LGGh/42vUpXlgV9Lyoo+NGWBe
3B50vndXodqlRcGcDvTz61UmGqRR0YR82s4xygASYIjOaRINjn//jO5+OkAniDwB/rsR9Y3lkWrD
4YoLdbU5G9q/KFH9wOhL9UoH6eb7i+2EYKIBcZAe7Foaqq+faujlKbIyLQ2yUVXTz8xJsr9VHDPU
d5lphReMEKoHWR6m6/1ld54Rah8jLeICvOBty6fXZ50ptYHmezeAgBYL1YEXprTAEjXrHtVyEAfd
n9veL+KlCEOiYIt24I3gO7BOUSctvWazHOmuu2Mzqs2TLfUSqFi7Eh8XWRXauSmTPP6vQ5GqPxdj
1Ouf3/7ggGVX4ULa+zcfF0UlNWPpJLABRD9Daa38Wm0FMLkqeoqt4UgUamduxnMDpEePGr77DVdI
EBAZjaA8Y2sDJllxWPsimfWn1l76S2uZWIfEGZJLs9p5eOW0Hla4j5kUKd9I68TBZ9/bbeu9C7pq
BW9tb11E2gddp7ETVHFGRzMfdKk4G50z/9W0duKLQe8enFqJ3i49CN4ZvhT4hRVote19RKi4hVnB
1CqKwsLXlzL3W/usFMD9E/Ekeue9llrlwbW3EzBIUjGkWXsDtwNpgEIgGITDqEwOkW+pe+vFWaoj
LthOWsgqqACuEgqrat7rAxw7auFQKCF4akiJBzmjPS/KHPpzgWft/b27txREvXUXrdjkbUu/BNBS
WQsiTs4ywn9q+hbXp6x3QtScBQ6S91fbCxFQlCDY0OBfEe2vH6yRYBl3sZQGhTzh1JaAbukBEFyd
JfmxgKt6e9SlPqM9BhiJ7sA2R4nSpdKTVk0DtSuaB8bctl+OWvdAiZid0tDoDnLfvZdJE25tR1Ox
3yDiSkREBlViPTF2cRCP4XLqUdXxK+SFTvff5O5SKzKTif0O5SRXpllKkEkPpIKkpF5K9ZRNnfJ3
jw/TwVu83fMQytS1t47KJ1Fusxu7LnKctJ6yAFV68ksqz5PaQ4e8/0A7aRbL6NjLcIPs9IyA4Jts
fJVlEBj2sJnNLms5c6qdyIbWr9nvkQ9rLhaSpq6kTLpv6m17cHPeXijrb7Bw/KKyR3Vvk1FOaY+U
0ExGaRgDG4Yofp2END+lfG9vrJ3JcInnlYvrF9o6c3rEhV7//df1PuujNYg6LTv2pj0u95GJwqBN
PqJ2beqaZvuY2V17ipjveQPIH1fUy/yht7Lk4GTufmQOJi00vNvZj69PZq90AzLrBW+/iPvTgmz6
pSt17c279ldjnGnpCjSB7fF6FeCkZdJkCFlNsRR6FX/LG1vF8qOulQ4C296rVJC4ZB5K5noD7l55
9JLT1ywV9tV1tKz+3BtT7Vry4sCbmuQzKMrxbPSdccTR2hFI4TGps1WqMhg/24qsa/RekWhjBI0o
rQ9Tpac/C2GA/l0nEeJCaxJzjjyWkmcmb3VzdXorOXERDL45dcnnbonBmiDu+OaWDj+LsQuAI1Lr
G5xHpAlRSppBXhiZzQxyKw0/LshCdr7UtoCG7x/ovR0FqwD4ODoMEAw3O2qK6tzCLjoNQsSzNRd9
LPtzY/fd2yUAeSoOK4DYlWS13VOJxeB9SaqUqn9oxTlF0vGLjTiwQK/Dnh6rvqC2h5ycRygSauFB
BaEqO0cW5SH0ZoFs3krpW7rI694p0mBZlib7qBb9hGaZFi2Rr6zKg38XUy2QciqVBG2xMR3V2ddA
smmuqiD+5ia2Xsf4IqRl5UoJyEB/Mjq7u+bL0n3tJ7WGkjHUAj3HOTTPdTFPyVWWhRa6y6zH2kEA
vL1WUGZbOReUQ+zdbW/TQPW2qMosDVpZLYIimya/t4382i/a0f7YDfhgxzkmKOnQAtsEWzV0lKYT
Ig1iwFTvKqFrKJWhUnWa0Wc7JU0yPdvGiJwTBLf/2X0MIk/BNuntuxQNIyTp4OgxZ9pEpLRPhsgw
EJAFZ9i/TIuQPKsorIO4t3cWyFHxomMKT964aaYiSRyXvQ1socga8WBYrXRFM8w+ahDsfT3WQAiT
j4cex+aNLsIWFXJzTFdbxfRjOTG9roex6eSRdcDKvs3kaECAjEPnCxj6jeIWQXuEmDKS5Sx1/6wg
EI9lOy3LSSjCXzR79u9/p93dAlaSqRl9Lro4m1c4ZBPai6sTU75o8g/UgGZx6q1S6I+5YpWK39IM
b9wcdcHcdcqsst4nQ2m/k7MeCtP937L3mtHkXducJEQ3lQc920iyZyTdY0hCvq23YRCnjnVOcag7
eOzdpajhmfFyTm5UE3VQJJBBgfVWYAWFr+RypzyP6Hx5mLcw973/YHsflbqS1ikf9BYkEmONIltS
RknVG6U3AWl6jFKwB04S6j8BYR7Be3c/KvgQmEbUO0hSb+4ItUZRnZYbzjfhqOYuGof5o9bren1F
53jJvLGie4A6VfR5LuO0OdVhG12zqdaO+jM77xlx5bX5j56ZTv71OjHpeCujhl4XLZNl8gplwVEG
uFV6FeXYHFwZu2sRXKkPGMXCcHi9lpoPfGq8aALgzerVdNL25Fjw6TIFEsr9D7oTdxj10m9iFUbo
2/cbja0eQyNm+6AVeCmKrj6HcnjER9m7A8l1MBalG8NV+Osz/9as0+YJ2i4EisBErVV3EaScfuIr
pfwDsMl+0ZSywqpjDNXycahEzWWI9+D0Ha311Dmh1l5/6Z1ZHk468v3Xqu0j2R/rdMwUV1NmbFEV
HdVqL6Xybl3MTbIVwGNbJ32uc+ftRxsIDMUwtTe6KNvMDc9xJsyoFweSqWHJ29iKmxdRds3M3Dg4
2juHjaUInVw7YFC3tUYhEk2oY5IHFfriz4o09LbXQkf6lgzSdNb0cFYOjvfexoPiAmmIlBjM97pb
fvtMcb+g1lGQfeNSMT8PnW5fGinqEU0cnINyYif7xsUD0Cn5L5jM7cPVc7UIaH1MgewoeS+VTvqw
tJlZXXj5+jOUOStgrtlgRwnP8OAb7m16ihjyGFBG5P7ri//tMdGSArpRsHaCjsdpBox56o2kP3jC
vZe5KmNxpRMuuW9fr1JpQgn7dZrmNEVjusCaDDTapfQ/c9HTg77C3lYBRwq2nZrplnSFpmaKzH2f
49NmpqdEjevHSYo+1qqo/NKyxwNtoL3lgFGsqTukAHbM60cbER+qR+B0QVkVut9x2/wVDdCbJV1k
l0IzjgZYe6+SljE5GJpRDNY3aYuRZFar60UeLOjS+5k6hj5bsvRLTXr7yAifANpBtA7h+N9gYKhX
0FIBpRXIoQgflVo0pzQqjgbKuw+E2ANDE0BSNyqHwKuHQbdpc/VzZHkTvdmXqnZ0d0Gf98v9CH/b
feWBoOJA4KbnftMqzEQFOqrOs8Bu++UsEReZgcX2O6CzxaXruuwhb0L5zV1QFkXOgnyZOHmD0C1B
8DVNlBFIGlJlI1IEd1n97/0n29uFkFLoS5JpMfZan/z3Y1xgma5CmQ00ULxQ0Fu3cpr5HM2i8SWl
PHiPR6tt9qDelB3XAirYokqMpzovvqdNlr3vOXpe3c3Z6f7D7e0QwGzk6rR50FrfLOeoM7yKMsqC
WcAzGIAceFIM+zSqOAH3l9p9MkDJQPVQiL1JIfHhXRA0ZjPqkuScE03Nr2oX9V6SJvKpjSdxvr/e
Xvhl38NmB2V8S7vT1MWxSpvGi5Mp+ZlUvg7CVVX5/ip7L5DcCXELrunbGVetY+XrDBUicLZwTgY0
3NNMp/IaDWr7B9+KCQMVKuMWksTNt7JpGeejSTiMUjU5V2ESa740LdMJ8WdRHCy297UsJHUZ7NAl
u2m2VtFitZFGLJRiGZKiEo9eYiHkLC/M66yqO0Kg7MUPUDcgUyENAqBbf89vpwzUCcyTkmtsdory
S1v0nYuAbnJO6k7+gr7MclIT6Qi2urMoSSI3DJUwX2+bZbEPizZb++S8gC6oclST3bw3e282+8gz
pQIz46Htvt7fMrurEiNXZSgu7q1Kk2SpcEytJQ26EqvDhAr6kjMiOudtbD0i01Oel6VS3r5PV8FO
ZpOGsvbqNxVOLZxF1GnLonOXvQzlEn9MlSTzC3XSD8BiO0eCup9mGPwiaovtp1StWHdEiC/hZMWK
fQ7NvHkXZSAnHyqT0uagtNjZqMSTFfsBK3JV0Xi9cSbcPHItDqnHs9z6p4mb8CKGprsYySh1LrPW
8eDS2ft8DCEo0VZ57RvYMS9xKYXA4hFanOQlCV4iqh5HVy1WxbkEHu/pMlbY9/fMerY3Dfm1HFjH
ur8Sos3nUxt7ECY27UFTKvV7S5leKGPNc2Lhy2nFTXKZo3K6TJh1fb6/8N7HZE3KA6TvbvtSStkO
GcATGnEIe6Uefj1I/xYjLCZhmuEffMsVtE7bn7h9056aVVIG1OGTQDOruPfQyK87r9bqmGZYBaXq
vV1y0R/cSzv3BBcg9zqK7aAVtlkfnrPFmvFCh1tnLaZT5s82HlwHH3BvFXTEKLDI+Ijhmw+Ymg20
qJ6ed1MYtZ/Na7uxFuVB1N6BnnHeGPlZEH8orLYPk0b5WCOdDZBPIYnwBHXfV6eppfctxzD1MlQr
Srcrm7J2FZhAfhTpRuwvCUAT2dL6gw7D/s9ZwakraXq1Qnt9OCEnVAUIRtILDaxHJKrCK/HPeFKW
0vwbl/D6a4lOOd5RUnHNmbv5Q9b0z9GEauT9bbz/S+isrmpuO5Sx2JlyTq5CQZ1nRuvNk548GamU
sKXN3Am6MOpfWqXVz3NlzO9Qbpaf4xZPeVx0+rfzXAFpyA7bgfkzmkebt4I1sLmUFb3eNot/5mjO
ULWlnYvoqnoZU6n5g61H1kXkJ+zf4oSjvAOCYpiklEq6fDSsJnsXA1U4OLs7gUIj81dwdVjF8rYN
bMQ3zDlCNz0AfDaeOs3+OXdxfyZVrg/ul51YCOOfIMExWnnb61H7PVUQoT1ZpQwZv63q73pcpdND
YXf5iwx7oXa7uCjBvDSYXgz2ZEqX+ztpb3Uav8i7otUEYH2TqESLXXc57YpAovfKABi4Tdp01Vlp
p/iaNbp5afEdOKkEsoPvuPeGaUMy0ycQc7euv+y35x6iSJnnvKDVLWfzKbUk24+tMLvQqaoO4sjO
/BnwAPAIqPiExO0ORcmFKNyNUZAtXR/Ict9iI1IUXtFF02cLDX+3xC7tYsV4RboMWd/OEqQAXy8B
bhwC83bUj23EiHk3n3gW2QmGynJe+gWeTd8lPl/24MXu3OhETH4m1APavFs0CJ7nFRqMbfhQpg5q
TJIhnmwrnr1Wbmc/Y257ikc5+nx/H+0wBlcGJJrOoAcoK7fNyo7Mu4pybgQZ15DptEQWU2FzMYvi
tDQVDi8CtBjq1VpWKfCGR/NjavQxFHzDDIU3WbXyt6JE2BbY9vifPMZ546sZVgxe2xTSU1aHUQ7P
WkWgtsX9yrqIZYo+JMrU67gJ9fVjWGWL7CLLEaXnvu2qr3pbKfOFWirLXYbw/XfGRU18ZtjV/oVF
baLz0VFM9efcSexraZhz4hdKVL0voQcO/oA0ZP6T9jjFHVoOy2npBz26Tk0VKX+raj9/xn+2O0JK
7BxHFGOhpjDe5WVup64ZkokQHJM4MPKwuRQ4NZzFgA5eLtXp/9KagcwcljFknES+3v+AO7sGOgIN
HBTryDy3Y8M4VJq2HBlyqXVcBfhKwt6c4uEDXQ/0MUTUIoiaHWHndw4m+Ts8emxFQDtvc+smxzJn
cGBHFkNUn5wll/0Muey/G1XLUenJ68sUlcLrLPBnYqqGb/efeSeLoVuwmhYCY1rBE69DUGWJNIMW
SoKGEPlDl1jJWc6X9kAJZG8VOi2A+MhjcGrYBPi6wCPLmbN1xCaqyMXHV/hVXk4H7cX9ZRhHrO0I
GKfblKxbuB5i0IvGuJSFW8xR8b2MqyNni50CBW0jAjYB7VeG+fqdRatODTsfu8fYMZ5rGz+ipNNU
t0Mwwa/G5WievftYJLPox0DaYZO8Xk8bcYpySpLospfqILX7/NOUi6NZy/4qDnNQh7uY/7xeBWF/
Y4i46un3ofLvR7NseFGWJ+rb0wr8joF1ct+RhW/RG1YKjR0kEuJFo95HrlAq6q3K6qAtjxIg97fv
b1aiWwStSgac8vqp4kpR06IBM5eX2J+1NYjsuD0UGtyLWbBsYAGTloFK2axi9sNQNyCQAj3SpBeO
k+WniLs9LXbWoWw5WT4RpfQUZXq7yPYvayp4NypKHDctpEVy4IplwEaVhQHmXMnY0i3S8AHW4Nf7
b3InWWFCvqKC4WQwytzswjG2taktiiSIzFp8q4yy4cmS7vMEUPrgo+0dsFVpHyowQ6UbZ/PUEZqd
9Hg64//JHKJ1gl7Nc88sl7/6uP/7/nPtLsY3ox+8bvttrgDh3pa0TMfse4j6Z8dIYrcYZPtc4859
mngXB7OynXO2PhbiArTwaXJv9kqy6Go+ahUSNUU6n0kk5ocFLql//6l2vharkM+Su0G326aWSZ+P
06xMmHGryfJu6nDDMZkGPg3deITi3Nn8JhgbMktO2G2yZcp4B2GAEgcMWhw9SOUsT31zGdprZUuO
gbegmV5aNulfTrOYByF/7zmBjkLaYKZEXbq5v0qtwjcGn6FgGvM288OxUD6F6ZjWvhyr8/n+S92r
OcETgExhyklTc3sGpDwKS7MxyyBHw/CkzFroZ/KUu6nVS2dhqeE1UZzPFIp4IBulAylZiX17yA6O
4s6WXd3Y8H/g+mFUuP75b3UDWvNN2KaiCHK1ih5KlHC8Caz62SgckjSRHuUoO194JRGuAW7FGG0f
W5UrSW8SqwxGbZJbpEWS+Ks8SWrnW0o4k7kk5rsuixN/hpD47/13vnNcAPkBHQGrwnhte1009shl
HupF0BVA/PjAofE+kq3+SENpJ/kDnEbeB/Af45Ith10tlt6QYGkG+SgilIkF1Fju41PZAfJrkPT2
urYrrn/wcHQcwfwgdHpT+EZpjR5aq5SBHsrdY6G3xUM7ps1Beb33aNQksGBpw4H3WT/vb9sFHKpe
Z9JcBkyGjJ+dWNRrqFjZN6euNNg0EVJOaA9nR5j1vS+3jpRpjBiAj7e6uMBUgC+GcUlXPBtOWWsl
iG6q4wFcbCcAMOmBZsBECAmHbX8spPEN9SivAlmrK9kFxqN9a9OuEthSRoemZjsngYY0J4/etILx
yiZ4Nz0ZmpBCTkJoOsPVtsbumWmL+No5Slz6lgZ00sNnd1DAX85TZVzub5g9ADA/ACIUo0sKhm2N
oodKxq6xmeIsE+SUZdAz2QUn1n7vYifFiK8x6uUqCBuxa2VR8a+Ga/1fS9xNP5petVN6y32kuBJc
6/Dg1t75EtzYHCEFkNcO5Ar/eDQETX5ahJaqHNnz2dJy/UrlIx+8hp0ASArCBPxXVLohhElA+E16
YDm5XFP7xlKJJ8wRB6zRVut1KNcHQWj3tRNpCUJAP24dySUjj2AXg/wYnLB/6VLTeE/u39hn3FZn
+5xMsrTgHzhlst8h+WwGWm62n1BbRcXdGqRUfliKTLuCwUfO8v6W2HvtVDtrOxBaGgbbr0+3VMdj
pUzsiCo1ip9SMsNtl5D4CEdDfzvMmze+XgCrjeBN81dS7Xwi30CfQEv+M0LdebLbQZw1mg9f3v5Q
zLagodCCXK2rXj/UBGMoTFQjD7I5q/xZThKqKwTmCnW2DuqRXyXuZhLDpHwFm1KE36bQuGwac5w0
RdDnYfrPWLbLh37Ml9AdMyd7UEZHv5h0YExXTwu0d+zKOI097Zs3Hx+HwMKIzaZAvsWqpEopOWml
FUGjKaPuwSwcMh+s2wpqm9X2SCb0dts4NOvJINZybyX7vX7DVTYIW45Bl1tr2KyyOf9rNs3v/8fZ
eSzZiWxr+ImIwJspsG1ZeakmhEwL713C098P3YlqQxSh0x3Rs67cQObKZX6D0Kv2z5ccKzGhJB+F
CLtqjg/c6kWA+PxVxUHLNeRgvtRltoe/WV9yrIIOE6qWOOSuAiNt8lEb7JjBBPq7n9gn8pkkLv2p
gbezXDky+8MgozG/89XWkQg4GK5OBD5wfaueUcqdndSJQJRwNrMPKAGrMJrL9tGc9Do8DVqsqMe3
j8b6WmVFill68vACVnBlq2wo0Aw9vo5xiNP22OW+VFnKToTdep3sClgWCw5ilXZpJcGuZVx/bess
PDdlqRymvLcfY7zVjpQC3YdFzvPfjyJje4Ry/xR+/OcmU4liChVlppqNk0J104CjNzt95NEonD40
KNv+HpmWXpS+yY6IEIZuBWe82PmkWy+YKAcQaZnmkBS+PhmVrY+8E4Y5dNLzUxA5wR3Jy14bZN33
Y2gIL5JOlQlC+TZsg++YFKwfkmslSVN/mmLdOUtc3h9DFS2/o9oNsgz/PcreA8CNe49JavP87zsJ
hCGdVpWdRNx5/aDI9oVdrkZwB4IhvGiapPgjYrk7vb+tE8LRBLNJ/8ogP3q9Ss9L7jsMaq6qHc7e
lIv+OW1U9NDD8EeSAXZ5+6G24hrB3KSHBXB4hZArUHHBmQf6gKwQ3KRG03CliexLh+zYzkbZOiO4
OCoLQm4px242ypCrGtvPAtodZZXfOwYQc7RIYZhYZrSoLHfheS6m/vPbT7hB0qYrAnl34Shz7d/W
vP0kVaNcUnCHRi0CzwZo4wkRyPchkNffRt42nQdnXjkZYTo5LrWiHhzqebaf8NySGO8Uof3z7d+0
dWaWj7swcMmKbyvSHAVEu5mG6NqOsfYjDe3iWR/+B0PX5ZqmCwXEEgj1bS0o2RJMjYbRgG10wdUa
kWFx1GF6MBt5TzL/z0DsdVbAh0UCjwDIuGqF56QWRnLKIbAnaZxh5oqaw32dj/nkzlrdgtFIQ2zS
QgtZr2PCFfoRN8E8/NGEZQR7RG2/DGbVP8ldlzd+Z9aDdrIttjwtum423TkqdcVFwlFjBiNAxR7t
zjEOOOZU7Unq5epQtbae0U6o46+d5oyTp7UDcwBFzKC3HCUuLW8Gr6u5QpHaYSf6b3zORbKLfilK
VGuhVESnyfUkEBSidD4qfWY+ZAiz75SlGyeVRdjD+HwQC28jYKhlapd2WnyFXNT5+IUzE1Dn+s4Y
RnnnztyIQYBzwYQsn3JdNalRWk31gnnRR1lBU34en8ZOjR6seVa/F7IYdiLD5nrLrJN9uiHkNVgF
kvkWd7SUIZIYx+ZXdDiz80D38gkFX3vn3tz6XOhyUBdSS61ZElLlDKhjROjUNXLPfE4RBxjq3c4q
W9+L50GLmE7busldh7PSljAvr2LKkjulNyu/lFTFgxpW7RT1S+S8OXyLZDgJwCIdzg31+s4o0WPE
hQSAQ9QY088UrUmvZ35/Fn3We5VkJ/cWTlHPXbJrWrXxkKgmUk8tU3na+errlZVOYbioIU7m0AYy
juh6po9xnjTfskTqXt4Omhu7BJASfQQYX7zSW5Uhs9EmpJUXOoE8xUdsHMrO63VmxkXaSo3bFLq6
U8BtbBSMeamqmLtAsLsNoKmmzYWIq/w6R1LpmUOhnRbPmcPbz7X1DqET0J5YOs8rhyJTMuAkznF+
bVqdDncYxVeMek0PUNqeVMfWUuRQwLjJL+iV32wUdK96B6PR/IoO1/wdR8Ew8BjImV9jOHq/3n6s
jeseQRhANwbTUi78m7UGgrOeGBimluqYPShinBovyFv1QxyoceEKVSlRSy2znVi8vSxNNKziFGY8
yzf9q3vXL+zkagJH29ii6N2esFK5Q5QZh0jokuE1qJZdJ3l09uz2tt4tUxhQn+DIyVJvnnfilPw/
jWgUvenH+At+LDScT3Mhq+/ffrVbSy1NV/rqCxvxNpOSUkMVaW5xFXSFgeIMAvOuVenZIR814A5v
L7YVXLhvQOGCvVmrToxYJE+5iR+HPBrmlzYTCvq2WmtdzKwxLslcaWcF9tBDUiT6Hil460FpMUPP
4qXqlqq9/pg6yNlJ78gqDBvaS1nr80Gu4/oYx3a4c9a3osvfS93sm6wfs7ASClNjO0+ORWK3x5Hb
4/esxXgO1VHw76NWENC4Cv5p/i3kitfPpkltXcUFLgS9Mv6O9SG4z9p4D6zFPcOfubkblouO7UJr
iF7cTYRGCCVmzABoKqgiQ/+YU97MpQtbXoKX26vyMZvj1nKDQE07DzEdo/ciFPwplyGWYL1SFLln
Kb00nczaNitvCg35HS432herzUPLhVmTNPgJ5MLwZT1rzedpTpvfKRSlxLXtxvkYpkZRnB0TuYmT
ZtdKeGijomxdCYHua6YouLo7eRrIXlSI8bcpFzYOLKUtf1XMwlH9EJTku2EYg/fpYM7tYczVovJN
VSDg7iThcC8Jp+2OtZNoX+1CEoOvp31Ye0WmzbmfMaZx/Naoh97FRFeSMBqd50ehapV5qcYerPso
Abn3HGiuP42WwvJ9QKeNmBGYqXJSq6aF/jjN9GkHJOe8KS7TzOsCyRLuZHSM5Gdgi3giTnnRPkI4
wmm4zuysIrsoxY8cwUEUruktgUwpQvFZhCL9RJSy5qfWsZhLuWD9M+MXYpMCKYhWib61SR2Pl7zS
nVM+wBm5SOrYhgeyeSXxtFS2s0MgZ6l5kPNQx0VCD1WNuBZrkldqSfw4gxfIfLye2v+IHsK8UzMR
q4dQkhpwUWNSDJ+SiSLHn209L57nsm4/VEltPiCvF+bubI6ieZ7MKqrcrDHnr7aROj9Hc56OjsDD
yu1jhH7OkmI21qmQ6xyFw3EYHvu0UNOHsR2H0YV/Gto+deVIep8baejP+QB3NHVGfT7LeOOFbihz
6x2Q6bcyX5l6vfGq0cTZsKI31Z5TeVByN8yqWvebzonvimlse4y/U+crGmSj7XWiMD7VjtEWrgVY
x35QpXG8GpUyZigLw/n1ZC4acR6icqqRfbBzPcbepM0Vt3NgTkH0qcbOz8BH1RcljUy8t7gsatce
wu5XrSPz5waZZNbY1TFx9lpc5OW7qpuNz70URADAjKTwsr5AVNFMmVG7Eyi38HmgmGzd3DZr6XMh
GtX0QujVV6lq5w9agsj9c4HN7uySsyUDm9KZhouI6+bTMLVG5+pVp32panVWjgitmuVvLCnV3FMx
09hrIG3cldSF9P+Y5JF33FbGVSpCGH8QMYw+154B4gYfndqxf+bU5h/qVvnViGrauU5WIX0hYCAB
xQVJsrNSSm9Te7RqGATY6Uyx1y5YuyqWksMkGT/evrhWLSM6/Kg1U5KijclaNxeyoK0vG6OVX81W
zb7ZwsnfhVpngjlyku5rhT7nqU/bkpM3ic/gdZPq8PYPWD0qIyfqKNqPpKuMEm8ivEhEO2djjW50
7ZTvRCQmHBqDkbKtSY//y1JoZwDt5kq5RUkkQ1GEjgwRMBjha+ZFOENPqIyjKgV7NlXLr769UMjm
GB2iYLPmKMTRDNjRLpj31mP9a3Hr+qn0TMr+/YEWbVxuyEUz6LarGMZouwHmp3rSBo5tM4vE8Ww7
Mb4v8rHzzqbcuiQpeDE+BXK3gItf38V6V2mTU1BApTD1751YG08DA2JxMjVB2lo7sbjoQ6EcSlkR
e6dwa5vgfE1bjGkzIJSbjl9RA76jRcQpbLGOzDu9kV2VdS+F1HX/roYLiAZcALq8QNdWcJrCjOUu
mumjqgqc/1QlRNmdOLWYkey80z/I01cbZYEuclXyRvGtXdU1qimZJZKsDLSTLBn9pWF6NzVO+2PW
C/s/M9K5r+TcTlU3b5riITWbyH6Y9EqT/C6S7OwYiCz+JgeFzMh2pLB9e4etvvny87Bbg4nAbHS1
w7DsnHTsSvNrFDSFh6c690g7j5qfVc73IbS0g22LzAuCYo9AtUo1WZlKAXT5AiFFpvP1biuVOBrD
us8pQwJxkLQiP2RVNZyM1Jrv1diY9vorqx22LEjFt9B3qRpuIyHSw3VQRyxY4Gp8LSdZcKyq91BS
sp0m1Z9Ac/vRYdFSmDCIpCW4vPW/yi9cbyYQuhaTSHUOBlcdQxDbQh2N0Ne1ruFeDGq7dMlYFlZl
XdRI2k5J86KmSflOxsTpo2rE+uTPE4z489Ajlu0WsdFGZ82prU9525ojRhBV+gJcIPuWqQHYpUnw
eIdBLZX5MNba/LMQEmKf1RAAbkBwVcmwzmsa9TN7vu/cpJ3F8K6J6NQdrBZSKVM2GPYuaY9JUw2U
3rc6DA3hUg5YsYfDaOK4XIVD54Yl7i+PhK30Q4MMVOAqkz1+eXtjrgIsXwveID1rFPDgR6qvX2FR
RKaICmTtY571YM5B98mIpfRfcXXLKnTBGGfCwFkFAtlKcL+Ss/wqZ51KnIulhyav91Qt1xAwlmE+
RfyiCFlPh+IkycwMTOl1toL4lGXBeCDfkX0RJz3fXwm8KFP1pyjuYlzmjPklaiztaWRu7b/9Vle5
zvJDGAOS+UEihAX1+q2aYyDTyWLuH6f6dMCMiGAvtcymZU34qS2xJwmOO8dhK8awHEdBx390Ra3j
pDnzAjyhBxIW/4VGPlwSKbQtl/rSOgZ6qb/AD0seAkS59wh3W4cePZ8F2Q3+gAz49QOztSoOWVVc
zX4a7xo5G8CbBVijDc6e/O/mUogc01JltZW6TSJVlHsLdAkxapsGpxTCVEEsQKSzvZPobHxGW2bA
iiorTTn6/a+fiioi1Cb0eq5T65SnSU+ra5Va5kFh1OBVdVTeyVZQ7Cy68Xw0lFCHATfJBOk2GWm0
2iQzn/MrUtvdi4Yj5Slu+q53Y3W29pB1ysb1QL8MqSDa4RumlzTOqCAGNk1D2eg2g6FczKbJ3bLN
ECeMJ9kFrp8cmrS3f4+MCv0qBnOXmnJ7TiDRnKRiNi50wbpFrXJ2g1reUzPayKwZ99INQqhJBmt4
c4EtykGKENwnsWEBn0LgMSdYIlJ3xNqh/IgZUPt1Bj98FCkaUahtZNP57dO8+Y6WMSlHdpk43cTI
2gbu0lBqX2c1Ne/k3njGoAJlzjGHKYXDyU4us7Uccx2awYwt19KGlVkXMxOn/FrZivTJLluEB4wc
5dFqyA6zNXViZ8E1yoY2JPQWzCbBKK2Hlu1QFU6Wd2BWA7N6BEcUHvKuitBdMtLkG95E4zGru8ry
tMKZPgZdMlzgOpU7OdLWxqflDkWfKmrtD6oKKWtyHZBNbrbxXQ77Cd3eoXY7KY934vPmK8Y5izqN
XAzw2OuDnWfyXNvpmF/tzOwOVhg7J/RSsrNThdZdNzfWt7d30Naj0dvXAcaBSOEZX6+nRqIaR7OH
DxtG7QsrGbOH8rL+yRiGRt/5nFsPx/bh0DFxQm/15sD0mE2HWFilaC3hrp0q6XxSarU+lQiTeL0l
ov/h4aiyccSkpcmuXR7+rywsU4rUCmacEipOymkOiveDI8QhxhL187+/xr9XWp78r5VAlSjhTDp0
7Rgy+8DCUvpe9N3wj91rmG59MeoJrJEWQqRxe+bVFhcYR6EknNqqdEtwfA9Z2+EqBfvt0//wVAtm
lG4o/LbbZGGC94oZL+ioRC66a2xx2P3SJr6N2LBJO6XustNuUuYFsq0xNfijd3bzClNaZTJdouTa
R2HvjbY23UWVPe+kIltvbxHWJDU3Ngq/sTVjvQMOi071rH1K5ig9iM6Yj9Xc7rV4th6IAodyg8pq
mQ2+3hND5tBPqhnUtWGGKhHt5CvgnT0E20ZuxUYgeeUaYNp9OwTBgNtMRI3bGIRNdFHlNnJ1e2ov
xmBGh8imPRvXQ3siIdwLVVuvkgwdCgc4wDWfPDczUAVcashyJTF8DXk604VKvUyk5fHtjbj5Krnh
QIkwsF1RF1pTYDIVmdmV9Bq289ShqTlYe+DGzduGbArGFzUx88Gb6xR97Ui01lJyBE5/SNpkplEq
Rx8mbU6OJJdZ4qKP1B20dKZTN/YthsVWucNNWaOGufMWVgr0BS6+VcYa9Oh5UvxkeIl3anhI1MAU
9NIT/TgkSBEAKrFzWMESRHu3LJymP5VljqJxmuLYSrWd5y5Qgv5Czr3X9NrabMQcfhk9kzVYuxnC
pAhUhgAFcOm70awZYpiW9JzH5Y8xEPJ3B7G2l4GRw87NsbUBCA0UD9Rpa3qvGtimpDlVdhXyYD5Y
3Rh/QapkT5pqK6vmlge8A18NI4+b748ZhVqkVZ5frdgKf+a9CL86Uje5ioDkDoRIuI5I99zdt44R
j7Ro8iyA0Nsg2+lY6Ngdck5GbsgPuTLllRs4Vqe7QLLUH28fpK0PuCjA4Qxi0+++RUibTWvPcs5i
/BgotVo8Vif0IgLy4ybST2gCRY+ilkef7nS7U2ovAfwmwC9YZepLSO50fBbl6r/uyKjKQkQ5iYcM
lPT3tSL9SkXm/MaKK6IG7odmZ5S5sWderXfzNZsoUAdnGYF3mTJkbqF20w9nVhP/7Ve6uQxcaHgk
pDSrHJzwD70x0lL4+6X0INXwlRni7mQyW6EJAYaFSQn0Q19ppfM1ZeaW2JgNkToMZ4SGaCVh1276
ZpyZii+ZZqy4RtGbqhs1XVO4uOzEmZ/jN/bP42gEq5BvBeBL+clBubmpZSttCH7kjHWZv2hGiouw
3ZseqNPy329rrE2wQCAm4wpyOzqQA73Rkg6hyb7Py89dadO1KkrYgdlk/g+ZwfIREbRcBhUrAO/A
cF/rMxpxNjoTHyorNZ6ipAp8SwzWTtm21Q5amoKEGpoSnPyb1AAbkEIyW1TVjFbv4Z5Mav87T6vy
RyPX1b1IlOCoZG0NiR8PtQMUyuGiakWvuHjZaTv7dyP+sKNw6wV5hgqF47w+llPbVLakkCSrZhR+
6ZtJ8YyxbK5ZFk6Ht4/K20sBlHq9VInN8TA7wKSiKYi9su9rH9Gq/FHSKJzfXmojlMMbQMmQPoyz
4G9eL9VqmAG3S0IepQqYJQt+goiS+OKILj3VKKOfp2gPO7GOBCCXgAuyXynguMFfrynUuO6SoqGV
LgIc2ILQ+EjdKO9pAq/jKMuwGWkALXn5bcmmRaFlzA69xGGwp0McxtpDO0qFH0iFeR+37Z6QwNZ6
KtKGUILZtHRkXz+WmtalNiu0feKoUty2UoIHdYzSR1UbTPBLGOe8/em2XiOMT4AaDGWXHvDr9QpT
OF1bw1Ntg8H60EtK+tjJSr2zynovYhKF8QQjSY2M5raMinVqeRNRhOtI6v8TzdzgmPaReNDkdEco
bn3nshIF6MLeprq5rQNSnXnWFAGfg1JS/ZwdXJM8q5ONkx0IhgLoll4Mg9lrbGMYuXMMtt4lay7U
DyoefClev0twHLCNNUB1JbZKl1YI5T4W1R6SdGuH/LWKevPF9CCK8kkt2JFGJz+H6pQeq2iajqbS
f5MAPp/e3iBby+GvuJgXkBGuEJBJT2IOSx6p46nqvGKUrMTFwCK8i82+PbX8Pzv6ZVtfkLkoGa8C
3Gw1wTZbTQlGWInXRqmFa0YWEBs0FJD6E8EHCew2Tckh+Yaxu7MXx/5Y/r3Omug5gYti/yxF/6q+
A8/fU1Dl1zGZOrAhFhmU2+EGrngD85GPVZ0qRFEZJIoW9NdU9NI9qH2MrDCD/EI+Z35HYjVtXFvk
SY5QVTDs7O81swBSLsNUTiwp5WJB8HqT2WpqjAwbIPiBBXkfpmV6HJsh+IiG0XCPZ/R8BuKFiXWG
pUid27KLZrPmhUNrP2SlFe0c7D97+vaNAejhF1EUE41vfo4hg4aKuwG2LYT+wu3NPGi8JNX065iP
duP2kVHEPuaH+XSUxrIqfVugAOrGipbZHrAmPXftoDFtDzAvztOh0kXxc5I0reV1Q4IfmZXPYK/i
yKbDL7pGlXceYTmVt0/AnUwOQkgANrocgL8z5dqOytgx86tD7XfQaSIdexSG4ITazYMaoO7jZAjF
TdVYoMHa7GnZbpwvA4NN9PkXgOyqIsGE18EvXS2u9tBIT6M8dEfFyIxTU06OR09oT+5xI7nlMGuo
L1KY0Em/jZAcLqkIQwxe6sSRLxM+fV5taF904ZS1Z0zzjE1SVYJAgKw9PNa1kX+GByX+9a2D0OWU
LSI9KGCs7tWyMPGJZ5p5wUn2a93o+TP0d3MZuxrnpmryJ21uQIHJc7bgsYzL20FtlbAwn1oowlBy
F4342+EKD2ZiFSLMiyPBBSnBjT0xOxoeGD2IY65icUrzdI98/Sd6vNppCGYvAFouKAsqonFTkwnb
me1ETpyLoyM7eK+pJiSVdkz19E43hPMZuWkbkaesj12zsevnoa9k08W1Pon8FFmvJ3p5snQOnInJ
4Ryk4YeCzfsom+iizno735E9qHv1x2p/8qMRJUBsmc4uoltLuP7reNCoFiIrJfsy1NGXBIO5k26F
6bGF6u91rV7vZK0by5EXmxBOAb+vOT2YArbBYph6Qa1RvA+stvWYEOP/PYXSD7tuPv7rRoCMCjiB
ptoi3Hm7EWwrlAcd/9dLqRUaA6006O+1Qf0qZYH+nCNaeQYJ2u1cqatsCEcOfGfxfKVzq9OzfP1K
RV7VA7WRcwFsNF1svbY9fUJdcBwRN3z7+VYpCUvRpoNlxzARoNFNcBv6UoRBK9hyJjp+vo26XHjW
wYD8enud9WeDqgBNaCGD8EJvFeEGg9NEr8q61GNm+4meSRerB94TzHF87Kpa2dkmq6CNPhWfDUEl
Zsq0U292ZaeOdp2rrX0x+rB556Rld64BVJxDoyqvinAGV7LK8tEWaJ1PWr7XPl/HD2Q6KHbQoqOv
vQK31HrmyHOnWJdck4MnpB2yb4wte1Y1CuMFYUMuZceqQ//tt7zeOCyLHBeXBQnSKlnvmw7VeDgW
l8iS5lMKvthDXtQ5oiWe7GycjQ8KQZMkjOYRo4/bjRPmIaqD2iBx7OVPALTVyxjL1hE77sIfKpF9
fvvJNpZbzD+Q6wEuzsm/SSNQK8zLRRf9kpjNmLvQvdpvo53Gj6LMEeIfp3/GQ4GOgDnHR2Ssv0x0
X5/BqYVARyfAudhjYX+Q6kp2EzQfvwI7Z7qjNL/ffr6NDbMITi6lP2GNffN6uR6/P2pVxbkES0U3
wrV9nNJeedIkq3YbR+kvs6z1x7cXXWXSyzMiVMCkZ2Fr36aK0FCAp8yNc+ly3QlPIU5nlevkC+xj
BmWUXhBxlF6MrFC+l3nT7TkVr2MPywPPWFTdljB0803RYu1H0ySUNzz0cbK19BzwkDtdq61V+OvI
s3KPcxiXnfXX/WQnmtYHne1c6qbWv9RoiF7LOPznvqPBZmHgYwBqgdt/207Nw1aEjgR51ooL2vBS
qx76Kt3LpjfO96tVbt6Y3eh6SJ8fUbXJaQ+1U4EbDjTZpeuwd61vvDZwwuxJ7gS+zm3ADku2vR6i
qGt1c+0r/aRetN4OdgLW5ip8GqDeKv3vW+6XiCpnlMjomc/m80URKVj5cP5n30I+DtMqizkOxAou
hNdbQAkVJa8bxB61pPg8d0F2yhsl9mrLHHeyVipQ/tbrHI48fcFkoH1HXLyFDKh5PaoixjK5HW3r
ySrr8OuAfsWTMstR4vZaisRQXMS6cMcyR2QNXIiafS4GA0p9MPQmSMgoAterj/EZQQ8cF3Sakk+R
lCW/UzWEA8KRBu67MMnSh9hEPcyPkl7+KZeR2btQNdT3VmcBEi1o6+EsmQz6Q2Tn2eTmOv1nNyWl
xcRZwt/DAnUbe04XD+oxU7pa/UhSnsuugQbPcEB+3CLRzHI58csal0AP41dmXZNVms/mnBYyNY9k
ZQdp1LnZnF6xf+l2KlewF0Lum7QR+rM99dRGbTg7sxuN9Tw9kuQad0bboBg5CFv+Xgon+R1FmvUO
im8Y+KOE3rxr4nzyn95kxfssQ3LuVBD9n9BICkp/NC3wl3IvpZo34PryJZGK8qUd+tzxRsPIbT8b
qmDEAdOKPqY2zBq/g3530AJ77M9BL8yHepBEdy37uMl8qQ20r0kHB4NWvbZgdqJUOoy9JkLXRIdR
OqZKXN/nYmxjb0yl9CVGsCo+F8h+CddqlcY54osdFZ7tSDX40RixB/gvArmxXjXqJ/zNlNoPRKdW
np7ltX6ZW0Sd0HNKvpTowtc4MEZQXKR47mvXaDvbdM00GiQfRpnVe0nJP64tGdUTosVS6tcBZGHf
JG2T+UimRAei4wJ+nBowUMyKJu3Oyi3RPEhqPrXv2lCT/yvKWdG8tEZ1wR3qeq6f1SBNT4lZ4q4R
0rOSXLAuzc+K7zx445wGiVe3BZwR3Rblu9kSo+UaiVM3Z0lV698oEWTRpWFJPoUKmcY1Yjtxns2k
UuWnYTBpzVCYtPfEWiQUQMJVoLGszPqOOUqUQpIa8uR9AK+03NGqWIeUZcq/kBCJyGtFjMAGE6Uj
onzhYje+DWHQfeZWGf41cME7BHSFtxKp8xqpU0WzxBActzScgdLHBAGpFys2nJ0sdvUsyyrELjI5
RjyA+18HrnxIpcCSzPQ6EHpByjT9FTRPdn47DVitQniktcCsHSAQU8+bVMeMa0WGjhdfpy4c7xSt
DQ6GWTQ7JfXW3WVzEVMlkpqueD0T95bA1wVdmH6MffhQM5P7PvGbYNwzGdpaio4BrZpF5I0B+evX
hqkhyqNxhhr8LOGfRK0GrCROT9SN7Q7LfWMpklLo3/S2NiYbstqWo5HU0iVIOs1L6iY/VrUZ3mvd
4OxhjZavfXO1wFPCLYDbGK/T26ulM0x85ACB44mh9wdzktODURrZdykPs/sRH8RmJ8ff2Bhc/uRo
CM4vM6mbpDSDKqyWQxFcZqsVfo5DhV8TmPY6lpvLLFOhRcF/Ld7Vga7OsIslQyP39LO6dzynwb3d
RhzENUdV/2kMTXo2p1zzczMs74Z6+sHhzPxwNovzWKm91zXlsHMsNlJy+tYo1FFtAEK4TRyZKWFh
M4f2pTUrrAtCJwLZX8uHzrLLF30yjRMZ7B62ZmM/sSiY8MU2d82MDQjhcwYQ+9LTZfYDtEOOwxwC
C+glaydQrrcTTexlEEISs4iXL5/lr8R4mm1kBY1KvShhmPVuFIog/tzIUKfHImrj7+UY7GlCrJ+O
7cRUnlkB41Z6e6+XDAu4uKIdlEssRttv0M08BCp496So9wI0gPbb48IiFFP8uzzkCj9SIec82TUz
pUQf7PqAY7R5VOUwML0uQrTBnURl/U4LzNiPadYltivruWUftTKoEg81f+uTyjgv9Gn+xYEvxhBO
KVghwT1bWqWbampb+1GPjTlOtKX6FEOvF/gql2R4yAPr6VFqR+PZaTAcPmXF1L1kQLb/U5I0/2w4
U6ieHLrzzkUOcRO41whZupczjOZCdYT6y+waoz3ioDF+tRAHnM4VqkDWIaAT+K3A/CeGt5y187HT
suw4K+PANLApDeuysMaro+Ikk+2bA2Igd1LfkqqEiO3ovqFnsePJ0tgjVIELTHCISgFUWCE7fMkh
DZe4ZOR14qqQBww/tqVOdRvdaT60LYRnUg0bOAPifpbilUFPcwFZeM1C/XtoIpe0qgxcyTEn1dWz
MFW+ibw0S0DwbQZRJdWSH0bcxIFHFpD+DJmG6ccidpyvUmXDYXHCIrtrFSdoTg2ZTullutlGxx6+
/Y80V4Ls2Buie6+kVZ/gexCXwi0gpWVuqfXa/TjP43ynVU4UPjipZA9eAJ7rqzHGJnlsZCE/nTvp
fBfJ05j5NnIunTfIDd7leh+Uvzr8aLHzK5EI9JU4SCV42lp1bztZOngIzEy6m4hQ+2/O8vwl7Trt
Dm+VcjyoWSha17KSsD4naSufMd2UO7d3cjAgYyH9Uk2kD22lMV6m0ZHO6aBmP/qmrb82Be4McB/e
o51T9kGsn7NAcz5MqTYlhzYkPz0s0RDmspknhRvNyfAfH71+SLR+Vp4R+TfNg60OffYO9ytMTAfY
j41fq9L0cYgFbKM8G4aTlEyxdtCDvEOXoYqdJ2SepBr++RgzQzHn7pDbahJdil4LSo+Up3rJMkjR
rh43RndsnVlOz5YZ6P+VonJqn6pRAtUWkfn4WT/DYBWpERxrOawKT+30PvaLtg/ZArIkmskdFdG+
D6DxL97fpVbfyyGFg9sVrWH5oxxoqYvdIKRzMUvd2Ryy2TkzmkC4UWAA+1RLkc5pMMf3cxk4D22p
yx+miNnmuQq7LHbzwcw+MYPLJr6mHjaHurPt8NRaWvsCrQViVwWdcfgeqvOo+LlTK1Qe6WTUpyiG
GJDHbZO6c1eXkRcpdjX6djXkZxErVeMThNX3nRIZ86MjifZbU5rODws/AukON3i5u4uikPJCCuPy
bozMyD6EXTIC9xFapriQIbqnJtUyuIzQyKXTJKGoBb84cD5huibGD8hJ8SrVhB3O+STIP5WkEN0H
xEDj9t2sFm3o9Rm17ZWvogKpn7svAUplxkkv5upjVTb17L+dDa6uPXLOBU3EqA74zSobtHOUumGY
MfCvY09Ad0SMtdcPWdzAzZ9b8zCU/8yfWZYkmoA0XmS6bsllVslsEAwDMPt8HI9djE1G1TaRT3+i
uVizFfuDnkw7pfoq61gWBV24CHYy2LtNEouq/CNKDSlQtMHnXk31dxR3expkqxvvzyqLPS9QDdp7
NzfeoGgx1sYhlAlR5x7DUMWDgl+/7/VyT/BryWpfpYd/lqLBumh+ofB0c59T7tAHR0b5yrUyxO7Y
V5idNCnQRUQWArfDFwhsU5kdUy0Ov/4Pm+bPyIq5ON2Pm7XLmDZe2wOhwjzL8tqqs+iv6+KQWR2i
CiJOJY+LQH55e9WNlwt2kQkl4xL6LbfArTyP0NsYFxWMKrbvM0yy3dqSkhcEUPca+ltLMSPhA2JH
xMe86bxB/e0KsbzcedZTb5hQ2la0vPB7LCn+tWFJGxgVVPQPyDnXIyfNDlpdZJhcqIXyFJP53jUI
L+wk3avkj+QIOM9y6BykPtc1H5jkYhFuQ28NolYoJ8PBNpjFxHWhuw6l/E4tsX6BNJjlRfqASTrd
2JtaYpQjnOY7GPphwo7oJFm7Q3j1/zg7r125jbRdXxEBpmI4Jdndq1taysHWCSGNZeacefX/U9rA
hhabaEIeA4PB2FZ1FSt84Q2rH8F0PljAnbnJXJnFI7S9V1O2x1CBEYu/XRE1xVOTldmpzfv+0lRq
7SNOcti3vav5yeI5FxcZNMkmcOWXYS3oCmH1yZTdzD7Jl6BB21HBqdrI3xdKurY/dS0jNooNfaIt
m8XLu3LG9WmMF03zliVF+kawuZ4GW7o0Pz4i97ccVzhkLc6mFEbeXgqhGRdjbGIlrOROh5GVFr7v
wmH48F9GASHPB6bxttXzcY2WckjmUPQc9DpQ0Nl+Q8Qy/vN4lPstxMGQuC0pFUbraXPJiB6iG68H
Ig9dHOKaGEYemt7xp36Y2wPY/95Q+CNykVLSR7ZrM1SY4VeQQZ24hb2ePi9zLt6HxTrNXp/NU3Jw
NO6/kbRJpcZDhxkA6hZgAgvWcKMJpVPdylR/MuLkbGjtETVlZ0q8P1L1jJcI3eFNUWSxsrWiip/i
qKt8y7qyCGal0K9okE4Hu+F+JJxJJSKS9itKC9ui/jg0YqhLFONMUa2vw2b5J7cXDNsT44+NsuWO
g+Er32/aV9vuvJlOa4dEaYZUOyTisaRCC5dN8fS4PoLF3DWU5VBMhmIciOQ7PEoPpktFDprXtUKf
MRpa+28Xxuk5R2Xza1VZ1memPF7rJIJ8qwBDO8jW74ko8gcAWKRWR0MbC9+Xl8w42qKqal6gpbeb
+VKUieV6RqO69cmuwzL0DPp09vsWt8WfTl9rWdC7dBuw9gyRKMgzB02bPrZsL9IU8ce8bn4cvRXw
OlwA9yYYiF25RicoVJpRqt3q1TIvFOSVS4XB58GNthefUh7RacoiwsaGfrkOKDsthHV8CJx34fYW
Wv7GKq3MmyYgIF4c0gWouvUIkrH3+QGMgjyR/dI7dnGPWwBy68jm45MuTsgscJNPjXUxyMcvPV25
z2her342xRctPrJtun/QCOlwGKFEBsz47hK3jQnPv5o4p1FE9RnPNMWLkLL0wsLIMg/3HPWgqrm3
xqCZ4XYBP6H+J1fjt9IQvoVqqPTwG2Yhwi9jHCk+jjmhl/VT8TzU6SrrHvVBQH5/bTDL/z8oAd3L
QSHnc0WmCSEWUuUXgT74q6mRTPLmUBl958YF8gA8Ul68cIg3ewgMcDM4MHtv46xTDKG2+1YNs6NH
RP4p24BcemlIsU6poyk/62+raMQDPOmQCdEg0z9gdFucu1GUPtpZpuZVc2Fd0nj6S9G6o77Bzm5F
pwicDa8kENm7hKoBSdksS3RrMn38EaF8tTJeq9HX18HremiGuc37urTt/xlLqbavkDBNj4DBO4us
w0yhNi7NZ+/ELbTRaKBOlxEe4NYCbjOOzqZSHfEed0aBiiKBRVxA2l1c2a/VTKRLrT9FoeCVO82x
8O20do525+44lBHRDXKlV8Bmy4DImHsLbTvY0omGnW4evc1hBB6cgZ0tA+ARUyJq/JbsybzcMpqT
WfpUKMpVH4rSp0frYuutrdSMGv2NU6e6H6Mp/y4COfbnEQ/ZofWLcQMUY/to6yJWxwRx41sShUjV
CSU8oczuBEO0xge3y85SUpLlsCM+grPrFnYSGeOkc3ljmYtwwbt2srXvkOPSg1F27jCqGPxEhvpF
zn65lGvSJIMyhNGtcvCTPGlNpP8UmeWi9jPnrXOGsFLP1yoi1znIrXYusv/HxqLPBURqiz3Ly7Gt
HB2URj9RLXPjrA2SZa2DuVTi6x+HxMTBDpcLurLghzZXzKR1SQ6ODRn5OsHulPyhBKMYJWf8jfT/
MC0eBNlUA/Z1V0/Pxgyp89COUDOMBpxV8th6WuCg0lZOyunIoHNvEWm6kE6BQYb0LjfRb5fn1Aq3
VZIuuWUNj7uNPlMwNaEInEQ5avTs7UeZlILVs4lYtzUaR9d6J9dXcuEyjJ4pLy4XxZj+ffyl7mHV
OMADZCZiAVRD82gzocptxWQRtd3IjupTamTtexSjsF5vJ+M0p30T0OvFhTRVrFOYTAJlzuWPgTD8
BimMgJ4b8jvczi8XNU7sIVVDIvNJLZprbjTaxZhQU2+ibjnYLXuLyumWWnwaD8DdzlQSV01LxFSz
PO6fnDldLnPmJAes0t1VhYcMeoxeFuotmxlRUKQDCoPgptaaHsSVbp+rtVg9Gxq8P6hDHkwIivkV
IjReuwzF+yY0/5i8JFcVNghge2Tb7qCQybKMeaTWCVTaqjonFEAAXFaTB+glP1jVvVNBHs/dCR8e
4PXmvMe4YNdD1+LnPkfYhQ2L7bXz3H5bukOEw+5QsLyBzJFb3UUvjW3EpoBjfoN0n550VNECY07g
QSfGH8NWUVcBZMnhoHgAN2VTP5HiYoabawUc+6H9CHDG/oIwCWIJrhVbB8mpXKFNUCbhFAxHDx0d
jc0Lq3C6bbNE0kXJ+/GsqurgrZKCrbepclHL2vnx+NzvLCPjMdwvDNrdsVeVIY10Fc2coV6LGPFh
vX9tkI69A64VHuyOnScP8Rg5lASO3xF0R7Oe4CxIyiNt8jQQxHoBCgluiXBCVvB/mFl6QeDW/vh4
jjtRC/wUXgTwMBBXt/UvVVRGjXgskbteradWrxPuNzV/a4ydisZt2tGYGtS3ZV5Mfx61UMhEvBXC
iqzUbM7DXBQKp0QggdBPcyCiOA7wRsxPc3HoD7x31bBHsUGU4oxkD5urprMWlLxyXMXp8JqNZyfW
fKp1bT6npWXB3jf05jxYlX3TFYBXQTU3g/WqcY3h6x+vtgwNKTlSUL1/rmpFJFGuK9gbhEP7HCtZ
51N7o9ebhT8zHTdfFeeaYJ5hmT0eeOdKZ2ALYozUPb/byjjTG0ttkTXFhe4+QxU3n/s6TU6PR9k5
MBS/udHReOLpcOQm/+3hL6O84Y2ieqvTmPmkqcN01qNFamkcipzuTui3oTZ3AV6hoz3Tfrz1c20F
rrbmga0OR5WjndMhnYlNMjKpL/yLU/jbhEC4xnUnk+lsmorv0Hajzzr0nUtNzHE10zJJYRCKkr6t
NZSfHy/mzm33YuzN+dCNZWxVUtubmRXlCVkum/YTxVNuD81LWNuDLXLPpZd8fcozFGdkaL9FrFVN
2i2dgqgUwM8oBkQQ5de0z5yvFK9wAZwG5Ky8DshPoC5hxMzd3Hgtomp9RjWwOAKB7O0lKVlAaR4N
YoRSXu6l1Fz5+ljy3Xj60eq36ao+W2AZas80puHTn681FHc47oYANPTr/vjtO1MInA0XWAO6QvW3
kh7bOU4RVobkmAS5Nv8xUoiVRqlEvitc9Xf9SxcFI9CpC9XwxK1vsWl2fmqbShBHljioPe7tYDJS
okYSbPvOXluPm3CKDdx0jRZ0BXDRMH4/KRWa6fEA5GWyI1oYbWKFcwDSKPvzPUz0IYuuXAv3MQ94
hGUWyAne1GS1gOo0P9UFqRuh18P71E7zgy28s2cQZMHOhTeUO2j7pGiT4Sw5yOPb2I79O1SjzH+b
aGr+rkdlOLpRd8eSzFIKytY9xMwRdIMGCyGd3hbz6zK0xFUDinYdBPTKx7tzbyi4HgTkggbA3UtZ
hiq9B41rNe7H+M2qTOvZiorxU6o0+uXxUDvXKjEuNzc8Firm23AuKydLrUL6NPks0nczwOAnAB//
4TsRlrJyOsypne8U0nRuHFX2nJr476XrG78HsPM8Dp1xMCF95wDQ4OO5JZ2BErM92goScmmIysNt
clZbAbxc2+0JT3TTPc9AbBLfaIt08OGagbPSS9v6EZYmAr9pa6jf+hVjZlKTagGvKbTsU1fM/Ctx
P1mYoyhjh45vHvG/e7EI6JwTgbBdFA6iVgPaYfjXL+nou7GrJAFuQ2z4qCqMn/hZT+lZFSEGBEnv
gNx5/BV3NgyNFRn7Q4KSbbeXdydorsGdC4gMyKg2Jxhdy8lFcPJt3E3vHo+0t7oYRgIHREmDREr+
/d8uTsXJwq5Fzhz9FR1lY/CYF2e2sgseDRUebUXhG0M048WHBd7jkXeeR2DCfFT6+pIDuZnjYPdt
WOgVnmJjWpxS1sNrsmy6pH3Ue0Wpjgcz3TkZIFxpt5u8SPeYE3rdC6ZNYKAHy4xOVRWuf4Gsdw/C
8b0v94svLgv4O7AIPY5XMIzJLVzh56WjPn1QJoTJEN49ivz3hqL5jX8RCFLy/O2no04ookiloNBa
VdAkUXuGI5J7GWT9g28l475N4kZXUaLg4VnxmMu1/X2XLJDuVT3EncVMleli9Ubzl64gYuW7VZic
izkt3kMzraP/cA4klgA9MAK4u952M2n2GqUO48YAA+FLzX8X4fxmCO3mw+PduLuYvDrAkogg7uoI
9GUBxAqR3GwlSlGai0wftVHTX7TqKMje2/hyC1LLpmJx98j106/2x5Kg/bMUvgVX9nse5qov3Gh5
bTcUUB5P7Zcp0vbroe1PYASfmu2yOWl4iVlgO1EAsqdY/EXTQf/agJx9r4Jq/SrqIv405w3mPInd
xiNK7KH+bwV24qMDsUb11cFWFp94B49Oe2zKK1oEw+I5HX55Ewao/XlI7fH7KDqnpu3ZzNCcZtEU
QatX4pW5luaRkd5Oh4XaARNBz4j/2pYneStGE8WY9FYOzkijWyn+qcl7f1R22o6+uZoO9Z9Wn4OV
DtFnY3K69eBR2rtLkAGSZSfJHN2eh044s902Nsz+VVRfDQtkWZVF8wGWZu/UgXqit82XkwrQL08d
JKF+FBLZobRLCVAx6S5zUnx23bl5Aizc+i52yU+PN8veOaDoKnHidLDuEu2VzLMLTcAXo638gHKk
PddZGj/peT8cFEz2joEj+cSEYBSftvnBGlGgIOACHbOqyjdHMbXvRpdnEbpma/V66sojrbG9p84F
jvMLcAhDcLOcsYtfhyWkY3fc1m85EovvJnhN1Ypjemo99V+MTllOec7efbyo9x/SoJgF0RLI/w4o
qjMgqlQVN3XvTvkJB+YJ0LQznxysZf15wM+yKUR8sHvup8ug5PHQIVFyuwPorQ0RTJri2amEffmk
K+aPycpMP18jHaOjXLztwkoEOtaXB3WhHbQEI3MypVg1PYvt6XAWYbTJhKWIWdXZXzRcc+FNybrC
QsRW4AQlGb5z2maID/SuMnHvCPdL2HXVmwZPJ93rCGF1vxvz+OjqvRfooe8FHUEyIYwdSBb657pO
Ukg+I1L7C1iOEhwTMuphILSx/InBWCVgFyjp227pyx9FtBIQmb1u/J0BGl09OodFfvDI3V8m/Cb0
bSD7klVSUXt5zLVqrpR8IJhWi6F/MkbkTa0WTuLjPXh/sCkrgN5CnmBPnNEuU1rfFeGWGxbiNiqZ
E/t1nii6N5huceQqs7f5SOFA5FGMkKpbL+c0aEXiDApXdBYnyqsiF6rnqvl8IplUL4VqLOchqsxX
JvI+B6HK7jxJpsAnI1x6Z54D7QTm4wDUCkwKdIAR5HTb8IwpGppLj5d0b5JSTxvKI+i+u3pLY3Rp
AZOSWC+Ki2sMASTxy9BVzMDJlRI3uCV0vjRhV79KVyRbD7bN/f1J64VwBVU/icfZxs9RGlmpyRe8
NcbS+UueZO/tyI69tZrSi6ln8cGbZ+/dYnRVqW4jjiKVeV5+UyBPS9JU0qN6NNLnRO+nCg5wXfYQ
LVrk37FlLFo+LswKf60cyKk5HcvvduZ2zsl2hrm6QtFY2g+Iu8EYWQ0H9mw8JdOb0Vh75+uYTEp/
omaWFs+rrVfcigMom4D8TihPrZXN4QXn4STzunDR3CA2sb87z43bGadiBOOKlGtYdh6lisGAVDA2
z5M1pj1eUaGF6peuha+KbIRqUDmr9ZVutBN5atyUki5Tmc9hPcSqDy52rCH199WH3E5QFZ1mxahO
6C8Vyald4Ud4dt5SM4t4F3G0MPNRgpAMdMZGGn8Kk04qSDeA6LHcGhZjRrfJGn8IULd6MInZpsPZ
jjmHPHEW2y+7FStZXfQtPLdOKadgVbseVsY8ZpZXr2LUg7wLLeesD0mseXmtFjPnNzbrm5LiBn8e
EMNvnojjjM9FWavDcwHdow6aeVTfqXT4E28IrTEO1n7SjA+Pj8DOJiQtQL1TlgHYE3LP/JYYzDUe
KXrNm5phaeYV9Fr8pZnMNym/+x8rssdPj8fb2YOYIAhZ4nR15Bg24KhCq9ZeaZL0lleDrvim+7pA
0TL3QjUy/hlLtftQjE598JLuXSlSmlQKutGp3m78AQELnmcwBUsaGQG1K6wXiYEvzdT3B5HC7lDS
m4VLE12n7aHu6cg3iZWDKXDX4swt3fqIyoSvOgzSH6/kzpdDPIYkBGEG+TLIV+m3Lydg6K9FMtK8
RcnC8IbWSj+QaVmXfnb6H6JRj1D88g98mYWgNkI5mEImpZy7yLK31xFgVAPTubBL4Slh1GBbqXBf
HFzLezODe04hXJI470SxVGuw6JVgHr6qaetP9JyDQWt6j7LjSAazHKml7X0z+m9wWShyE1ts7sU5
NBFLd7AKMtS1vuAZ1QRVNnYfBhq4p8cfbXcoFL9IHfHFoDT08qNFvKajWsbpzVKH8VWEBvpNq43u
tCyW+R92IlkASY4BGVbbOkaUC1DKPJ1ZxbI0T0qXmV4Txe0pNqEs/PmsZKWL/qslSwybWfWWNRtx
jVr0UsxoDSrTnD6hlRaGJJmouT8ebOcGgXOLxB41oF+qWy+XMDG1BVUN6exnOJlvrK4zeMCWBw8Z
ivrSo5L9hjrGEfjjPmWlZwgTyQA8S9a6vbfqvEJWVSUeKmYz+UFbqjllptY4Xitm/MPpXoT0Yyyo
VtBcXetzpAzuYfB7T8oFk8W/jkoyXQv0KV9O3VZb3h3ezxssM5uSVNkobxR3Qmq1jpv8NWIzTvEh
grDcIu4POt/Hxqf+XKhqQXyRIEpz8Cl2DiqoeGkSJQu8NLFf/p5ZK/TRSipUwucKtT8UJr02rXRP
xG12svrwiI+x0yCTthDQytlk1F7UzQK4vEzg8AiZYj3VvX5x56dmWB0vrWM7yESTPVl2VZ/NaI1O
2bqmFJuH8LY6GKI+3oQ7dyHO9RQ/AetLItzmh2ijUJPC4dlM83x4skORvHcLMzw/HmV3vpSRaR7R
NkdNcXOwWtqdKD9jkJI6Em/hFO4Z42oTh3dkYLrRKa+2W8PfJw/yW4F+StQB5DEpsF8e/5KdewsA
FmU1OiD8lO180eurKhuthtu8zFGAnCGXichWHxfxo2rX7qSBrLC8dEFkz/flriq6JEwKaHY3M2yM
0VOrzhEwXfX2H2LE+i0MyvRzlQziScTL6wllfFK9Ur92cXck879z1cg2IdPmrga4vt3fukVwstbM
WnQK3No4H1/R3RreWUMyXEjG2y9UHeajm3tnWAQM4JbxHMHp3JbHor6nQkdF9aqVM4aE1erEmm+g
YnpuoSuVPkx25IO62kG+8fFn3hkZ/hzdQlkb48/aoDRqO+qssc/cqyl6+6zXZXl1J3u+KCYU3RSt
H8xlyiNdrp2zBGRW2q5IZshdNdBAb8SOSwZN8HE4g5HJT9ZIjePx1HZ2MG5ftGSoTlB73LKsAKg7
9AlRjk6BrgZKk0ZBaxrnDgr1n98NuPRRhuYuoji2DSeidY2BKnIh1qAuvNlo9Xd9lOoHo+wgapAE
ZjYSjMhA2wwdC1bRY6qCxitmZZM/9Y3yIdWcjohpihLFW4faMp9VkPOSEVU3CM/GXRW9bijspH8e
1vDpuKFcxCLYtJt9g7ZsaIdqH91CksVzhWrB5ymzhRfb65G04M68JesYVDIPgAwEZFL/W9xL1JuD
eQPlbZWYq5ZuuC68c5r2o9OLtfFTzW36U12v4cdEakP4ZdqNb92+Nf55vKH2fwjRIg8S7JK7vqbT
jPE4cEPf0GgIMZOqEh/XWyPxKJSFMBg77dzF9eLrib4ERTLrnh6a1s/Hv+J+W7MaKHX8YmyidiQP
1++r0VSixvhauQ5qjb4zvwehKMdCdFgUBydod8JsNG4IXmC2nP5yrLoqzHiMhHLNpFGZb0RNanhJ
ZeAKm4OeeEJWQO8vVawqqWeHo4jPhYjaGxrI8BofT3vnkQDsyHwpjEL8QxP15W9hODfrhYjonXUx
sO2qtj6m6Ly9KaJ6/F+qGAkOTqv5Ycnb5TpUyFyfMAc1Da9cYzS6Hv+a++Dw5Y/ZLoymkjyvMEb0
Ui0/xMJG0WvSFvt1k9aTny+ag+AQFDLXid7V6IL9+VVAKASwlROIfiLiRi8Xo+lqYxhRvruh6I0C
g0mE/wsZ/QPzBkK/PKvdN8tYhWe0/KTAneLeWAulPLgF7i9yCTUnGoJWaEuvtZc/IzXZjJE1RLdM
2P1TIaxF8dc86YaDce7DTv5s0niJW6S1sv32VW+7sTJpsEnMGTKXnYLLFNVwXoUVe4iiKe8ff969
Myb9RCgtuyav8qZmEaOUtpruzO1W1ErQzfV8addx8JAacQ94F3tDSV4e4BmmR37/cglLZ4xKZ+JO
SYWSeBFNvSByVgT6SsQ5DqL33bHAZIIUlP4tv8QYf7s67FSURVlm0a1P4w4yMKBI0akz2DJx1G7b
HUrSAxwyUpoom1uqzAAQzLGF3m2uxu8RkzE/F9Y0vsHsy/3r8cfa24QSD21LvI5FOf7lCnahgvu6
lcLeMsfpZNahcrazvDiIzJ29YSQ7BigpwQQ1kZfDGEUkqnBawqubDHNythNT7Z8XSOnRu15ow9ek
zXLNL+yV7vNYN/33BOZOekFRr8z8uHIr4fNALAkYPjf9VCxzl56jkVqx1/SL+s/c8nR6dThXHeJA
bZLh+9Ln5qUlsliDcV2oXHaxFf2bmGlbe7xFuNDERjKnftXm9hj0nQLHcbVFEvs6xZZ/S4j2pAZC
zO+wJ5pDjwpRPr9twortrKKH2fuTq5fkjGlr20+RozamP8axVfKk5sYZzY2iQdpusNpg7OfZPZHz
ZyNeDGCJnlV9dT6nWjYXr7Hx7RGqRhHztJgpNosdHllPuV0W4EPsOk6f1swyvlk5ZgBeWA5ReMrm
sVgvdj4p3UnrKxQ7a7XOndeE+8tTFKHV6UntlzeGUoGJXiZl+NI6eRFeY6Nt/yG9deOTotbZs970
DSpLU4FwDnTIfjj1YMjRfQoT1CFbJA0qr1O76CMJE/oTcYTnrNfpWL15ZaktiEd1LXWzRDGr79T+
k/Tgodg5B6CBZNNU1QQV0E3sEia0g3X0b66pOeWveNdx880jIB8r1eb44HzfdzfIhaUxDE81shuu
/DG/ne+wbSsjKtvk5lpRcqKfMHvoha9Bsar9CYWBoCxytATt+Gjg+ywC5AwVCFlLExAoN+/AoFeD
0dpOfDPVLPuS4rzwddKmFB123emvuArzFvd1ZB3Md+cVxo1NUKSReuxQdV7O1zHicGgykypvXHVv
HRblCdX5t5PprK9S1/wfbU3l0s4jhfhqaA4u7p2eKeU8yssQg4AVoAvycnRXrJpZ9ENyQ0a0dNHX
GusLvkzUpYYeDmLXmmN1Qx1S7zwESYpv4IyGd4Phkkwi15p5s9YalyQepqfH9+HOlqNSIRtNDu/X
HYDaLqJiTVoV1FSFiyZPJ/ljOszBTFPsYHfvfXdcDbl0yQJ4VjYbLkF+TV/TNkaJKLGglK6Dn7vF
T9WIKi8dXPdEz/ioM783Pa5gU4ORIuFNmwczTpcinxyIijD39TMXiHYNESV7nSrakeD33lDIiZJE
kp1LzYSXXzjrgZ8RYLGtNdqtgt5PMLbaiCV2uVwef7SdCId8mE6ylC+V1i8vhwon1wGcYvKIpUto
eFXuRq+noRp72u5pf0mghqkHp2dnSNqRsh8pfSkpGL8cMsKlBcc9J8JlrI5PeAyIT/SforMbI4qW
iVk5ODA7m0U2eWleQMi6L21VqTFRwUAiO3F1nuhh/li2efUNXLblr1yTnpiW5T/cTICTWVlJloJm
urmZcuDgtjW75I5JM/jtqFtvlaUkeZ673Ed3uffnuv5j80a+omZRq0bDCqV4azOohYShM1rEdLOo
EEqMKEnafsiBsP/DJ5TRCDEqOSkwuJefUIu6CqW3VbkamFJ7NDRi30grJ5A6cpcqyZXT4126EwNR
FIfSI5HE1IE344VZWKR2PyvXNmvrb7ZTDr6TiaONIv+Ul20nyUSm8k43jarY9tgpybimduYo17wr
9cu0DKVfraXjd1Ur/vzY0SGEn2OxKUnpNyd8mRd3yF2GMvWoep4UCB+F4f6Vpo1zwtvzSNVp78j9
NtyWUJqCYbboD5O7x27ixbHQLotR9oGIc/0EOu2oXL+3koDReBwFxX97qzPWG3G32OHsXhdznTyE
6aobuqWmP4xKf4DV3RtKso8hO0sd/G1xaqmhcWgIX167JZNzqeons55ZxQE2+eNd+KuRtdkg7BAJ
QKO/e1+H6VrOVmbHeMKVevlkITU+ACpIp6tD8/55VkPiuilr3eyEjXX6T2sO7eRNlJ4BKg0LJ9I0
Fmd96ksDNe+c5Nn6qCbu2n9Ct9fsTyY+MqqPNH3YBEW1quIdpmn6xSkz8TU1+2ryBdicV3FeWh/t
ahVfUUMldresNTfeUJSzwzPPfPVPnRsFopqj0z+H5ELRD4fAc/HgfeDslcwAy/xZ1+IksMGwq96k
hI7r1SYQeQ+Z/9750a1jr55gsUbfEsxKFi8Xk2penbZUJz9M1PGvTE+n4YIQjvhCPY5HigwFlXwj
RrzOVLQo80a7W8AeLHb6b0HpnM7R44+xE3NShuAvmb/ykMh98VvMuVpWaiU1is6xnlmv8ikLg0VD
aV02iEg+SJoVQCI/cyi+B2d3Z8dRdIU5BMEeqZntNdFpBFAqTrz4YYjqPPFPBHncUe9ZxPzh8ST3
CmESRkCIi5Im48m37bdZ9rXSgzMzlKuCed/TQm4LRUzJFuJrdqCSL4rH4zX5bWyZb83S+I72TfP+
8Y+4ny9mLuDTaU+YNGW2hb8CJ8RBlEASi752fQsYrx+29vrJ6LP14Km+v+eleI9s8iGuDFlqcy0W
hVnakUWreqIx9ER0qzzlWTP8+3hCe6M4iDM5DLFTZRErGJ66JHzH1FF7XS2TeUXFVj/CfGn3ty5y
SyjzAD6xJEB2E+j0c4MWETgr0HrO8F4D4vI9G+fV8pGRy0cfiDUldJQx+rdks/1n3AXWy5JAi01W
zfoOeTX5Xzq1LmBlNf60YCPwNLGdPz9ejF/ojZeXGmVWWk6o8BHc3tU3KdfkulNO8Q0B6+5WUatZ
PHWIi39HxYmeSCsQGtShBr5eymgk7y3WT8WaTac6VexAjLZ6Hu3BejvG1np9/NN2Nh7dGqQ5aNfQ
4xCb3RAPazLjC4OQutONFxwG2ycRYm9TWloe/PlQsAaA/OrkywiVvTxnjuLQBsuRVemVQQ3UfMBz
oWzCU25khzJyO9sPODpMDJ4RsJzbBn9JWAAijng0gvT9faSEWngVZcbsEhrD9N1Cf7H2B5LXyGtE
OLwF/jKOHmif/rtFWaN/3UdIX8xmN5pAwqj2BPPq6j9qIF64LzuQZTxkWNf5HEdqT2lPqZrMa0aj
+4R7Y/LVaYsp9gzavE+LPqd5kEahJksv1fzNFYBxA1UMw7taYrEDw1oRVe8UDVXUopjRKdMiUQvI
U6rxvacHQ/k3r0Trjbwh/85TFTtej7C+RUNiSRtfxzskpBpdJR+beHWP8Ds7O0RCKsmwqUbTEpJ/
/7frUaHjlXUxuiqFk4y+Pq/lSQe2/X42qiPojtxsm2Mim/C4ItBxwBpksxkHNxdG6JL+rWX6TRuM
+LIqovedwmgD3enUdy5siAA3etVLyn452J/3OQx8QAoOtPsQ46GB+XKiGogDZ8gpDLdGpgZF6/YB
NOTGj1wXY2F4IcAamyNpnr0pG0T40r0V4cPtoYgmu8gU5MFvs5o6p5b+y7W3OomlG6bwQxmGC6CU
sAgvcV1RV2iGFojw43O5d4dK0pKMk+k3UAN9OXGkcqbFDfUQ1es+Y9+5eXGlDRS6/y44N2j/cyk0
Dd5I4+Pag5pMnjB34lFcaaMrp7Y09XdTljpf9LUU/5pTNSGnaI8U79dJOUIu7C0XzQig+9SGduoy
jQmKy27Da2GtTgNyAjwZItUJMWBN8cry+iTRbbg769w+1VYUq5+1pDOdgyXbuV7AUrNTgcuAq1Y3
IUOZqGRGWUt4YriLP+lW/s4s+/qPKRkkSGxHGAOSqbrNyPosszv02pXrUifqFAjFjT/MEYqgfrVU
rX5GX7v+9Hgv7DynbH4bchJkmvuqSJQTY2ZdH16NDNfPoFVq69IV4+KewOm4Hx2a+58fj7hzvQBX
Zf9L9A20qM3m67QQ6HkXhdeWC7EhqD71BvWCOc+Kg9rZr3rs5nohlkdRDBlT2WzaPEAia8IsWXrl
Os2W8mzGbm57JKOr6if1PP9gw60YB4BFAoFcl8VyzVIt+TFRuykDpazb72j0G40H2879GVroR3um
YmnPIpvEO/xB5snrtCbV/FVTZ4QvC0Xtzu2olOK26DVVM7ujgv5T69Bz8fVomokBwjpycTOY2w/D
lOBlqi9zCOwt0+vPIukoqpIkxQVmKqSSp3FsRiAI4dD/oN2CVJI+K+anUVtpLrW1W75T6JReXepZ
JCy9YrofiErUV5iXaVpgjqZVPXN9z/17OlWgrJ0hLdYg1HJw36PZrO9NQm7Fd0o3g4ZblEr7lGQl
OvZO2WhxoOitib0arooXFzpq/p7QH0CPXi1oRbSOOwsfjwC795NBVwfcr+vhbaP2bUH11KZ5Gufq
5wEuyccBWafWU2JlfE7ypo4QneFK9tcZdGNVuM5HwyChArg92m8MsGBfHK2rHIAziE4HSWU35jmm
awrOfU3nNSjXdW68oh1pdmFuGbV+z7qM3hrhyOQ1ZRg7gRNbDvdREeZDgB1NOgSwIdQcQZbVhWAy
Vzm8Ez1SVM/O6vJvmBL4MiGpmn55vNnvnxg8P6G4OzDdkE/d5uxj2wuH3p+4qhSTT72iJ3/lqDOf
1WJEUXIW8xl7gqO4ayfBkU6j7HryODjF2zcm7klmhGit64K6GCpJZmOic2VWi6AnCcDfs4w2+pm3
Bl5nVCcdPoket0v+CsJS1h0swf15f/lj5NX6WziBDBEfR7Fh92dFFJTYEZ4qq9FPs3roqLez2mCc
oWtT16LFvCVa2lbBwZp086pxc/rA+9XbIKq4wL1ydc8rB+W5N1AXe/yNdyYIrpQghktGNkzkFfvb
BGHm9clQjMZ15Nq8hJbaBEgbwM2YjpTmd0YiMQcqwH+Y5Vb+NektVMpTLGQGsNtB04v0Q6/G6qtm
EPFfjyd19y78UtUDqCMkjI33YTOpSUnqUY/ca60rH1aW9aZN3Se3S9AQXI3o6FHYG06nscaDwAzv
2r5aaVbAklIsTvGoOa1xb/oEE5rvpqHhm8V6ZL95t5KysyYzE+JOEJFbkVecQmIRqisYvdAuPodj
H4KvUrA4rctVOZKfuIth5GAU7JBE4DW6K7RiEBiJHFnBq8iSJHwqwREJPy/14tToVjf469Lgtzfi
zhFxS8b5225YywOxuL0FJt77xYIUPLyb77nq/8fZeexIrqX5/VUu7p4tejOY7gXJiEymL5tVuSGy
HL0/h26lhfZaaKPFQNAD6M16HkI/VrekyohAhmow6AEuqioOeXjMZ/6GdgS2pk7k0ra+TRbTKS9G
0KYdsX1ZX7ccoWcii5/aPi9uX16bcMZAY5+M8yglMzm9K4A9XpQWrj1cdtpQrqFBDw1iMDSFEVAV
niG1lllw4DxZG6EmxvjbUE96JBwJeTl1i+RDm6UT+IZ2KAao9aU4V/M6Cu14TAowtHVByFLrP9i+
irty/SgYwXbAGN/rqDZ/d0bjtxXIt1GQPoQqBvSTqPvlfvJ02Gr4bOD3WnfzU1stNhirhR5/gkLS
h9f37qk32mhiQPooPxxtpsbwpnilnxGhdjLviInlddZmevj6KKe2EEInHnybTWbocAsR3VUVyQqr
Op+KoMAL54L6auvHHjXV14c6tYFI6sGFQFvhJj2I4+xpwHERAHs0aLWa+I41Gp9a7u03UlbxYwkq
IcXuKOkJXeMZBJ9N22Q5kwGc2kAA9VAe22j8vPTLD6hhaoVR1uJGC/jAzQ6UsgFksGHMKeTWihph
RnruvU98SEpp7FpSAnNT/H455oKoOaG5bkekNG5Y11V3aSD6H70+uz8hlwcblQyLOIXDiQPxsK1m
9pqr5CpmbwkEq3YIm3WY+h3xRf6uQlBA7HISWTfUhm4QWEfZSHjiuVX2DyiYAqFZM6vpAhxQFOup
xxjpQcYYofhAxJMkULVVLHcesjjpXeykzSfRWEK5XiXCWMHiOcm30TQrYmylXvfI7XpDoFrYg5mx
gsmWxL8Cs6tBM8qonZr4o6id/Jsri+IdLtiGG6Lss7iXuolPUDD13fikOgsYk9mcpq+TMJtz6PYT
i34TQAb6sQk6UDN4+UXUaXSdYsK4zHH7/kJTk2Ffj4ayb0RR71//LEfBDPUQWnPc8qgacjEeDFWX
S9rbCibcC7F2ABjE8wczzUNIIeuFpVekTMiI7V4f9LhwuY1KxZJeJ/34IxQGJdyitZBNjJDoUfbk
5TXpAP2bd42maVcZoWQS1PT0buexs+7XoahuFQoa98Iu8sgePTgkwtTtJw853vRMPndiO1jMOno1
0Ph5uoNjgIvLWvOWWoCu2M3XWLHWN0syd/+ReSedgKOikxAfBs+5MTgi61wvUho06nIEgpogLlOz
v3EgNMgoV4bma5cXCIq/PvcnTjlCke2CICHYyNMv11avl33b52McAUym1eMJL1xnLw4WO693U96o
V2IuvZ3QkvktRr2/jYLly1N+ILhkgZtH6w1f3qVAWd8juLRk1AovC5S8rC7LXraoWWnlTe9VcjfI
Sd+3paWf6VKcensAefRjPEIyCJEv337R7LzUuowI0HX7j5ucw71lNCpT76DWpw112Gnl4JNATsHs
qGfR0SfOdywhuc42URieYNv5v0TxvO/ixnUZR+bG3kUub6gfcrfMtVDIVX+YV12pyRD77nu+TikL
r3A+d1ZqXoPomDREk1djvhQ0Mp/i2CRIqc0seZhhR7dnlsmpI8iDc77x+n+KAr180KUvMLgeCV3r
rO+eZj13AAvkC3n4ZCTTmUv+xJYD6wa5na7jlsMebDknmWelT0gDdFCtdEqF9cOeVfn59ZV/Yu7J
nwAIANOlWHM493WqlaqiNFxAxWpforylfUgXIfZqbCpqILrfpn9B7KUftiE6UNw9iv4LQ/Tt1Kde
NBV1fDEgJJ7vnEr21ZnM8FjugoHAmBo64C1aEz9tOn9ZVKuOFEecE7jUmsA1o9QW26UGIY0nPLWU
5p0XL+OXQTcRx+UiEM96mZk4uHgmtWenztqr3Gmz8fcX0IuH0l8uIHw9HZwuOxezzH7ZoxUfv9Ex
DN51aryeCdyOKxHbBIBW4CYDDUVw8XKszqidvmlVN5rNWF5MKbinDHKu7zRee1lx2gQQLQyfLZPh
TDpTpJJ1WZxZxCd2DAebSZV/q4pwsb18iDbv1kJpByJ8rttb01bgo/VNfIVq7zk3v1NDbWwzOpTo
EB+F+bVc+8WqWFmNKZIfgxjlDqty8dGxm/ev75kTO5OFC1Z/I5BzYh+EB5pFJS0DOxcN1mDuqjhp
3q5D6pzRkjmxMxljA0SCXT4uD68ujUurJ+pFimr9qKYiv5zwa3rImOokKDxpf3n9tU5cAxsFaeP5
cxVSkn75rUReCSdRazdqBmDKvjN12VM5O/n8KdUqIFdm46XPa1/Kt3MJRTcY0VA9t0FOrdqNFIuj
D0IA6PIdPASizc7Q1ZMTofw5PdGbiy96zIkH3x2NOvdjUoDUh8xXrzQk+v4ajMB6tbhYnZzZP0d4
DBKNrbTEfbx1qQ6P32WN0b6SqhV5KeXPRLqGr1lTscs1VI6rthRvFrkqgYWU0Jnr+Od9e5AUwJZg
z276JigEHmwaB8sdZ0o6O3Kd1ll35jyY+w6PVNfXR90YbxC5bHvfQAzisvGM+H0qnPh97jnr3TIU
8bktfCIYxqtmQyRziGzkxpfLIibFSssytiK96geMjvg+/gTxIbSRRdlrbd/u3Kpfn19fjCf2GBKJ
DkqCAIOPCdIc6IDku8qOKmk/dWtXX8NFSM9UZk4cGShKg3mGE43l0GEPlLSyhODNq4kMi/tKnTt0
wxe5fMGvzu52r7/RycEAadB9AeCN0crBPObJ5rC9UI/OqyaqkW652gxiQ2+YzN+P1qlAg9Okpb31
ew4+Wa9WdlzasxVRxQGdUbViv6hWcWaHnFynBK2wybkWESk8iJpntTKmeMmtaDXnrti5al2h/FOV
+du403IRdKuW38isyYsAR8j0TrZAm/x6nnBErtUKRebfn2Ho3pvfKN3zo5a25zTDUC4FK1Vv0uuR
wlLjT/DuilAdXVOeudpOrVDYK8ArALwdlxapVZrz6g52pNDeCwS9pAAf4PJMSnRq1UC6BXALsZir
9OBTmrgMjXXDKLTxIesZ1hQUZrfsQd/I/8D0QVDnPttwUUhdvlygSBm2VlszFHyAwi+9aY68fPbC
OOm1M0OdmjuWJifoT9D0YdSZZr2ythBEI9VRqquR8UA6zucs205cJuitbMU/+gM4NB6WDDxKJS58
cLZcVnnfBFbacRCvQkz+ai9IHWtAU78RI9loHFVriVl3UxehYU4UtV5fmseXOU+ygfs2GVmi7YO5
HRI65m6mWZEDiOp2LIoRZKWwkxGTaKe60Rehn8sfTg25wZ+2nbDVlw5Wjg1iNUsIESMdptolvKVN
EQbK1T7BAuxqNuS5au7xUqU8ACydj/rTluHg6qaIPlaGmzkRBIIxzKs+2VNPsnZ1D6Lw9ek8ORQF
CYTjtuLxYXfZmFUDhKRlR6ViV7CmVTzbkCzdd0OunqGIbtP08jLmrej5EE07xLCHQhJEYDSaMVSL
jLZ3dmo8j/tFjM9aNpu7IncoiaZujHRWh0HDkp8H3W10uKPxyf82fr9tg+Z+uSvV3FBS4D9ONONM
BAYi6d/hmKVdq2OMF3CnTRer0TfSL3BeynyjTqc7ZGvOYRVOTThnHdUwICvHaeIIVS63zMSJ1EGr
9jrkisA0lvJS0+nXv/5tT9TBNnAhX5e7ZeOobs/ya+bWgDCG821HgK4RUEUATP9a5ulC0uIq70sQ
DBeKVXnv+n62o3musbuX0DRv1lKdrnvX6C5kNuZvHVnMP15/NNPRj78GyxsBGeQEER4+3Mdm7vLq
YD6juEi88ZnwqzXfTFapKYGhGE63N1cbBTMH0TL9BlaPACm9KMvibwpr2n5OMfBs/drqkOvKCtCA
9pu2VeqhvbEK0yoeiPiHbNdV/Lw/9nOT+aNTdD/AsrnN96W2RbLvNBCsN0Ktc/2m8+juvrcyMgJf
YuzuXunNmAAXWtRm/ZyW3lAH9mCiG6dY3oKdjm0k+TOgn24KR2ORxoXiGJV2KVxNGIHXxrYZoO8t
4x8ONlsViIMZMbaATnaS3w7j1CNRCj19Dkc047mOzEY+l3aaF3sQ+WC40gphuiBR0BcJaldWIiS+
pScxIK+73Ke5PlK4V7yh9Ic+767kkk2xn8FJmH1k/BGwQw5Jf3Czhg5KP3SIzxTFolWBbmQDsSfw
aBek0Tx+6a1mtINMT2Uaqp3kX/ZZnD4gndfJqyLrtPgyiTtV3+FiB257SLxp+FhIo9Lt0KE47jyv
U68l+9ocnHjXGgC7d7ObLVhDgKFdy0fgGW57M+eZVl9PubU0+74kJfgyNdWsBsDb7TGoZ91sdlkt
EYhqkP3s36hlq5TojK7LU99ZtRnC9CjfCVTolS/4djd3SVMYagirvramaFgHrRW+tBPVvC0XvGqC
zjTmm40bBZpiFNYXR+pW/KDZA9VuFO66R8vuxiJEXhjwmCZSUFgwq3XVRykN1V90R9QRw6tY/wit
P/2uGdIj4tLn+abqIGte2C3L5y0E3OqZFofT+VTri9RHHkb7tMS6MtxD1po1v9dw6b6hz2PcWaO9
TqhFmfk3iXxp+zFNynK5oN483aAb1VQPK1dCussSS8/9fCyWwReWPV9hkjPG+2ltxo9IweheuOjK
9FaLLetaVQvlo7fwf2gWLwt3cOZUgVzS+HNDWmf5ah8XYziJZUURwdNqx/Nl5qRrAM2kea7o5SaB
abbGQ0+RY7y2kd9D0HDhHX2jksYStEaH9VbK+fLBmWrxLAZX6qFX5XQuVPA68rqI+8q4KJTMkJfZ
KOvvUK3aKawxC/9SebLo/MKzesNvSUf3q7Cz5wzZkKfKwcfWt9USCa1EmbwP2ZCqGn2vQpN+Msr5
jdIqxIJ53maD71k053zZ2Zm2NwF2entkDvF8UUjDwzmO6bGmo6OR42VVHQk8ypfLwqjamIc0s9sc
x9dvYnK1LtS0dv4gk8VOQxx63Acb/bh6DO1+Npw3sxZXZmBksbT2dNehK/RmmwqyM6mpj8aAsF5U
lnbSXPcwImIl6G3hLKEBbRpgX2qBtKrbDY/Ymw759TSkXowkxmQR+UnDUN46Zls519TbxIdK0Od7
dpeixNBzkHF6q/W5Zn+c86W4JFgFTp816QBStyvnSVzPRWLE946eZf1tbrVOE6Aw6V3TKRf5LlG8
5bb11PnLmK/UwCAOYDqQa535pk0LoT6syDR5HIVow3CSluZXjRZIEcBX9eYrwx3M8YJG5HAzUwiw
/RInrcRv0H1BRRIot3jI8hkkZTx2OCKukET82NBGkGd9Xj9OeDVCeDDlOkEvpzb3INuhvFPQdY8v
x7gtxp2kopSw6KrFQv4ta962Ta2BO16Ysc5au3dDVzTTRy2VcblLOF7uVylyB7qLoj7ZrdvdI6gr
TOQtB1WD290IWK2UpRYfdevV8V0hnAcHYTQTvg/KZDdai8rGGxh84tPaK+wPI3H7295mbe9T7gPA
on3hBqoNTydADbxbAtvAfSuskTVcHrG/KpZ9YgBnu25WLcMHJpmz5jFVBqFdmDDU36VyqZ0939b1
7rjsFxngdjbet3GTzAGYwGm6bRcHKBqqMI4IjaxfC6QiUAD0y2wZKt/s1LQMnKYcu31Z6Hayb2vC
aa44TZY7Q0cQn4BEa/ZWhbtZkCUj6K+x0K2v0pyF5tdSLxGAJ4vzKeSxeBdsw3xnKZu3M8iXL5oi
s++O0xsPZYV2DHTGOv+WDf30TS0cOw/bMRkcf4JZoIaTXMx3VMpzkKnaqkKSYf09ciEPVejJZvns
aV38brTn4bqZ6+XH7NozXeNykR9G8m7OiXoWwsf9sHuc9LXENLdU1n5fVlr9wTGG9nMba9k7askp
hjdF2e5QvtQwxMhG98kqqBljcFtnRVgj3fPDdukLXMVqOjaRJusmDacxVe8bVym6CH3n7G6V7mQH
BYjy2BcjPnMBglLpB4S3W4ekhFUd5KpTtZEA/pmH9L3t5UY0tvWYAgmKMYeQjuoj4j3/mFw6Nihp
YRzlQia87RFANn2rt1AZLm0ruTHLui18WC0pOu2L6MN4HDjPrMJZKQULMfDJgAe+qei30OUUybwG
Sp1nX9c2Xs0dSQVeQqYwh6cxabT2cZ7d6iO9xUmBitQgylNbKSctzkqKE8mlTSMXp4mGc8PwnqZx
ab+auNiYO46iSv28jHNn7eM+1vBqSBfV3Imure90p+o/G6jvcclPuriVSq9/op4g1sAyBjn7xkj+
4jc6v3fRNktmh90wA3vxRbm27pUDV9qAGzaMvV/0ZYYsBLJviJrbTf1mWpPZovRdlTKIBzWOCCWd
TzbJXhFQYovfuzVCtoG7dEP/QAipc7+UWQtr18u9JlwUZf1aO6Nq+Y3EZCXsgSiQOzr2YlzNQnfz
EK7+ou1mpZzVC320+stBE44VKk0+pjel7qxv+7HpzAs8JFnjwJ7mj30JnjKQQndkkLpeUfJFOhLu
ogeaCxTJwiyPeKG9w8htXS4t1EPJ+ZN4/SCSlLf0wNW+rZps0gLTntBOnBejUlI4ufFqf6vF0PWP
r4e9x6VQsCZbfQyZz02f9SB5HUd2g5kWWlQ5lRkVSi6nUKgFYEZjIQXyEzVOrgckoW9y6WjdmQTs
ROqBTBQCWUSZINQOk3jY4mrJjaZFXultQVqSPcAGrvzWzs9pk5wYCvAitV4U0umGHeZ6HMhVqQjO
YoSrpzAhjgqcOB4uF9H+tuIPL4QgPkUdU6O6fJjBNoaaNOnUWVE9GNYuRlt9n0xV8ub1L3eiBrAJ
qlG41alSHXV2G1FJVTaTFYEhVlYfIkz7ceZMemfEU7+3kQ7++vqAp2YQYCvpG0RxCNUH2epo9k01
lR6ATOLKnTYK/WaqHZS8yuKcruiJVbkJusPnwLoAF6uDeuo8QhTEdtDk6Gm0breiKb2L2yWuL0Ws
DBeo8bn4HImp5m5stfScE8fx1G7tiW1FUhlAu+HgTatiyOqkaQCEisTcO2oWX+sl2FrTG9UQMb3l
TE2X9PdE7okJMtVAlFAAzR1sw4owfx1dXUdiMFWeWwQOY7wbeArfXnujDPpeqkUg6nEcA7ty1dUv
hmG46WJDBZdV4wK4WxJot7iYYA7Nc+fusz7ggeTn9Dhy30zUsQt7lTuVq8JosCLqVO95MfoVfbZN
oiosnSLB0NbUxaOZjMr8ONWdXgStWVufRrUwOaiUrADYvLY2ws0xQZuKqniOA3sFo2btRUvcNCIq
QzLQZsqu0D0RX/Er8XrdmttJT2Sv9WHa0pkpEMGd3PsY3MnydugcN9spY9W6F3NXpg99qy7mU68Z
s4GRlY5OOgGllgQtBT8UYVIuuCQsW0+pfBWCWnxhJ/1EchRrw1vPG5pNX3pzy7rLK03Ol0AtdAQ+
snqmzdJVih2oqohlaGYGgppuriraBWXkuQhHJbHsfebNWh0SBNUSoRa7ay672SHkTnQ9b+9GW0PI
AzZDl39w0JlTfBeN1ewa3nLX7pzWbBEdwiYcay4D+scHkxT+fp3B2Ae5LQwZtDJf1yAxUJD37QF8
AzWfRX2YK3csb4FzW+9Wy8ubIPVgre7GNNGqneYlDXbfCL8DKqc5YF62Y7M+z/OqfYxR9uEqrto2
uVE0Z6h9+lvcPWbVVOiqZFXWX4Dj6x6kt0G3UCSpPOIkfd7+IkqMOx0rHDieFLtTf4mV1aULmLTK
Tox9JgIHyShqFdLKh6BuveGNYrgVNwP3mNgromMOgqJZjPd1a5cy8SvPnoQvCll2d1Wcdf2PfO3r
R1vNbNIHy1zc60xzkxtkRLGNJJcqZAByJ77q+gKbV69WXBQo1bIZbqpJH6zLRbFJXKBqVx+9uuxs
aBy6xT4ABPA4TtK+attZ9y6GRcshV1fJciVKq2/8NrPi8WKqcm0Nhe2Wn2QG6w8hwtFM/XIujHfS
ar3PpDn5u9nr9OuERqQSyNSqypvWBSXr902teJcw5OVtaS7QLadidfJL5PKHOBgKGgV7UeYEDhVg
5CbEc1O2PltVRW+p0927IkXTCFByjZbY0CV1G9hj1TybJm55bMHS+2omVTqxb9bW3BFsqfQjkwR6
CroE2hroEGEsVBOb8a1Ua7O4UUskGuAxLvGjWVVrhQq/m30iRnTKwC6t9b1HWfzHuHbquuuScn5f
rHMrLxTo5gJZcmP7zXzOin3Rj/bbZBUbY0N1BIWg2qrv2rHsGhqflvGNFGBVbpfJk++mGmVXf4Ti
rO5KN+sKaDyL41zErswo91RYU+wbsBrfldJuFxguAAX90aiMClMBa3mL5F1XByk1Rt03sDGoIq+t
+4tsqDwvEChyN4G6eIkaEMJX9fWcAVRDd0vN+FhSQDxePWk0fqoY8S4r2tjzVcXuij0ZnUF2h5s0
H1Wx9saUSrobWjxfS32UeUDjYa5gBLe0tJ1GTO/HrHdpcXr68D7vG0cPgRXYdqBZZF90nkqcmzGN
+pQMialfWF0yh3E+tsiP0cVJA5EMalT0xjzuqr5XZFAsoJuiWU9wI9DGOH8g57afKl2m/Zkr4rir
gqgf3Hoq1UC5uCVeFk5LDZY5wixGtG4lFFrBQ6iPiXeuPrv9zMuKNMMA2OLSo/Z+JAWjOTVJSZeb
EchYmfuTNQz3Xp3XPft5qr/TVa/vl6G2LooUcVHfs/PW3jikOtKJRv759YDjOAoAPIuYqYrkH6Hp
4Tu7KwbTDjWQCIuj5saLyU8VXZdX1P2cN5T4cnQUPem7ZlVcvD7yqQAAyNxPxMmJzpwou0F3hsGI
hl5338xy1sgxlmpvSre+m7RYOdMzO/mmmwc0MC1URA9DKzNF3XBqOyPaQj2/8UQTup2R7cu4eYq9
yv5EilRRq+zH/esvehzTIZ1OQLcBzaHaHAbgSj5CSjRsPbLLZEUCy5LhrBcuVS11OTPUcYjDUJSv
EECDt4Fd4csVTGmjyHMrMSLgDmtYVkNyKzjM7hHnzveFQctztB07eP39TmybzWqSaJW6PpD9beJ/
6TeM9jI0cs3VSJhdF3ky/mot6jn7ghOrBRoK04cNI+5Lh33cdkybDIF9NZo1YXeBK6fqCza74hat
d6/bDW5mnWG0nvhsrBaoO/wPDNEhpjWzJQLoibFGS8EJqlpphoxSne2l4lZnECvHPbLNuBmkhkcc
TLH34LNhvaiPjSW1CG+Qdbf2tv5lkxa7gNNmXvUoMgTkdz3iA5IsH/nUMyfSiblFJspG/QLVB/AV
B8NnaVE6Je2aaEQFbtePQHgLO48JS9c8kJP5H9gQ4FK2MPyn4MYhPqcq6IRVQl2jUe/VoF2LBhnI
bIwsayzPgMCOxfEAD7A4N+gNE8yx/nJx9pY91Za01aiKG3a2qjjD8yZf3/nalPZfvRKvHISxjLr1
89xT8oCUbxYwRXvtToqugOroqCM2ybNX/3ZyyaORVSIcuLXYD6fB7MRgS2IvpEkz621vGMsXbZzz
Ipzc1vzaahROzuzUE8cDJz24KITPcDg57Ax2JSw/2ykgZYC2iEZ1mMNlNTBktFp5tZkfBhLa6uun
w/E2orK5kci2PM9CKe/lB2i8etasdTUiK27ETptqekoTbQYPUcDfH4qRQBZTbcHJ+PCEB0dpZ3HJ
jaLVVkx3bZLlBWox9rIrJEIBZybz+NjjyIP6RrbOwQQv7eWLoauOEZzi6tE6gqendmjfrsK0zhwN
x58MFBsYVDhoAK0As70cJceUsyu7REXWSM1ue4sYN9Mr+8ZaoBOPqtoGi1Fqz69/s1OvBuEPDCGm
XWjNHgyKjmTsmJmqRhgEVteD2RVR48lzonGnXo3dCUaRCssG7Hr5ai40Gt3ENTKCROTe68AcaLKJ
4aEoEvN913lq7C8pSNUzccCpYTnkAOiwQhwsPV4OKzh6sjWTaqQZrfpGyXIEa0or2480wcxAK6An
EB3kY3dm3BNoGkgpTCibAXEyFs3LgVlIujnCY4ooXzsbBaanM1v27vqIoj6Ymm7qrTgcCEH3bTYj
C6aJqgqLenDO2bkc70meBHIO/fnNi/7wvlEE/BOt6ohAl7XYxxS0I10drJ3WDecwRCeGQqiEKt0W
GRxfbbUjRFZt7Rmza+/izBV3hSZQLKkVffe7i/bnlWKDwMI8kKvl5fRCNxuaASOTSKcv0IVKbNEP
s5pKO7MjjzcHpNvNQnYDtXDYHCxbfU7LrMLYJbLmvLkB61+Hy6irZ86yE9EqwQBESEhtIFgP34Za
Zq1YralG9sxFAJsGes1+XvJc37t5146BJWT+ZaGCRit5qItzm/MnnPIgS8FaZ6sO6pwDR2sEcoYp
E3vRiOooQ/oDcsmwV4qanJ/OY9mS0S6T6gNJ198iYEGbHJ6o+RWNOO+TZ7fGV7WYp08xtuhY89Br
vZMdJftgTjc58Ynu5VNhTPr4rGuSelJP+95XJTDayEDg4N4gIXouUtf63OpZ2oUYrStD4AyOfOqt
fL02hkIoaNfB8QjbhYrNmc16IiQCtLtdWJuQ8ZH9jZW7zVAA9osMjA2otc2IkysJfV9S7QCembx8
ffEebhMoYe7WIFD56Bv8a/vzX2LooTL02rUh58kx7Wmc0ak3lbINlCptozND6fzWr1/2J78WaDAA
QlDqHDovx0JQrHIpSs6cQzkdv4GC3l2pOLN+txYA6QOvn8U1iguYFShJln4GPTnJK7hjqOkJWt56
kE9N33zKzXhx7jogwEEPFvl5jjGD/9ZbpXejTmJQZ9/tUtumUDRZCBiOllaECFdY6f2QzhZd8r6V
TTBvnlpBUtpxAr3cUT+vi7fiXohqqNjPpYoyqt52/Rwqg10OgbKxrXz8xaBUq2vfJZdyVudHS9FT
ULKVzQuJynWTMM2ntn6YpmnYW7MYlzszrihcDEi7epfm5GXGQ6cnOddpMhZonBCUthElvSy5aKiH
2Jfgchbc+lzKvB9e/wKHNxAfgHtAoxeDO+0xPRJJlVJhH8goc1sXwQfU1S6MOJbl9Ui3fbykyqh/
8pp0Ts4xgY/uIIbekOgbtZ0ICXDYy2+PWYpuKoo9RobbJ0Xgpi0uSunUJE9qUzhjkOIYolzZAkXp
SBOK9pHdiaJ5Va6g4397FgjU2FoqrRygrNsW/GXJOzIHBU+1PRqGeAwbJBT8XMvtr54JgsFuqzYw
nSE5c3j/fMGDxU87B2QcGDmw3YfIWYwCKPS1jYwmcHEjKbnt3WsVdThE3iZEzXJzpvqbLnGj3lZz
AnGiSzphh0reDmB0tCQ/Jwt4uPUd9IS2+4R+FkEQ///lPKR1lmeoVS6RWTfefSKVPHLVyQjXbijO
nGqHVxdDMdvbAiAD0I/wvCWsUZLdaaXlI/NLU1TlVQvc7uL1D3tqFPRigLWjz4X890E9oCq8NVb0
UY3WUlZhuhawjfvyHL/kxFI2qFv99OJh8o5A+hYiT5NbcERnGKBvyuIquoDusHM6qYV6sVnTQ69p
su7aUzr7Tqvr6cyhfbyPeQJqZlQL0cegw/vyyzXTAE7HXNRITmV8CcIuu+wg4O4zJ3aiwuiXoLGT
9UxgcJTRbh+ROgs7GLVT0seDOMcYEbgrJ8QVsbEEj6PHDra0CpzmdC/rWY3GtuhMehSUdzV9GZDi
M9XuGnxdKlD5oxeTOonigItEJ+XMsx3R8X8+G8oKkBq4W46usTLx0OpIxRqVWqlfN/lkb80jt/vi
rLjUAGIZqxl1OBo14bA1KcAAeWsdqWNvpgEQ66QOQIEiCbW0U535cJkq/bIXRBeBIrDK9G1EvvrA
EOQlQZxO9qNhDPbs9y3SM6HUu+HBJqmeAxXQxmc8hYcWXe1upGFCJf95Yvffz1Wa9368hS9+L7qq
9tVEnX5gY5FR+xROnvmWoD3gl+DqH0xU7D+rUrTnjKsOA7xtquAJoBjDZzoWAzXtNs48MaxRb2nx
nWrVzk2VJ7homGvhfatB4f3Aw1j2e6fp7fev79ATpyBlZ2owyAFQej2KlWGQ6QP7Z40A62bNzll0
60eRoE3hm0XlzBu4Kr7vcpmXwcDhWIdb0PBYihnvBs0UVMdff6AtV355Khs6ChXUZrcAiNzs5U5S
IBKYnhBq1FZNk+071BxG5LDwY9MMhKN9kRb0gjQQXlW4mEYGWpdFdCbrPXEQoz9PwM3hRV3+8GqY
TaVO4qWforbpcyAM6rJTlSJ+R+DXnjkiT5wcKH4Sf1HMJzg+pHWaQxwT3K9ztNKTue9EQWu56tpg
Slr1qubkD6siL/8xyf/p6/wvyffm4R/zOfztX/nvr0279Bk77eA//3abfQUG0/wQ/7r9s//7117+
o7/dj997Ifvvf9w+t8MfHBvfnkXW1If/5sVPMNI/nyR8Fs8v/mNXi0wsb+T3fnn7fZCl+Dkcz7z9
zf/fP/zj+89feb+03//659dG1mL7tYTH+vOffxR9++ufJNYaJyPEUuyFEILgkv9lJW7j/fMv3z1X
/M6///f/9ff/8Z///t/+7Y9//5//9vf/+l/O/tT350H89U9d+4sG643rBM8NzrqNIDZ93/5E8/7C
+iGMhwCKHL5nE2DVTS/Sv/5pq38h5+ZQhh6E4AQL/s8/KIxvf2R5f0GUA1QC6BmgGKZl/Pl/pujF
Z/1/n/mPWlYPDU2fgR9+sZm2eiKS+Nv4hPib5ONBQGH2RafhzryCcp49X0iMPQZBM53Oho8N3Lz/
Zcb+Ofy54TaCDCnixgP0tnTjlziOajynm5euYe5p6a5tXN0fRYl1ulrFuyHXz2WmL8+Kf7we+r+e
8VOf1zIPxivA+/xv6s4jS25jC9Mrwmt4M00AmWWZRVOkqAmOaAQPBLzZRe+hpz3sTfUq+kPxPb1K
VFbisGZ9jqQBJWUAgYgbN+79jVMZmexZEv8YBqW9N6ase8BTaPImGGz5LiinFt5phocEMokbp75+
ZnphcPC6PAGNiCWwP3vfNO/orIPI8xCTwQJxkSEsEiPbiBCnwejpLekSoi5LJweSzotR6lAoKnKJ
QNKHwkvUpmSbmsLN5XjyL3/AMxO6lINZMsul0F57D9SiSWxNTLOX6nZ71TrS7OcGluz2VEJQwTge
iVLH8BFVQQMrGLbk058Kpf8N/r9eVWXTsOwRDOJBTidUtzFVqIxh9qCpzoCXzUz5YPJI2i7t2Gw7
oAL1oarxjtzJlUju8QKc8W8qJ4yVCqmKPo7mAOIjTfX0cUZxOHHRR5ZjL++k8GFW9ekHuG7ruyzy
eGstPlXMXzw7pyUVWmYPuaPTZ0+cOeryWmbx58LxzSiv3QpAk+9AtXmA6WBT5pPugyJQvGhJO6hU
wIg2neKqKaXsyL6Jr1SUfClXBdL15e96mmH8mle6HhZubhpCqebq2UaKbYUI6ANKClVjpEHFIeya
1u2D3o1hlHgViapXV+q4gTg8E4AoXFH2w9iclue6sFvqcUFlQEOvU1jd3oKEcF2BNvOKfvwh983H
y6/5YqfwbtjIQdAz4HgBJTv9BE1eDo6UYoU7x4OxL9TaecgD8k6Hnpp7eagXW38ZioI1Mh/wj6DO
nQ4FqblBCm7WPW6QhyKw52PXV/nG+5zmBnw2BoGtiloYVzVy/NUVfQ6EbtYRUsEAq6mAK7iZJXr9
Ay4F+ApRz+48W7/na/jvMXU8zQkEcPReCMlxy0/6GhQMVo3DwwAA6L7XA5gSaR0im6U0ny5P5CoB
/feAiKtzbUKhAX2N05nM027UK5MB8VvGTgLpJhePNDzBdDv22in92vQhABOzaj/mbKqrHJinLxlF
uhHMzz/IcofTeGtAxKvDkvYgDni2pHvGLM1XXdJU92FmaT43uniXKyK/kToJVFqTgZMxxgrHmaHw
u55D9fKUvPzs8CSXeqON4gqQzNUyNoXASZ3WqCeqXOzMWA4O0N98WweM7cSy2KVY7m4cMk+t+ZPw
xdVjKQdQf1kMTNY1GLPQqimFcuupUte6JP3umJVI/RYqtAg4g7426MUhlJZnsENfzsEKUihz9hQo
G9cMkuKqHyrZw5fknVZV9S2Gb9pi0t1uLJgzs4PCEUIe6OOj5WOtrtpdpRemhPGn13XZB9PM5veQ
YvIPmTC/logPLFwZO9oY88W5SE8PsjFNeSaHe9pqI9JMDAOa2LJXplV12zeytCPKxl5JVP0kR+P3
EvKfz+0Wd1MsCjdizblvQ9WUSMOa0HD9Wh7vWZ5hwsGfisZmcuXGYprt6hElAn035rruAcrq9vgq
KX5sp1DM1TL32kQvD5O8AB6B+/rG2Kj7TuSmVw8c5MhZdj7YkXbnCFTPLy/es1MFi3/ZQFxonqC3
z551miCgIewkewmdgF0+SPW7uWxVT+l74aXgvqrQxjw8+0mqmG6IULw45pbPBJpq0aDAiWd9bbNi
J1aGhs8EYLV7BystcskE6xvRSOEuxHpmH3IQfhoNoW289cuT53TkVQWzEVOnYm7Aohxq5Bs00rOu
6BMf4N7G1fTc8ueQw9+Onh3G06soBXQ4V6oZaOQo00SvakE6gdmyj6tudKDUF98E6rxVYTv3UZ8P
uno9Z2GkFhaDxraWHxRdWFdFUHyfZf3BFJa+s9Op8sawt27nSPxuCsFHRcFG5nqFTSxN4tPF33VW
k6QB+70UmuZVhJY7Sk7FdVqARsF7xthYROc+JTqVMNW5wRjcIE7Hm5rBBHxuyZ6eF5ZroQJzCFLz
G7IbW+3nMycOr7bcDhdFA7b36v4iSfpc1hz/mGDC743TsEcek/rz1Oj5ARHCzq3M0jrQCCi8ESaw
n9B69ws52vRx13mpVfTHx52rKgiGBRe/+sCGLudlAa4ARfQGPZxeGG4fW7aLNW/mWxBJj1LXiwUR
o/tzQTse8HXhwmGLjlpayntg7OMN4ory9eVooixTsH4w3M0X6A6Nckp3p18jmjo9TijUeL0RQluO
1OvaFu/VaVZpJYKJj6d8ABARG55lBKgM1lXtOzAnvELRBv/yw5zbejRgdZIDkmn76VmfhTY160xA
wr3iDRaOiyTboS9MEV8lk2S9j3InPAYFCPDLg57besRiU6fFaGs0i04nwKQLaFk9Svh5Qrmz0nv7
ysyne6lFkcWQs9iH/pzturqT6NlvFvBXJhtLdoa9ARcyyuskhCBhT4e345krCaVnLywL85rOpbhT
QAPv9cGmRIqipG9k/QhDnTtaaA31TasF4zv+s9nNcmfwhCbEvheZeQ15XrgFt7aN0/HcfgV1w8MZ
wEd40tMnzFN4u1FIoT/BPRfUUhLDtEvGfWO0zgaE7MVthslAE4ceFYMRI1axlwKq2cC+Yb/iuvIT
0S4Z7luGOk9fDnsETs2NBffyPFOJC4siDpsSEukq1RmI/tPiWu2NEdD9rAXiI9fFiLloXtJjV+4d
jJGzRgk/X15zL6MB4y6ZATNKGXZ9udER663mkouqAS3oQ+jIyMDbmr2Rcr5c2YwCtEhfqs8kgquY
o1aSMPTAoFhP3H+wBUB7R+swps70FlGICadmVO+xmQh+2KNtb4T5l99yGZ1cn8SOnGr9Lbs+yYeS
fiQE8sghazVUD4Xv8BGmp+aFVbKFOX4ZPJDTA3ToUFAmuV+32gclMxwRNSp8ZpLpqoqcnTFDUBgz
CumxkYf+3MS/p1617F4qRwBWSRwpyKF5cro3tECtc3zVVQ8yw3AfkrVhhA2D8/JyebkDCQ0g0hb9
ZLqplCxP0tPOgFgNKARNAK4IPuB+y5+qCY3ZzN5qeZ0fCmWqpWWOKvjqxNSSIQ5o7fCtRDJ5Si5g
IeEkjQzE7xczmTtKUAaydaSTyA2dvlWDAEGkZ5MKtG6e90OWfov6IPRg1VAAm/rwLZMIhAhNbhCL
6PaeDjebqCn1RqF6VdIkblNxBVWdJASNwD8uf68zeQfY8OVz0f0nh1yvRXWuYFUYveqNCG7sh6Ds
/ciWSCkVBMenIUfaHqzCQ1rAgQod+l/QTFSULSU53zjdNh9lHVIlUTl5W6peM8id14OCcEOO773W
ypNrS8Xo0YAzdxyP8R82iYIn8rF0lbre8lI4tz+XRhz3O2ICnIzT+e85yjCPTRUP9EtyhZrMbkSB
ILIhzSv9vOtDjGUvf4ZzEYiDXTH5G++idSYvhUorWopmngANhACSqfqNBhFaFtHHAPLfxmFy7gXh
AwAz4SQx+finL4jKxKjEAUEdqRi0D2ix+nkWdG7eFe+NVOq5UMRbVsfnDjByaIqhdPJoLq4mNTYX
DGWgLwfJAqApJXGjqlF/KDW9fk9zot/RKJAPZmVvWV2dnVwTIV6gW6RqT+3pZ7laFWmdbohE9RKh
Om7Z1ZMP/qzwOpRDfD7m1p46F5gce6kBKKjQA4Y9nd2hRTcBORCFsniT+LRsjX2M2uNesVjbl9eN
duZLcmEgI6BLSkHCXmb92btpgawO0A/YM4003ou2wt8MLyWtjh0vryJMihSxz6YCmrfi3E9Cdu7g
1TzKtpDIiuQSrZHBfm+Gg76LOAJ3kWJK7myIvUY3/mpQs+AAHdD0ei1+hI+uXcF4UB5VaY5wYGjT
PT1xFAtkezgEJQiZJnPoFTQUi1BnGq7jBBfcXJ3rW2OwZxdJZ+ymtd80Qn862hRYYJhRAL1Gxn51
Tev7QoVrx9KKhjz1TKE276lylH5UhfPGzlHOTvh/x1ofo2mcyyKMVC4hDa7uuYPQx6ykMxVLs7qG
aVojiNK0e6FJ+j4INGPfN2G2x4Uou6aKWO2SSusOWStqt6/74raa4FZEVW/uLy+MM2ueKQHJhcQt
KZO8mpIgU2F0Cu5KA+v0xs7mT3Vap59bkPLE93mON4L32fFsXEgB34AgXsPeLcAj6bAkcE7XB+9z
kH5XTeAY+7rLtT26WOnGdzizx2i10lqh7MFbysu/f7bupbCwndaUFK9Bb+o+mRZQJEVlv2+mcWOP
PQXf03snfSjTgANBIuwA0luNhYuWhB7GYqiYt5/nKECiJ5qR7xkNHJHcMo3ih3S0rAenlT8M6dh7
RprGV1ogOe8We7A/hDLuokr9mXSNcg9lBKGuvFn4O5HIcpZJiy/wwqR1XClA3YSaXOs7qVxjlO60
mMFbygg7EkERLHUDMRguJPUeqQ4cJgq3QuPks9yOqGxUUWDcBBKMaRdPBXveqXMzPIxOXN84WZFj
qdZr3Ud8vPV+R8XUeheSk+v7Ys6iI6TkTN5loWr+ZWQaai6TgaSPNxhlVh0gJxZIIFkqHGNOqc7e
GVOIX4OBs+dXJ8jSv5W+7OhNdGAiKj12vkiRZn+xh3b4YCRq985CyuaPXM1xKCWM1XthdKXKmd6q
X3JuPdneQRQJY7NANJobo+3z55BU1Ud5MpT9UKn8b42S6e9QdRRfnSlWPrQduR72aYFPPWiWMd0Z
p8JtTa0d3TyMmh9I/kOQpV4fyEhaQSB2Gy4fBxFquryx9s+FBO5GOItyKwfSvroXz+QQVlc1lBrp
yFylhflHlXWxr3WV4tlmWgBwarSNMc+tf3Qv2W4WBzgDnK7JECU9OzcYU8vn4bpg5e40vFT9Zkyb
jfV/diiNSgcy4NQan5Bnz7aaUVWBrfag88uOUFIIuTlERVf+Mc98nMtR60yJAd90YhbMLJpOvN/p
a6mRXHSdQOqhcVLL05wWUbM8Uq/wGLxrSqs7wn0oXCHb1d6ZQsWvtUXrjMLfIlZdIIGVDX6Vwc4b
ZqM9BGrnHC4/4blvbZCULygDqiDOEgefTQbKtKMqT6OMfGuOlA3aOC7Vb+wsW/x0kyAd7vrE2kgO
V9KNT+fbAhtB/wNcgU1L5nTQodNV7EgbxSs0iJwQrjXJhxOPnkPRi+8oA5sw7rUkfTRscOmID4zh
Y5/Y4+dpyoOPQ5UZaDGlXfmgIBRVbDzdE55xFR5VsGLU+GVyKzrLp0+Xq21bCSWQvRT+TOg2/YhU
Y6nUY7+LtNG+7QZF+SPlNq+7uaqBi5DGLHkX4UOZgTzEP7CIRP23YRb5XRibItqFjS6/g9qQ7riJ
NV8jWNPv0e+KcWIiUflWSY31OIpY/9FpU71FWz1zkC0YWHiXYEjoH6yCvWETghBcpsYmWdbeiqc/
G9Hp7mjL8d5pDPX31xNS9KDtUeTmHrWWW2GelWDKZz5tg3ZTho6ti1p8SBMtMqE8QW5XC7b15UV8
ZkdTPaWhi9YKFYE1trie7b6CgsNto1q0qNSycWfAJtdtp2/Jc58p2nKJoswBGooUnEbd6eqwrKrs
Z5zKPSAxmRdOofADm6PDGtAs0yTMkNGXDnxnmLlp5vbtOMjFXqqm5E+r+U135l8babnR8RcYWSRX
Tx8maQanDpAVZeM4FTFGQqMxj+Yb5F6mXSIPxW0PjQbltiH2hIHW9uV5f4kLMVlb6BQzEyAhDE09
HX+wEkNtIwq4Wm1aPxBIiT/O+mzcNgG23k5uaO/T1qa0neb1IyIY3UcxC1pWrWCqIhOD4LYAhYlA
vFuCQ9wIvudWPtv3CW4DnGG9FOfRyYKkpPYl5ZVyEHJyr9fjQZXs6CYLk03OwXIqrsIGiDiFrcaV
DIWvVdhw8hqMOFpD3tgEwqNfpu5SMVeHGO14N0UV0BPUkXZWq6E+p3oYuOoe1chw43Rb9vOLx6Dh
As6Jx6G4c/pJVEPkoU4LwQuXHR4PmbqLh169uvzlz9Q3wbzTsEJ838KKabXwTCuDDZoNqmdkpvK+
nNTJE+HUASZux71hq4WXgna+Xix2rrtq2PJPPTc8+FX6ofR1IG6uhqdTFEHybWAP9FTlgnnxnIVv
4iX4Ge51eI6eY/WWm2TVJxFZ0sPllz+37JfKElczje4dkLLTOY4yyNJxR6UuRkttl1WZedvJPcql
NqrHbW9PV0tXgHLkaPt2NmZ7wwJi3AVcLcGKR34pcFDRYEPbSDVsfP9lma2/P6cMx+oCMgYYefps
sdPPehlqyJFYooeWoCoPNenJtdbQVkq1rN/hjbFVITg3KF0UAJAsf0rAq6A4dipQKDNi0U1+V9fp
O2TDZwgCWnyVdbN1O7UbjdMVPeAp8sHapUu83M8wQ1uNmOhO1I+CEZ1Bc0DuFclelcfSQ7+ouous
SFvai91O1aL8ME94D/eJg4KNU/+VOcmAzjHyfZdXxZlwg3gAqA3+IntYgwOyvDC7shKqp41x/VGy
TKRyevHYCEwP1Tyrfz9h5jrscNxxL17oe6ffOcUrNNAyLDljxcj9RBjckTpySdPp7K0wv/zWek2B
16Us4wC3Ba91OpbBfoPzkGke7eP2NjYEPROMZtxhVBJYoRFKXkNjuEktUa3O5/ZaRObvme39+uBk
ZOA2mWCgF0sO8CxRRTa4aQqZZ5idAvvevswgxlmPhezUyBAnkiuS8tvlL3puVdMPJZwDXgfSvJri
REG+ctRHghx2t+8KDBVJY2qQJaFdeoBapmjXDs7W9eRsdCGyLEBRBBUBq56+aVnrcZ0qAQsp1YLr
KkuFn46deVvhanOwK3TM0760fc3UM3Rq4e3tZ4B0u7Atas+cCseXE930B2TGXRwakzcsc057Ah8n
PzD05fx59h2Q07T1Jo80T58U0CAO/nOWCDD0oMLv68nobO305QfXiw/QGhR2SOMULFYBjaXQwBVR
n74CNMKUuoCZKPC57VIcAk38jM10vEnDPDyKtGyug5yAINC+uC9GY9g5AWqZaDNfX14bZ1JObLvp
XdJnA36+TjkNMWCD1cXAMQEtovgNfAxTEa+1tC2h+3OrkPwOkKkFLgY8+OmEhzg6xzFYPa+SQuvO
0rOUGu9sHVp9zL0KitBtqMVbmJ9zg4LkoVezYLPgi5wOmgBRjhEB1D1JLwZ/GsPD3NbpfqFRA6Mo
PwFR+vT7EwruzSKUW2DB10WpUekztKEQ6BUh+mNDpdPvRuYMcUKom5eHOoM5I2OhrQcZkZYIXe/T
t4u1KDSUGvKhkcran9hrxFeIM9x2Sdihbo/Y15A7sR9x5TzUVqa6I8Xju6KY5L1tdJCGkwzBQlq8
14LE1i9mJQP0S216gqJ2+VHPJToklCDwYdFAalx/B9TD0rRpNc+WJou2ePhX0Sn1TVTXFWq2aYp7
+tzvlDJSfMBx6sboyzystx5gWVx7iP5Y96xGL0odOnwZ6uSSU7/PWmJu18j9h7FrxIHqonwv58kn
0x6n68uvfW53oSQCT4+2LdIAy/J8FmSigWKXEWQMHBkURWQ7vMWjHjlZobRvGQoRaYu7MfQAaxXP
9FJDjbhipTdBUbu23Oe7LFIn367yLYfpp97ji/nEbBtEMHIjEFdWr2VnsB1G6oqlljTvUF3vAKc3
s+9IyrcIsZ77MXKSm2qsvtNRU8lgYOEbszMeslkFV9j5MnrhB6dpUlctNDgExF0lQ2DX5DoPPigb
bkOOi0OIxseujILBlaRK9y9/m3OhwQGgt/jr0oFf00GnWsrmMOn1pe8+7qM6Bz5b6NVNZVW124VN
T1qw6QS0osE+Hf+AVBeQFBXCBTF3OnWaNOE03AxMXdXFtymRa5cHYEZGq4y9moaqp2X65w6J8ENZ
tlDM0Vzd2A1nFiXBadHcAKMrwys/fYSIbhcaIqwUIQ0NgKRcHIVtfY3HPN6ib59JuFC8wUUN6jYM
uhdgfwLymASq7ilhD/a2pUkvjPHvtBjsvZmW7cHqxs6V84mbtylJLlKt6sa+OFfo4GpPMWWRTyD0
rBaroYP+lgO+M2SOFF/vUEPlGHO53hiGK1af7UZWFe9NPZXuypbyfR4bDmg/J7jJ41DbuMyff5xl
zdlIkiywydPZL/MpQjOWO3NUDgJqLCz+WCml3aC2hleQB+yMvp/3GhmbP1Bzvc40rXYFDo3uxNm6
8YXOJPtgDCA2IijM32s8fazA/W5xcPPSxO5uZzRIb+eplO4Nqa/9pFQ2wFnnlh4glKUVBTUAAsPq
5aPMMMIw5zimc7qzVSm9TiKknjpqABsTfXYo2mxLt20hXq/muQmtqRjUWvdqOSCIGBGh18BnZKyk
rSV2JrN7ogj+Z6jVtaIYson+EBsqwTJyJ6N746vNUHmX49W5qyK6aIst/AJ6wenrdPIsGy9CeyBV
m4qp/cukEOSC+EEjA0jgddOnRElFgZ0dasXB1qZx50iUmuMOtGXTZtEBM/Mt3ZVz0JCldgLrjW73
S1GoaKybalwOOOjlSNUvyMFIE5QM1Lraq2Zef4+DSd+1czHfD9BwrqO6iQ5ISWzJCZ1byNTzIWMQ
Zthe610+wfeqy2VbJQLN+rxK7rlR43FWgBIpo9TYSueXQL06AzlsF3HDpTana6sBhWYERjVCLhLy
g449184oxj9xSDEO3ZTY9B0Wh7UKZjZOMUl1v5gA7+OxST9jOBRtbKuzLw8zB8DIUztiFdFFXBrZ
XDYswLmLXScw50OTVRXWARa2FJHV/ZubfEJNfk4iPXN20gai8bEQCJab9OlSFElrZG1VcYmtIzwk
BxPyP8KArlSWX6kOJl4bbQpyndvQTwBsNFHY0mviAHLMpWjKXvNkLQxv8qwYPIiltWthf7SRWD+d
S+uPC82JCM1upRS6Ch6WPoeDpNSADKkC+zKsI1rCzegTvxBoKMLGM0tq1E6Kc3o5ka8inaG4QOCl
fS3JlUdBO/TVVLFujFaI66Ko8jssGaudTXton1aF5NGUxyYEDfCrITKmnRoOmjvpWXmo8GDBa0mz
95FkVccMKuU+igsVrIq1VWQ7kxijabjwr5cu6Ys7GRKCRdLpswbgMY89lVKzp0aReagoMHmYvlJm
TqPpuu7mdiOanVuy5OJQURHVBRm2WkHQlhwbFQkdYKnVHDpRNg9oRpW7Tk0Cbiey/IYtgr0s6lC0
CGkGr8ZLEVKNVb0iPjSLPn88IoBVhuA7MTxBdUQzry5H63Mz+3y81ZbUhDwbEXBq6Ee4erR9rfm1
FN0BxmmvG31I33W1FtGNm+oNnZ7lLrNeukstjb8taEjrG2+EJHmRo97ugQ9O/8ZV2b5JJjJae56G
R9q16X3OanLjygr3A4bhG1vnXKcYAjRle1R7wUSvcckSItB5ys3Bm5MOUeqgjL8GpOE3ZeaM11Fh
D27bqO1Vjk03XkStelXBpvgrnoCdWUV953ShQqG/sdxhqLN3fZwWG1/m7BMuLFvCN0V/puk0eKFa
xJqfKpWSByhCsy9+aGPFRckymkO1AOCFZQ9YLyc5mLQRATc0ebkSZ/Jdo5r1bpis5H6ohPZODs3G
70m0P15eO2dP1cUBhJYEqiNYlJ4+odJIlWIxKs0VKS5245zpfpmrP2LUP/dDLWaE+Cv7Sxam5h7D
pWGHSnB2lIOo9i8/ybnFtFhy0/lfFPTWcdBIW6UdDZhhusK1vQUq6OZSql/bcxDemJ1pHrpe/zqT
Qe7jaaR7eHn4cyH/+fCrxCqPjHoKMTPwRjyhH3GoyiG2UMTckVs+Xh5qpYXz62IGP+gpNmCiuiZR
YKGITXdUAsxKQ9Ub1Cn3u0GGcK0b5XUHe+VDaKvNnSrmgjwnmQ54h0fXAkVudywC4wO3mR+5mnx0
uE7egNU0PEMZrT/IC4HrIg74jhbQ9Bdq8EDmE3Ox0NSanTqk7V3UzcpXucgUXymajCTSIpkwUNkd
nR7UjhoWd/gIGXvEEux9VeTanUEr+sbo1GrfZWrnq4o5uJen46m9tg4jSERTM2avopywOgGZC71Q
OrCSHFbd+yiC7AtxzwICHAYuogDaXS8660bNp+o+6WexR5tsuJ3jFptCTZ+PJcZmPu2lcqdVluV1
ops/V4OpopglioNmJgXbPJl+zimQWqO3thor55YOJBBlyYk4yddwQGpRg6Lip+W1AY8+5VF9AG+d
Hmh51BtHyxIvXkwVvWOI4MAcIUmf7lZDxxyr6+miTXma7unxxDs8g/J3gkr+zho7BCfh6/6W3PWv
5YpJKnVbpOFUa03MQKoAkyI8PDyEtbq91hv552Gw/lKAi21cEc/NJLCL5ZuidfjiDq/kFhcoiZHq
emivwazfBE6vPqSWtpUTnB2JPjedUMBmALdOJxKyC1ZrI4F5QLAS//Wi9GFyBXhxDNLG+j47lKkt
8jNUaoltp0PNFeU6gHR8s8X+wzSrbI94VezFkb1l6HRmecDRoccKGwJq2FosCSs9qpwBbZC6Cdvr
NtTCg6GUtQtEFe41ukHuJG22us68n0FviTIPmx/azmoqHb0JbYxJVM/E+8IXoZ6BxjLGnZ45W6Xd
c9VAmjt08MCsoJRjrxobDSIjTjDRSemdujhMJqDKGOyIL0eyeY/fZO2P8MH3klQPfyYRUt44CKNV
YEcpJnacuVJWUgR2QuCMSIV4nNrGfsb69M7qQ/lDqWL8Wqta+VOoLdWJLCgO9I1CrDLEn5eD3rnM
ADwMrTnan3jxrY87BfHSX0gLWEflVQznYickRA3rrA5vcEgkO+6SYmc1WbKvMLo4mKOcYjyXl24g
ktyTh6T16nzQMI8tzJ3kmOXny4+4rMtVrMH5gUo26HWEutfmBFSylIVoC6x8AkKtW2N9k0Ry8Ptb
/tkoLzai3cfJIJfsjq6MpJsoypA5Q1/gCoeLLXLJmQyDdUPDeVGyYMWuUh28aWKj5T4P5MGA/22l
/aGpOgEGyHL82FSD9+SzyQen0MQ1eNx84xp/Zp9QTaHvDPhhwRms1q7cTazrCRGEsa5jXjdObma9
/S4NdXO4/OXOjkRajmYU/TY0pU4jDobDYEgWFE9UhuXHUrOGQ91FFM41bfiVNv2WcthR/Cw+tvXP
ny2iYP8fKIHpzNf/+I+K1kvhr//1P//v//nfz+W+lv/+l7oX3K9/Ud4FwUU1HSTbktn9UveytH+x
S2jxQvegwI9Ozz/qXgb/ikoR1146kpQiF0bqv9W9FONfwOQJAlz+qRZDav4dda/TDSvx29w1Iecu
y+FZ56ed+5z+vxM+yDiR7TUUn6/KgVTw2Sw8/Nr4z+swr/368ufPfp0QGaD6i15S4EylO+hhvK+T
Otu/7ddXezLtjTEPesU+pnihuii/jpi46mLjHvbas6unz47hUWoawtGxYEUsvpXi+6qrt6C5r/34
apdF2C4JSx6No9E4j6S1j+QAWypSr/326ky1k9qMKyjwxzyKDnjU3w4w0d4y4y88Z+ZaG1Ij0fSj
JMuf4MgnuxRWwcaPr3pP/1mLuCWfzvhQmk5i9ZJ+nESZfolSp7up5bb405FHC5MqDBmzstT2iPao
VzEIT5CfZrKRr56fNEAGp2PXKYTWCquHIzqHsRskxtXcq9/fNmvr62HgiCYY+SBYwR9Dxxl2MKW2
6HGvPfhqA+PYjXapMWhHrOdTBDXDY5FBGXjbky+DPtu/lqRO9ojm6tGYzO+imh/NTPv5tp9ebd5W
qakqBAW8SFQ5vdnA3nhQ1TdFBnUtHohvUDhhPK8e20To+xItbOTQkq2M8rUpX21e2eyyEFkA9egM
6pUyhO+jeqs89dpPr/aumMoa0ridP+DSXuNEjoclDewtEsIrv76W5DO0zJRbTcoeJsxAs51qUM3s
JgMd2zd90zWZ0NCqvrf6OnpIpjaieEktRmvE4+UfX/WX/gkP61IstowFvZMsfCiM5JOaVo4XD7lx
6MtEnXaKVPT7QWqUnwDycLBLqLg7dmv6lMfGj62dQKricrilMPvaTK62NORfPRsxUDwGSnKoI92+
UguRX19+09d+fLWlu36S49mKqmObBR/pCJeuOQdvOzSxpTvd0qEaztR2EWFBixE+ciW+jZGyoYfw
2oOv9jTaqm2Fvos4xhS4H/U0dmPMeje+/2s/vjqPuxngpZSP4lgAQIt3+hw4XmJqxZaSzmu/v9rV
FZpkjpEDMrDSLr5J8i5yzT7SPr3tm642tlPBTOnGoDwWCH7vOgcJBWPUpj8u//qyMv577fpna6xh
S9ow9rDsG+s49DgkA0eOd+DljBsDtIh3eYhXpmeN4dKCqo8CNO2O5oAxsh7RVdLe+GnX8gh4Pwa1
qHTz2JkOngVOKtxGLbZqKa89+WqvYm+KhYgCA7+y1HszyO6qMN24kb/206udWpgAeGc5KY9qAgEB
lHM3fakDUW3cyV77+eXPnx2/9oABfU2J/agpwbUtfRpby7/8NV9bMKudGqClWcnZZB1jelt+kDrm
Z7XPIteJO+Xx8hBPahPnFuVqw5qSLQKtbuxjbkElzRyluanC9qNordbV7BjL+BEa7ue4HNx+rv6e
k1A7VKMxP05ao+7kSSiHNsQoeJdQpLhBMbbhQKxyhJvG9H3YNN+4qiM9LMoP3Iev7Rj6qyKQe6mr
XHVucCL9fPlFXvkK6xKmnopUi1tZOQ4WVyQjyXAZRsp740u88uvWKuzIFI/qSgqKY6vOk5unagu1
otiqlLz266uwM5RxLyp1Vo9xl3zH/Psu7dX3b5qW5dL6fHH2oBaiUKqcoyUNXzRzfJjn4sfbfnp1
EcBzNy+mGduKTlbxgJXFMaAp8bYk5WWds9CjZFw8MQzr1rwdlHzj9Fue7sx6N1dxJuhgibT86NGy
MvmdIbLGD2Vl3vF9Vb8dyuoveg8GpGVF36jsv7KL16gorXW6PEyFdaR+POEonqU3ztwabkgzzHvb
p1gW1vMQpCu9UcmJcyzZVjvhZPcWTtdv++1VEKKLZKRRVjtHKm/Jp7Gsqj+6YNMn9ZWlv5b3yVWg
+qrGmWingCXV8k+hRhtf+rV5X+1ZWKO5noW5fayVLH5naBIyGZGk3mKq3LuX52bFTvjnSF9XxtNI
YFg7a/axx0bzawqRfSdMVdpFcdx8agujfG/ZdX+FgXNg+5Ei5kMaB5I/lIVyNSdCecinFnuk0jL9
USTF98uP9cqkrhHKFPKlPBSycRw1ADW6nh4UU3x522+vdn0am2ZtaAkZhpNe2TKyKiKJt2g8rz34
6n5fIOmvgUsjxUhrda+XcrKPemcj/Xrtx5d18myTzHh+YlrWK1w3m2Qnatn50tth8LZAu+4Bab0i
oLnG6rGj+OKnGGjtpFLeAum/9uyrTVhEo4okYICZb5q11/QfHzOn6jYK9a/9+CoFAN+vp7gPmkct
6D+YuRru4tp443JZbUJ6ZcmQJdQmRjHeJo7wiqS6urwSV8T5fzbfmonU96CEy7AyjwjxZLe1PYTf
dDiQH81Ar138SyxtRzur/aBnsF3sMrY+lrP13QmL/FMR662rABD/ElVTZb7t0NJXhy1U3nHUciM7
InoAw72nN/k+7nXzbd9pDbWWQ9oLeZnlx8oAKiGr32az2wKrvbIG1ogmpUrpf9OWOYaFleyHpgYW
ganCGydmfeg6QSRJtpUdYxiA97Zd7+BPNG87oJZa/vN9rSRKg/C0nh3zQv+IAtohCrckjl+bleXP
n4UMyYRAGLT8NInwnYK2srKF/Hztl1cbOtUr3KFMJTs6cvYN5vy+UdI3LpPVds7nPG9aa5qPkiR/
K2oVC8Z2+j1C9T97bt14Su06ketJzY6jXmi7AW+KA+LU+hvXySoRbjI7BaCO/VAwigDbNVq5SCf8
P86urLdtHlr+IgLUSulVdtbGctqm64vQrwtFbZREUZT06++4uLhI2DjG5WsLMDR1Nh7OmVn3bweM
M2dug9mYjr3VE2I7ej1Lb5emDiH+nFx6iTjlqFcKS5t/jJaYbR8KmhzBXPx76zAnYxrZfRhYKG8D
DTwmRrY2t97TX76wZ3Zpem8OQUWUHFfd8XfS5+3VEjTKcXXLW9ME6hRN1NbHzkc9T4rpiVbqQtA+
9w0sZ9WcRqxTaFDoqmd3eJqGcBlYT9xCgU3rUc66rjdT1Efw1KobCKtfU36RofjcB7ZcdlMG6pO9
Lo6AFFQ+qJAbfYi0AT2+nAx4EoNeJKdCq7yEiz93VpYj02gzOihW/JoYl0KAWb1pX64ALuzc/MHK
zSB0htwEUIvHSUMNrg+H65WDVN5tccuViZfUJgQdzBFcIEMWTeW6m6douWBG516hfCvV0jJUVQAO
/mMwCH0lWCcgjeHVN62ixXVbqul+mNMVJXfQZRIKpb8n6aHqc/ptJzGn52nhhL8BbMKrjlCTzjAI
cRukl4C3Z765PeMHsQE6UFDrHHnSgLow/L0Uyq0Us/lGWwKiPAMFk2PYDCTTwt9p3TpGblt3qtwI
mPlaVR0B8i8wvQAxP/P/m4z5v5xjQ+J8fDrfQCM1xxDBL9Lg9iYB1Xf8lpZXL2yZe+Sy5cjMrDLU
kHm8tJe4As59TcuDEfAhyiirCm/fEDLJ8LgffZvW6BK+8tXlAWiznACSTSuORcrDEJKnkflVFqTk
Aqbl3NqWjUPdwq+WeGsO4TIne8KgBcPnzin0YOenGPssgdEWlSvkGbpD0s0rpHuH+83r/n+A3/+1
Fyxu5S/EmnjpiOwPBuzd76fQN3tWJMO7poj1Bas5pat/kj3+hJXGqqTaoA8i5MHf9LDbFGgfYnBX
X4mFbhfaF+c+wOnfnx1Rz+fNQH+4O4SxPMzrdKu3S/SR55a2bB4UoBsyVt0eFr8Vh1XOxVW1BE7F
Ps7GMvqqnlC8Lao/tJH8WfdFio67+fx25D137lbKSkTAyEpkeyhpu91xEyUPfb8AVw3Sxguf9tU0
j+1bicvIlNM5KtqDR3r6kRjTgGi1NuqdqBK1o6TCa2Xpxzdv/6Azn8JmFVRVr8ZhZu0BY3jHWPwH
PhqXKg6zbNbv8CYec7707WHcos8pke9BnOG2tF1I0xHvk3gykAdotDZX0/iwDf4lroUzB2KX0QRP
3iug1vIwSsmytprvPa+YL3zbc4tbYWcSdB4wyNceJvDMZyDAqTM+EJd7F9h+rLADyYTE66JUHiLv
z5pAr3YW8SVO+XMbt+JNPc698o3oD/VajNmU+pg91nN0YeenHb4SzeyyeQIQTgkyNIdpBVL2HtM4
0NGbw9J02coi/ruJ+tAtrdiDjiMfzLz2XXNoGnrDpvljPzu9T+L8rbhjVOLXgTTdoW7rH1G/fu1J
dYnn5UzcsUVJpJmp6mXQHEooS+JSGlfrU624AtPvujUu9Th+gOWxrW7qwvPi5rAoM+/A5ptDWiNw
W9wumL1onT2Ki/sBoAg8wcW6veqTMd6/HcbOBE27Ig4FiUDqrpDPU8hlGQMQSMYk6igMIEPRHcwP
/c3aNt6FAHTmc9hVcqQkNdswdwc+eVAwrg1kR6sFbe5G/H77B51xOLtYDkGF0kzlghRJaoyWdzNw
ONx3C0N2sQwmRKV1gcWNDMMHEATeQA4vcTyb0y96Vjd0RqULdEPgBgUIO9Jy+NWGk7gHV9Alvrlz
Z2OVDy00NlqjvPbQ+GanCrBXgnTnye3cLSeeUrMKArGwwxzz3yUBUxgZLhRUZ2zUpoXUYBQF4My0
hyEyE0RGh/rL4GMKIKtr3CagFd/lFKIDbv72l23n2WeY27kYG0xbHepIeID2Dxh5AiDDcXUrkYHH
aYuXbUKoqNRv4atbqFtNbtb5d67h+c7jpeq3tW8OlV9ChaoMjnE9dVdO3/fvQ9qzxZeugTpxjY03
GLTap9ASu6pVnVxIZGcs06bh0iIdGj/VDVA7FUbkRvBYj9MPt51bVo+7uFdujWkOconvpIrBYJty
x/vQX56PZ8ciuo0yiZHEgwlBjkrNfTvp9277tkpmveoKpYlXHboBSrDNIMGOA+p6t8WtlEXQwNM1
M9UBUm3tjs0B2XFvc6sVbHZ7tpllwjSjOIxd8bnGPXFrLg32nYkF1L7dToXoFTPiEE8L7TMq+uIu
7MfpHpMq3iMnxPvd4qH+m9Mp2QQHGD6JwQSpxUEmOr2FlBnfJWtVXPDXM8mQWnVnCeWBOAIr80FP
hfxu1mm8BnH4eg/1lu5C6DzjV/b8QVRUKxfLJA6dKMD0pypofZ2YWt2O5/RXnxn/VDTJaCAAe+ii
9W6WS4kRr/jSxMy5rVtuC+GLpVcgQDpExXwEIf1tobbhwsmfW9tKVng/nIqwCaBM0M3pruExSGwF
3h7djsVy3JrNcTezlR9Mqr/WZXs94m3TbWnLbUHhoZnf1/zQ1NGnQo15G3RfXZYGI8PLj1mEvJ8S
0WBpk9zqRn7xG/LTbWnLaUfgayGzMfCDAN8aYA0brnCxEyoaMhBWRu0xtd8XkpAH1ijwpao7POh/
cdu35aA+MRQ9NCxdeP4nf4v7rCLUCfyPfZ+iwjPnGZCr57gS/EBOgrRLNSxZMYrVyQYx4/RydUJm
oPb8lECAs3sU4XIAfsqpEvhHfol3CiR6i08eEgFs1LRKhmluJzQGTsXyTF8b3k59yQ9aBvMxKUMI
BqTJJUTX634PaoqXpwLxR+OtMuKHvj09CheCZoJ6P962ltdTE9iWXi4OAvwpacHFCCsXJ1YYEg7H
yFsxKVqs/oR3/7bZeym5dLM9Oc+/d38IRb38c7Va58TThjzUYIeA5ggBc5zk8fQnaab4Gs227nrt
Qee/hVF58/YvPHN89gCCR+YuFUyQB+idyj8E+iDQtzDFBeqSc6tbjuwts8cXpfGDvP6HKvkj0/rC
1erc0pYjlwWkePse3z2K/8RlLfcCZID7tw/l3Hew/Bj8DShFOsIPHRQ6Dm0MEc3Nm+r7BuiZrAlS
nbXTqu4LENk7JXVM5L/88nGh026aFHnoFlhxUqnlRM1+4eecO6rg5eJlmM6wXvTWvKW/qqriscfQ
89sndW5py7eLdAqqFsTVDxjB+NSaKt+q1fFILMcuZyNIl3b8EBaYiunN+mUqIkfjsfyamnUBOwxy
bkjXe0z1/mmhWusWpu3JAt9flIiHkjzoTt01awE4LtSUnKocMJS9/JQ6xDxhxE3xUNftXaPCb+s4
uZ23PVKgStA+zBwKW2Ekfnmgfb/BGzd1M8F/+LnLth1GkFA9TLT9U3pRARxMUDieuO2uDWzbL0ak
gN5MIOKavzOqnXBkoJo7Wf6znB6kUOwYTZc+rNX6zSPle8yLfHVyHpu/MpwmUSw0Kh7EFpJ3WzD/
WMeIXwi90ckFX0kmzHLNZoCUMkciefBk0x1W0A5dz1Oic15pqu8FLhE3wwRGvaJjxQ3jEXlEiOvu
1n4Lm4yN2nz10ok/ntSDZDZ4U7iblgmsUv1cT7+gYNA/MRnUP6t4C3nml3X8HgwKjGddG6OPw9NA
/xGmoF9BIz7feGSomyxqjX/V4DV9NyVU/yiTfrvGA4PYeaZtj2XpEZ0t1WSSLEEhDIaGdNJZCZM5
yDiEmB3x/V0M+os7FTXUZBipgayXGdk73ZDq25KQcspIMkfXvtnqB96S5obg1fcuNqbHlkzqNBYI
o7BiUx+WysN4f/EgQf6cbZU6JOh4ulmFFZvWSMWgy0qLB4zG7KSB0JD2EUTeXvyUHV8xCnsEoWdd
WevTxnsv5X9GXPbuRFD9FqzlkCaT0+3bf+ZMWoitMKWWfowwnVQ8eAO9KZLmo0FJf+EnnFvbqilE
3Pi1mMfkoQClTEaa9SoKh80tlNgTCQ1G+zdIZhQPsQ4eRBF9IgB2uZ2JFaUgH5eCo0UlD42XFNDh
+QhOz0vDlac1XvusVpBKJJMUzpM+FLVMrqdg5QDfaG/XqU27maUtoBG3s9KQtyweplh1UIRdIQG4
XmqbnPumVqwyWzp7NYmTBzRl7ryt8nZy9i5JlZ9b3HJWH/QumtVb8jBF87oPTT/shlpekl16dXVQ
mlmrJ9xXPTSxBBCv5U2fQpuSSZcjx9JWJOi3ph54EoojZSu0elrQgwNFLYjb8nYPnm1z06wtx6TT
0stsm9KPepFOV3gGtbKXadMbq7rkG12geBB9nuKm3p30Al1CABa3QkBfEjgp4ctxU4m68leTZh1o
LPYOjorV7ZtFD1DQBjqkY8Oq8NfC6jEbmjn57La6FQZSEq3hoOh2bMrxt+cPx/QiUeSrUQAbP5no
s1LFB6/bTPt5OparEo/FaHTWR6L5NDKjntx2b10l0ibWSciG6cjiunpPBh7vUNqFX9xWt8LAuEiw
zkFN41hiQuB2bPvkgGmCS49xr+Y+HI/lqSWfFWF0UEdWduGPOEjByGcqvIXyAo9+GrXSBfM8meE/
0Rh/yPLb2EAZYBrleBwmGuMeN7IfrJX95yVZ+YcpHFCLQLqTu+TaE1Pwy68O7teeD6tKcn+A6nEK
sT/hCDC3O/NBFcdbSZfhCDYlAG+SZNkNEC6/cExnIqfdia9qk1S89ZIcwfhBeh+9oXK5leJILA+O
ZQiOiSFMcBvVUCE1y80WAj/hZKR2/11ABnfeQHea10HId2vNIMcAIIhbUKaWD4ddAYBHEJCcRCUk
59QO02l7t41bvtuBsR/dT5/kFZO3/kYeDXUqm3DgluMKCIctEpNuedwuoL71IEBUOR6I5bUE2mpG
jxuW1t1HKsG8Mbf6yu1ELEelFegKZElJXpIo2JXQYcumVl4KA6/bN0iYXzpm4wciHuuI5EKmbVbV
BLyYenF5XQWjrJVfI50CyInOGjQ6fJMJOdwUYXVJmfPczk+B7VkimecUhGZrSHJJzCdCxY7X3KXL
gH1brunzqphXIJTzIZFXENm5q9rum8vX/IfjL9bKi7sEu1YdyDqnz4o6gYGwacspZ0+nETTzSE5p
+zBvEFNWbmRE4MuzjjoBEe5WwHP8KXw/AwOUMNye3Q7E8kqP6hrspdj2wiHcoperpo//uC1teSX3
AzwSpBPB0HbCd22kv0XKc4rekHh+eSRROqwt0M2wPhB+Z3h4fgx9/clp33aHvVlW0hgF8wOV0gdo
sWDWHAy1budt99KhnA7aZrrAAAeW6YjeitUJMQZ9F8sjIeo21n6Vpvkyr6CsXnHX0CHERNxOxXLK
ug0GaNYYGIpcbuOI7IEId7lQY+NWuavqMRAkpEU+se5qBEMJ2FwudLjORCm7Z44M5kMgA7su5y5H
/UCW3qU9jE1bTmlqw/VYzCRfoc6anbJwCDyjo5VYXol7NMK2YmkeDusnbww3EPPo3vG4Lb8ceGhS
2VbDcfM1yTwdfPJIfInQ5vX7hZdYjoluYFcCUTIe601+FlXUXK9s+wC2ReKUjyF49dLz1TiptF9a
/IFegGrWj8AoG6O+crJyu3ce9R4qkzAG1xJIr7MTTXWH4R7HxS0HjYTxtlmw/gi1nWDX8bHJVohd
ue3c9s/kRHwUbNh5pJurMh2TO/CkXxqsPa3y73UFDJMvT72hfmC2FuRZXrXo71EKOTm59frWBxYv
ayQYqy8Y5xn7sVvpvWQLZtwG8EUFNUTMKkzwXU0kSJ9izIYoxz9i+W4xN9tKAWs+glO9fgw3xt4l
ovqvE1t0oSI9lVivnZftwH1NMC4cgWIlDFW2+kGc7DceVjme/70Pw9iQ/ZBGyfXS0U04mpfl1wLq
doyM5JQTg6ciLcSuI+NPN+uy3FqwajBJMXTHk6z4rR7i+nqqw8Atm9sdZ+hvk2CDFlVe8SV9F47b
HSj23carwe380nR7NJdw1eYnBseyPPRhQT9sXrU5TbB6Nu+NH/OCFOk2o9lRPYWz+WZ01F4w0zPJ
y240452taTHVpUD1VD8OFX+c496NEhFCPi9PxXRTRbt2VMeIDn7W1/01rbbvTsYSW6XwNPomHKpW
HSnXPwvqP4KX3nFpy3OhiMaH2W/UUWnJH0IfMkdg/tEX2iRngo9NbiPVDBEIPA4duwQyP5nCWMsV
RlDwXjjjgcnNTW0lWNl7zTqeBhj7hPRQqArfeUp/cDt5y009j/iTvw7rEfTh96Rg33SsfzktbXPU
EGQUwLDbJF8UiTM8HDzEKnB6+oXqtOWj0TCUsTeLEuwKa5WFXf0B1K5uJmMrWk+gLZtnUxiwjujH
eiu+s8nv3b6lTWK2DJrxaiFpPg5Tmnm+eh8ljr0Yz5a8mgTkvHTfpnkpYCjrSRhZQL7aceuWk6JY
qNQ0dtNxw5MKTdaHohqf3EzFctKOz/7SBUQemURsCdcgC9DpdAuKf5+yn/Udhrkg8TCk47GM0m88
DDjeP/ngdsmJrBQK9SiUaPHWgVlneBTolVblJdc8U0HZ5DcSX7P2KmRQauLffefxnS7ib3pS8a1k
jv1SaJe9DOtRukRxAQwYnoPw8lEBEcZ0aNzStM1n00FoBlykRXUEznW6TT2xm9u2u1AxnezulYrJ
njCuGkBF17TH6DWErW4ESaIMCkBuNBao4F+eS6uCsjJzWR39koH1GhwHu799QieDt6eLWymTspOT
ADFD+kS4X2YJdaMOAZf9y533UQT5Ap+K47KJmy0qfm5kMG4xILQcFbSszbjNiTj6XfleRNWfaJVu
BAPQPH+575P8XT2yWRxVodkhFVP3LSwDciFTn7MWy1HTVrQECoXiGFfkA23Nr6mbnYZOGRR7Xu6c
KVGTQEhxlENPkOnolKlGhG52bs/iqqAHe2xAy2OT0C9JBLXfRjnBysCWbKVRHU8MqgMDP9YraAUN
F7fhUHC3wGtz2FAFsYMZE1nHjohilyy8zGKZfnbyIHsWF5xNftVF2DkVi9wlUTtnYDOoHbduFbvN
NpVqTuYiT/UsdmMKUZylXh37KfY0LmuJXDECh75blX73E30/eO2j27FYDkq42hoJXdk8FJBlDMYn
1niOdag9fjvP8YohZZHkpIoo+AQmvpdj5wSogClaDhqGoq2BuWZoj6Vf0IPb93P8ye1QLP/stSqH
wucsr1sjs4avJBO144nbY7fADKShXEiRy46o2zT1bsjauD3DevbUbR92IO1RdZxDuif5vlRr/GeJ
0WV2C+f2lK3sKSCZZRXmAIAn16MOvStdp3+cTt0esC1KVREzLUGON9lPbO3fbf3sVqHb47X+BrLn
GOpwOR/TPpM7v8LIhduureyJuZOKgPzH5KQJu6sZ4lSxxmSO2+KWd25bXVCZcJOHJnlHwlMiCty6
eX8F+p5XuWnVhTP3TB6tND2OW0CH64ZPzI3tybMRSeuQJBKUSFMuthqqjmhN7ppJuQVzG5ME9lza
bEMw5QEBDCwItt/pSt3M0AYkDXUxgXPOn3Ii/aul5DRjdeIYEm1A0lDNwUwDb8pNO91umnzQxaXy
/0zBYsORIsBg+gW95LxPoPzqbQHPAFF6cjLEf9BIEFxfxrSZct5113Gbfk1LTKK4rW3lTqHmaQFP
tMrjKmx3ftxcg77fsdSy0UhQHtVbzZkCcUL4qdb1I5tbt6DyV+/imQfVZhz7VhYqj6ow5ZmXaO9u
naLIrQC1B4AroaH+JpPT8uWvlqLZGpvUMXnaKKQNrF9mFpHKh6BcoLfZsN2wqY9uH9RKn14y1xUa
ijJfoPCyS3QZ7fyRO7qQjTQKI6BJW17JHDKR2aox+hRSt8rZRhpVSTmNkScksBL+vtc/fNxunY7E
RhnptG0jAO1lruKFX7dg4dlzFjguHr+8TkCBLBymaunyJS3ahxbcF9VO103ZXrlt3nJQnUJHbt78
LvfjtYD4uB+q9QY0/5sbcOcfPeKh4TNEArcp77bmPtp0sC/ByeN0OtQe/FspmUzje31OtyLabVX9
nvD019snczqBf1sK1B77I6ZaR1ydsTaUf++LKQh+nkowiNIa6ZhIbSzWlii6BkPQ5ZMq381a5V1y
Sbz8TMqgVnmBtxw1R3HU5U1QYYLAA3yVZV5EpFsgsAFZ/sKDhkRDm889Hmt3wbh0fzxo4n14+/TP
bd+6AXibLsAMa2QeNbP8TPoizmbS+m4Fkq0WG7SDSkuPt3naqqc6Gn7pcPjisnFqY7K2oWH92lc6
H9bvnaI/w5A55SRqA7I2FRWkqbHyZLxdtG1ZtzoNfTHIHr+MMnhHxNyXETqf6ThkXUh3FR/dLhbU
BmRVMePG74opL3TU/UTDaPuEW5JT8QJFxpc7TzjUHXwKMxcJZCl4sH6MN6cZPpzKyTafFQHxlHCR
FGGX9+uQXoGmZrnFowV1goBAP/Tl6n2wJbUIzZh7Y9yLrJiN3I5CquiSANHrLkRtJFLRgpFcjduY
J5xEfdbjmK5WEga/nAzdxiKtAWDUhps+32J+bOYe5DEtBIndFrcMUupyTVi1qbwSw8FfyBHiuk64
RppYGTVpo1ZXW4vaa66e0nm8iaLRKaxQG4oUNXLD62KNMF4RtsPF8amNyX9uJ2IZY1lN89D5Ysjn
kABbsgV3ixrcnnOoDUfaNN9KEvAhr4dgeZ8UPkbhqp5fKL1OH+2VTJr4Ly2dRdsEFRbS51NHU7lP
5Zx8l6JcSgw5M72LRt3sqjZuHEsOW1R6U8tQiKEdcrJ44a5o8Fh1lQAYO+7f/hRnVJSoDVMaqxli
7icijb5mmv3YMIM2H5Kp6L7i7TrRn9p4mJMafOmcdTfQPYTQDxRnaP/ZUOaP9yHGGtud8Ijq79Hl
xqw/mnN6zaa+Bqer8YJtN6UVKK2TeiZPxVDzJtcjfVrUmJo7g2Hl9p0gU6Bv5q5cMy5ArJANJGDS
6dZGbZSU9plc+8Xv8xJEbsB0fx2XS7f7M1TO1MZIJUUyB2D6GvJuAMXp/ZJKmnyLiMD1J5HTeNKP
W9UnKdfa3PW6g7j6CP40kxmpAqeaFxTkL+1R8XoJFHDZeV2M12ha/gf6cLccbT/pclkms4Jqab7V
ap+k8torzYU745l61J6erpLOFGOyDTkTo06vMGi70P20iWrAdYYkbjggas9RUym9XtXBkCdbuE+9
ju3rGLKOb3vOKVi9EglsIBiGqFud1P6Qr7TXH7yGDVel5srtu9roLz8GISf4aIdcV+Xw1LVtcC2I
rr+47d0qqGNmNhAzILgHayEzil3HkCxwy3f2KLVJMIQ3adjNgEfYLCiS+4YRN5u0R4m3maybD67P
fG0KjNekc5NBPcBNu5Iyq4yhcaTLoVsGdHgilfk8umNEXjjyMyZvI7t0MYFXby6GvNiaaEfRlrpj
gkGNsAUJ8Ntf9W937hWTtAFeftOEFHqBSBZt2v6oO/VnbovuFiEeZO8bX75Bard4R0gh98tC10zV
rb7VKVXX3qDL920wl/up6fHyuVRM3ZWFn9yXUFIYMw//deEgzviNjXDp0j7wVA+/4WWNmepm3mGu
f7l5+wjOLG6D0GI2tTWE5+t8DsT7LRjKfTQDXu62uFVttQzcNYbBJ9nS/C75etcPbgpPMLSXYTwI
5nYr12bMwyi90nH9DgIcv9x2fTqqZ5U/I9DRBu3okPsyGR5geOmtVu20d1vdjiSbJ9FbRCRXlTlQ
9lhExGUCnFEbglYvsSykToc8Hbwnpsv4SFi1fnTbtnUlx7DnAhwvRwctWHBfWZNuB1WVJ7fFrTBS
6BLM+TWaaGkn611SJk2mEzjR26uz1/OODT8ro2UaCedjTjUauaSNZsyW0+5eRVFz34aB/IzKSl+Y
GjgTtWzkFefQ15LRiItRQ4qd1G0N7mkJHC+gwm7pwpYfG1jisXHp+zz0yD3upTfjuLldjyLLOIOy
7fqUojgSbI4+1+g5vF/ifnKLNTb+KoxkWdYNPjM0mslOCnS+Z+nWy6Q2/qoZa7EYAq8VM5HXjQGp
D+PJf2+b0Mn1X8kTNgILbdJQlEUrcV1nv0Juqgxs68KtcrGBV0byYqU17l/xSJY9RGBENsyR433I
Rl5hqocMfq1lTol4t2GyHWOfuK47nYuNvNpAUKaNwoOA3MqvPYpp1cxu0cyGXRWoidJ6mZs8Hsh0
r2S6w/P66GbnNuqKQ7TAYH5P5kkQ7iHv/qXums9uR3IyoWfZYyslXo0SLB0DLrYHO+JPuaVuL2rU
Rl0NZhoKXfe4vFDI0i4x/w4RAcf63IZdBZJCOFYgdMlJ1bd+SB6TQhq3Zr0tJqZGU6RtQLt81kxe
rcBf7YVw4gJmAG+9PHNeeaBqq099QDL9x0r+rhvYhYvXGc+3MVdtVM3Nsqx9npZlcGM0DzI/6dm9
k7HYqCtBDEQLFzzAeDVyhODkrhv6C5no3M5P6fCZIa5DbYKKmy4n/b4JwwgD9oEToQqjNuYqlEmi
khh5gs7dz6ZUd2KFPJLbmViVnSpHyC2laC1WwZpBf2k3csd61IZblWLeYhIhjGvFPkd+tqniq9um
rcRZAwE5e90MM4n9NBt2LIxTx/PwX37Hoje864Vo8iTBmj0odHcmvHA7PFOt2FCrZPJr8JbHsBGe
olJhlV7+jLoaMjNt5sntaCznTBeGJszIGgDRpuaKJNVxiYwbPQ61MVfoo6eg3QqbvEPHjITFnS7M
F6d924irsdy61afIbSyp74M1vC7Y8Ovtpc8cu422GieOYcd+lXmP2+bdFHbDrkJb5y5km+PmrZtX
JaleBlOgYDHKv8LURHio+t6NpoXaqCu5jrRFn1jmY6Kvw3YsgRxphFvEtSXAvJV46KPxPu94dFPH
+650m7vF3OFLT9IjqTmpRZkDBkSzplMfp1q4RVsbdaW7OJoxMdPnZFh1lgzsqDwntRlGbcSVmOYq
9EZERPRwvoKY6CDG0a1asfFWqvYZi9amz5NGf9Zr8iEahVvNbMOtgjkJJjnK0xPRNGdp2qPTfUnF
JsEXe6Uet9FWQV+buu3bPh882u/ioAw+MI9WN0k8pfskKsx+KSjZDWCQvnB3+RtRXvuTVjqN5q0V
iiUyb4Zp/Qquccz2lm1RXemUiXet8PDXZ+/EKjhtTTa2af0h3SjKV8n6L9WYLB/ibtI7dBP0sfaK
9qZuICxDIdix54J9CKqx2UmQsu5UmtYPE+bZIVbR6/2o+uRG9GN1MxqTXFdr8V2qltzQdaHcLcXY
jEIzLcA6PK1tHsXx+yZNf3qF5zTkSG18WRJpHoIBu88DOrUZZpB0NnajY61gS0ykveCjiGFjk8Jl
km5sy6rRjSuH2gizOQV8mvK6zyGuBQlZJXZrVNf7t1PAmerMxpg1Vcf9gtVdvq7eFVuh51ekzA1v
T22EmZQzS32xNLnXQqGURMljGjip5UBMwmoEscozmJ+M2px7w1fQcd+ufu9EhorBb2sEKRnGtk4S
OA2r+E9O2v9840RBjqVPkeR5NYx5z7TQOJLKi6brml0taD243W1sDJhgE2TLFONgmvLlnU9l8+DN
qbrgnGdi3T9sU4zMpmlkm1e+19ysZm1uN4AF+o2Vu5qFZE9CKDCZOXIj7qM2AxWRXQ125K3Jx9mf
yyutMSgXtR5ikZPp27gnXbK2h2hRh5Dg3wQMMzKkl26wUGojn9aVxVPR4io4C/GJhEbth3Jz4mWF
EVml+Fr0nQ9F7CoP6RhAhoqWmYjcpnsotRxr2/DUQEF0mw9oOWdF7TeQZWfv3c7cKsLjMBinpkVX
QpLhq1hCP0unzqkrEac26gli1yQAnlrmZTUXuNY/bGG/XDCWU3r9J+1ibctvIT/S+n7JO4DjijXc
U6XFDtME4NgcY/8ubLV6J3nnVA7hr1lJXrBaryHmZADLFx/L9i6M6ReHD4CVrYK8xnM34JtTm68G
4qdBF5uMru2Htxc/LfLaIVlXZq8n3doyH4i2Nb0u03QfVckNTZtv3nYJFfA3pb72N06J7FkA7UQk
gmkL8QNArrxcmVj86qJOPJIGg5dkLr2nzfD4HfeSKczqmdYPAVgeQGWvg+ExLBh20nsGahVeUS4/
Z+U1l3DDZ7dm1fWgTvA0BcosF96mhmzukU0bXvQPogPnyK4NWkmvx9AXtz3uKTclG4OHkBH/a7eK
4J4N9XpLTFMeJGPxHsCvYff2Z3k1x+ObW+Ei9blo54G0+cbWaN/QBsNGyqn1isWtcDHRLQ6rEHlY
B2l6HRm/2a0psJhuW7fiBVg+YzJJJcGjNpeYYzLdvgBtm9vqNjhtGP040F2PtoOHKe9p4+DlVk73
jji1oWkh2lwTkPW4+lLDspgPMfhV3SRLU5soqytKvcaMtnmwmZ1s6J/CJ9uFRH/GXGxsmpdWaAq0
6Ao0isFUurDKwNp2oeP9assBp2KFCDr3I4llh7cXXpW7rfSXXbcG/8PZlTRJanPbP/SIAKGJLWTW
0F2kyz3Z7Q3RbbsBIcQMgl//Tn0rl7qyM0KbXjgcKqXQvbrDuedAgEy3XvAX/AnHQ2gD6j3a8ebS
zlKexrl9t+71rStzbf+OjYOLq+ZoB7SY3JPbowRzaNYMUQxjHoRPqoL9O+Za1zFC8E61l4Gz6bPe
6uc4mI1Poo3FHXNtQNnUhiAqvqAbGQH6lnwpIeHleXMca93QCbfGbNj5y+SE6J60DJ69HIGLBqss
BRd60QY5quA8VSGkzIScvv968SuPu8tnQg6zkQli4BcNPRSalX0T3vEoVl+6ASQhi+D7k11iff71
X7tiX24nrGgnUZGVNBfos7XZEI6fJi38jslthO1d9aITfjSXZa+6DA9fks1s9vQMbi8MiAHDd7XB
smgYf9wSVBQiAnnCX5/Lla/ggvJ0ixqQGWFa+9GdCz2+l5N56GJ5rjErR3jlE4LyxIWw7f2YsLCA
BTRl8WdSJk+QpPFCDGNtJ7pqiwSSDLF8WXv9l4bVQ5mwT78+nSuxlYtaW1e0rBmQiCjsDSjtV3Fv
HkNAgO5NsyR/lFQ2H3/9h16S3DcCLBfAZsAdLUKb6EtSMjmmmncDWp67uZ+PcHs0O9S+DLXdCPGK
sAEGaFpvDaL8ry7wxp9226EJM6bCc9+iit6vud328IOYKQiM1tLczTNkMwD/SLLa1OCBZWWQEaPq
T9yI+qk9Aq8WIT6i6+JDeJeN4yOaiPxZ6+avpveiicTSjmu3ZgFXZoM2ARXtXdNilteM9Nuvv9sV
t+Ii7JKdDF0HUZPLEey/q3iOISbUKT/P7gLshuiwdVXX8Cuie1+UTJ1kzf0UPRMXYYeSdbeib4cQ
cmnDrFnmb2j/etVyeOJC6yRY8sZ2lOpSVwSISb7OaVz3N6KZK2fuotaWSEGSqywbNHz3v7donLNj
a3x37jgToLdJEM3wh2om0LQJvs/16sXujVNxwjBWVcPGLb5nEkoKBq/uz6lkPi0IrP1yWP/J0Na1
23o97M2ltGF8VxScZWBzre+9rrkr0BEkJIqFgo/YpzH4CMWCd120Hjd837Xv6dhnb6N9bykeOLof
1UOXSP2IEv+tbvWV2JE74ZFOumpACqAuVUjrM+NgWAarXXnem86rVswTF2MWC1Eeq1iaSzyA49Lq
D5gv8fMvLvyzZ2aZpF1r9Dr6T3Zsvu9L9+D1TV0svFYQTBq2sblMVlTndeqWDFM8pV+85cLhN1N3
AUeV9bJZyGXVNHmnQ8xC+G3dMaTd0ATqIkh/Ce3eJyKscNeZFwERvqZjSSGquaTfkOWxGiiBJFRp
uODt99u588yF5d6tg0UhBSAE9iSJTtKwC27B4K6EKy7GboiaARkRa8DkHKXByqBqN53Csf2sErV5
/gInl9krqlH0p83lwFTsWIMyv6m/+h2OY6oYqCHz0CewI2U+g7fYZKsOb43uXPEyLtCOMWDhoeON
MBpSqilwydBPLWavsjZPXLatSNMAWpRAUrdQSx5Z/Hkn1O9UXNjXSjtCJgn3yI/1z2m4azfh51xc
zNcWoeDcgojwouzwqDf1qdHbrbnSKwGtC/karZzmlYwK3PPt2L4feiE+l7GpTp0xICYNVQUuKB5P
LIVsGPlul6W4kdFc+9DOLZJxYMmkbAumdIjNLROIng++/PC6oi4ibIB8J+Q0Y1xRTsQ96h30fu7W
xc+2XERYOyQaGjW2uQQBeVjHwqRr4hvZuDxcUB0dNrqECJuaNf7UkI6eyLSuNyKEK8+sCwrj5cgY
4xWSsMEmD7zay+cEaOsfk4ZTyvwO33H7kk42XLoVv2DUU2oWjQqfsZ5n77h9MzE60hHxcM8qaMLL
ywbiRc+NO15/3dCorsepQb8X7U3b36uGe5GD8+QnOq5OHnysl/YylkF/JpzcRYJ6vuIuRGxbj57U
LWKEUQZjGpDyeTCHX/wRO3YqllVvWwlT2tgIVhuQIahvwwKog9dlccFhHd3rkSqk7gSTmtnEl6RL
FRGl531xEWKM79HU0r691Jx+DOsN4r088WJw5omLERN4ZeuhRm2s7KMmoyQwKSuHW03lK7bqUnIp
LZdheYn8CHgzHqtjPh6CpiUZa0hw53f6jqnGM2Fq17O+hLQa0hlSQ2F0Swrj2vYdSy0JQL7oBDao
8Y/apBNrxvPQWPN7XfXrDWzulbKYixarwkIDhj+i1B8e/VkezZYtJloQrOECbUL8uZSDlyYJPjZ5
nbqxfVOLigF2T8pQ/LZXsn2UNfVMTlz82AhWWg3pSXWBqup9p77x0Z79vrFjwOvRBBXfmAIJE1vO
K43YfTAUn70W/wlANm4MaipI24pZdBknpTzZyPpM6/PERZBhlGAbWgvfUBDSZqGYzSmIlz/9dv5y
pf6TiZt214ksDnWxlP/d9vsG1q7ES9cMO3fKE+Ewzw00cFFYwSD5g6bF/I5q41dYcQFVI+DR1KhN
X/qp2NJ1Tr5X8eT5PR2jBdBJbkSE6rLIOXm00Dg47dBY9XM3LqBK6VGIkQFmTJj9MJBNnaFc5dkO
dQFVYgyPUYZIS0C+VL6r+Ng+T1UyeW7dzaegWNVPIRpn29T9I4l938lb8ggvl+KNyq6L7Fu2jocq
VrjmAzlmtFoTdMKPCMpsAm2cB9NF/EbM/b96xBt/ygVv1Yc9woADYbVrrVNel0XaiFA+rNO8PLIR
JOdzaf+N+2RqM6oDmrahmFJMa08PLeSBnkZB+B2kpMh9MSqZRSysnmO+0NMOQenfE5AkgZaiiB5A
48/vujlUd8WCvChjE6jIT2Q/tnNZFPHdlvT6bJK1CNN6mOmDWDaMP89g0T7TY/9cBaa9G5Xt6F1k
u95maJ8XQ7rYDayApe7Jp6YmrczsHLTrCQjPICfFAU4/CCqcw/BldqoG2d99O6seOPnqEJCTrph+
rHkfGWgnDbz4ky5R+xG6O2hwRKh/fpFk2p8xDUsehUSgE4aifwblq7nxVF3Jd1xwW3Xwbm8bPLUg
b7gQcpzMaG6EaFdeWhfbtoHnhQfRiPbHWk93HEN7kJrT4syCtXz08pYuwI3E02ibGneUyAMTH0P4
R9fPt/BD147m5Xf9xxUHgiqBL4W4W4gkO2zcnZut7X2G1HjiQtnaAYQWA1LNSws23PRzSInXqApW
dvMFeYAzZUdBcWr2+KHtdkiJ4Xb6ZSMukK3ae9lBAxUVnHUymQQB5HmTU3f2+6COPyvHVfVx3wMm
RzqTxQv7bcKEuV+S5rJ3sUAIhSIrQr+gfOCJqTLUW/wieuki2SKiUZtrO0zD79NdrNYnAHi8QNbg
0pavb2K4ArPOACC+7OUOYc8gLD8na0k//frM//fO/ex+pQtdA7qaoTWJ7nZNS/E+Rlz8L9rQ8ckC
i5ceexF+adppz+Y+7O5jOMM7s4VxlQ3Rzh+V2WyN/xP/l9cFk27fiulAhVy2NeDvnXqiBfk+jc16
w2G8/ahJF0vHoyJeKaaHL20QlCYjcifgRkXH6TTML61TMkAAzeu6yZ8oxuJ240gv1EVCm7xj1bO0
YeS5thMQJbHeyIsowmUrjwbBVov0tDPMywqlK/1oUOcJkYApzNFMNsXAHgWmyHr1mqQLbat6u7BS
iBpEPnEIuvgSL19LveIh6ULb6mrbZi3gnbqki7LCCLyidruVa121FCdpEdCLSvQ4oERO9+ljrSy7
3wElOgOJPMl0RDHvaYc2U97aFhIErdbPRo5TilnkYsx6ppff7LjFN+7y2++rdKFwG21leSwvuVki
/5oq0JOWvQlQIrXTjTfqirW4eLgVTZ4gqVgNwol2z0LM4ALEUBqM5Ei2NlnV9X7gOOmC40obFfZg
CQq+/Hha8dPSWsc3fsXb7zhGHV95z1/7yGtrOLGA6Ds+QtoStsw3lLI2hcitWbyKTaDsebXB/2ML
msTJAmw4BIP4ORnYfhZN8PnXO3+bOItLl6NNHXyzgGSqSzRFW4b4EzwZ1bqChgg6OUCM6+lhTAat
0kPQPYVO45gHDZhLf/3nrx2cU54gkD5ol76GK2HkmyqbeziuG2nDtaWdWMHEu5w5R5Kv6fK72CFu
CPE+L4lknJpj6XoYEKsO+CZmsiBXm+fPtrtZTP9fHeKNF/cnaNy27nsRIMzp9lBDlHEo+MfJYhos
VfIwR7oZ1v2tRTMVWbGhnHyqY1X0WXOE80PUH/SezUXwpVwb2MmoixMpYvJuB4wJuP9ZphDKG76P
BQm9Kh6YFX59QcGYsQkQetQXsOHdybnT4Mcon70uiAv2EAeEg/r9KMEiFIs0obtMg8OrmCJdrEcM
HMNRxbzCMS+Z3rvPdAk8l37tVP6vB/h11nVUXUCCdJzmeVBPqDh5UQdw6WI95LQNgdDIH6vExM+z
ZfN33YjGz9+4qL2N9GQMll1d+Lp8ksqAhddq6hm+OQWstoxZhcgXmIM6qy2mGhkjt0rPVyzexeqJ
PaGbQvZ8WTayny0hK0ggyxuO8trijouX0dg3A8VUL2vbf3b0/AqMM/qFay5AD1GnXSTICi806KOU
y/K3OQx/9zIgF/u2bBRArw4h7a7axwKPFBoVnsbpgt8YScZDWV1fCtGXWTJHmRi2zfOmOP5bQPbA
lktSX9Zy+jYRtaZxGa9nr1NxEU2AB7MJnxPgY8Y/lrJ97pLhg9/S8Wtv2DSGGE4tltamz5K4k6cp
lp5+xXkvJWb5Ua7mQZ6ots9se9/bafY7cBczHfeMKDCGBvmKSfMsCoo6pX2/+91xFypVibCxiJGw
cz1HTwxW9Ekt6+z32LsoKXC9xgVbbYVCZ3Ou+lMyeXEocemCpJojxmtZjdWFyuF+6LaHnW7fvW6K
C5Ki7RCXK9kqcNjv4kT5vGPCXFq/uNYFSXXtcLRhhI03B3IMGiHXGWvqRRWGY3HcIT1GFDQ1PudS
beHTRlWYScILv7DQhUmpEdP3alVBPrZ1cQ8h2P20ADrsd+yOgZZCihmqNUXelP1zYJb368A9b7kL
kqoOTCuCzwc21Bi8bRpTKkE/el5yxyPa5SAcw8XVJeDkgUVd+dDbpHrwOxUnopV9iZe+7uuL2A99
VmEtM2b2W3yYV15PFyCVxC1U5TasPm2/7cm3ufjhtWt38gIqu3U1Rggn4tI+cL7kQ31r3vdaZuRO
XvSraCMeBQgPm4n+zsCSnTYkKU9D18j328p/lI0x+VBU6yVYljVb1sGvryrdsYwZL10FlEt1sR0/
wIl4rOfSGnXyOzTHdnduIrtPvLwwHNpU7U3aLKWf13GxakGErzxQCSaUsO6zODje2TgsPTfuWC43
pd7KgJYXOdanni4Z9dMp59KFqyXLJlAIirB0wVWqzPE1rgav1qd04WrhAO7MoMHazcifknr40RlQ
Pvh9S8dsl41XDbjBywsZyjo1oVUPG6Iyv1TARaSprQ1sQ0esPm9rGiX8bIpl99u6C0hrGq5Lspjy
0qopTCsV8GyZIVPqdTAuIg2i09C0tDiYY2y/QFTsczJXXsyHXLp4tLJLWsD/NEI8INUfaGE+V1Ro
P0ccO9YpIzNubbjitpAYLcbg3QbcmN+ZvHjn/7SsOgRIpA8lnlWL5kMRHiTd5OLX+pGxY52sNAOH
bkZ5EcHOsn6LEURWI7th+y8//42aiAtFgyJHA/6OJMhVEBUpWoZjOkhtTwfoizxP3nlfQWKQbE1E
gnyGTBegxyU44jfPHM9FpMmgS/isdXnpVmayI64/TtHgF0i6cDSyROhfa5LkFQKZXa0PMkr8jNRF
ojVx2asO7fdcgPIP81PJ8jCLjfpVjlwoWlvLdWuqPckD2+usHSNxGor9s9dtd5FoYq7pgEYnuuxy
Ohe1fT8Kc+NUrlS+XZqyljQgKuu3IAeqwNzRqdseVRHPjyuf2Z+oVKk7r5/gtt9BBN8W5TomIBAo
T4Hdd7CxeII7pUuHttebkAfSvBzaYss7BVm6B4yXnb127mLcZJnINugRZBd7G57nASR6qwniG+f/
v+v3hjdwYW3LIcpaLzBVFHjVKQzD7l2zK55tzfrNbiPcT0hsDu7OOt2K5VnQ8TdtwuK0Jy/a7En5
odo4v7d7u2ZoywLP0R0fu5jpbBhYeL/o6g+96PIjq4eHaB5/mxRoZEIGlCcTa/UURa0Cskt+8Tsr
x+9sdi/RRzmKvMIPInaAtDMfPvmt7cQHnBAiZRTIfK/JcKqK6hlAmlv81y/vxhtfwcXRHUqb2i47
MinaPkkLjiyD63njG19bXDqPlRmgVhLGSV704mmm8gUd7OcZXN3L2QRV0HKV5HqMtynVNgz6rKdT
6zdDJF0kXZJsaqxIlOSgeJ2zbUn+Qrvfz9m7QLo4WsZoEavMaRmW/DSv9VZnkQnEjQj+ykPrkpNF
I0WzcINPbppyzAqQszxsbFHnaC4PP+fgIupIZUk9zjzJRx7mejDA2crWM0lwEXU7q4991Zj4AGEM
b1MM0IOexSZ9Sf2KEy5PmUp68F0UNsmPmQ8gntPmzgRG3mjbXrv2jsEKUiyagssvLxf7YQzCP3fK
/Dbu4ui2Y4WPPHpYFNlPrTmHfeX5TjlV/eMAZWfcdzAoSu8YetEYdIhuNWivtdVdGBfADKZZlcIX
XRd1svUi7yZyTFlb2P4d6armhDdSf0OrKCSpHnnxuIk+OA8i0fdK471coSV84+q+LezBpcthVvBI
LLyPi1z04fSul415l2wotqX1EZbnVmo6IJcpxy/jNhZtBhh5vKZsAxrqRCJev0O/rj41sRiWFMPG
+7u2POa7lxZsnYZV3dxHDTjgf+3737Zk4aJZkCRHSzUOMjdzbM4FmeOnw1j+CUJJwut5ES6IpaVg
3edbLPO6pH+XpP82DNxLz4ILVyevUC1YLscWT1fV0SzsRpaulnvF+sLFsEz2AJ5gamReduQzw1Bm
toT911+f+9smDELE1y8XKJVmUGtKkQPcwc+VPu4x/jOdfBaHINjrxS1YseJykUke0uB9Mi33EdMf
/JaOXy+NkA2gRoFoczjIZzPOUKVZR7/5dPkTMLCFJRx6SvJ4oR+afntsYax++3bip5XHZKTdDJdZ
yOeiJd/WhPh5YxcTyBWZ4inC0hPZ36lC/giU8FpauIhAO1cMPFIwnZiZJmNiBlshaLF8jkS4kMCq
HqZu1VLmCd+aU7EAJ22H5oYPvHa/HW9P46K1HcrouZVAZ4VNe4BgR3hdQuFCtBJoP8YhUKR5dBTL
fQFyO4y80o+/Ppa38zbhimPSlViLFrREvsnX+61VYUpFcZz0dsDDqCi5kde+nMTPgbFwsVdgocRY
LV0kovkFpYQNUnsVWPKj/sR52DyEyQr0agXliV//rCsfxAVi2SAZjr3pRT704V+JUb/xKPKqAKI1
8tonSPD3kCoYRW7QcEwZX347WPPst+2Xr/SfchS4rIAtheRMPjL7sZ/Kb5DN9Qp1hEtKxkU181IR
vEtTV3xdeFV/htCtl64lFy4iixOaHLbBxuVerCeQzv0xMOGH3QRq//WpHGolfVFg8WY4ZPqUUIDJ
fn3eL5nTW7eSvF55i2lFKujm5oOK6ftYUfWuVmq9jyH5mep4qO+aaAnuTFj2N+ztih244IOmmCsr
t0HktWGoYw51WrflD2HjXKBzcyJ6/fTrn3bNApwnQNeJRB66iHzvG3bpgynKdCD8UGrCRXvFL1zT
FV9FfggB3PPwwqJqA793wAV7Hc2wAMKlOCpsWp/KRU/nab3F33nlXFwsj+qqceSi5zmAFE/aNvdm
LP7xOnKXdYvV1dqAcJfnsayT06GS5+5FPdpvccc1NMs0HHThDJUFeGtkiNVH4G/KGw2ZK609ENG/
tgQG0g0yNx2uS0LDLjUVm/6oEhZfEjt97aJhP3fNMZ9hLEs62HV+j2DLj1FMuGCfRYaTBaUYyzGq
VJ5mEzd3lGjq9za7kJxl7Ui5H4Ll0V7EePRD+tsRdvGtlOLKA+pSUmlSjZCoFTxPxgoUIztXJ3BU
I2MpxtD+fqBV5BcvChfnjyHZgzCkXzmP6PSB8clmlun+xgN9xS5cyGJdRmGrFOU5qxJ5HsGbaEO/
ZFj8BFmcy2hfj5nlqxnflX38T7ncmsW4tm3nNdZhjclgjD/n4bQvZ0b2+HFiW3/yMjruGh2u/AJg
/8uR2yXraEtPDMrAfos7JrcGMR+aluJUtq1JUdkLHuNWHJ6rvxzYf0KJcjT9uEa4LSLqIO3b2Oge
Bei//bbuvMj1WmNIXiVwRgF0kzuSo+vnN7sjXGnFJTl02VRwdBNvwrQ/lruxrTy9qIvoGocZQ+vd
wfJyCsJToQvMAEBB2vO6OJUqNthur7nFmW/1D7HyLetLTMp4nbkL6OoKjJho3uIuaqOmLJyBEuUF
ZX7TN8KFdWkUZ+EcNc593T+EqN+lM6We8aEL7NrNOnZRY1heh0HxOI/9Pwd4j/08vIvrKg+GzhPg
8nky79NjscruDvQft6YyXwzmjRjRxXUJ0tQzweQ6cunor5BGT3aYvv76k75Y+ltLOzaqphlzrPIg
OW0a8ruxoXnsx2J8KG2j/Ny6qzKJEGEbQqg2oS/XB2AcEynk53n26/1fOxonfKaYeopYG9A8jkD7
U7Lujqn4FtX4tcWdADYeD9mG24DF621OQf34jpvDL89yNSYDgrpLwKqXux5CtWBDvR1av34lEuFC
u4C/KiKwYrO8kiAtanUGRKrfxl1018IYrgzvWA7JnX9Hpb42hN3ITK6ctwvuKqoyikeNXceN/O2w
6n6NbmnRX1vaeUbno6hMX9Ukj3XHTnYb+nToAj8cgXAZVXVRbULRnuTQa/sa1cFpCukPrwvuYreI
NYwNNQR6lgTqHNAwMGlX0uPkt7rziq4rOYAA7mg+R+aPhGnccoDc/PIFF77VLxiAXZHe5mgH2LRR
ZZnWgNX5Wb4L4GJy7sEYstIcDNh9Cvnd74dt//Q7FucVPQZRjlOy0bxrxQ8yhj/kwD57Le2it8a6
k0m98ijvRyiSpuCo1F8MlatfjfEn/EA4dmsZDiSfyo6ltAvfN8nsZ54uNmwkko+Iiwhe0PDETRNm
uqr8MHPChYZ181aHRWninBX6H4qWi9Z+FvQTMAxElxGFqHoeHvQZ5LHvkyjxjBRdXBhZN1WUwxbl
MwUhhVg16rqlLPz6Ia6ApRmSOtnpGOWN1hndweqo/KgMhIsL6wA4aOJowNKU/ZuU1YcWDBl+N9x5
kg1Bow/gfJJzCAKAECP4t188K58uPZkcx7WOt53kkZrDc9vJuzWpfBd3rD5ok1INTRnnlTGf46MF
06Wa//A6FBcN1sfg2llnzFF2k9WpHflzjzK0nyt08WB7Z8HpIDXJRcfN97gJq49lVP3rt3MnvT0G
LXbVLSQfg90+xFvzezdbz66FCwcrCqj7lmsU5fsQ7HfxNAQnufnNnwgXEEbjPR4UaNzzuTefVjFA
5mf20lzjwoVSVX3dosYyR/laNmNWQmkyPSJAM/zO3DGh8ihaNfdIanXT/bDlBgvq/NhuhUsPBpKn
lh+KhHmtWnYvgnbOYokJN7+dOzZUTmVdVlEf5u1hTrMmTwFV372WdoFNFbhpemJ0CG945BWTX9Z2
8xriEC492DaSYbCsOPLGQhM3w6Qs/Twvtvj0651fSbJcaFM7U+ibb2GYL9tctSehxg4lzCIO/iqr
wdyotlyh9RcuvglA2VWbowzzuK1ZkdG41x902EJY8uh0JkGvm1pqwE6GxDsi0BWAFqUN4EaPoNz/
Zn1VnX/9c9+OtdFZf133CdumTwbaHrmE2Oi9DPjXYZF+tKPCRVqBer+Kl6TY814NdsimERy8aWQi
CQmOQho/fjHhAq56G3MxhcmRm91YEEZsPGu9w24Xa2X6Yu6nCfet3bcf4HyrM9pUN16al4zmjYze
hVqZNUl2YaMjFwlg/FQR/bVaSnLew5a9W8ZOMT9TdyFXIc6jrIk4UCVj+1dRszGLQBt/qx3wkmS/
9TscT9If61BLVR95EifrGQMs6t96kPzvACi+Ry62Cp89HMZztx7RiTNIsFARBdADO1TsF8m42KyS
jNUEEsUwP+g/Aq44HcPas7bgoojLyM4dmidhDloylrXQgY/rZryx8f8J+r5xeD/xeAWR6DGse+T7
FJYgMwMBhgW7+dNc7d2pULK+Zz0GAzfbmqygR5TqRJmsiTqIdNVJk/Kp6NDiJ1OVyjGIz6CxRS+1
WqHDRKt9v1d9GLenwoytVyKKLvNrn7GtbUcm3djcxtNynhL0tY9w9wvToQjyevW+7vnLFDpWN2WV
ojO/3gkqN8+9v1jif+rcYTC2RWi1fUHRYJ5z12klS7/nGuz0rxfXBDDk6ZBbvjXoTBkNckkISnjt
XLggPiBuk2ba4YeCCCLEhXro8I+fe3Axecl+zFWddEe+0v2vQdcaeFL27PPCCBdvZSiXWxmZI4eq
1rf1+WjU334Lx69Pe8awySiPCY7ZtAO0ADjK0ekCvUvPAyev19fhoTHRXR05Benge7n1fUbH5ZZq
NcUqb1m9U69citX0fdEfOaczSaFcZ8476W4hFa6t7jjkZh5INwxYHQrxRcqrIUxX1nhFYODTf30w
AeYA9krzPR/mkn1SU7Q/82kKvO4iOLNfr94xSVsSyD03VafPesc8akJnv5k58Pm+Xj1QmnYmGtZ8
pNF3Eo3q1NWRHxcpCGBfL142CjC6wWJuol1VNm26uAdusbzxULyNPgHxoLM6PWJiqtnmEW/EnS10
rE9JHYon3TD1jQkyvrOiBJIgmWfPX+TisAoZbz0I3ZbcVnA2w4hZ73D3qpiAA+j170Exox7oVC45
sArLYxFH0R3DoLBfYOvirmK6aV6AZTQnYwSZyVqI+wg9as/VnWdk66Md8A0+5Y2hD3r+CHi8F/AK
xACvT2WKEzIfHZ3yqSn+CesfNWTx/CzLRV3R1oq1QGaWG3bcQTttTOct/OHjjDHS+XrbwXpg2oTM
E1C170Vj+xTgq/rGvl9e/p9dJXfVH3czKoYRvSlP+nG8Y/0+nwH4iB9iiHu/M2tBvolyvTW1/rbn
5K4apF4jJMUVfkh8yChlbbL+bqdJ/eV3TI4N62Tu7THHI2ZyluMR+PY1hZyVH1gJiO/XH2HnXYk5
rHbMoRL+71aEOcO8tNfGXRxUbJpo6gQdckzLfGGB/atOAr/HirtAqLlZkzUyuPJmmrpcEd6fXtyO
n6m6pEYdC+IiCNYxTzrMqrEwTBNb+9FVcBcHZVS1jBaDTzl8mXovDkBJdNB7iZpz7iKd4qkJbDlv
IIxThwIj94JBCDv/7vdFHYsFWK47Euim530z3wVhq1OIV/rNnqHm9vomCqT6fFr5kFslgodJJe39
ridPG3VBVHEQlQUn9ZAbQz5iCCFrrf3261O5UpmBYPDrnVuMOeFTDkMek4k/FFY8DNuKp6PLirh7
DiJ2HhPxlZdb9U7PpXpPDcBPu21v9RGuvPIusGqvLEo+mx1yGem9x0iLpvfTIMnfpqrsE1RZyyjd
dLx9q4dK+V0FF3AFcWqIu8mkz000TU9dN/ZnY+j46ddHesWjuixxC86tkQh18xAo7tMazH/02i8H
4C7iKtwWFU167vPJfLEocKTdZLYbz861fTsvsegYGRJDuxzin6cxmjEZcavuc23pl//+nyx0t3YH
n0WDI9nkx7sI//gdtWPTYy/krvSGdTHwA4X5JqUB9RtW5S7Sqo+nIGHc9jnc3HAnwFZ6jiNaZH5b
d2LnhnXF/4LzfBFFlPZlm46YMfVc3DHqBhxriw6iLt+yxoQinXbj+Xi5OCtgFWbEJ3GXj1Vonvgw
rk+k85uz5S7IqiXDVMmatflUR4/HOn9u7S2m5itX0IVYgU67VYU4TK64/AtjaGU6bPUHr2/pIqwa
3hZAg+xdTiX5tAb2STHE4H5rO1bZAdUa1ujL5QHlSqdtr8onEAnUfq7QJc5K7EJDTbjOpV2GrNZq
z2y4ez6LLryqkt1eGJKYnCbFt6AujnSZJz/bd5mziCJVXclY465M0fmIg+nURPWz36k71tkVM8XQ
48upj+EDUpQvYxXf/3rplw/3RnTvgqvqmNYqYrvOMenA/+xkwE7sQJ/g/zk7k2W3bW4Lv9BlFVqS
mFLSaUS5i+049oTl2PlJkATBvnv6u5SRD3JkVWGSgVNF8YDAxsbGt9caYJN6pyP79bkuXem83Oox
KNC3e+mG7Ke29AcUP+9M9dfPJtJd/nIfASqSMbsUszBHnbP5FHHoLJcxJFxUE+zPO5qo7/zYjb/D
DQe1CfMVXbPZZW1LlhDdvJcm8krwpRsPcMko+kLz7LKNajh0aj3lS+S3dUg3IMxSDHEjB7x4RuqH
lrRv8yHzo65hZPdyM0WJgkGQF193bmKBK+m4PMnQxMffT89bY37991+2amnWELfHq7oMQ5gdAtqV
idpZ6xXNpBsQhjaC/F8k1UW0JYzDV2T4uyg/+706e/nqeUn1VQZZXcJmghwH+alF5reipBMPpgJu
t5vBqKCr7SnunmzUedU/pBsO2hwqYsFO1QWCP29w1QKwQ/ZewV26pGUU9M0klutbh7hoI1l1iOLA
7ygoXdYyrujedOWuLhb6I0UbrAkM6P2aOaRLW2La5TyDse5lteptY6b+WJBS+01xVywP/usD7pbz
6LLq5rGB2dmhjAvPpe/ilkNcFnWl8/CiV51ykz3Hq18qIF3cci10aENZhBcOC8ekocsj65VXoUa6
vq4tLSg63MvwUg1/jqJ5V9nZL4i7pKVBPyWJSh1eao3Vrlj4TETjtU1Ll7M0iEw03lqI5I3BJZi/
8Wr3yi6kcDLoNaOmIfQ61kFILjQog6e1D/zoU9z/voxUtYGGVb+Z8NKOscQF8bIeqpjeqTPfUIOX
Lgs5mXpFy7+ML2haw3Lf4L9xWMswf4acx3awUv1UQVQkW7zKlEgTfsdaNk/bgNhTZB3XSV6R5RTy
UZ7NGOCQmWNDe7e2rKBHhaYQmF911C+wungYRztruKhaXlaaXCe1n5GZdIXCwnyysqzxXBKGC3gW
S5Km9OJYpYuDZmwwoHJ4hHVYpai584RFkZ+KtXSJ0KVtlCzghHOh7fIjJObrhNXotT+6QGgDyeqQ
MiUvW0OWoyb98sDlzvyiqguEVkVpB5rn8tLN4qOs2jLRgfRq05AuEboqCtGWkEmYICkYNZsfavXT
9JeuTGAwQUpZBkJeVMc5cKR5hBNH7LlJukyoUjkyswFwA7Dqf+YYbK/gfpqv0hUI3OsKfafzjGeL
NgA41VnQA+E9X9MbhUFIszsxivHe1jNmy2KFSOarIEEUQr4modjfDk0e8/d5xvpPJINw5iEbVa8T
6Bupx2YblwMdu81v2v6Hwxy6mQQqY1fBsLfB3l5QYfO62ZUuhak1s2O/TeIyFPxiWnuhWe75aCeP
jvU2hU0b8wuZG5kEEP7lYxn6rTWX8ERM02RqOLu0ejrysH6k++xVOpKuUN7YynbAlRO75F1+0rJI
i1XeefTrJ1/p0p2D0KoZFUY6tC3MxKvtf3Bc7457xeqTV4T7Fzn65fDSMd3UowjYBYn0806Hs/dq
cwlPWy4lASzJLqPBmITkQ1srv6niEp4UiYBa541eeJxNSRTolO75X14j4uKdROq2bSndEN668qiK
KUpAMjV3ahnXyfzfWgaKWi9jRMBbhrJUQS7tyn5uffdGZPrOi9+YLC5LySa4B0XTvl90oba0NddJ
Ps4lPOiFZxbmcpSyXvdiatl+sWFnEpVlX9tS3TtHX4fgtaHhL4em7/tG53G3X5q1nT81Ii8/1EtX
fJWrzp9EV/aepwKXqdx1WAslt/Wyleoj6uyPENTyS3RcijJjJt+WRS6XeK63pyC39hBN0epXC/hX
a+GXxUpUp3tq8XTFo+MYD91DrYnwm5kuHjlClL7K5wGjMpklCUb1rpvpPbDgxtx0+ci9nqp+xyHy
ohFsYPrY1E8w3cwf56Jid2LljZXlQpK4w51U3OAGLLcDSQB4HnrL7p2ub72/u2xJULN2I8sl2iKo
L9PWXEDX6HdzJtoHr7jjEnZZUXUQYxiWC1TRu6chQDtjCeNvv/3PZewAGVm0SmJ0eGB1UjP2lUeT
X65JnIXb1baE5FO9XnYEzDpQUdJDvsdvzruiZiWbuh7yLeuFSDs/cCihPBKD+yu/QXeqVIbAXLyt
4vkSxs2x1/27pRnuhONb89E5D88dV1lrpvnSBNv7uC7iA8unwWuyCxfKR7luGEVL+ks9Bsep+QF9
kGefEREuusuEDOd6X4eLUBSqj409LXPlJzkgXHJ37sS4si3oLyKw+UHk8YegLPwkT4WrxdhFsGMs
iR0uhfpcETPh2FP5jvc1LvwSeQM1E4F29OEyCftV58MfuOXwWpnCZSXrCqZXdVEOF7oGOkFbR8fH
2mvxCJeULAxH+UvmA06Y4f9MwcghCLvYa8MQLii5rY25ugXjxYt5P7Q2O4cjZye/aegszLWy4EOg
7nKB2NSbikTfN1V+9Hu0szD3Dm0zK8v7SwbMJyn5+F4rv/1fuDTk1E3YRmPTXyZD/snm8BOpl69e
r+3CkKgc99Uy4tHZAEf47RGGp17HReGCkJPMilZBLvhS0Ck/1q2mB/Tu+7VGCMf88/9qiOt2LSQ1
LwNuwd7whoYP1xK+XyB0YUgU6Wwt86C9bGr9xBr6pmirT34Dfg3sv6x5QSANX9u8vYRbuD/UhvwM
9sivQVq4NOS+t11V1rK9jPn6N2vUZRrvJluv7zy4QX/54lGmFOyutL2s0fIm7NvDtqxeRW/hso+l
LCr0X6/NZYLUXapCNT8TavwaAYQrAtcuezWJdmkvSG31YYjZUawQbPP6nC76yGEURRkK9ZcGHXKn
VtjpFMUd9aqrC5d+zBaYj+cr6y7bpp6lvPA5vJOivH5/LFz2sZkFK3GH0VxUVgXjqZutQPMFmeyP
CAKnH+hcxE/RUu9+HiPCpSGjSkHakY4YJxGSUxZN6lAN/Xe/j+Dso0wa9HOFUX2J+uBH10QmibvM
+O0ZLgwJD6ea7oEyl7y3nymEarWiXsmccFUWw5zsnR6tuQTRxJ+mQR7rbFdemb9wUUi5acWycTSX
QZYQSQqWJokJKoZ+Q+7spIiPcWun0lykIe3Rzn2VxGjT9ny6s5nOa1sY9FY2lz2Pvhu7XaCtfu9i
8N/i3H8rAsIlHde2j1W5Vs0FozM9hVlbNEnX9HCqE8a8BeGpH2RH9/f9Ek1vxnLYToZa+iyboETs
i0boQunaHK/BUCWLqLMBvsthl2awRaQn2Q8advNmw2ijK/FQC6QDtsznN1Ae9esmQSfTy1hMJgj3
dBqrl2/Rz1nQx27avGoNwqUmCxaVG4WK12XossS2EFmUE/yjvWaNi00aWJp2tEQdqWYZlJi6d1nl
qVMtXG9dzeOZI5Zt6WzNUw091P8Viy1++r24s2urvVpmqL7vaaDnn2ZQx4UpPxZDhPzlx5xE1qFK
Xe1pQTjwQzqAbdSi95MeFO4dp12reI11FqaAEN4WBV2S0pZ/+g2LkxMQu4ps28yeolG5O6z1Uj8O
kfDDg4WrghcuWRCrbNzSaFpZmgm4fGwFm7yAD+w6L4cdReQ4bo2U6To1+zPlpT7UcKDwywtcPqtU
GS6t8ypKAzl/ilDUSQqVBX7h0eWxIojUtIXMw1SXXCYLMsmkzKUffwxlvpcDMxrcSHbhtKXwWOke
lqGoHpbMT78Tx/6XD+8lYNshojxdZPQ1bzQ8mNp7V2XXxfhKYHeBrJJMCOWy4qlFu86mPjeZ9dtL
XToT1wBxGDYxS7nC2o+Knh9QVvY7KLks1swHJBgQjkuDckqzCVrLJKLEL+K6dGbZhFmD4zpLdZtt
x0FF4lhyvxKdcGksOCUoW3QDS/eO9ofVosIAMy0/mRDhEllxQ4udztmaWlHUfxkWL8NTsZOC+FUa
XDwjQJse5aLmaVRcYh3rxJCq8xt2F00oIhvgLLBj2MO2T+gCIv7aUOEVdV00AUJgdbg17ZqSZV4T
WwzRsccG5RdcXFhthbHxaiDNlML4EsapeX2u43vU6o0V6rJq+QJpib0OEMzhWJss7fDUkfmz16i4
qJqaN8HRH8jSjhcCxj5kwR0Vig5+T3fiVrzwCgz1uKbluLFDxcbnLBhKz4c755dG7+E+5RFLw0O9
8TYJ895zIrqsmpl4JPdMsTRfxROZr7KJ5t71y62vyV/GcrV1UVx1YZjWk/q0jNnDOtPJbwG5tNps
2qjKmyVKacHf9+H+UW6R38bvwmotb+q+bBRsBYO8zg99ya6t3nKDLoPfXHEyi5BulPaRwApCewYu
8r+UU/3F69EuOkTqJg91ho0I5RiIVIw2hKpheM8j6cYHddEhdGQAWYNSWCoZDkE5ro3e63Wdnvze
3ZkuZcs4bywyORvA1zxq4wc06f3h92z2cirmNbpmg2Fi6bTOKR1h9r77WekKFx3qdhluaptZisaS
9SEQE64w44V4FjJdekiNKyBYijFvNwAeNuPlpzjigd+Yu/BQtys0c4bNmtZjxB9ipLynyqy130py
oUE6aDNQ023pWFCR4J59gZFx5XnN4KKDY9mUEAWF/acJlxKoB+ufGlwO+NWMXJppFNFYL4XlKSHF
22mZz9sc+b65E89VTyzbwmBJ5UzUWRXb/ARlduFXsnflO80MpRroji1puUOtaayK+jNsMu/Z9d6I
AS7SRJVocQlWcmwY8THMyAnqUF6tHsJFmoYl0kIPZkvLNuySAHWdA0Rw/OS1hUs14dQSdsOGF1d9
x55VvJlT1mbWcyE5MZ13UpW5wKATWelnqqc+zcwe3BmZ68R45eTiQk3RvBS8xgkOQSAfHyiJ+M9a
heYj36b+zh9wTVRe+4n4ZYQkYw9fFStpCjPd+F0e6/5Yh314Wk0cYA/hfnCrcEEn1UG0ulsimka2
+Cqi7n2Wcb8Mz6Wc6mAOhq4RFChcRd7xmDdJPoahX+HLBZ1mJnCs09enL9EHogKTTD3522t7cgmn
XstW9eOyplCvrD6buljeLRFHv+nvH3/9hq99W2dnjbaJRGChlxTOvdvHlkLcJIHAb3uqKxYcd276
97rP0f9gisL8+fvfvFYD/vub3FWFKVZsVVGfT6mtqXzcAhxddRA8EEBuX6Dsur0faYdK6O9/7EZQ
ctmqbeR2q3qBgCrnP9AD8D1S2m8Pc9mqLiwW2cINN22W+DDZ4e+83T33AZesKqEO3UE9Z0bZoC4O
czvj7iD205cQLlklo5qgnbubU1aF0zMkwOYTzpqdXw7rolVUiHbKoMiYjj0dkutFFKS5PBeyC1Xx
OkKZALxNWkvLk5jiP/l6Z17emCquXJlkWbsGHcWL0yU4rleSpY+Mn+iqcHGqksCxDzZbU2pyG71b
gjmZyLJ+8JrlLk3Vr5BfqCGjm+IAWz7pKMiSaYML6O+ffmMDcHmqdajR5NLWSzpnuv00sjIGglri
HpeORZyuY0nuYW23PoGTjAdjsGXohFxSvbOvoxyTbEZd+/d/xa1nO/dOA2i5qmnCOZ31IJNxCCpw
tN1ffg93NvnWyhrU7zJjC4Ad0irUm3Vavap83GWrZqwlA5OLKVXRWp+gcmFRoox++rw4d/EqM1mA
BPO0pH0uhsehXeOkHyEZ4vf06xbwAlmolzDi3ZJ2OTw5yD6bhMSy93z6db7+8nSbQUAbF3Fzuutu
SqoBzl1G2fDh9+/+embFXWnEaZiUrVm5pijgigeCiHzJhY2ftjCrvHYQ7qJWYKOLZc7zIV0C/hbN
AP9baOin7Mhd1KqheQn3JUx31pbjSU5kS9Dl7HfNivb5l0M/GjVmY5aNaSA2+5a1zfxUjTK6k3G+
vlS5q0qnVEGwSe1LuvWtTVamPpbazwWEu0TUdcMOs7Gc00WQ59J8m3O/LhfuAlGxqFgoCVtSWKnb
wzbuLNn5ZL3CF3ehKGIpN3TBmHBSzyeyjfoo0HvmVRjmLhRFq5kFnULgJWwr02YqhhRot9/1CrwT
X86WZeI0GuYKT4cQ+4Peh/7QxYPXcZy7GnGqUtUaED2nXUw/LwY09E785qELRWGKT01VYswtg3d6
2WTvGwIh+d/HlxuT3KWiRKMNGlL4mGo00R9y0jeHrrnz7Buxy8WijJwqUBtqSiFxtx5M29eP6zhU
R72UfjU57rJR6G0udD7qMS3x/x4GVF0fdS390nbuwlFN3pAVXqhjGoNruQTB/oXOjb2DFN8YHZeN
2meOI21E1hQV0ap6sjKvP1SkK5+HnIX3fuTG53UxqWiyDWSB6ZiycnxqqPiyRYVXtsddImrajKgt
2cfU0p4nYx/0SUW2Ow9//USIGv/LtaphfUegIYv4qCX66/tZnZZ1gnonaOaPMCJsDqzNyaHL0O7r
tRBcTAodWazd0QaZ9m3PDlNI6hPJdz+pAO6SUmyRG4VUSJ+WerisMn7Py+ZOOe3WPHI2QS3qlpER
ZeOwYeI5WGAvMU2sPXZ67u9kCLd+wklaSQzYoI5wYRcXbP3HElWelgmrLukbdS+NunEed/XjYjVO
lo04x6qunH5MZUFO08DtsdQbfc7DgT/JjdReiTJ3rzeDCd+43vMq3Xb7sym78hQSHLS8ZpLLZyky
x0Hct3NqePwlbxed9Dl6Wv0efl0wv2SbBSjWgKxywC2h/Ad942c0Df3P79FOmmxLgTLeeN3CwPPY
hDdz/Xc3tNRPfZC78FQVaphmqGhJWc3qd3lWQP1xtl7dNtylp5qy1XLKhiGN12TZG/2zrzPyw29g
rsH1lzGPClXMZlI9ylP2i2H6Q29jP6dM7sJTfNhzkAGbTSe9DcmQy+euYncqgjeCqCs8V4zXZtNO
2hSWijBAKVJGGp3MbUWTSi7vNAzoH2Ttd+PJXdopa0KUlgVSNlBy+sBpIZMwrvWT3zdwjraKKAO5
5m1KJ57bbyiIkKeZcr8ma+7STnxTs6UNvsIANeh32VZlj3ReizsBIcQ8eaXU6OJOsEKe5kDRKR3F
xm1il5gfIm6XHGAFdjITMT8NcO6iT0IO8WIMGVLYMMWJpUGbsGxr7tTUbmwDLvsUhiaYK7v3KQm3
7KOGo1tatw19GGNIgNz5DXVjrJyNP7BBM+1xvqRqrekBtnf5YWNN8GZhU3msVJE/WFSek3ihbEky
nFr94qpLSEEAnIxVONCzXLP2tEM7+RSsfnwEdwmpHhaE3brP9BzkBU+yXYJn9uwk4S4htdQCV4sS
D6+Lukn27AIleL8dweWjwp6H8JTDo1UI3ZN4bEwyAu/yWtEuHtVs+zzbiM2p2hekEjzSQdpV0ep1
JcVdDGjTOswjAay5nospS7rBFpe8iXhq1pjfyVJvZNcuDlQFrCWrQX18DfX/cFd00CPULX4/PP8W
8F+JGi4PVJge2s750KdAXguFgQfFvF3vDgqoTp7QJdg+ZfDlel620hzGvDUPZDbZiVtj/vn9K9z6
867x7Nd9r6rNtOArpdLYpIvj72HWffd7tLPMK7auY7MNcxrQ9U2s/iij/E6ueuulr//+y0uX3V7G
pRiRxZjqPYQ++OxHC3JX2mqRQCYb2KrgEif4gNrnd5Hzo99wsJcvbZoiQ09Vj7UA5fowQi/yEFd/
+z3bSd6h8w5t323vrirb34f1AwtGzyXsilvV9dJMY1zQs1EGCd164kbdOR3f+Iwu9Z1RvtbNliP0
GGANUbscxNJ88RoRF5ys4DVTiAzPzicN/nBo0AAR+jEl3IUb0fBRcmp1lU5N85UbmWpO/IA17tJT
fCJBm0WKnItp+6hE8Dmaqju54o0cxUWntA3hzjwG5JzzbnoKdmQOom3jt2Yi8ghFo/2T39jzlzMd
12aN3aOMnKGamWRV9jZg2We/RzuLaEDpvaQjPmummn/KQR8nzvyMfrgLUZXBuslwickZPTD/kCj6
a+szv+sm7hJUQdaGeZNjSPKmfdsZJo8RZ+HJa1BcgArLE/OQ4cU7077XcVefIFPqJx/EXX6qzzJb
dpkkZzgKvcv59DRtfhL+3IWnIA+nTFzh0fGqDzGX3/OQ3OuguhFbXHTK9mKG9YDAa3NcDSv7I8Ax
6c62fevZ7sbG2zjXMSfnMK4+NXX7Z2ybOxnNrUdf//2XnU0vDApQPV6b7/R51uqxH+Sdu9Vbj3ZW
ZT/zIIKpDEak+G777Rw3od927DJTsGZkc00xHsxWp3g8rEY/+M1sZ1/jWRl0yHyvkaT6k1R7srV+
PWTclX9iGxRDe43h6Mv8XVNXiea13znWJaXybSqkaHuTDmRuk9is+3EvhvLoNSauAtSOvtVlqkp2
rlj+qQg26Kftm+fh0iWjioItnPSandWUfS1n9TWuVr8d2SWjprhbVj5fV02XvW0WfQgb4je1XSzK
2EIN84Jpkk04z425hmJYFnmOt7Mka5VXW46m47TXrX7K44Yfp5LfOwvfWJWug2YN5J0EhmLBq+nr
XPentZ38RJO4SyTF8a5LW+0VaEMeJ9yIv9tl9cvdXCSp1CzMgtxQIKkBbHqmx30xno92ykBNuWY6
noMyZUMSijJZh69eK8elkSJmjcpWPBhNHQiw9mCm2C8vcVEkCZ3JLO6m/TzLmSdl2K/olIT6iN+L
O1XbNWBVJqkq03kq4Rhe/+jCzg+i4i6LBL/3KtJZ2aRYQACoCFBankAebPT7mi6NVKP/Z6nIUKdz
VexPYQ67zXD2Lem4ONKaV4OSQ2VTOMp/63n7o4+WzG+bd2GkOshMbdZmP9edDJONzSRh2s+Cjbvi
TntnZ1ZGZj8b3h6FyT5zXtwrK9yIKcTZNbvYkB5od5MGvPqa7Wh7H4z0PMYSZ3WSIY6thY36eRrX
tT7Ivowgt1/O/E5x8PWXZy6DlM0awYr2dZoF8lsAvY2SlH4ZPnMRpLUOSE/zqMFNcgbNx3ZYH7hW
99ppr+nff4s5zJV4WgYyQMhM2XRrW/t9qQT5A/7Y+mM+q3t+ELcGx6nWxNAIFfHOm3Rftm91ad4w
TbzYLyj7vsw8e9aRjKLNOFXW6DeijchzJbvp9PsI9m8u+NrgXP+iXxLbaJTlui51k0LZG87hq+ke
uBXbQ15v9MCkmA95Z0mWUD2On/cw3h8XzOHvS7CMf+FaIP+LYX/PjmaCb2Q1F+H3tUeJI6R90TxC
o3I81EFJsxMjsj/meggf9kE2x9+//K1RdzJnXkzQBMS4n3H5dNwC+G/0a8W8ogxz+aaN602KBdqp
8bQnpWkfq/FeP+C/usSvDboTCEpYV42QQ7apDhCCDxo09BHKjFP0VAKTaQ9jEMXyQMoO6m/roJ+A
vAbtIQiy9TCrXJyGSqAqKMcyOLI6pmWClo7hE68pSbN81o9FPpNjBVmTxwid5H9NXRy9RZM6Gsm1
Uv0xoxs+DL1mNQ0X9M9lyooHCOv2b3qG62UDq5rnqx11mnXdvfuLG9/Kha6yQVdlN2A4Q/OzX1RK
punRbxY4gS+CR8rUtINFWiLIh24e14SNKvK628Q0fbk+whHEYtlKeh4427f3WQgf5jIZs9Uor1MJ
LEte/kJtKzX19UbOjZ7HKe1VrtQZDkHsT6/xcbfLiuPii2+SnyN5avq2U7g46pbszvjcCK7ufglF
PsEhULKjnrcM4zMPqgwC9Aq5CmvRG+m30v+zc9YTpOBlzs9zLOyfYd+sXzIe934h1t06I9qzcQjJ
dp7WYeyPQQDQeSWNCb22TupunW1ZcGNzu52rPpiGZBrWuEj6oK28ZhB1t09YM3CIO/XsvMf9mhRX
0PwBBhb97HXap+4GCjuBJRdLwc71QKMD+t6aKAk26+mlSV2ZxKLqe9408Xome6C/wtJrvKg5V3e2
uNcjD3U30MBEPRkGFMq5MSU9mC7qj6MuN7+NAj1uL9cv2aKsFV2/nuElW+sE7sD2qIto88M+qYvx
5lEw7hvtyZmacsCNtRmw0RWl8TvEUHejE3yIs6XDCq6JkCco3cMAZiv25YNP+KEuyTs0OEjDiXI5
q6qi79lS2exopyqKPReXG/7ruS8mNm9nWWfT9wZ6j087apd/eL29u21BNqLl01As5yEnS1pYjfeO
YzPufm/vEsMMAv1gbjE6ch+UBVNHyR+g69Z//F7fOaDWHRf9Fm/ruTZLfSRVVFTJhN/0w3qpCw3P
MhxRzeXLOQM38BGHjWk7VVUljV/cd4dHj/M8qhxZw17St+HyV+XZRsRcmFrBNQzVOfQGZ2F+hPTA
V3i4+bVuMXdUbCUpmliCKu3W/qMqsp9izryCGXM56ioKWI0W/iJty6VKxrgvH7vCU6qGuSC1YWvU
tHVbp3vQ8TdrZFfIl3l6njGXpQYkLFVWKJ2GZfQ2JASgZ+1VQWIuSZ2RlZsaUpgpuhL+zoL+807F
nQTn9e2DuSB1O5ctdiWtUwz9+yjAfWJk1tzvkOEi1KbUVsBVW6c5KoLJZgCntHnpVf5nLkGNPjAa
BWYJzqIMvlUj7lvQpeq36zGXoM5HE2z5PgZnvukvLLepqP24ctjuvNxQdV3A2dOikD72Q/lmbfRz
Z3j43iciMpecHoKtDot4LtBwM7xFjjcn5dD6gUzMJaenbJUiEm2eNqxYj1PbwLAo372KjcyFpHmT
izxEH8W5pjo7QYFgQy7QeFXqmctIN3wJoToU5qmpg/VkWRYn6MX+6Dfm7OUH3cc23lesojPujMZn
Ge/70fTMD/BirrH2ZuOlngoan8cdVu8GWMQTMcoPHmcuGm2KDT4P1R6fe7HOB1tKnkzFHHhl1szF
lRvb02qBPPN5oKo6DHQ/rl3hR9UzV+hxyyOk6+EWnwNr46QU0TfZjqNX4sJcqcehh5oehczDWQe8
eJsF/FsQjp3fbHRp5XikdRcjsT6HRfkxs3w51XK/1/t848Tq0spxUfcwfsjCMyQNxEMEj9gz+OXu
aFvud2BioXMk6FoaVGtBwvO4TvRIO7Z9Umuv7hzo/xXreKV89B9ued87Do/16NxHA4u+QUch+rjU
iiTFrul5hInXIeSQbJ27rHoPr3eYIw50+7gVYv4wLjL/OcKOqX4QEtraWV3zB1kOyx8Ry8g7gVLR
Ayw3yWdqVPU4h7s6TPBneEZDXgN6cvATImEuLSuLmYq5q+RZctO+hVQofzPYEEJqXiHHxa8DEgBc
zUJ5Fkv2VxfYjxQFIr9HO8U7GmDKXHOZc1DTDUfubj3kobpXJ7s1O53jTBMryMR2qzxDG8tAdKEL
9wMLe/oH1XPjlxi4xPXIJHwt10niqiDfvsZTvJ2iurh3nrxu06/MTpe4tgTOwg1cHc8aRNofVZev
zyWCZ37oJjXwA2l7SP2Fgt1Thw5v/N7133+pYAM9mma7d/K8qFgdoSixPRYoQx0hKKYfGqQpP+58
9+sneO0Pu36yX36I0L0aywV0BqsnOn+0Ii77Q9s39BjXvTlYeIAkG5f2Y24kEUf4NTM0mFM74QsO
PbyC1LXrhfVSPIdVKb5oueafqmpTHwBeDzYR3cyxHg0BN7kvgG8CeJcgqf0Qk7p4V45B/gj9y+VT
DTmz56npiyEheROmKNp/3kuRn2xhq0eDdta+TmI+00e1Ndtjx4Pmc81tcLF1OC6JjHiZ2FoPX3KG
esidwbkxNk7Ea8aqqXWX7edmaqBjTJv1FGl+56ry1hfmLwee93OPm4MqPJdY1Y+QASofpBH2ZKq+
/WPQW3mnjvbv5f5rX9hJVIptKLtGtdga4A5AnluzdLDbAq2YLDAAPIEwbr5AKKj7gdZEeapY8Q9l
lUio2epEA0N4HIotvgMF3jh3uOJ7peholaNr5zzY/ecATbgkMxhar8/l4rRBZ6G8K1AxFFP4bTVJ
PYx3TmI3vpWrvceDvCrDGsk7CZo1mRvdHwhZZBLtIj70RPkVTpgrxFdVJtQ06xg+VcUPQTY+NpFn
txT7D3s/5B2E/yN6xlqK/tdGcfbQwyvi798PfnxjrTghfpo2iGNOVKBipdSfERnXMy9DcxFlZE9D
ntuHpY23cyTixe+KxOXxezL/P2dXshy3rmS/iBHgBIBbDjVolmzLljcMWZYAkARAkOAAfn0fv+WL
6F708l67ZFUViMw8eYZA195lNx2WnzcZjmqNROP2/zdS/TcTP5YOcKHX2Y0rsulGGROXk4qLb//3
p/W/PQf/NQ0GS1OC7UV6Y47dmHKy6EjExpMf//ePT/n/tgL97yhprJvHQWFhe2MJlSKrZAd39qmy
JI2ypCxgM0Zejm2l81+FLXJhyu7odvj8JN0WwcpP8SRvp/LoUQ/GEsGypqNPAtSedaimOV5WWXlO
OUgzh51D3FcRS4fs1f/nESz9DhLTl1hcIfYSS/zleOhon4sPWAn1gKZ2gdimuBwP3ZmHRG1DM4Ui
OQtkmETNTCyKxb4u6qJhs8EbCSeFX7510xkkurukDx2CgE1oITwzOakyLfMa5smwZY0lCnDhIUC/
uIjndwOcfZ9jRdqsJoeSW7m0vTwhruBLqOj42/4zuBsW35WOFP5ny/b2wYqBvuliXx6dNOQkGTJJ
tqPV3VeYw2TLYadD+zjBvOqX5pxEZwmPlOGRLTOORzmj+9M45KqLyj6N3WOh+qmeNelKeKPhOw79
yutpyTVm3dTdqVjJv8q6sezp8G3sj+yuwHtAXIP0e4XNRFvTqO+qvlv0M5t2hCMnk2OnEV/nE4HB
2/pQDO1uqzY3+SMSWtrHqGXqMiw6jsoFSRxVf8CPH+jxnozfIIaitpS6+BV1MFTlTNCkTnXyIxOK
fLRZ8kVDb7GnU9NrXnBhS4iBiarA3u5r6KfyWo/zXE+ZX04dFzMImCpqscplsPOd1nl8HechQQLX
IJExPskiWS6bPBLyWEQ7JHBy3dx26aZ2T384OzrWRNbg9UvI939b4Mz01cqovjhF4yu+AIvf0nSQ
tl3HTcCWbdyA/vhSIRi3e20F3+D7OfdFkA2uTdv5KjIDN3cxx0vLVNm1OiZBnpQWJKsG6JlPrbAa
SfbLli1R7efNiqvvByUfzb5MJ4XzfjcE5A8v6TgjYJaNrDazSsscQ4mpzaCn8Zn1fCCnfHaMnAy2
gvTU5XsxtfWoD2ACJVbYdnw0LFr4fe5aJ1+Nc5Q8Wh4fnpYtOkdSGWl61+M3cUN0BniYHKZSBkSO
G5qZZTglYd6mE+wrRPq++lUdT1FrkMqmIJobf2E30G/I5bRpsrkyAV9gLftxXc1dkpAhvdtBC1Ef
6hCxuovVjL+q8Znkz8iQI1EZ8GXkJ6lyQ0/pPBX8spl24pUhLejd5UiQYVetcyj4fWtYId4YlCnT
CTozuOJxixfUh7YRLIG2PfPtMxKYYKYJqRXdTtKNmfqExeYMJg2Gs1U8jikO4pkv60pvrB07ZKyO
WgFvGMUCjplHvPv61PNFNN0UtaBUOeFWVs7FttGfQ5qm45sLCG5+5pnO0bEQjsczW+IxvRwmY/tX
l8hohdfBphziVPZIXFMNI6Q6ll0nr57K0X+mxdSl95x0vX/rp2LnF8ghVPRD6GxEA2lntnPwIbs0
qzjbxvYVrzLL0+jyg7BySyNuHhQj83KG4TFdmkzPxHwfWLYv9yzGuYYpv45Y4xIaxp9wt1xyTJqD
xDlGSFVxHvulcPdHKry8FF2n3S9y8ETfh2ycRVytkyOLKBGRmdIrgwGQ+Tu13T81p4Wm89zFcAa7
DLsO4naE4CG+UFmgc4eKah+O617odRNVn+dW1Z7s2b/bdYmj9ac5qPWncXFjepfgNgp5Y5Vtu5te
QdD8c80ohf8eNQVNSmO2NhMlhOwgzQ64K/R1x3vqnicof23TFu2cX2EXkg9vpg0zu5EIeT6pSebD
edjw9xEBcti2gRc3d89tgoDIoeziPrEXtDFh03VuVjJcIPdXuzkdBUegSRjwxTxENAMXB/nui6Zn
FCKo9uJCKX/d7LKZT4aMbXpJLIwJSgXbKFHOE52mepz7If57TGu0nHUM69iunCa2hpLKPKrFHKtI
V0Rbt7zbhO3kyQymN12Jm0YJuDzGxAnAVBQw0jwUHTnKI7YoUEWuVfsHPhpb9MJcHC83Br54+znT
A+N3cR+v/KOzSRz/8DAUNKeOpr79lcbTltxrljn/knU4pF9rEq3sKkGecqQcoyTO/mQk8dMlPbKI
3M5m3U2ZQ2/nPtm6rkGW6YpN1k+WqDk+WQXR0n3vCd3vNpdiOCqHVfD+ffFLWzzweJjl244HYZVl
xra5/cGDaqNT124JPSUs7OJOQb4XVS4NcS5rnWQpjG+jLTr30+Ly2w0cMvUO7CgZHLTDa9zNdauS
AjgLQTEhH8ihJarGP6T7vv73cMyhauF7H7YyMclEWJPQOO/vVBJDI18d8MNa/x7azf17Z/LOv/tD
RQzjWejCD255L7+nFhzNz2VQabD1xCO65CeqUuBJjfdjzO/g36qn56SLyCwvGm60fKvg5ODdZZFu
T8VlLFoVPjXEYigPKk+ztoHtQqFVyQc65ntJD61yilgCeH5kpU/GaL1LuFNtaYo2Y6i2bTvDhp5O
fsrjBqw8yudapia32ZktYKy8zQo2dvl5Qx4RzLBDBp76727JnQ8VXVZQ1XRoIcMueTBipSU1ccRX
iHDVfm4Hbuf+3MKwQMS1ogWPzA3g+SV9TlZY925VuhfUvXfaLONYpn0s1Y2V/ywdq0zFgz7KgW+s
h3J4HQ9a89UbJqsCjCBy7kyEJEN4xaZdfoXFc+gvLDLx+pWTkbLzlqhoPEtAT7zODzpt1cx0h4Zp
V7PM1Sm2rBUDljIrNQ3t1iOcB7r1yVvUSjM3+8Kzr+5gJv5kek37y7gjLs0nWVINXpmnJNpzUtI+
7rLzgHaD3xYiITtiVHO+h0t+xOkNR+ZEQL3edH9qp2glP0zai6OhRdTm3Vkkex/dhTla4w+uE3LJ
sjjrzhwp8V2D/Is5X6tiRUbuvZIkTu7tHuDUVwGlS8DlBcfnSWhh4Nmi19VBfpiGa7RMphHbArP4
cYG/8AoHn3OBNmr6DRIVaON4yyAEXKe+2FxRSrMXrOEpB++4PBBKZK4bOkvcGqpTS1nAf/qZgwFt
XImuasvMOfQ+SV7ig+4iOqWMuP1GU6u65yieYSCbIawc7Roe3RgOWSw1hfwjotRNF67YTQx2z1Um
sHfEDVvYt20s4A3q5qNXdcdCwq95PE8cfzabaC4joHDqTx9aqB+PVUbyBp01TX/5CZXrERR7nby0
40H66+o5DiAFOxCLDd/lXp/3KXL4TXifHcsF39/ePx80R9r4rNVfLJ1QDLv2uAiEG38xNksQd7bV
rONTilSM5Y6NMnSPKUTB+WPYAe5+CylEMBeoBLSS5TrIHOEQQxrCCYFIs/0s4jjKT4PwhL9lC1u2
b/kCmdW3Vuip/ejwu6Lf6Rk75O/Ws4gSyHUOSR8PXXQWxgXD4AneGaGmlGRQkDbOWcDzO83rHldA
bFUoLcmYuHLg26dut+Abwz1xVOekX9mMu2Lvu8eWLiJCRzkQZEyDVKgKDcJms3KeTN9zSpCwXBGl
p+jbYp0atwaLiTYfL8PQDeeCcZRqz1peyGoqTJSiOTty9reFAWrqKrqOG3mg65ara7IfuS0TpEyc
D51131inxYhWn2GOO9nOZoqXG1mIvs/4ZEZZ9h3X7iFp+8HG5ULDQlGfoymZ8cVFojvu4RcuF1t1
Ywgl/n8EavOQy+V5RoHA9QcZSwv6k5iVqdMw7ePfvA3RMz0yTO8aJre3Bm26P3CjJdMBvC6LxHec
WriPM5hKb9eZo4kuIeQO5CH2jmMZ2xZ5Ie4oongztAyr5UuDHzxcetgI7d8lG4ttv3dFPLqnzbaB
1cMyDOQZjYIiMDLogxenSBPKXpYC3crJTHThz1Mxyu08L6y9y7iHaUeRizNaLtFD+En6Qp8hgErj
xwNtoG7GBOfKNhMcPmZ3XXObjw4d9T98T8ZrdK+Wzq1f89Z59meD0dHrRhP+ieEUl9mpCBo2/2vS
7ks9wuj7b0BAYqWwSjz5GU5vbTXxVmSmwuWTrqHpNshn3TlbgIi6q9CjdQ0G/KLndbakevsuRyk2
X2Mj652oo+zgKXJ4lilZnvJi3pInRMlHb8ptHGRVgcmAV2kwquevmIzh5rX0IxJ8kf+IZHhWddFE
I3g2AlrN8lpmxsM60xf+Xu4peZ9T6uRY7V3UJW2drGMUs1J30OH9cnEWbXWU7mbpy/7Y2vXe7VuH
uDTfopNdsO4iQ9LMu2jH31yNfGt6PBH5C8ebWG4Kx7Z8qLDy8XXnxrCAtsXtUOqI/guONfCkTzDu
jsP6btM8js+B/8vDq9geTdErLllNJ8yuUR+aQyKUbCuLKdmzvHQjbI3PtJe5vA/7lKaXDRngy+fK
YWgmSy801i3zgc1E/g3Zev10p2FKnRTw4F1QSVuSlmzqLcojMIIbOvzLDM/gi9zwbclrk4o0qaee
7G9q49GZJUn2aJYQRXW047+BvaefDp4m48l3rrvHWaG3Ge8LLKF8iCq/julVp2H93u3UfltY3u8l
3EQLjGsAMn0ZY1sUSpLGzBbfaZbtWEOY8TPtwPEBtA7KCYhuR7mLgj7zFSMWWhKYwMYYC88KNy2I
4EcGAf3WP83phBt+b4/0Rlk93eLpmuPKIsgOQHdxXHsYW1Wg13p039t6yYlHg7JPOZiFXFfQME3n
blxFHYMZdZnTvD0z0W43ncIFxePVVqO2+X0cA7CJ5dihYQMtnWfthOyZgzRsnuISjrh9xZN0q5A4
bM/rmo1v8zrj0oKvZ921LG7gBEnRIoDRmPLt5+SLHmNZhsbJY+Q+hpk0ssOdsSTsqHpPt5JbBImH
FICH7+hrKlePIwfZGS6KtomAnyT4DKL25HsyYWKy/hqi/cNnI0XXKDCwaYbfR9l+r+J9bvH5iySe
K917d8vRImAKyJYv52j8YxxwfWQqWt8GO2+Vyyb6hPDU7keXdu0VUcftTcedwX3i5jKNHK1AcBRN
UCm802KqRQPNFtomWbjoAlblUgfXoaVDHJX/vYSOl2ML8VIHnsh3aLaxbaKpOPE20Zd+RBMI2vt+
ZFUe6RaWuRibA7hHZzCs6S3YJnYsc1wNZ2FXinT7NPWy2duMa5hH5vsfUCLRAGO4zZ5cbxXGf7aP
n5AukMucReElg+3C2Qq29hAcHvjQhMpr0TnSDKkbP8y68duF0vmb2McEJz9RWKZQIMkSh+HkcoHU
i27MLnkndIOoChz0SZvLoKZwVKHw20lHrpclca38FINWj12Ril9262mZrJHWTSpj+zqYdg+nHtRK
eqOI7U9Ke7rUcTaYb7kQ4/OYDfl7G4/qC2mqEYIdKRqzgvMfh42i9B6xQfJxnUx73RJZROUO36ca
tjDoAUK/2LPCEujd4x50F3oA5qo7Kdpzl7fIG87GgcjqUG24tEUsZGNJFG0lI30X16O1OcCteQ0T
oKNuMXWP8tW0Rxvit1nvqMulAm38Ns7Y4V+T3CPwpsjXSDUD5pi5wbSeZeV8FPIhPZi4T2PaL4hO
ZwNAJB0+CAn6jYJvcE8jWK3iu8OIiLFyBZ6AOhk1nvHpGzxM4bA9LQga+2pV148VQQ/1ILpkpxB0
+EyWrD/mJxGjxfRHt9yEJUHepom5Ew/Yho39w4H2VzS9z8RjlhSmqA/h/o0jA/qLiqPUv1O6syt4
fvaU0Gj6aj2ZDmCeW3sDZY1kpUGvmlc4HZ2oBoLs0CqB5OsxZRseo239FyPK4hwWPMMUbfkp2XM2
lRMrCtiyz2zUcFHoUncdGKpfo3Xq/kWCjAodpM6fZeJmeh9Nnv8lTBlZUQRLYsbrdv1GxozhFGMD
QBoQYtCmMHyrthl48L/R480/Ebraflo3pXkZ80gkFd0ytMZyMSu0WDumzCqsxbrgYZnJL2W35QGX
Qvw+Obl9TljLPW0c0v2SkB5nMtoOf79tBb3ZpJAfdPD5H7Rs7KchmmEmE2aNbgOyR75ki/4NJPss
dLVAn/SwHrM8qmxPi9tYzAkucz8nL71H91YSnH9ZHusgbhN0ILJynUnmU7vPhzmJOVvtlcZW37j4
HwTC8I8VJX6E8eg7NUCNwcmhSqFDZD8VF9lQi3yBzCeBxC+vlg0JwA8+Jz2cutkIOfjTvDPcbDzD
/fd0HEsb/drR1d3k0+6bHtaytD7IDsQVzoN90YDg4b/BpBgZNiTbeY4guFYUzwd2rRcgHpjNcCmS
FsAQH+yd84S4ipkQQRfjcF9I62jyU4qxeDyS3X63MTw964P5dqoy5O2B7u3a+VhQDvbZfRtodnx4
DxvUnfA5a6KgzUvqs+h3ZDU724l7dbu4FO1f7rJ+voRNqVd6qHStCebZ5w1W1p/d0Q/9BRS7Y6mm
HdDeiWqYJkCOOOi3AWKkR0ifzcPIoJlt2tzKqQFmQdfKYAYRNwKo/HLBK4qbBBQjc05ZTLs6o5PF
90SUE9XOyTQ2lELhU0nCJGYOcD587acsfS62gC8UP1u6kklzPBIN5VBpUSwQpZXuKFkWVtXmdhPd
9q7yeZ5KFwbsM6jL+JlkkweAEgKa8GzeoAFaVb8xgLNC1jIJ0dGodBf2Rh0DntQeVI3kis9N0CZP
fXdVBTZ8m/ExuSb46N6jZQP0PqAxuS9S6AJPLRnncGV9b7OrKTL2a1rs2j8xqhJTLv1h8ECgslF3
BXgg+2ZiAMguR7SvtMoWzW9buQfoOpESBlibrmv8iN4reEwJq5cVX3eiMMJ161ZDnvCv/iatLYqL
8KL/mSkix+fCxzJ6ZiFOQoUG3e7naB6RkNIHFj8tq+nee39gkM5VAJwJQ7Ueu5U4iz8GydCBwMN4
Fk3sR0igCAQKy30GfrzHTLuSvVZOscexi9Y/k18U/DF7WzSY8ACsQFg7DohhlMN7vnZpzY6lS3DU
wyprQ9EZTBjM7IkXmzxPMDtgZa/y6ONYGbsHIsHpOaQuXP/FRncf6TiRl3USGrPQ1Oq7kSzaPTGZ
kisgyCc5bOljjCjoG/iy4pO1wcLZYEpaBrDRaJmezbyDsmrUIt7GYghdSeJ0vWrqu6xK1C7OR4L8
mF8ecUANcfOEBt9ud2PWZZjSt924Ot9zQc4Ri8efbpyTokbXO1kox+wynl1Ye5TkBYNZOfYJbyyA
yqLUNkY815rJ8T6JeefLGZ2lLrNU+xdpYLeE22XTZxsPx1+ZLtgKDxL26g9jsk6+KQqYbdzkDlc/
UF6O7iJXZv7n2BehWSOJg91X6XOVyXqnh12bJCuK7tJTwmkFdDTVJ5gh6q02hKqi2gRsdOi8Uew8
AoUugyogNmVMNtyoaWaKh5xHexVlXH3sad+vmDEUWU8dmSxDJvOOnocEcaKJKboyKpBEhskBFril
kFb762HG4Gpjg+TlMKxW19qBwoYAlbG/siWlj8Ct87obUvHA2wznJFHslfoEeBXHmFvCeKrVryLy
SCXo92JAq9cV/wnFzLq+zrFu/PdWQAIpt2IRrtzi1J+hmDlIqed0aPY812/tIv0p2RYM/XLW2LOs
xfSyTDb8zsmSw9dGY4FQbRNa7mZRCjcB2OWcPElku3wfjqOHA2Y79i9RjzDEB8cR5oZhfYPNlsVq
IjR5G+1AR0FRHs92B4pb4cFjppxHZLeUWKWFFytcWGpg+qgDyQL8r/QjGf2ViIG9i0L25utIx60r
MV4CLSCjxYdkkFJ/205pl1TGZAZ83FZGx5Ojou3Pk41Whw7ZF3fg6vundoF1aUON4rxWIK35emdF
f1RT68TLDl3lWgU4HH3HZm36HGMWEFnWxd0lH+LujDqPyiScvtHAxSAxxtT4b7Owyke14UzBKjYM
+a10m5xvgmJ0xEINOMNlEYXem6ELw7sD2N0I26pfW0bXNxiyh78Bg80NAHicujTs3+GdCPXbAKks
P/Wtyx4XjDZXPFpqq0OauaEyE+TCmG4GlsI4MI3m77HNPD1TbYfx+o8iHyosB7YHk4EXcIsFlil+
h/2IsY2b0H3jwpj05zhO4WM6ZCJOG1nj753AdkwoF1/BXKC3yxa3iPce8/m8H61Ch45lzKenE06B
4HsM+kw6MiyGqcPc2yInPacA/lYoNb/zbXtM2jyrdZ716wUNgi27JEj0FM7/Lew+r/fIOjdJY6g4
bvuMJlfu0unObzo/S8KPsQIsJ3NgvsgyrF2r96vFFw2AFC72V81mFDh0c2ou9Z5NgB0AlyJCGUKJ
M+j1yV/psFQp1wjLGWi11q8V6luFq37tSytU+xoGtzMcr5nZWkTTiotnc/4+j3b1pbMCTXAOGVyO
JKMMWxYm1HY/euPsxXref9sjiSUnJNs/dpQ2FOP5UAAw9wyLYMfNTauL+CVEKfyJZUSadUxsExPs
yjrcMbjoUnSGKZesgX2NuDnGxZy2FP98TLw8zcoC8ysgdlo0ljylYVyeAAuPotzYqlwNLaN76fsC
kxhMrrF6n0h7PyqLlnftd/++dr2r2ynPUVWiQZcjT45Tq+Cvi52VaCu7FsllY2Z9ZfuyDJWfcIdA
ccLuN83GSxpak2G3o+gjJjDsu7E0q8yQTwABWpG+zYNaT14L8QzmAK89ZVu9j/n2c4nmUCdYOb84
Fg2PGmFlFWBOe5GsjV7xtIMuSpBgUwINi89LO5FmmwEgoBaK85BC0wXeR4uxhCOOtNJa4bnUh0EL
F6D3oJt8j2MH84OcW4xuanmYNPievEXfW8VYbV2SGRgAmYS6X1KTlIBEd4ycHlbF+5RNJfIlkXhQ
ZGkdtHtZwQqpkxRC5nxn+UXbdr9kMZaxxoRwh2EjnHY8EU9rHqkLKEn5dRgsP/lIH2d4fg13fsiL
xrjuw0BIXuGlkESPU6vKxfYIOg9WhdoWe/HUdzl53ZRNaiwmySNA3eFhVDr+wGFP6yOTtkrTtW3r
3RJsOUQiSptKUrbmaJu2X7v3VAAzTDURl1nFsmbimHGLR9E76GYtAE31Hgeqzwgt56eVg4+Fc5H9
ZRD+L7I5EEwi6o6y4Vky5U9ApLEWbfe9Tie2nJkPLCpVu/6B0S2gmW45rs5mf9Fwfzqx0ReYZIR6
ganPw95hZ7UBp/9OBGFnrH2TWkV7ceXFFD3Mm3unox2b3klsV0RbIF8bqz2MIB2qZcey70AW5jNA
q/6G5JCMg3ToUMhD95lk3l6AQ9LnYfLfZzao14FQhKIu6AGgUJpbmKP2/S18y/lLPChWHxPwiFNE
C132ciqS0tqgy+AZqVsTf0DVPePzXPP6KCYN/ooMlDUGnhlTBSaLKYstX7dKgj0hUewhXahdD1qT
27142qEiTTp4eL7LzaQ7fLoZMTRrBJKVq0UeUqfnzS8ohD2NsI95cqEj4k4vc5JGp0AhrQIq5b04
cjwAOl9/rkexmwvatrB/A5TaWSyrwpQVP+S8Zh95H6x8JHJnrrExD9OXCunh+3Lf+nys5Sxdcn8U
CDN458oRe4OPG2YxeQImAdbc0ygfEwS1pHfHpPs6E6tOfoY0PtxN0sca68bUb9K9FJCUTSh7a4wq
SQYXbz+gHJfuk0cbdaE0o4on0HnxB+g2YDe9lch+WGS1ZJ0Aphvi4vfiB/TQGePiAevPPm6m1bT/
8QLomoR5/11ui9LlNvMpatrVdaECqMvQWmYe1HFURES8g0M62kS+B9dn2Hm1UUaHByVa94qBckSP
NOC60ZUajvBKkMwxPReKb/IEW8mYVMXgxnuAKgnoDH3bj18r2Hvm+9jlwbzEiNuZqkKh8O/I3tqm
rlR4WLs7O49OV0UMf2vMnVhjZSXKsjGPxvsDn7Q4gNaWfQBgXQ1bPGHVkGagzNwURZqFO7gttOKX
j2zgj+i2iHoNW36M5bFk4/aqjMNhShKsnuImDVvyhsUrj596gCziS8J892thYGLD4BVEdVWvOeGY
Zi0QhqudljitgDQd0RNaHy+amcvoe7HhlMB9PuulIyAmKAZhvHB57koRLcogT9Ur4MY+X5GrUHHJ
l/2bl1jO1GoG6ykqmQXRF1xa63eNtS9pyfIVbyMYfA32eTbL7/ZBIqxvpi2oD6j7fmqKNo6WX30e
me2zAKTEE9jWTvtk0I/BSX2vHMo6MGWUJ4Xl37yP4mfaRdiIw50r5dFVj3Lmuu5G0M1uhgSUox7L
eET93Bch1/EFfJ8pXOcpmrWt2az58DDv016cmez46K4IbxRoixB5f/zO1kWLaiMQv4OEtmDTVGsN
D/ofEtBW+rwjkGh09T6zhbawqsphqVfS+MgfEKNVLFhaJ2BokAyf0FrmLQgDYxlFYr+bY2Q86FvM
pJh2S5PAqvRvHvI8n0/pStUB+o+0gCxuYash7HTa1QoMbCGCDvcO+7DhAwssc/yccWHlX13sCRaT
VA2bIhcCGWim0SswcOWw2+rx3mufaMXj5oipMZidpI88/MOPOALacNb4MsVwxX2CAQ4hszY5fhGx
srFOZ89V/4JlQdjsAycJ06SG95c7/tBY0P19YIvsseEOdPizAxFY3EmlqZCnkavdjdWc5Ie7FwcW
2Eh7oP/D2ZktN44sW/aLYIYpMLwCBCeR1JjKlF5gygkzEIHA/PW9eJ5ul/Xpa1ZvVVZVWRIJRLj7
Xns7mR4L44HmsN2Ta17kxqZfBPhpUDF6aEZnRJiziSm0xJ8QkVts/2XeX/kJb18dTLtgWPsrVHrd
Xi1Ba9btuUv9oI7SUdCfrA7nBJ90U8ufvMylezUHu1CRmp3Z3VvlkPP2VyxIjydLB6R/DeHfLDeL
r4n6ZxnQuXIR6Ji91WGTHaSbbfVL6mmu681s+icOE688IW414rUKijF9nM16Gq6GhE49ExPF7tJU
980OZl0kJY8btcmkgt95WFZhtDil4hXNKCsoGdVgvDec2V3C71+PSQEaXZNeEziJ5ZnbeEtdBjpf
Its8+QnxZf9WzrIFjBYQUBlrz4F7EYjU9BxIG84h9XqAK6sL65dAFiH7OxfP9LzdVJt2T5iPW//I
gWzGx5D2Yo0RRn11xQ0eFPvV4f1NZIgIHDnjskk7VjnWwPe5G2YnCS1z0RH9w/a4dt28ddGEwWOL
y5L565MB9SL2SMysRSsJ6VgpSBb1oGw1LnGa1ml+JLE1R5XMV7bV8fLg5uzs5UVlxux+N2fPXL7M
NrCt3TrSkDMcndb3xbamnuKY0OSPyQq7wzBDrDmZ559CZ2DsJ2BLY7uqWa8X2CavEoOMkhe98Jlg
h+ywikPusW3XdVAAkdhynwU2PAD2W1oJpkSyNmq86mX9pN1AeY+aapeiJR/GBbWwbM5VVfjbySNh
5gS+7v0S4WLmCcCG+QMr2fSa8c0S/DurlcT0xoMG9c3+pYcR8H97zOZ/pilvy3Gp2rndkULEZNA3
KQVPPuq7ewZKmJ7dwl0Z8jdtwKpDYU63uTLK6qGs8o5qw2nGL1eGznIzl1B+ouUtv5vUb6o4lGnu
Rt3ouqh6GT4RA3o1nsN0CuJyKvOGi4M9ZowZ+cuRShipiS8ri4rNqK+yDrykzZrpIAJ/Kdn0MjOG
MO8vcmeHqCGr7D/zmdiYWCOnc1dMMvMZhdrVu62n7k+NUPib/QPd9rq5Qn2uBraD55JFhOlD31cG
Cf+rMYX7FIW8TwAnN7kLW91QmMxO3t7EWsw8tgVDlD2er9J48eA7MHttVf8TSe7OGd/H9Tpalm5k
or/kEsmuysw+RYnJSieeixECTqxO2LFAM3AqLlRhpo8McPF6RfCulf7LZsfMSnJQFootMxzDateK
tbEOhuwN+4fZpZ16563y57v/gQHXrFjf/Rgyxu4jvrjG/6NDWf0srE5ZPEPbmO9JwZbeAwwZV3Wh
8X15YaX8eDMs+wigVJKNkjNYGHQnnyfPVgw3e1CF4imzOzd7YVDlvTCCrbLfnqanMMdy+tGRnPyM
xXRpY8vjfMAyNWrOfmOsjZeMs+vZTZfMj31/EkHiLXkFduorwy0e5lo69ffKlS3HZZYb4jjTgPnH
MGBktPc9xiN7CK9i3BH+AKLSrAHeHZEpGB+/Ls31VfFPlz5i25vLueS7bbDqhN0/hF05Wabst2Zh
uLscarvZnF2Fce8pG9jhk7hQSTxXWzM3cc6KeMazsx0CrkSsZfG7x3yt8vSzFnUpLgyEpjSIPZkG
bsQQaVOJozxfXIOM0viRzZD9qekKx0WE7hXn0liG+jwE6/wm9abyyBC2zqNQNagOHRLnoVnH7OQ3
nPTHaR31zCpkAD4EDs6hB7nqzX4AHzWr145bCai9dVd+vUwyqPwhtrFzkzkk8yRxpnnqd/NW8Ft4
Bfnj3pi2r+Ey+29m6IXfbcWTHLNM1TT+rovM+WvRpn/swek/A3Pyu/2CgjURGCSXLKk3RsexQVnm
/bI5+4w8GkMyvl6C2RNbMjW5Vu8uzn5jX5Mslv5uKTP875sU03Of2fWDQanzomWgYFDIlDk2dSpW
NIZx9CPTcEvN4NhfydmIxrpV+ZOr2tp8nCw41EudDsZFNhAt3JztepMGZRV0dllVNzXkaCqQnxiu
mryuE+EbBGn49bAJ1HIrc95auLlTZw1e9tQ2fR7PdAmRpJmeoll44bFv4Tun1lA/WN6nw6jO7PxR
WgTfPQlOxXy3lUP3QWeSAQAol6qrY4jTXqum7tn4yT7BGm6pKvPYDNyFQ6y1Q0LZnMXmjAry7cNb
rS4GW9bjHZe3n2qtzey5mcq+ew1Yp12e+rxW99qfVyXaVofx0jo54mXxhgL22gbwO+RU/80Q+em6
wb4wq3ylIwm7RPX2dHPtVlwzmapTSL0AaBEatvMC0bK4O5otrd+32gav9Gevqd8KmZptUmQLxI6F
BsNEcE51djPZBv1YWWYrUBgqXe2zOW2CYysnUVyA+EoGxJMa0r9ICuXwocJadm+ps6EKUUgNfANb
o68pA1l3DwM/BIwep5F/qIdOHYi3gvvPcjSmY9gN03yqIXtfytGu7L20ZVrvkIbX7MnaUqTu3ADG
vDWIYcS7NRa9eeR0tjm/bMbIYy+rbBhwSXDziSsCN79EW9iAiiVvFU55ob2oTbdBXR0W1jRHt9ry
DYFlgOVkRr4ddGc0+xrG56RmjoqoxG8xxRSqw00bejz3AYF4bddlz6Gvu/Mw2ey2Dw0PGshYoad6
tBaRCHaLXzP0r7gbDfZYqz51nB9UFKsX+4bbOSd3E9vfUvIWvc1bXVzrxVafGstJFpUd+0Vj2vV5
vQ5D6MFXcHUMMUIs5J9cTat8GFGH5qRRhj7NZAzzY6rOfxLpPYjeGJ3xttay+NmHnjz4y2DiTxqc
xTyC8It+H86bT7bvRpEct/cpz5lZZsocJ823g8s68elPEArhx+40W208FkN7AkPoX1RnuDn15uqu
4U50XF0xGNicP03jBoXAmzjQqvnmX9CJJm6Gzq4S/ufKRW5QnvPgKEOGJ92ovt5hB2O7bFrRg//i
qR4/s20dEjgv7Aiul3Z9Iq2G3t6tG3va25mWFITG8ijUFOzLrKzWeBpHAjkHi8Nq1ylzOKhNd7+p
sKpkEtV8Ea7V7HFMjruF8u4yZsw1OzwHn3PYlTyQsiKGcJPdztVD82SVqWwOdbFWj0gjzTG3luZR
GYWTcJbZaI7LOu17aqGoDLfwKGS5PvEpD2NCSVhLaBLPHGI6XOhSR2b7MUMveJZcNj1fICFUr+bC
hj43lOMOpIIo9SUbgVXdPoTo7iq/Zyy4zdwXWrtoIl1/dcWWfQjpLva3srcGyz3MuIjsH31fFqz8
Kef6YmtTvNq5F3xPId+yGI9ROkWBgUjsY17VUd+U9p8FOmqLzHCar7no5mPtVEAwzYZA2/b3sQG7
Sx5YXxJkfPa988vpKq/bI67iHUDerpt4alkMc8o2+InGsjN5NFMROpQENnmRZuZe+MYoA5Y+Bayq
LMVWAdO9pUHBiNSTrjHsBe6cxyVfhyt/yA+wLYJNCCLYXvEeYmqtgr6y4jQfzeMmoI2SrK6MLu7h
5TYyEbkrgk1np2w2lkjSfh3Bx/VrV/VOykzJm9YXP2gZNGzk4nZR1fvGegOYhQun6DO+eZODHD73
0/2u37qDZYtgOCB0rUvSciWaf0xztNmRBOlUxQwmYAxnx6m33UCfuz4yFwZW42BRQibGZjUzux4s
7ooNY093IHvONXYKdTR/QVxia+FohDQWEeKeorAszdAIz2mZpz2wT013FEIciQd/GFFIVy7oI8cg
YNbQypQGc+6mJ/p59yuU2sNy5E75EtWGm717wG1n0zfUkyBL003cre+sG+XmmO6sDkT+u1lUBmNB
0wgSf16olnlog6PimaBuo8DOY0H7iCxmsa1zh6lrXKPG97r+aWvnPGWYt1iKybfOUogO2NpXKpVp
5L8tMiwZdde+ERLuG+dZ0vElOrTUN9ftlh0HSvbG9iZKW2JtC8rvYgs9FqQiSeURnDYHAeNETnET
EeBGNi1FF6r8lPAdW18mjUmSj64Qe65KWIUMbAjNq6KSjvq5gjyZVwjb60TB6sXcpou+sApGlXsL
CGR9skalLUQTls/t7+cwW+eQJc0gEjUUQ4yXxMqTbCs972le8IZH0pOL9xg2wt8eAfny+QQXcd8b
ZPJWXUte1eY8+UK7xzWTBb2fuczuIexSK/9jYzkgrdcoGHXkCK5zZFZp8BF2ges9seNeu7zURm7j
NOrqbOflJgtjxyWtvHjgUGjjXg7YTCIF+6ae14G7l6M/q4GwYrKSzTYmvyxFjBjTAZozXh1g20s4
ql4A0TLMNr7x707uacF2zFp6J7g0fdelV6t36jSZ2yV7d8Y2/8IexrjbzcXs7/p+FYxvQ9cNxnfU
WLd9aGYf0YcxJdgmOKuCy3aU3kuTDjqasEzZzFVhAHYVdDzDIq2/2Zh25L7RfmEe2sCf/mS5JL7Q
27Q8Dg79QsRa8nXvQ31mqDPjeFPdMDb7bVqD/qXdxsoAeiky1jSluezzZArb6peBiK9vbZ4FOnHd
cD14vjGv0dzVuRGVd5cB9XKT7de0KDCPYFaOvcULfsOZuS8qlcUl73wU0CC36WyDuQA22bZh3feU
EkuMS8aUb+i2fPRG5ptM4Vm2UEZZPTnpcexkk94cYzPvbs+hdQDKTWixq0s8cPvRzbp4bNvWX6Nx
9cSbkCz/pkc3g/JiC1yT11kjTvzJKh+f19bm/mt/x7gQ6NCQzy4T7WZvl2JDjjKW7cqDZFFJV/N2
1FqkT/UGWvna0LA/uVy6MAT46nap0Mt2scui8vcBMvcnxRaJtnbLKVpEcM7bd3MQYY8XsIe8DlZn
YtQ/Fm5U2ZvgwenUhw5Vu+tRfv54mblSqpAmezSmOf+ez7p9421GuBSpfRxReX+pQmyvyyK8i93q
7edalPWeTKTy4pu+xz4rmAbUBwDDoi9/EXQh27i2xYrpWiwXAzBPx2OvFlS/rP/RYGigNZWjf2tw
hnJDcHdaRtvgTKwYkfv2ID/CwjOQ0+rtHYhxedxQH0+14eMdbNKwSEoWyTwYS1fcrHqiM95Sg+mX
r4jGoRWzfQjzbNwry54OoCPDJ1yZ8TjnBQo7JOYDxlIVJhja2t+gUWaMY4ZpvZ6NtyCf+5dulcsX
OzGWi4VZ5Wnxl3PFg3SgVlKv5qS4u0y/Hw/A59k5mPr+1Bk2dLVRUWMS/2Umlph+MZfAjaPz8gIV
hgvMXixWp4XiA3BYkuKzhPeLsQHKYfd6d9oyYR7tuV2vPqcwwEnTfe8yoFqDb+RXPhXd37b2MLMs
g/G2QA29kGcwX6ppGU8uEMjFccr+d7U6xolh33zij6KzoazOr4FXhZdsuhN9OrVqSEILm2dPXVxP
st9xkgUMHq02Qwwz1wTNFBUSIFswHltgbsISbRIXPS6YbPTkC5lMywQCFhgqovVsnm0bwFHMRpvY
QzH/aKaGkSvDrTzcrYQ6HnW+DLTFbIyJ+5Kmb3LcYif9xuZKNYFOWQuvybwRTLjjrA7BIwbZjzCA
vsqu2lCgCH3a1bFZWV+68o0T66HScxos/sdiuA5DuUBc0UCGn2tpjEAbZvk+Wz6qyzjbFwSW+WRM
2/iAEabdpWEfJBnxyGc5GsXOKLPlHVmUGPTAXKKByvfuPrQODs0rSeDLHoPUlw9fexy2cDrSzDpf
gZLDg95E98zQkOmro6m1Sa6LDelPNXKL6XLkFcYBNrbCmmCG+wUTJnHa6fZrs3CalZjBv3tD2//M
cNA8I41jeJ4RKqVRTwdWpA7ckDxG0Mf9uGOAZet4bf3tnecXaEV1wbcUfava2ZOZ/V2r1kgQAuhZ
0axvFu8c4u2YmgNVqdle9VoJKxaOa71mhlAL0rzZnNeskjTS5WJf6cLMs0Tw5LJhGQIQM6oNK48s
DVdQiPd87Ye4UmNWRCz4xCIdzFQQ9qZ3lT0CATFVWV8HY5TB3q3W+nvguUxhGcEl9EOwcv6kyyeY
MKY6DAqM0yrD5tg5aIAsycU4xBndRlT+1Q7P3fjLa73iB/4MjejhzwSNudVVZnnzEurV654bFxdB
nsvmh27ZEh+FK2ktUT64AQ0OvmgcdTVEkT1UN1k5IFyAZYdalOV5bFLG3qkzLGiAy3oupGs+4NDu
DwbaS5NQ+1ZvC0Uh/B8uN8wYRo3CyBpQYUvne9NVn23gKXzHw8hFOHolO3kISUGY9Bw7tmbg6mO5
9kC6ZJmiQOPa3lFVTDuPmQL40Ngc3HIVXzZQ3k3jJdnZQctNy9fqcYvMtEA52kRMVVzFPGXLuwlk
NkZIY/jvPHbynYS5AJMrTYeeG22xn6Eh8LWjN/hn/JDOczd7/XO2betRWU01oS7nI1STsv5W5dac
saib8PyNAXcYujRgQFkq/KOYrGbRerf+xZbDMnjbHasrCTiD/4C4Wwqs+bSGRxD1FboJtqiMKHba
NJoxpR0pBYOryvs0YRgMTtJLJ25Y0fMTXxtCMiTYkJhaDd9SPJjWd6IMwufFWgE1MlWMdRl5zowH
EDPKuPebwTo1PagOls9xv04Znq9cNekYT+bgn1WdkcrXhV27nC2yCSjNBqs9DHqxyKY35fYkPIr2
KpTTtPO9evueenkaNzmp6IeKOJ7PrPP0H4oKcVxpqfabqM0E+0z3Zm+B9bY5k/VHdrhXxBik3Esb
kt/s1Nln3k92Dt5ju5e8aYeELHYwY+Y5ooocnHsM4GbC2MPCsM4QFzNzyMH4HELMeAyY/eqbmhv3
1AyF8cWIwW2PKw7oB8xlRLRXTXGaTdVfRWa0QJ5hpy6VMfFssMHvlq/8bqGgtuWNYiRFRnyOh0nP
YcT0a/nreoVOcBwIfiZTvM3svSkiJG90OejdVzLA0qsJvHLLHNkeGLdJ/Ehq3Q+MD9zIyCaZJ8Tv
da9Tp2jWyppRTF463W0t2u5nWxjtkxF6xlH4antT0F/4PxlGbfEQjrLE61IyqfS8cG+PVf28bbOz
t+ZNMHzowj8e/iQCDDbzDmNX1XEgxYjF5EP45PRBcanSdX6/IzE3G2X/m++70486p/rAT7X97i0N
LD5M9A4RDWx9ZoS2xk4/6rMB//98NxliezF4KGIVmtN10Q1mmsHefuWm47z4oNYnQsabp9Lexp9O
78wO5g2v6jjtkRogfZmyErNWIQLQ1GksEBYHoeuP6d5d0ukGyUfIIbFqbRm7umSYDRzhQUZlQfct
mPDMJtw062M2jGWbaLb5vnom10SFv/XnMrqgRUuIEH0z8WKVX0VqoTNZK5R4yOzkrwlpmLj9WG9/
CqLI9npwx+AxmCy4osGox0uf4bs4s7fQfNeaMVWSC1OBAA7SL095BmPSMRTOhmqX6hIGpyiJxjvg
vA6aV6JWQivRa95dIYWNb7ZkCL0PW1fl+85HwY4reMdsj5lI/JZ56nWHVeGUifKA+5swJLsx3yvL
86xDz2ZUO15rvgQCNaZp6z2ovxZX9jIa6Vmv0xKqWHINkFu3CitdYxq+WV2g7FaW9YY9dirGSeUk
8Pzk40oPikl6746GUzIPALNZ9v0wiJPhr8r+bBDk46FOremFS9Af3uY5yPLT1tmz+0y02rZElTJ4
c2nmnAd//Q9ertP1EfQrqC9NatSkuVFIl/omtCqXgTmcte1J6gAJX/rCDXaGVJPR7R3hqR0Qus0K
u943peRfJed9NHdr7pvzB3D+XS6k0zWwHMkuINaEkJhLTf6e896iJ4VvaLNVx8lYV+t3mTOBLa7S
0w5MQ6tmKzEbogTXg95W+l1k2UpcSUux55jpjoKNJHO8m16WoaINqjzglyY1XbnEpXB1f0VGCwLc
Jo3oMzgyH/ouElnbbw9yDJ32Zesh7x5NzwT+jrEbbv2TE9C3QzkLEb6ZrUlU9DK543Jh2rZ+iS4E
BonwyYz7LkfnDKM+BWejoPaFN7FUEvMKoQWk6ANTdM8pAA62ITb1fnpLgD+DAeHixOhnxUtDjfID
nVCd+Qr1ayiqlDGC4WLW8IX7U6F3f2aYVs6jcqH0rZkIh65tmCqFKGY/eV0YjPck1dBt9o+5NRRx
JyAMRdCDoMyDh5sCA99H6wwtfWJYX9dcBm/cCuHBlQMXU1Fx99qBPmxwq/QIzMB3dMzuh1ebjsTX
QLxaBMlgxWV/p2IYOzZxHdBo7QpmJmxO6tq9V4Oya13WgrlpWrs7CCT7qaoz8TD0U3eGbOteQOl/
WjIssO2V+oOysdxr2yuTNePVCN3GejUDOTwRkV6/LeOUPmuCA0QMRWxevd7Hf29qPaWv1X18HnvG
lE07tRncNOiW3d4aVwIPNpVVP9wwVfP7nBa+PIQlcwKSSjjtiWTrM64913InKE2X9Idghm/ecWtM
rPLqljY/5IKTmIq86OXeKxcu1imFVyTBIGDM/p/JaDPbs3VEhQ+e+T7KOtmWwApvXRk4BHMMYP27
qg7y7ndO2Ee6L0hu8W4wQ80asxuvb65+uxTl3s43pQ4C4ZqTYfGNa417BTYL6+qnN254fVVXfGkb
DC4BvXCezFQt1JceyfGIN4YTfhCzhCptA9jIvapGXuUlJKXn5KX+NpzQ7pg7zH2rv2ZA++KEtao2
MLgtrEK08NOGxN2UsIo+SF19bj05f6nZn8AtQCVc5hEqMCOnN3G9YTvuq+PUtBwLIBbaftrYwjc+
eUFWDode2Kv/5kO7XexhlUWyrgSBHBkeTYj3eqyGGLRlaJJMZPaW1KtdNC82UwWabgAnDBRAHd2P
qtnW6aJarOa7KS9H6mjRWVbUAAHS5FALyAsL7CmZfBNRLKmYIsTL3CzTU2v6/JRVKY12J9NuE3vp
i0mC0VR6izCQ2TQ35ej9deqGK4Urxn8fbamPw1JUnwHTGnEf002c2l54MrlbRBrB/XojBtRKpFd/
wlrxocwQ9465IFy8aGHa5aVn27MZrSMeIbZCFJN+WnMU/qIprFftYmDb4WJeDwMWqh5AtQ1kZKcw
LQy38J0l3cJuhthestYGIWbisWdIw1IJky8WyCQzkYKhx5byEReK/PS0JNBxku5IKUTG4RLNBDyg
nGU9J42eWB9FMTBtb+1WZp9lpWeOR79lzggB5JGCYxUS5znOnuWSl7X/Y51zV8QVG5WK08h6mqS0
l9a4uLKq9GG4J5AcICxrGRHkmC0Hi9Gn8Ydg9KmMdZH1dz4nLLNfNS/bzEa8yV6hzy2CWb8MEUrY
VeJ42uplDdOGV2kcKuIGxtTN3d9TUarm79D4KPwM9qv6tBJcQImSLoTj5H2dT7vQ7lvguyDocXRs
eV1kD2vObolPnMu+z+3gt0K+hK2Zu3ns0j5N59qdZ/+Ak3fUGJg6LQ5OMfv9kbiB9gUlJXzppTW9
DbNc7KTnS2l23MdLczWGZpwfmJmUzy3rZL9vk7fWsReARO0dr5nTfU1QzbGTrnwo2or5K20/ggsR
FNZ54bmL80oF78XQ4zhxKVh/FXa6pmeno7r4KAkE8nBGEDsKp7euXytzW8WGsll/AXsToTaNlJgP
og9T/8DAWaSJAlW9ZpVVfC2YkV4dY3W/D9Q+COTgLhxKIi/c80iowhr1cjSJQKLSDV5RD2b1WqZd
DAzCuKnhHpVB+JCSLZAE5Yi7LcCWsSRkrEHzg5cMLx3j2709bOZtJZTgipAoIEGMbCDPkUQjcs8Y
tXwDYCgBVKss3d+hKvivEnSH/kwUcTOK8VSmlhijebbBjMy6/czq+/Bym4L5izF0+ZqPS/1nWdA8
Y94wiLmBImjHAdYcGd2ke9Zus3kDcU++j8SRHSY/9x6alAAJN7SNW5hx7YyS2fMhs+YZtNZAiWv4
k2/hEPj2od4GfdPkUmHR1Kl/WTyomTK0dZnkKdVlXJlV9RaOhvWjDRuHlF97tE50siXNelYuyexk
nbljTi/Qn0D6uSI2o4TaYcB2cFNH7MLAQk+Xq98RwYEJJdpkY2GGagYjRZ7tC8Z4Jf6OShNO0Cvf
RDXb1pPAeEgIjnK3Q0rrEZE7PH0pX85Y7ashnE9juPr7nvJzL/qyfYSHIogHzKU+dyWb5lD45lvd
VPdKIc1vbVemADWD881vDKs6l3WDt3tEo7gFgwoPThkau16Ez6vpWmeXDB7kubQKz/TC8veAYnL0
y0V7T61KQ31FrPyW0b4kpW93O7UuZEuFRs7JhGDGa622Z34KcV1tGgIG95pQ2XkgKgxwgSiW5oxv
1aU+bcVJ0+gNjzUhM5jWyAnOiCYI4IDTIm/+GKQ1P3SLqs4YzuZ481LcfZXOfoGODj+Cou3h/jDp
EyegiRTxAj5eQSBfZE0MpZEaejytbCOsLjzvw6EmzSOp61HTL+AXvXcGdwFnHnvsnh6U8y51HcFP
wNaPBO/Gd1IqROw58ndjS+s2tATrccJgNM6n5tCGm3gbC1P/apagR9EYwlNfVM5rB9tCvjFNZcar
YMHYBD4YR2DJg2MwFGMwgy7PzjBFqYHb0YtINVgfHL3M1BxUbhHvmOUyLnTdAaCy7VOGgg3DJdlV
DF+9Lb/CkgbnZlILf09E4hbj5WzfF2XJJCW/5ZJLN/iS1ax/dsQUXVbvnknjrVBQCMlH7HwWwBfy
yFl7RIP4tpvd3Ln2XrhZp11jMVklCkO80qUYF6+ex4uy8nrYuXz77RkA0Dp7LvtvefmJFOmwp94x
gDF8b+HrrXjhTi4ubl3LL9X31lHmAR+rgClIMncojw0BsQ9VOs53K/cwHyfW3J7Qg8ddmg32T8qD
9c1MbaTuYFFdz6gqUwm2V28/zywh8soyPNosU8QPldaUXMR3f2ihYPYV9qFIQBIfmJryOrLoSa6J
S7OaHYOuUm9Bb83vbKPIQNZagwQ8CS2w2DyYYAp8gaAyMpr0RPmjMQtvlIIvJCWKS2D9h5OYbUXN
ZXCoItfaMmoGs71Ryg1wZ4JBQLpBktd5r45rrduryMM0Gdx0eFhKhHXo3vTsKsP81jM/7BG6DKwL
3T0LLtLK/C0V7d1c4wWxPCt/4VKvHj0vV7vM9uS7WY31EUTBuyKk6v1qL5wBkjnvoVRDuGOWVp05
2JBrvLxoPxxQmykZms0jtZKqI4Wuu8tBvKvIzx+mtYrvsx6NvbG45ZWuCbO0NdaJ74BfZl0wEdZG
StLvCsv3z+1+3q6+XT3Sq1nrLiia5WqNHV7McRvKhKAIC+9LR59GkhaZnTO7FgoSU91TbRNBte5D
ViSUhCwUZKP/LMvOlpeSSy3HjTQLpdlVA2JfR4SGUTFHveGL9GbmFG1Mz1lON74AWRZuSVEsG+ae
JUk4pDA6eRg0sJ6khcE+QQQ1Tx59uiDHJc0HDtbGk5u+Mfamv6B1GZrqkXsYd3PUeTWM5RV5nd3c
+42IkezP2hA4vQ82aLcXA8Ss+/P/z0z9b5Gs/wjCHrIZCMfPrDPV3C0EqVT42f/dH/2PbFxyHBp/
XqV95sP5UHo5t735v6RI/5ef2gn/7xTpQruWX9etdcYiiSXsoOvhX27lce5Jv/8jGdywoFMqyujz
Mqy0bpsXaXOW/y6r2flHAG5mpMw++so+Z3p8pN35ztX3vwRe/7eP5B/R6WvKIQaWZ5+JucOsnb0a
FcD3v/omnX88JN5sworY2CS6Jv3pDuunz6P+L//s++/zPz5vVAY4F8cfz6TY1JzV1qkw/uXuCeef
YeMOtkybqfc5h6nfOYXtEEET9P/yy/xHwjj4fFAKkygESkpMTtUe+Onfpfo7/9hL0ChJMEMh5JlU
4Kj74ZTr//Jp37+x/0cquvOPd7LnAs3pyeTZg70w4hoODnwGCKcgQPZf7lmx//F2ur7AeNH1/E+s
6q8j/w9nZ5IjuZZm560U3pxZvOxZqMyBkdabm5v3Hj4hPDzc2ffkvSTHGmpYS6jdCdqDPgulpMxQ
CikEkHjIeB5hz8KMvPybc75T3uIFDn/rSjR+uTsnhgM846vmUPjeW97VFyYZX7/30r/em6055KWb
zwceqLe6tcbj+ntpP8Yvt+bUjh0LpXQ+6IDoveliz/nvgeWNX25MoHMpTul4PsQkCoeWuKar0Fz8
3gX+M7Pkb25NtxF6a/TaxG3vmbeoJdo9isvxN7/KX27OpEdb3HujOjhKHnsRb/U6+62cQuMnHfxv
3jjf5NLCp5eHyhjWxDd9693hNz/xX+5MzwQAOIheHiKCqNcIbey1287Gb37iv9ye8LBwuyPeOYg5
i87dRIsLtj79vaem+OW+zIE3tLaJVrW/+sSb0fmMIvv33rn45cbMfHQMqoMYayds/n2tplkorfyf
HFv/j4eb+OXe7LSyiUpjGaBKugOCbGZKUSJ+7ysVv9yent8nOdTSkvwXF7F+fOqs+vdKIPHL/anF
vZfLuGsPyCiQ2BfYqlsB0Ou3Tixx/bT+5jK34skGQQ25nAMcSIQWP2VTpn7vEfQzV+NvXpwc68Ww
87E5REJc7WguxWwOSun33vovz05PICVZ3Lo+xNXiAcqQZ4bydfB7L/7LPVrBQMpEylvHDJKvIINs
BCbX33zxX27RsejTcpQ83FK9eITuwi6mGrN/8rHYPx/E/+ABrf9yj2Lh0s05s/lg8Mg+Glq2ra3x
mS0ixLSGnEW4NPVVsOzuG3c5THUXzH21nGzPL5cNPIn4GUNjvs9s8mzcqPfpdbo6uDY6rGn7H/aE
wgUJ13glzncBq+67qKPbhdGAmkTDW9rNaBJHVIb2bNiHdgbvruSHO4FGxb24YhjgXVTl57eFjnoR
5dp0xo2RHlxgUqsk0fbFaD2knX+bkVA1Kvkyzcm0npacIRlt3lLxn23cSlOPXlXlm8HR4zWyGn+T
d/51q9rc5dhL1kU8CvTAidwLBII2EgXY6fNxmtx4s9T22D8RALAzi07VK2xd2g8QwC6TA1uigIDG
K4GiIOIxtw079hNO1JohVAZINklv/TaKbuFhrvW4l99ID8bhODgh4b/mGj3/UXjd68K6dm+Nxa1W
SZYPSas9ul09vU8+lYGjH8sqhyQTNe5OaAB58FQCJfDSK+nXFRKwwyQRYGr9tBJmhQAFr26FQcda
MWI4pfGIYLM+iqbY07RWD5MXRVtbA37tIGM/gy7D2jYj8ZMQAS3jIm3zIj1bbWgCS0yj7oSbC0N4
UEXasDYzNQZO5hcvWYqsKh20rUAicskBXMFgO7OsqsKyzp6WovQCqrNq3iyNtoNX8thos2IsgoWS
ejP02YjNIXzli4ULJ0AUCuyom+Yd3ABQ9nninaAyKlQG80nDa4n3zQ5EHEUE6UJx10zbxbvvTNsI
sujOMQUmg8rdoL/qn5kyIkeQbJRh/jOtdEvHh1ZToGIMDOBbAWATfeMozXACnLV40RyjO3omhHpo
NlYLYZm93WD29r5p5+EU+cO55mK8wmnXng+mb+t1VFlwdJQdlHLejYNzUnH1pIZ5K3JvrNa1xNxk
+U5x37OpP822fpNBolz30IKDxPWxLAnQmRLO7BF30xAMrf4kUIRsdCjYXGiZXwa2V+YHd2EZ66Kr
dzycvla8BZjP7rG/7nU9PtBm/PJzbw5LFz+2y/BpP2KJClsLg2TseCWJFgtc4FH/XKzlbhiInbr4
sduDMe872EJiOkG+m+E5ExOdOmfPQEXD4mW6mQlDg4Uytwv+SPZF2AUHaR5iciperXHEBdl5+gNY
CudkqxojAeza8kVBe+FDsFRA4JU/PwCvubGZaxhPUT0SdFDvc9PRTylI19e+7fXNaPiXVsua3aLY
DrlJCMZo75js9f1Jbvrrrhl7m1i3drcaLeaXHhqsrZfG8HHgFcBL4JoOrtYePDDTXQ4JaFOq9DDk
5hGO2Xc3lt5ZZAb0pqHjzp6XZnld0qIAi5Cm9hb0vxHUipmpbJNDqZvsvMp+BjEB4paUCR8BuWO7
6bJpZWqebMPN4tAYJ30Dr/nGTn3DC2GPI0yDxrVGVRFpYTU318rqLUkItYByUgR25tSfIqo0Bud5
+5ymrLxFX3XrBL/nSS7Rc5E6V3/YIstbi9HPxijrAzt47g3gu/54nWHVFqpBRPMruDkcM5G1w2Xw
jkFSPPsaTRySdRJh2Z62ocaEEw0g8ll+LfVbG9DFelKzxh6+uYqb3E7T1h5umKcEt9Ta6zs39Ih/
5y3EHd9FgrluTvXq1M/FLcKa6IbYhluNI7ypmACapoY4Gw0NWSIKxBjHgQAh/k04za7Kux0XmHYb
Y9nZRG4C9JgFgzeh06q7EnWA3ULRwujH7Ry1y4+mQhiV92b+gIDLQE2o4leh+eoh0y3ntatG7Uav
UT4Gahx8/43l+PihAd/toOpU7WPUjZ8I17Qj7Du0kjNfJQrX8RBrIOlmvtGwHdzlnqJi2Qxl0iwh
EmAkAGzJPqTV0U9Lhzw2DQOKXuIAmq3ijcH4TKSpzDHPNcbaX7o2TPyugtjeXQaFES8fiNozrSFG
Z9JNfDNW7figwf03RorxTh/a9AVJwFAfpGbJORhQ4J0yJX03MP3hW9ejAzUBiR9kqZDT5b03s8hx
hvcR/UNQ+cOCLMOyH33zKiYZMCBGLA5C8CY4ymAU4/4AQSNAhwR903Q7Xzbedsnr+MTiBOSz6A74
gBO81a11QWJRhibrxr3m66wcjGZt2sCkg7mML8wdCSharFEpUD5mwkp1+mJ967hHDWp4++ay3gny
qYu3duOC8/K7R5kU4kXnK0XXV+K2AkdRW43dPMFuWsbQa7vaDL3McF8L6bNpa3XdO7flsoPHPO8s
G+3PRPzDts0WTK6alb/HeeKUIYP0CsGZ+QVWw7uvOzamQ5H+MHVWdajqRP06zpV+bKQfv8rrhrzF
3xsWHMhwJurEzVbUNEWQpOOA7SOFe5EVQt5qI37qMSqhU7mDZ+6Buj/i0BL7GLUgNlM3eXLbZr7V
stLaXtccKIKtSax9AxMaADq2TMD+brNBLhdLX2g8TPvAgRaDTCwg0G+avnAzUiwQdQQue9w2KPWi
45FVm2ixfcHSo2yq/oiaEFwVwUzjncL0+Fhnsj95rqyeMEuN68E242dkqQ0FAnr4YUMq0Lxj+z/V
h1yQAgSJL7FJm+pZ041JxRmUFfVKNTTP2mJh4LASLUS4vk6jFpa+M5uhqq0bBSh3hWWaU00VT1Yf
KaIKorsWDbfAvNQVW4MnKXUdrBpz5L+Q//SWpO1TRCEWoCWrLnOc8c2VrvZ7mZj6L53cUCNpAxVm
HYbaavMgM1obZXuPiuaftIrXvuoflbi/NHNYTQcgA7MJswTl7wpIAp+8AQ4HmLgBwHlW6vc6O/2X
zi5L8LcnVDkHnjBUkWOPhZPxK4CLn43Gv35M/xZ/1pf/+ab7v/w7v/6om7nDgTL88su/PNYl//v3
65/537/n7//EX7af9fm9/Ox//U1/92d43b/+d8P34f3vfrGuWKbPd+NnN99/9mMx/Hx93uH1d/7/
/vBfPn++yuPcfP75j496rIbrq8VpXf3x1x/tf/z5D3ENAf/Xv339v/7w+hf48x//7b/853//r//x
f/2Bz/d++PMfnvcnQzdMF42kb5qY/Xgp9fnzJ/qfEHqYpm9c/+FZ15/A4R+SP/9h6n+yLNfA8axb
tiX0axfe1+P1R4bzJ/Btpu5R5RusRxnn/K839ndfzf/5qv6lGstLnVZDz5+GxfKPLjwdz/Xf98uZ
RowQmxeeghDU7nrgArdJEpX7zhfL2vY07U43IBSs/EGWYpWy2PdxePRssWK2PHVOkhnEp3YdYdXf
pVht1r5pjF9gTJwwZ6j3XZmj3Hkg+4pVnGXys0hSSJxDCZ1ejQassBrIhesbWxRGyQPQjf6cgFLl
cKi40xjf0amNpBCw1IgflqLC67gI/TNXtR9m1oxftGMDvDPh+t/5ekl8ilT649LAsFplaeTd56VH
kcaq7VXqtrHPyqJgQTZl3/ocxQI2xLZF5sDJrAa4rMjA2L7Feu7dGC3Frt1XeQgsqjoouCZ7y03T
fVsm7n2ERudsoup+aY0a79+gYCkhVBGVC4zeMjdT29afaVZNd62RWHUwjgQHuKr3Sc9ABHFu07m9
cXQJDCYt7Qsah8Cr9fjYpznr69KediiO53sJjeS1NOz4ieAC7M0GNP4dgt4Z0W1iLm+yHoZjiVCA
RCAoyK+Re7WlUYx427ywhtOYGs0bjjtkCbPTf5ljq50zqxx/5MugnzImjj0CThsBHInOaPdzKfY8
6byXiWyXEGOWeaD3xOEAYekaF+NmhhW2idW9EBAFDwdrqPig+Sg/aqOs9og0mh+53cAZALpiog9h
rVdV+hz2wiEawISG2Mn+QVReuTWHxybGGItD3MLbV79gOtw5c0IejRWjsmU/HEAfzO5jvbprLH8v
bEgEmUOLrVyEaCBWXdyN6LT90MnzTRsnFlbk4WyKjE3nQu6Ta/j3kO7EjgQtHt71V2zSgaVmisDE
hDWqmSMUeYhFc78TJFMguLh6f1gZo34MDUXlOFr3PTIrxNHFsotybZ348Vql/rsCchNkdFu43L5I
4xGBK2ATr4Rh6fTeeEwrT3w1jVTPOqlC69azuFuKWEL8vG7Lxbs5qXSHs+dF+aW67c0uP3agP6f+
O30e5Uong0FDSqNcLWhY9OrGmy14W3m+rGke9qi6tq7mV2/GPNkbr7xH/thskI095RIIg/44mllY
l8lNM3rOvkCvjyA16MnkQjkm74TuJSurVBfFCJfCbdzGfbEzkuqDesRbIZRelyJ6cappb9qwGZKU
0r6aLdoTT993envLejw9gO0LofZ9o9H54YrsdiQMWK4M+xPG6CVP0c0THdyEwh0gQM9gR60JlKy7
RF6oCu2oDbDpliRZ9bngL60ubuKvE1pESzeAjnfoGqGP3EPpuYNw0z21vgbafEjBp47ZFlpWdLZl
GkyCht4hKWEA7jC5Pph6Gj2F7H81uF62awRXIpkPVTik5YtOOkNvli2CORkxRgJ8UlrFg9GCQiue
lLfoBCm2I9Jo2OUm96dROGRhYitf64JCGY8ijuzZ3Pti0BEJu/mjKw3GQIvOBTJ9OmRsHjw3etII
1b2M16xjy8OMnbreBv5SOHDG5q7cJCWG4nQ0H6pWo+OI7xjmNht8g/odfhn3qxqWaJXM0XqU5RTa
XW6eqVrfaVJQVODB994toGwwcWu/S4MsIesqmqzyzum68R2pQBKIqepulUUEizY02Vk3GH3AOlmG
YyMsPZSNiA55rbNO05ZFPNUS2HzCEXv0E75fWzUfs1rMd61WKRlgfvVp0qZc4q639mnbqk3k14go
PKsJa4VfYdD6be1EwD018VzUDNWv8TEYjTVoqfbIBAMF3mHJG8h6M5El0Ogt5wvH5hFpuRV0PYEX
GDxJih0h0HvAzeeqCS1tmY7CRN9ZNSSNFQDJA4EezAM9GQyltB4bUAF3hjUdMZ42l3SS7yN5c5fK
9MhhkuSHob2JbiPXKT+iOnI/ijIqZ4hWlXXGyReFpOYgJhmSzgO0g4KJhjOr76a5oi2lmhxRZDxq
iuZoisVdGYsPZhTDhiAtsbEThxJdaxDj1AKQkl6gwW/zfDqxuUhAfS/u64BJsi11JQCfDNE77NYG
7JLWBjJT2ynOTkzhFLJUUXGkYi8iRAVQq/JFsSsRyK+mUm29yGdZC61WhenU2zCxElTpTP2d7nvj
VC4Y4FodB2kte7Iv1dmtEWKveLhbXHx03g0U8LQIwfeDsM4VQK0w5zrruhtB4h4vJPeWQZzlSMcS
Xs37q7mi/c6tE22Fcx6H1+JqXWKLaQYZaMQ16VfRGve1vR6civsbtkoyFPmGr6LkYVwpZIZusQG/
teNL5KsnT6ZODO2WJlSQK2eOjG/ogyBhV2+RAJse6rQsOcJf/yVLcjBvqDt4NPgwGStP87qg8yE/
kX+HSXuQJC00KEzt5IL42ISEE99UVgTqr6i2SY/nUQ70RFNWBa3TbxZGmF0+hGqyvjA1uhjgaJsS
p4/4dOSTqhUP6aW9UspNpLXcSh66UI1c6u7QmODJCJIzj57jofgvkdY7mBaCDmcMkaq8qlZ+yzEJ
bWrjh+YOxDDE/vvk8j4dlHO1hY9tGtV3VH4nryYaCFxHEU6F+pSTwtF3zXXgeFFrQ3H6SUsHzlBI
Y2dqcFLyKQ0cly1srghEi4PRFRpKfifoHSPfqKjxGXLEkDNs/bAUfoildw9x5hnS1tvktNV5YbeA
n3fOjjO+nFWymF+uYd4uMDWIHlEHU7N2fp7dMDxbDRiFyKaYrlx6/QOsI4jKGcet6+Nktvk/TJBb
dEf916w752m6dezumyzNy2TF87Ymp+UgdQFeh3g1ty0/B0j8bUy+Usa8HYT2G0XOcGQ6wt8D4tLW
9xoRLqa6Gely7+IRPliEkh09/CpLGgwsQNmw0zmiZ6Db3vSOKV9TOe7M6Z4xOOPC6CNpI+MUC2c9
TED1Chw/WAADQCXnSks2UnfxzzKfG6qXpKLZhhz/LAB4Lq6+n42LN1o3xTDv9d7RD1krfDR/CgEu
NAC99M6WhfUVnnCYm8ud7cSnOa3PtNAXRoxklZXWTnJG72yjeCEb18d8jhkx72+81BFylw4MTCyw
B601JnuJKn6iAji4VfLcg6h4YNXzZdQzQ/6HhLCDgKT5V3hmnNBJ9OHjycchc8rVlAVTIb+T0nBn
qoixcsnFquWKMWP55qk0O7UtnbCuo6UWy10S2We3yMWKMSBo9el1BkV824wWDSUfk22gHXZwwd1Y
lmadc+ehLbJnb6r2tqbWbZsW96D+vhCECUZFtY7GTlv2QAW7H1pqH3sga0woqieZ6o/KtXSwUf2J
axbvwlK+ej4OCL9RHqYoqBJ6y9QKZRiPPFLJIF1dPCISV2Q3xauhyKCvaTnR6WXxzUVF20vMzo7V
s55CWCZm7rRVyXR3a5eJFcxZC7+3ys6qqk9lQ1E7TtU98Jhdw/pz0rxHc1RUGsJJHkaR7zJmg9QY
VUhXzR2NfX9Mf2SefRlNHTyMEyYgX1EbQydsZ/8kGpA+Vhs6AvdDXBxz375JFmBukYzFio2B3CHo
9RDBcb3NSwaKCSXnKjZavgxHC+bGzkKpNAuVIhgCX35gwcg2ttssK7T3ydZ2xn3nYS+2xPzJwa+V
qN6pRffjPB8gL1FTLbuS2jTlsYL8ntgloTcP9owuxc1154kweNjErn3Sm/roYzpcFdm9wauFwip2
hQ8NTXlH8jIfO0oeozW/t7KjUxjsWyYLil2DGRiLuI3snAo3I22k1E96VD8DKoBYb3iHmEPc82qy
tsQOFtjVCQ2nSNwSA75Hf3pXZSQTlpWDJm80uFmNBZvj0hwjV3uw9MFf933yBj71JoOqIFXMucEQ
Vbs6Abrm0elV2TKE9KuzVJHzLWIqB8mcNkyq71ywPIex+myBvuDwH/sND9Av21ZDwOPxlM0pubBG
fEYfBXIQJwa5NQnvFhxwOlL4+Lpau1314Kbuuf5p0+7q/Fk62FBHC7NJhKsbnFtxpY0Y+0rCMQdZ
tve7H50TQa9n97RKgey4PFvAUz5rQh4wylqQ1h7Na9KUVUDZETpPFqfp4TEVV0uYkYSsfJYAt4/3
UeXp9DY6/jnVDqk2ALF2YFyUJO7quMaHAbMDOY8afW97jdMkagawrNq4Q7f18/pJm5wdJqEf+ajl
nAVy2TN3DbTW2lZN/MSOkjLEbzd+Pwx7RlKAqcyIq7sbHkroidxiLZ5sVG/E0Dp3OBkyVKHDbd2n
Hy4YQVcsOxAtkLgNPA4os0RnsKUZwUM6HsWypkRCFrQMsHqv0lKejUy8Qihkhm7UpzobPid3Sdmd
9WQcGNV3skPPQ2QUoZRRt8k1Y6v54lUaOlDLWPT3Ik6nPQYIfjf8kzAtHBxwTJ1TIoaxx8TyUnrl
cocItl+hNw+cjoxWN1u6ldtUl7od7lNhWYFfwvRvCLTGXtvtZTN2TMW17wyVfwAqe3cJsQk0RSI7
k3e5Mp3u1a2b7rVS7m3pXZnq1LxkCOHCNJt864jipLvgiRxCaSE1WN697WuPWCbnHVQrMu5s7wj/
77NDkgpnupuOpukS2XbFGUQRopwYHofdTJhj9Xu++XJN2h1A/pTspp5QCCY4Xqj3OkxPLyqhkjH6
yA0F+pQBwZAwH4AQsy9gP1SyNUIGG7iJpo3CvLLVtIHx4iCPRArsnCx+FF3ZbKc2HbY9ltPQ8907
LJeHDCx3TwxTzE459oJ49D7ijCMO7fBnlWFnw3exFqy4V3j8dso3LqWvAvBJb4VL5TVbNS+F3T2u
n2TdiJXriW2cpMc2K+JVl1S0bJlgZ0cYnVIsUowYcKaa2QMiTuZGNdw1SC98g+1qTvyrX9Ae4eAi
H1+0jr+pS9vZFmF0jSNJJeTm+UqkkDIVJ8iDX6PLthjbBDQwMrPweSw9ZolW4S7jW1117QveKwA6
oB7CxCE4CC7fN47aM/a/h8Lwm1WbMTvKr7aLTg38I7mtI+O1MqbL2Kp87SjVn5LIOzSN/j1V3udY
syhdZoEkWWfiSXF+JyoSmlxgOavSpsjkubrR5DDeVWb7IqT55CU8dR38KG00glqytzpex3Bocsb8
JdNu67GEZ2YAxMUfRfZKm+y1NL1YRv8d4fITKQeBldUXpmVjEOce3NIqfSzm4q4z2q8oiq9XCmZg
falrDtkU0I6GvNvGD5LkX7nr4EswtXtTyy56s3CllyJoCVpaOSMPnoVnX87Vc42Zo3HTviuNs3aZ
cQy75JExyIGP0gtFYqFtwXVLqEdtf6Mv1g3G5jXImQ1WrS80IdDubGb1k3yKO7nNNYrRhvEKMQF0
J83cPqMR/V54PAkkMS8YNQucZLpxW9qEDDcsS/bFFBnjSre05A6qACl8PvUDjVMYy+WVdxyYsrwv
MSgNOUbXtuxuIRlVB3NI2xdp2sD3e48h0JB+G73lMs91v+5MBzgnH+JiTOGcUgQYif3cTBh/yTcK
C8XQZ8xxQiUF7p/0tcLPuS0757ET7k21qBtyFGkOypvCfkJ76YVYMl5wbe9zbf7sbf/Ua3hqh3w9
8hDdQAYnx8IbhzX+3G8kVoaaa+AM4vNwsj4AMlasCy5FF31ETZaYYWsEt5tYrFtzTUhCQn0ZNyvi
Dw9OA42HaU8eDq6evXTXw8Wx2IfZL3AJ8brkycbVmv1VoNI7ywaj/730cC8RJ/IM1nFTCj3bsDw+
togexCg2bKnvxni8oYWtz3msbmtvoeNQUQCDOj8xF+BzrY6dVfQbP0drsCjEBf5FFpw7PDsD19Cw
sRA/tkKZex41D7GHkVE/57eRZaXbbI53UVUBcmRYy/MJyuB9sVQv1sTi2JGiCW2X2OgBvN2cQ3zy
Kv0upkeArENiqIrUttE4eiSOxoepfyGKYZeaG8NjxTjacQfvouGSmACPlh8MxNZ9pg/rMRHuRZEs
cNWnbJFLbMlA9TZeR6HCpb6X5q2/ZEfN8k5EMd7SeB7Kwf4RNSAvcgGMpOjXeqE9JzUjrL52Kern
F0AsOwP8oNs1D3gt8a7XL35Opa2n2arvZtJKpwci5xnA0vuPUbpdUjEThDT2b4UQb5reH7UkWeP8
6Q5MT/ug1sHwgBsm8rC/DFdm4JLMjwVUAzkM5OzYJ5zsT1LCBmJH9lylQB/YlQDqrxFLeOd68bYO
QBusJo24m+vRoL+aA1sOR26KMEV7IYRJ+AjHrqVpOzNrLpnqXrOGqk38xCk5foL/JWqORtceCV7d
AOm9TW3zQTeKvQcSoQXy1xmAZ7Li04UqumIcmZP1ka5A/BxM49ord28NZr1iJGsqM9QWgLluzLCW
K04BTEKkSSxha9BCdwalfWx3KDiLNtQp9C2H4hPy+tnFEAcKme1gjzCkbQNyJA5kpczk2RV75GUf
eqI940bXr4iWOsTL/Zkm+D46n+tbl5x1Mi/m+7Ef0zUon+aF2SLiCaA1ik4GsECQmDEONfubK4dv
Bc1SWOgqP0VTNnBMXiUgfkdoDPLYdsk2qQFMvSPDDYpRYJEUtau7ByLMDiItvlB5JE+O7nQby8Yi
upDHwUTXl3dkcVL6AK5cdX3brZ3BU1tISf4K9+TRNVzQUkV+MiOxq9zXnPZjPfd9TTP+QUjlerEY
npV4naZJbjUQPqjenjw7+lYQqRMyf1ml+rtfxI+6nE4eWXXlcl/gPLJaO9Sl9xVTqVtsJjzXfDOK
7qPSm02yIHew+3Vuay925+4dw1kvCvPQJJ+XHLJDlf2Y+W5nm3JlSB40406jz8N2fNSd4s7QC6QW
pGsApDxFGQATt99lugMuSmBv9A2nXvUZ49QU7uNRJxv5JmWdHXQJ34LPYGp+Zp8J35o1C09e/1Iv
2ePSwT7PR8pbj6UA8aBrYnrzDbQszPQqfnRQzVNBcKYwMeK8gxTWWsb2itAb9JwyNtq4PlHAjmk9
Oaij2KOISz6RhaxZjamI8FKbVGEHw0FeY1WylnU7A6L3PqbmvhstMjGBeK/cufrg6U1LOMSZpOFQ
WyOJz8NA0Lbtvg9KIEciEBMqw1oJhiNuT10yBIZWJlvPAv6X1Pq558rqnemBBu6WpLWZHzsIgbx6
7wMo81NqV9sy4pMtC6h/cHAgpd7IlFG3lv6gpHz2WEit84ZrJqd+22uzIApoMqJ1buiHpLzOQDtn
lZoRkaEVU0TBgiD1Pw2Ps4ngiN2UpHcOWUaBIYUd1hpIM6bfjIm7r4FZh8aTM5RWWh0rVi5TMeI4
rY27miiQHR1/c/RTSjQG0VS4PC9XWu03a2n4QUerHfRCdyAbR1CfpbMjnGMDC+CCh5JpSx8xXwVl
CzUGMWw7BF1qvJkjN85iaiGxwkebyI6AsMGStQWwyZBQCuqW2dH0G2nb/Y5oc+Y5ZFQ+Vq0/oORZ
PNhvZm3vZyY8b64h5psuqup3wI+49Icp9kuIAmLcjE5J3BFCYiskRcnDxpIdGRHdqVn5ejjarjMx
7J+QuzW6HEItKpsbQkUKFoN6JIcNrsp2z7nD8MAYN0aafi9ngjF9u7+gE0wIAM4+YOafauFuJvgu
QNmXG4HWBqpDEfae05wXxgXf2yaqLlOBEgrauHcXW5LB/TgzSiu81sKcHRfZthmgOtBbdu+ZLlFq
wbiujEDvStIEBDzHWlTLodTczKWBmShAGqfdgtpIbsm51B+SxLS2TjuTArzU16iAzPR/NCIjwlox
uO7Aax5rMya6lsZrHbkkYUygCq9lBrkbwwjsxxfemWQxD2npODAIxiEZRFXTfRJKdOXGkBvoQsJe
5WTF1qtpUcPOpo/AgBjnZxyc+r2bSTcPlAc4MVoqWj8q+ygNcMujIIhRmezl4ozf8dMVe8fNaZr9
dgnQe5Lf2dD8a5SU8Fe5bAj0OPGJ4iXneWxstGyppmDiuwVRFFPvAh4GqsG4vpw2i4uFj/ytbtrq
dlrezubknSLN9YYgbkT3NcUtOQNuwy3jKxe9pezLNLBGybRIF5r7QkoJYsO8qXedMdNeL7lv7iER
YoDoqK02GcCaqx++ShH+9JY4kfpE3STLgZopLjbG6KVv+VJqP5DrMGhJutHZmJ2I95EoG5LkS/4g
dldihrhi3+Np4tVAfp3tJkFkRURIRepPbnyb8HrfWXBow4hswc3ALZKT1hf129kZmmPMIGiXT+U3
r1XL41VzvDV9ugyeV9EJfM109qhnyNSJ5n1WT+XGBEmyFoXFlMFuLHSCY3KvmGJBTJ7ytZ4zgpIF
TfyqSmpL3dLrsJYji6ejeO9BAaPyHWIm6tz937skc8/9PGKUqTX/3jNp2ANCn7QbZF32upnSWa60
DALL4CfdjZV4xa0ide8olN998/2om5Ft2XpG3kZTnpixE1mFpFbrv7k59oFFTlSVtd6UX7HWoBDG
ljdt4oo94M6LY0FaR5NJhiLxzPqxOhaoDVZJQRozfl/CNelHxoZtOfrMCweIw4wmb72z4bRpsoNr
3sQhfvj5XsnaMTaQpYbtYmnRvd5o9xH7+4qoYo7FSFRYDhDxPi+a7F88ZrnrthDkfrgy3sOgnm46
rza3hvdWeq29dWCX+Gg9hf+QLmYJ3A5FzmLgI17bQ5rc9ch9OYPqwWpWyPny7cgRfx8RtHAB0oCw
i7s9ik+WVLSCKp2YtZMN6IDEqKS/L8xoObZmQir6OHatQNfKRGbj9cPFcIqIbJUxufFoI8HXaNq8
liVhD2aE6PgH/64xPzKdUZ4lk7rbdmUFQosHwzCtMlUgcNDV8Bibhmuyk1X/g7xz2ZEcudL0q+gF
mCBpJI229Wt4uHvcIyMiN0RkZgTvV+N9NRcthO5tL7RpoBc9GAygzQANjAboJ+oqvcN8nlVqVUZJ
lVO7aQwg6FbIdDqdNDt2zv9/v/u+43D1UHtyoLkhp+G8O0GJ6LK1O3gN5oFkruADCXYuLRH658uy
mPH1RlZwbKQS6zKli0+nmirCTMLn3OnSG0VcU3+qvv19qDLnsT4ZqXsHPrBZFN11DYf/TPjgVNJi
HN/rOrr1TTO6TsI+3FhxQ8eT9VM+IRgIh83geA4TQYTLTu8V5pXRzJ1xOzWDvJCDfHKy2nzp6BUD
uR6Y9LkOExSkAJzXGodo60GSnpCOZDxcWVnh3c2wrO8BEm08jSse3cg980p126OCo9ts0BWGwsCY
j4xcIx5ZFcYigQ9BoFP2qCA23kxtaTzEzkRUA+HxQJHaU5cqUaBgUJI9cLvzwwCTmMOxEaR7k4Pv
Mpto4xQezOC+TaMDORCEvHWOI57MyFcPM2OGrevkmyihPRX2MlwVdMsecJTJayQaJvEyEfcUz0dv
reOxHe7yZHDPCSuySVorOct07gyzTznJHQZ7Ots1M9tYWJwcI25qkjAe0nkLTcuQY7cC3AoMCp/1
UivMZKQL6P2UZtCR7EHfgR+jG5q1+TGIJiAWg51yph2ruaR3hDTGcxXknIHQDaTn6IaJpwUROhbw
I7FfzGa/nLNOjYuQ5+VIvmDbnFSHQ7rwzLy/Aq5P6zSQlXOcZhFQ9RbTsMpB7Vjroqo4bXjC0xwW
RufAOa9dh3VxTWtbgQsh73ih4AQvSgFZDTJJIFj7mKDIph4+BgaloUQ7eFlODolXgVddumUPSLhw
3QzsojURbmpV8q4vM6b0SnqkOmVsLM8erP1yLRxqozJHKYqwIwNtrYlVXOC3JZy4RwcNqaxMH6Aj
K8wV6FWOU9P3zygkbWJmwHQv0pPK0eOBeUy+jNqE64frEMXwJVVSkF+CcPT0ma0aExs+8LG5QiNg
Gyq6QAp8koKOxflEptCrx4AKprKcr2zX1Aeyx8OdSXWKIFW44w/+lv+PBXO284uCue9/+8fv//GP
f/q7P373v3/3/W//lf/ym3/7X3/87p9+991/+f13//D7nyrpvvxNPyjpDM96Z1muK026KCclncRA
9oOU7vSPHM+0bak876SNU7i/ftTSWeKdoP+Oj4G3kbeJf/KjlM6y37m+oBuhhGPiJcJY/GukdCeD
2V8UnFDjEON56OhclHwOJ4w3Ss5AGRCAZ52urL7gBRoYlSBuV4DNl/TNkUMkOrXvnVSI98mkCjwP
OD6ZJWb6Hh02u4INupUMLCCLblMniF3d5DHJpblglS4PAFqYdFkG8Hjfy70Vbf/ulsUwn9adtP2z
RNvfcOjaJ/fWm28kbL6XeVpQ+NfpG//U9aYM0JMJMrgh1noVTiAjCRUEVo3+GkcU8/hAawnMtHVW
5lRmR4E25Lrz6bXDtWoWWjBNGRPrKgHgdJ4Bk1jS/blPvdBdB7PGSFM0+uwn0ssfFY4/VTR+LWf8
8iuw21k8CJLdQJhvHGmAQ0zXmNJ0NYk837QU4etwyN8PBLMvY+BrizbQwzfcb9ZfuVGowX1hkU8h
PMt7q6VExihKQCYr1Sf2fZpM7ys0hQsL28iylM6l7TWcwoRJBLwn4w2xcuob+uQvcs03vxXhlj7s
Lh5C5f/MnlxTZKFDSlYVcJe1J6KYXr9VPI6WoIhyI0kbEU1NNHrzlu4AeGTAJEs1tcbaQ3i3j2JL
LJiSfKryAZC8MMxv3KQvbvQ3V+j5J92q5/uCn+fN+zFjc8u7gvmAEu/jnqE/sRU0sKjhFj1gFcT4
yyy59HS8nM3x3M6JLhKfxSlIxMiXaUCOH1OmkOwR/ufc+SvK9xW4vMlntOQ8VMg6agxDsbplnf6G
A/H0+/3s0m0OYjAgJRLaN5cO/7MoqFmSlTZo4cwjfLGykAjs03mgaJmrb3iSv5hVv/5Aj53E8X3p
kpBg+2+Nj27vKBhgqHdsY9oMfoY2osL92A/5Gl5UcLQ78bFrOZSaKH/WfjoT/TXg29FWZywI3/G2
bdBn37isn98GrkqSaeNavkXx9sbA2ym/ycyOq1JY+Am6ILahrKguWGPL1WR0evXrleTH+FNT6vK1
fasT/0paftm/IFJsXn5zfK70bzaA6p9bRNxv/8z/g9py+yT7/tva8j/97g/f/bd/+dN//sN3/+Mf
vvv7333/d//8p//62682yNOf/2GD9Lx3ns8A1fdMyyR9/GRp/2F/dO13DlUqq6LNLukKhQn4x+3R
sd+d3GGepBb6swr9x/1RuO8sW5k+NhGoaDyKv2Z7/PrZ4W8ncFM4SjC25T+s01X/dC/hsCXIzk0V
YzOgSIPjdMvIUtYSf4O7Heqo+8bm9fVu/MPn+S5hbJB40ct7bz7P9rQCBkfwCroryNwGGhTcU8g3
vrE0vFn7f/wgwgSVKVjlpfnmpYCQ65cGBcg6M8cpP0vqTmfbGlbgRRvG0jomHNtPIi6gFAsrRVhz
Tq4NENYZa1z5jYs5fdZflg2uxYFSxu9usXS43Oo3ywYzHTYG16PByDn/zK8t+rWJT3rJNDNI+8lz
+Fc22tMNfPNZFFVfNlppclp9c4NHXJx1N/lq3Y0jgfZFbV61bsyhtVf5gwUwcV/Q374CSa0//fIn
f3Hbv/1onlgKNkBvHt3cr5+lBN6Ua3m9ouFtDYdMOtF1a3nN0cMa4DBpMwvch5Y3nvdBryn9SR7K
/CC506Ob5Cuz8oJ9UpX5/Tcuy/4rd4QdTlJ4CMtkJ/76siwSQHDRkb3ulnUFjTEiNVdM/tKfSBAj
hsdcjmJUdKhC+n9VN27b2Sj2oqpxWzsBufC/fD0/e+Mcy/dNfCSm8BXPgvj6corchdjV8gOV80R6
ElNpj1FA0sxqOeTDsCMCcc6+8Zk/e+tOn8m7rhyLF57N/uvPPOFwPXs2+EySbA8c7cTKK3DG//I3
+9mjR6llytNSZ7If8wx+/SkE92mf5gCwkahqxEVn9W10XcFdK1AwGPmn0chTtett9MBnZQrx9hvF
FicOPuGnTyCLChEw1JecNATWnjffE7pEbTeBRQDQiMdHnQTsJFILLD34xFPdPaMINz+Ms+1+qK0+
puo3reagJkVTCmRl+VzARX3JwiDjVB3lbrEmSaibN5HvWGoVxDpm9uIJCSY3Jh3psqDtdDnQLyWZ
KXWYQ4a5Wd9Pfutd24gz5CJ3QvvVKQDZXiLB6kx41MQK3SfNyPyXmVVtQgktusm9N/upgVcq26yZ
z0h71AhrGpuxtaw5qiycxrKrZWkJdYgrdL1rpu2UFKj38ALZrddekdsRc4un0FljS4HRWnC0GrYl
UZwBU56yJt9W15SBl7WTVe9FCWRQ4iSh7YvAtFYf89JzW8TSZSEIEWsqQxZXTFdUsyrNFJ201ijr
V5Vl9/SaoWE7rzQKnem2b3q3PZvRIeirCHLIaz5VgC0NBIKfajMcsRJGLmZKTSg0g7YBccaiR8Bs
UR+ychKL1dofBpi9mnDDaP4Q2602CHDtjHHDQhLQWx6q9il1lGpZNSCyc+PM5GmYkZ2tSpS56Flp
24XoxXplL2zfNnzytbVJk6KCN7+sSTceUbCKWDFvEw2hEaFKGL8aamo2SBrAPczMmhmMRKJGjRX0
jnFWuTZu8NzupmMrB+do55rRWhVVKMq7AH3NEtcQGj95KoZxuRJDW+mWJo4QdcSAuWcGtEM7MdCr
Lb3+tSlVZN5olkXv3MzdcpTbps6i941MG/FkC1i8fGuPQEK4+TAk4Ubk7o22yF1btVEfmR9n1SiC
kFFWFbdTBZ9/70ptqWOJqSaWW34eBDIJT8bw0HH3xm3otsS0mCYnWnSIhKBLY1GSolHsZ1LNNDWz
ZBHS60k4BMMhlupRSp5y85YIyXnqWuckqfUTSYgzkFRkVl3qBJ8kbeaUefxYh6u5NyJGqez2JIEb
KnFXo+59wJq+TbMxmCeVrDjLJsm61GhCt2RYeHiSdWYFe00WjVomSH/1Ek18fGdJpL85gpNh1Snn
NMPE0yqXJfq0DVgIL9kGNfzvle+hKV6bMC6aZazGNMPhldUXpduTOhMXUbdjKT2pPp1TgNRU47ta
0VnNnmOBZHKr6rRJNvOYkcbaWEwkVzYm/z3yDxjc5CAiBeXfngHuWGjkAQ/ajzyuXnvACVVY+7Yw
ZpT6ncIyOw+oe7YsGLr/EAskjgu/l0P4cSxCeNluMmK8mK3SK7ZwedMnJS2kK1RBo7FV4xwlayev
0ABMTqWZuIeggddIr81xW0I9HE/r2HAY0gTfb4hRal6Z+UBGBYCR0T5r0szb0MKDokLDPhKrpGsR
FRB4WQM2qiXaO3KdevwYHd6PdYa/YloWaWpvZZ6VYun1fszpLBvScWESa1Eustj0H+cwji8y8nJQ
G5G0NLAS+lO/ir05OOFqa+tzFjj2jgyZqGb7YgBUzhEZ1AktFKDAfj1vXdEar0Z5ytHxGmxhF3WY
oDpF4xMOF0wvJnczJKI/IDD1mkc3lDW5iQBPIgatIaljy7kN3dRHFpD7yZIfrQdO4tbpbYH24Vnn
nn8ZF3E/Lkne6+UiLUu7Y1xAcOqqIcb6vQ9LhSkaBzgWsoBR1m0GbofOR0TGORQHHwl8i7FwOsiE
hu65GobyDpVW4x7sWVQO+cRGj1tssLJ4WcUVTG4EH1W2IdKM38ZnGNGhr3b9Ec2BRPanUkHdo4ss
eyj6zAapQQ8Ue2sIHzvDKP3CskzUuQwY5mwAIIrPKqU8XlIqY4TA7UGeX2gipKf4ph0ORVwUa5Zh
q4V/LYrgrBnnxjjDpa3FDsxRVJ5XkWwYPdvYWHHzkNKSbmn0NwhvIPtWeDRtw16kHp1ngP+liBBr
Gu1LCMmluplFS/6CQeDbdeMpZnRFK+Lu4OnaO1Y+unIc7Hi6sVFF4a1fZZ29RZxOTBOkj+QVXETW
LgnXrS+VrBBnxozb/SOZe3IGCks/36qYfWfM6MZmjvXGxf2zH9KTEovJk6tPjHjxKTdnBhNd1gEv
YFQPqYBWOzPoxAdY0w9VLJaT0qQTJR4KwAW+B7WjjU48VYsH+1BSb+AM0ITprRAj6+lSSsSF+ymo
3fiBQJIGMTXDlQzNTxqliETpBK4GBfkfSW4Z6sKGnEzowMqpWCfNjRFbeXoG5nlQODYYEcMyIeLT
tldt7sBSXgbjYDOgVWEi/ZVbt531yE7R9itH0DPfn4ADDN5ADrXjeTOgtHkULniqJWh70W6BwdtY
QFMr3+We0yTrfKjb6dMktSwuLdTt06KtjK4m0KUuEQ2RLEb41YhsqLuskswMVgOP7UNTse+hzBRF
votlDH/EgKd12xDyNt23JIaMRyAhgXFV2LG+YkqHS3GoLYEPNzfco9EE2bSiVMDExxw4Dm+VYYSv
OT6B+tBAoSDpaWxa+EV9lSXnacc4+lNgDzUE02yM9GNT6dPsWTnFcOXViLACmeXRU2fFAeMf4DNn
WT3SliRzogM2UHsiXQmS3Sdi4lLX/VClZhjDiMUUQW3l3bQIHWecODj2NmZqhQxp0sK/nBqaaUs9
Vyc7WQV0hsin1k4urWbKHqMqkOTJW3Q4EQAHMfhwoiiqJcMH9Fy0qdFwJLNJzFHZq7pbTrJSn5w4
6e/HlCbwWhvKv+LNtz8iCYz2BFvoaEkO4vTZrvr5WlVJipwxEM1tQo9p5kw41xdJQBjRPhwTqOpO
X4Y3hBvD6247BiWHoUPCgxiEDQlmTmR8nCD6tZddKjOqEL659QT5nWhfUsvb5la7EVAfz0d51iKQ
ALLU2KBNYqAUqEBwNirIL2lAQUGk2nVsMqKHTSE5m0ehfDDhHhtrBBKAw6RIXRsvi3LhUvlmU+/c
ib193U+S2WmSK1BacAVsAzlsA5vBBeyLLZb0qYSxZmrAn2GpGzAQs8wsbHReDrr5AGR5mjjIxkM6
Ef3CtHOXNOlURO+ztODXzcZ4uCOquRnXxKelr5YfEgeO6bj8PPT+/JiguIe4z5bHAJf4Xo/3JeSC
QjMx771YNs9lOQl7UbW29TiXSVQsZTRHHzmqVe0xnKnOemBahAlcKxdl2rYvAnKPvJr08AeeB+1/
Tp3GrZ5M6I/d7hSybk3rBlsIhWoyhjRcc+2Au/LGQA09m7hyp7OYhmv5TGlUXhSJwomb9yLCPOFk
Qt32UepFe9GlPhomd1KmvbLyAuTVjGyMcXVHnkADjZQ6W7FHFqH54tqVn23CXKL1SdrMtBdksaaH
qOuHD8acxh2Sqq67N2LitC4U5epH8r8bEh9zgTk6mkYE5A1d8XsZBKNYKY1UYylAyPhLpCS6XHu0
MKI1Vn2PCMOp7S4TmAQgvIMcK4brDR4j1imv5KIyCGlfcOwKXkyXHFZ8hFodJm6gOrnqTHyzqO4E
g2Zk7BNqi3QbO3nK8pvn4rEHqyVXc+OID9hIjSc2G6ddF2OQDUs44o1NaEXcf2Do8CXaWzGz9HWs
pqU1aZTNeTiym0AEj/D6ZrJpNxL3dkSWWyJpIPti/BzWBs6wsASLvlE+grkCp0WynbKEpNlSEL9I
rG/GrpyaaJXWEwm64aoya/nJ5DnBTYBwptrGdavFwla4TQm0R+iysNnNPrtxqUB+SYUCoHHFgLJp
7qgrK5z2K11peQ2BKa3O4IL6MbJQq30QUyjlpoQ1Xy5cLNjeEktxRVJq3MMz6ErrpS0LyJBlAScb
TlqiMO8QcD0tXI/ghvP2pEum2yccfOweQqE2kq+4uPgGFiwYjL+QqK46tzJtusAxzwfZxR6KQBQT
mzkKk2g3YXd5BVnCUqNFPPKxIbbKrXBG+wFi9zis/NbowJihjSQ8Jo/lASmTn24SLPbWOYM4VLAe
IjvvGMOYkbu89Ud+gNTR9rguTS1AlLE89OveAQ6/GNuZma8zRBMLnlkTswSgBp1IbApn0bvSiOiD
OMSOSMtgpFsPg4Fmrq6BL1hp9EArJPLXpOhyiM3KkCeqbuLeWQWlDp9FYnHG7ACkSAg4Xf/UJyQH
LYmmnj8WY4IvlEeV2OhpSqC81+TsYMiYZ8I7ppaYYGbQRccAGDhU9hkZe1h8MjMCj3c4GU33LKoB
05ydRAAByD2qa7IuBbId1icEny7/h7dq25TBxZd+xq8aAP9f9rmrl+K2bV5eWhrd/wG624oe2d9u
bv/b//yX7//7f/rN97/9w0872qc/8+PE135nucql1QKPwLKBqPx7R9uw3zHpRZZimhYtZcc8/ak/
t7TVO1oyniNpTxKDTafo30e+jnrHqNeEG2khFiG9/Ne0tK0TOvMvXSCXD2D+6UjLZvbse3S+vu5D
2bzg48wJCVRBpPYecpP3hLMmJ/t1tO9ELgAOYEMOQrYaRc7VeeNyVCrdWG5+ctv+Si/2S8fr7ZUw
koEy43MnfMHN+Gl3HaYA3h+btie2wzJe9fEHukfxQUwm4KisIp/Ot6MP/uRGl04aoS3rmK6T8DSE
T/RAWFrDqXWRwJHh3fYnr2rtWfENwWjz5S9f6Zvx7OmW0ZmmSnXQwDKQeNMj7QmAC4hjwSXfdwn6
QvKhAcJyXKEniQk295G7//InfunFvbk3vueZQHjo1NGWfdMUx3bCvmo71GjxkticiJypEi01Zj4q
uKnchB78KSPoHmMG06vSDpmDtqNYaD8GRuMj++kG3MpDSgz7l0v7Ve/95X+wN/rL5OZvv9Lf/eO/
fv/7f2ZM9dM3+suf+eGVZqt6B/TIZUTlm57nmHStf5hRWSY8JN/lZTYdW30ZN/35hbYRapinLrbJ
SmAjReCp+bOGQ7wjConXn/GS6WJm93/NG316+v7yqJyCr3g+eaHftMqr0oiV4yFUc+bLkOac+a33
k8ftb/zVb95MXrZiaDoj21Vjgb/K7nLArL7jY7wB5dJw7LspVeZesEGro5XQHWrjwv5ckBAXYgiG
AbmMLYk5obZNtIOistDEzo0gOF4S0lc1AAMX5ug65xOGsBeofdOVtjLiYvTkRw9toPw1foz+cm7b
6srPw+Fe1PP4IScU9ymp4/I9mTEIAGu/fZnJs1wNlazCpeGL6joxWnXrt/N0o2kHPbb+PF4Sc4vx
du6Cp3rou51vnPzE4xSC/RllnL7iF69vYs+Aogig5dZ1u/qjyjNrVcI4IM0jNy06aRAJFp7WRYtT
uS/OQc3Z0xaGSbPLBwt0hdOPJPC5MDMzC/QJUlOZPbQmxAhTJ2CAgHgSIW0N0JPkLD8WlerWijwJ
oC5dXO8Sw4rBmE4ovmQAMFW70+eREdiqC8Z4PxXttHfUSbZHZrVzRh/XO6sNXV957Cjgihp6gzQS
92ouXITxiL9eQt0Mz044g/PuyYZfF6kcL1za3+Eim6GTJ9hxl2nee4j8C1CMbR0cde00CwaB4vIU
ZALX1ZvGT4PNmkv4/PjYt8l8VeRBuo5ySf817yR6htZ9iqknb2USqW5ZA1k6U1MfXDLhnzFTAeNa
zjVpgIRkTesxJmN94RR1v6xg9uy4IJfej022D/f2fBwCyVlE5D6g7Va/oiWo8FjSX7+Tc+7fm1Y8
1As70wBY+QXD265zg21gp95Zj8GBDoNj7EzZp/0m5wXBYl/gTcT7K64qx+iOdBoMnmacPBvyEvQt
9S1t39GPz/gKyb4RqXnoOh1lK5qxuQP1IR4uWpKOLt0EmiKueT/NkWkOwavPBrTxgahsnb6ai00M
K/wM1fsEO6kdrhufBMtQ0QAOC69beIOvATBVWXA/l1O9HIpxOgrPLc48GDjv43oKr3BcxR8SixQm
V0NFtAeojQu31+kZPgt7Q8QuiIIApPO9R4Lnx0FrxkeMITS94LQ6hlMavfZE2azKJilpHFSzibK7
LuUVYmwSu9siWgVdWGNStPRSB5n3mZNgdN2RGXRZ0fHYlm6htiH5bB+1jJx9klQkRPFCLJomq697
xYXnhk+/2sFcwmmDpvYC4X6DgUZbZ9YwMSQRfL/P4Bf0jnxqAB6xf9KKNZQeq6o1cWxK8EHwP+g8
YESekz5ZiQIweZdnyWqa4+HDFM/ho9lVwaHqJ3fv1FZ5H1OWA8Q28suE2p9HNtcPrV0490pP4UUS
zwywXJFaMJrpGnrcmfN+xuTn8jxe1XYvnkVPRBl4EBKh2rqv1qxo4pzmn1pDKAO4W/X4uYvRunSm
XNR7OnszF0WK2Y3RVuXGzcClYlvCz9sjSgUYQqfTWUxwMeEOZJUNVbuUex4Ff4lZJbhgjx6vbbOO
fGZtSjxZuWSoqn16a87U5xqXZgBV2A95pZQynrzJGO8Dw+i2I0CLu45R1kYQCLZMe/ovqLrRheG9
qwn1Y0ILQ7a7AHVhroH3iEcMEdNj6KTgwhpGVpgGG3fXaTlvRvC3K7663jtjLjduBbsFGkR2DuUI
LmSM8lRxuAIzW1mbjha2Bz7ZGPa41WKWxqTrb0CGJIcKDTGrnLTM23k0TdDpntArf8S1w29P47KU
o9xlEUNQcAdyvEp6qzqQwsbVhK4RvkSTkbxiaxhbHCkE4RmBl3bgtUbc3HlSXY8xubDQfv3mxkd9
u6rJzdr2YaIvE8vQ16mS/a7FFX5WdHPxmV8jvhzz3j323qw2ntH3D11Gyvs0h9V0LUAPpZiYkXUv
59EuOWATpYW4Wekg2PSsoXg9y6BZ0qEqK2BPZfLsMr4DLZoGPdgdo7uMG8dnTFkk4M1OQu0XIy69
bVCFU4UXM62iDU6d5npWY7OrR8e9pf/VnzEe8w+NmU1XZu3YD07dc+TFipHdD6nZH2an5AE3snlD
H91c9tYkLs0RHcZi6MP5oFgIrluR6cUYxGAKUnKuxyG9ofj4EMeTuJhIODmDeSdg7rS9++oZybiB
0J5CMM/VXVB4oOWcRDGF9JCS03SLVqpjmalga3yqCDTftdiKNkGb5E/RlKl7e/D0edgl5rim1zTf
RWk6MKyM9K4n/+2j0Imx6vxSHcGXxGdhYZK87Hfh4Jy2vGFvlcrdOkKMLMDMEJ0admsdjs2Gvnf8
YFE4rfu6qW8HZFof6RizmPA4RfeES9BFqg0obSxm4aGdyGsxQdm+9AAYaM0QfngMG6lWHfbYlTkE
/VM5CmCOeV49GT4c4cE3sYKF8QyXLUmcbSWSgXk6jGJ4rHGYX/hBMVyqpID/UQ0V0bi6zBfK681D
YxVi10c4a9O46te27sWmqxLrQpgDTl60809W5pKeqGayNQHOs/mjF+2W9LOHdj2KeWRURvJu5QNZ
dAH63cYV0Bx/wLctjCa7HapRHEmmd86Fb8mlm0811ko2nq2lImjMru/Na4LNLVjzIjAORe5Fj7pv
phvB3Kxc4BeiQchQLd1bBcy7xdxV6sZtRXLt9FZxx9pco5grW3sJckGfOGBNtQpgg9swk3rM1S40
nD2sS3XkwCnONXJfptp5exMYzrSmHiqKVdC26hg4HT3GE0lqQWc0uDzJeM9dnbSfGhvGS+zH67q3
MKUWWRquR9V5D+AG+k9T5YljoB3nMFPlfhCkePWLvLfETA0E3d+i1bVL7Pwln+iWZUGn10ZKSqzP
H7kBNkPHbEyD8tY0fHVTWDmnq6hzMS/KelcaLPV1k8vzSaMK4lcVp/FN6H2A5FgdurEl/W/I8Uyk
ns8ctNLNA3jFZFOiNdvz4s7bIkwwjEdTdN7ScXpFIHDqaJVKxgtLBrC2qoZJlSftEK3AYD4VIOie
Sqf0Nxj7ynUZTuExy2QAbtSZVsaoxXG0lN4xcNYZWESZMD0ahhS/Jqwfej5Bdp65rsH71lVIKyhj
cMY01vtJKf+Al2C8IZFT7NJKO5hn0UiMZNVdN/jtz1QJ5ntLT8x4UDQYKTmMbt56Q6u2EWvH1ZgO
4U2u4JWZydBHC57p+haWG6c/JzrFFWoRrnHGOdjb3ASYReW09Wr0+md8pxAogJ80lBhbVrBgN08B
flU9C2cTAOPcsUQHD6NlDu87UIp3plbhHVb5+FBU/gnCMdfr4QQGC4IOCGFakTvj9xQljn6o/WE9
Vwz2ywAwThVngcsYVcqbWNvutudBPffhtWEGxTJzMSQwxIOpIxzU5XVYh3bPEk+8+1KENIOTWRFg
pzGp3hWIwq6ZfKWf3NQOn01UGA4BnmlwMEhuvhYUg+uBeEy4+oV6xVGHSiWdNXENU5bjT6cVCVfk
BCTD9c9uTxRi7p23jDh5YML5NHwthmnjhviW7V6W701I+6x/+FaWHOnASs+Ew39qDC84ZvWU4MBu
POLTdWDDjW4j72ouarxp/ok1MfanrMVW9wUIyrZYqsIozgpak6Tc5JMgtTWsz2ZsWauOnseFBT6f
YQkjj4WSobGN7IDQTJKJK6DufSfgo0XenU9O4r4qGCHCseMbgSeTNJU57gTuGH5UZtRcketsAJMc
vc/JKbUjQphwNubDSIS9iEpjTURxfj2EaXwBEF2iSE54nEjMfD8B0oU+MxTyjroq3Z0ogMcisnHF
ZsLVzGwqZ130ts2jxb67HREVBIsE6QVB3JTEa9svSsgBQpufHYvAhNro6YZKr4g3EBgB17u5sTWs
IjqPVVvgTg5mb606gRlRxeFOY7AjRgs/mYoJjG7ywbmwlI+VajAHiOpBQ9hBX8/Vqu90fY52TSL8
aeN9CbwFJZBdGmcBtu67bIaRkXBMW5b09g/KcAqMy4b9Krv4xHYU9WNcuf2+bGe9quAmfq5Uy3vo
FO7FEEbeTEHYTPO6H3EaynQctmYddg/gzUa26iY8HypbXjWdrm4bryF61CVYcjHgqFmlTuJcsS6G
n+0yEe8hVSXNapzsyeIUMkabGrUD56RsYKbkj80KfyLqDl0AEdeNaxwtTfw4gAi73wN0F8cOvu3W
ydqWOUo+FQz4VLjpoMfCEDRhwXhGKx4tixF44SCoWZL5gFU8lM6G2U761JRW+V5pnmzFdEosLKf0
FsiWjGpJUeeu2fX8pSIr8iVMCfjwETctwXfD2wuted/00uRXJrilhLmQL3I/ze5mP+uaNedW9zTo
Ua+VU2LrZ9oO+TT0nQd7CFDBG6qZSGZwi7um/5IfHCgyKWzJqTRpp2WNkEKyPOicJkUfAcdr3e7V
9oa8W0yWZ11N2pSfajgyJCpYsLRcKl3MmDwxC9yN+VWm5S4FN7NiVKsZMvAkUXCPefte5LH/MeyM
pNm3U2jHy96uOQL7ofdsJ2m2J8kFYh4+wLuiTUAD4k0DrsJV5AvOXFB+56A7xABqj4kmcyVhWswP
0s7h0YassePo6B7cTlJIs5evUhyrF3OXeU9p1yfPVpmNhN273o0ZNOFqgN5vr9wwdHcCNRdAqN7c
pkx6P/sWAc+VTZmxQBzx2IUVtr8ZXEHatAJCSDFJwrvt4F4BHDx6syOPTOHMC/QtcNWGWV6CcOGp
SBvl4FjuwuVEhulqBnp2P/tFsx3zxFuPfqdvvcQwD0wxx4fWKZN6ieJQHQfCy89tFG4VLFwbRQva
LpB6JXqcLNm5J6KS24zqRXo6/TABDmTwoedw03BouiOWV+/MME9v/QHKfw19iq3Y6jezCa1MGNX8
WqmRiPZQRhfTwETak8xPMHbn6NbciK2H2n9h6Crfe+zwKz/AtE09kB1Sv0gu8yEaAHbPyt3zs8zL
NFTyeeQQ0HP0nhRzfytM9zaXsnUY1W1UjBWDHhMZ9nFonFE43xG+Md/66HrOgpbRX4Gu9/glF51N
vds0DfUiu4+sdr2aJyZJAeEVs+iXoWXHF8zW2QrNZgo//h/uzmRHkiw7z6/CB5AVbB62boPPHuHh
MW8MMdo8z7amAA0EtCJXXPRODyBpwZXeR+x+B33WymJlZWdlqQloQQGFQlZWZri7udm995zz/99v
xvWTAWJAd9Va7p5CEd1JVAniI90GytW8Xe59EyvkVBn5Y9f4l6IzetgjUAWyqKDqY8+LOXvlxYaE
34Gxcm7QQ9HbKUS/JAnzq2Ekd0y1CldQRuhlrd4JZ6lLhGOBAAy8kNR8xEKuvofJ8qYRN9Y2pYvv
QSed3KmEE0ncA8NfgLjeRKeb4sRCBtEgHcNUlXMqYN0HQNyX+2wJiR85MWwmAAlHzcg5sAe5BVV5
lumIyIX+XM+SfzUmaOuGkGopgzSzLgSO7gEu1lNb6ek6jruOTOg+PS1qAQhxgxiSmCEWszdXSBwg
rw0KGUNiVV432G7BMWRms+FkIu2oxzlw6YhFL8RfBU9E7tLgqRCF8FDlN2lvWO8G1qSYQWoZHnTG
qchqyjB6pSunjHa9OM5XOrJVGkS9caUAmlhzxiuPWmJUrlhKD4E4hdy9Ze5Aw+r3SpED+YoLYjy8
kRaUxHYyyUTG4GtGCdWPBQfkorpRslKDUMtEfNVw6NPspuWySjAZM7jcSiUz95bDyaPKYS2kEd+V
DqqgeAMOqH6VRQl+QG6wMMcU6AD6ApmtuZXa8wihzVrWORzrUaGa11Su1t6qoVSLmpiXnlRX9QkF
mH5oB1GBS90Q+YgfqHM4NKWq3QsKjHCSkrrUU/JxCbXD6v9ZRkn6AMM3qNZRkAiIBCO/+SBPJKC5
kJbVcRhT81rBig+TIySZ+Z1skem6jyFzeSwAElo2P6Oe6aOFPacYOvdSHGnBTWdI9HBk0s3XDfh2
8jnmQr1HBTtAZTWYwoxNN7pggdqHwI8xiBmCsdekJNuVuM099lDMTCUEhFOJTmJtoXOBrDFHWg9e
wkzBYkpi9hD1Ce1dGct+ZQdaDjCj8jUolU2u35FkpAnXvtbP64wUrgMdBwNMlGJi8QUddU56XF+d
PjTvDHuGfaOYMEXzpkZqarRa7ul6P9wxexVsykj1bgBu+W5GqAL1skRgn6FcWnEAa6EuIwQ11Ky4
ag1/eMqnHm67LiIFs0hnPkOY7s8akLediDCTtJTIzLdZbJmjreZqf1MFRfSRyZXkJrORoKXVZwl0
6Kw7NckC1jaSNP3FDDn5uOiHjcrJ8iLwaHhAhJGM+RKWTevVYxQCv88F4bNigUsXiE2+00YDEDEs
r/csUcVNO3GgtQNga0tO9rwvxEI4JbgSt0PYFl5nNGJqT2Acn80x5LkzaPZh9Bc4hOZg+2TasNFK
m8x5ix/ev4xCWjx1qhx90KI0HnWVyHJA3/U7MmL1KOL9e56DmWkTjve1IQ6PmjST4dXHSnXIG019
RicNDaHukJEYXabs0lpIHwAKd2vfxGpZZmQPRLGypKCUTdDc+THSJjAbVUGyi1q/qXrCljtKcnvV
NlbqiD5nUmj7keopaVGwhMrmvUl0A/omg1AVQdZckBvCnoiGTdIEVyDb6I8gZUUETV5bSgnmP8pt
BB+1wD5tDGZ/IVBeXsPiwQUNFpwmV2mkkRs1OjimMjUf6J0HsM1Ewm6gcFYwi8e+MB+LWp4/+0Ea
76Ys73b6qJUN/dO8XeN+4fbV2NR2sgjsxabfN790dcCSo2YwEi0DSZ7dxWp6pE+qvUU8mMxKOzh2
DRjgrSyh440Vw1rHOsTStTRRo9sZn8NNk5YgriAbFkoTK4EtiBnMQQPdbemiZjH3uMlZXyJrKLyq
V4Mn0EPZU20E80WmDXNjcbfRnMiDYxRaxS6jNbQeUF6sSyqfbhVL1ARUThQz1aRbqy4cQ4LEdKO7
7dB1ef4o6LuGcyPtMoFuCW7Gajf5fXarzax+QaD3HsVFjhKmn7AJNfpVU43teVJgzctiAiqoryIk
JbnstawyCGiV4axzWnCDcBY2Q0CoRFZL1D5+3+2yJC9OA13RB8TDHefhTsi3SYxqn0NqeJ8HNMGy
HKm51xZS7eldgTIvnQoVLnpUbcA+TW6ituWTFSrIC8OmBkmSQ4ggQhw5uQqWxeGCZRtp7nsO5j6I
jSFKT2IKKXUIOphTDMRPclDXm6BZyI1qrx7GqK8R1UzifaqJEd2kAJm6X4+5VzM62adjlp3TohU3
Q5gE1MLK6OKZKEAFKoL5mk5UozbmpqZaF0Edr7uAeVSBw+TYhh2eUTlvAxKbWONeBugjg5fnsfRI
apJ5m9egF3Z5MRbTNgiRatt6akTofJjZ30+GMRyypCc5MRz6g9AAcrVVrZnUxyYfhgj87GjlniQX
AwzkbOrB1EBAQoPX3PZiIBDSR2uNQ1ypLNxcX85Cl9M9orGaZ/QlwvV4T6eyZuQ++Ye4T+qHGAb+
se7VkE60j5wRyG5Mn36eTWYzitngeYPpYnqtKYBtoGJqLTwMCOHkpuLIzLYjNI4VTNMl7iQfy7AE
KsrRG6gT6F+l05zNwjO6XQE3AhIh9pNKHSzma0qxYVUGNtXpc/1Qj5k2YIOS+RPIYCV1LY40P1xE
tcltoeJesVVW2rfWn3oU9YR+hBQuTaFtEq1n6K2Xig+3jXkfK4lV6Jk96g0EtZDW1zm3wiL1pqJW
+g1rmb8uMLUFe/5sObzgO878Z82f2n7TNFOEsDZEyM5HiyurwYY9J+KSWaLXUNiyZbVWBy17iQgb
qE+hAH97DVlUTm/asGXOMee6AUDFkPAJDGk8fgi1gOyOCq4B9mLWFGmqNSvWtsgQaMHGFirThqw+
jNs2MjPFrgrWF7QIUeiZgdDcIDJA7sSPLqp1yTyYLqcZ1NK6mGUAjCJzJDsg02MtijwkiOkCduxs
Cjcxzj5orVFUA+oElLuhX5jdFLFV234aCndRBOBeSiwAUxy5i4ec8Il5P6BEvqnRuL7PdYcRDcjt
dRUHuHKoBNZxpIASVgzq79U0GONeE2TcxSjasLfEQjEiRzZaOsUY558aZbJmkiQKzmXIuSmUUr0w
7rQgzwwXLd2CCuDBZRma7/BbpPmqiktDsRuSVDbwZbAo+F3U7VN57G8xESCbFWt9K+Yzarkm6FtC
zThcTaLG+Tts27VZtN1xzmFes851D3O7uFjkGX121lgxOPCwesjaaN7y3Oan0ghCSHxmembgGuxC
q6Ipk2q6elumufrZiVn21MIBCsh81Ba0IS0pu0tgI7CiVPIRQXfqhekYx/AL5fqjZZUEZGlZ6b6a
pOYSSaA5LYunsZxJ/9RSrb1kBm5+NGEqLFdD7y711EU3LfFANm3f4gZxrLTnserd0gyzIwSsDE5P
29+mRtlDT0j0Q6PI03bUZgZ0Y48AMZlTTwwJOujLUvvUIk07WUE+MeuYSXihacqogpSc6n7S+8RT
oirZ9SIKU2MkmEdsk7qyoyQf7skaMVHa9lW8hbPJFETK9RckfIa6MlOyTUehra4jBSU8YX6t8NAm
fk4pXXWYHcIg6D1FBJXXF2pM32NQ74O27hKnmfT4ymeyfzTldjFRYa9hgKhXJygpVBAVEYNubhAI
T589RMrSIg13BtEcryowhoepy31U/33nmlnD9MBMJNHth262kSKEzkh7+ilJqgXlVqT9c+xPieky
/jF3Ej+uRujbpUz6NWnSr6CVYVtJBYwadQ76RQLtc2sA3Bfcv14nc/v/V6KYhpbsByqa//of/vhP
/x0hzd/86T/90z//t7/9mz/9w3/84x/+/n/9j18J5aTlh3yR1UA50UVFwe+sYP41FgLFF1kN/wc/
qqEbxhfR27/o5JDVyEhnmCHipF2QEWhTvshq+F8S8nVVlBQFBzUP1V8jq/nGsPtFV4OE5xvxSwD9
j2qm6vcGfi/fOiWFcscgh6A/uhpUKS5Nr4eu98guyQHhKU9fXbTvyOL+LHv7Cz0Pr7sI974Cl4ih
2rRyU/R7QO9zt0ulizggxQ7upNDcIOS2r7S2fvHT0tGRdDbGuDGKHdNfAp+qFl8BAECk0fr8IYJf
6tLctSY8kfrVgD9nQLsDmHZtJk/kRnNw2nfqTKDN64/fu2x+VzHEm19+/6s3b1iAfeMg7PdJBEL9
I9Ze0+iZw586pXacP2k0ysq3XPpEgNK/SfomxBs3XC8xPtZ4sqZruG+2kZ6Ep+iV/1o6GQXYYPkg
yYdjK+yq7ELjBCDqqs48mdxBH3yxnTfMonbFc/WJ0xKo/irc0njZ5Mf8mQAdRtUecb1evZ42vqs5
qJ3dzh0dQkpX2oHOzgrMkgvcyRbs2Enc/EpYvTLtXeGNQi1+iA8yBgSyov0HDLW2AQguvZWH08im
WkHrewLZmKZ3+Ui0LQEjdwmapkEE8PVgIeNNgN+bOQlkpA11dtNfgU41yYFUnCndPTc0ZncJjsZF
dbFCX6DYYFAJXWFOQn2nIeby/VM7WUjVV3QuKoVM7SsQ5QULob5J61teEPNhW0uO1Ogwn0lF3KnV
ASm92t5X+Y4ZsaJtpHKjUy+pm7G/JivPDFgR12K/Vfp3vZgcWVgRd5cREcs/HJ+06WaJ9SFEmUDM
bCOqbvkaOt1do6y15CacjxqEao8EbNWFLY78Z0C1virdERvKPZWk3lD5g4ytryAS8o+0W8iXFcpM
OkzR06CjSYc98qK+iW8dyzwVFSw9nB4gX4UVPgh+GjeMdDMiQIXyVcIDfWMcab6qYfqUrxsubKNv
hXEzXKLHUW69ypIeBp0tJTg1/npqbhkT2TPM+GSoHB+fb8LXLhyjzpGKPQwSVBMveASkwK7XqeZw
nUIXQCZWKxyviuGE6UYxCGVylHvifRTID7EHt1fbRtN9N0UrJTnpTJGs+6b3Kk/2erfZKi5Tvztr
I++Q73uaJ7rkuxGcrK6T1zz6nSDMb5g5P8v9GED9+gkb6Z2GrWl1e+GSXvu7akfgxZVy0o7KLj+N
p3yXH6Xr7Pd0qL92rf/yat+ohCkOFAi6vFp+6O6rU309Xorn8EJOrRuf6lP2NF1ytz6CjP7XvuI3
/nh5MlKykc1uL12JO8jk9/O2WhMGfNQP5pW2o5Q76Bv5wTwptz9etJBlL9fuL5ZcHNJsQF+vWn06
dNIoad1euQIQDbsNTQWAKOnBOkW7cavv0tuRCTwj7ftpR9DgBtSxl2x4BHa11+34Pa92lG2zyw/W
m+L1h/q6vSIPbZ9fR5GtpV7aALM9tjjx8HNHDsAbiNGk1AyenNgB2L6EFjFRRxC4bbiWVeaGssOE
hEaIfERn1L1KuT2co9GhEWHhKpgc2hCxK7k67mS7F+3DqfDORrNG/tFNWw1zzmN5kNeByDN3aPsz
HmCx8sqWMBdisXfByRr2fnPAF8/oDcvy9DnROuVj36MsnD7HBVNE/3Slf6Kao1GVrbOzSItotWg+
Xqqb6mTtb5u1Ak8zX2kS3Wk7ObYbyhxcqN1jHayma7KwQUmjtNLsjpfc8gJXdLLo9rmMJGDGIhfB
YEUtx1KSOka76QLPlNdVtuuqD4vVtyg/rcekeUvLp5bBWv4Z0Cg1NoTEjG/ycdgLT4mAf9iRVCde
M9Ytgw3Oi/pDfI2PyhbVkrYiq6R+C17np8EgOsYB95G9jtfiGaEdi9Z+TJ57gg4yp1YIw9nwCxJF
ambT6QaIOr8oW3eB+TFGXM1v0WlyqWc2xAtUZ0td9hG0otSYGxiIe2KohgemQDfiOd2Gt8pj5xK/
5YU8kumx2GCF5yFqnXd6+Y7uJU5wZV1z9aWB5dGzIM+Sq8a9Ijslay8Gzi0Ady9Z5xtKcndekTDn
yeeB/pdtuqiB3OSE+1i0y0PvjZ51JX6G1/vAwRRpRw5f1Grg5QlL3qaP8KKvunsdrCSKBycGj+4O
Rza9reH6XrQyd3zEcouSzYYvoEQOO3e4Kh+mK+kUPDfJurXOgcKafN/wHAS3OQVQATUcJtiUv4of
1r66KZ/qJ24CMoWqxFXjdT078NFMy1bp4NmaW2crStNPWMO5G92lOA4Ez+y3Zr5ub7U6sMMrqSJb
4k4DUo3bNF7ruc1ARroRpwv+MeUsXpu0BPIbzfSUG3ErnKEen7Rz9SidpyvzILis0C6JNW5lo850
gIY48+pWt4NNcSM8onc7LBdTsBnF757brcWfjj2iq5zcC73kiHBk9QQs1etuda9dhy7iKu9ptN/I
1POmQ/JOHwRO7Ut0nZ78S0c2ts2snzQowiJ3VbBafhr8lt28Y89yQpuenfqSKOs2ckhyCyuH3nUz
uNKr1K4IjAO9CaN+31tgL8GBsvGLBG/MHC9W+nTDfTeyB0dE33GaW1kryyOJes/Tpr7j0C4eRQuF
Iqlug81J0QbzbKN/0b3mUh513+mnNY25zBHWxYEnkXb6gdZPGVKQHzRXOAXnSLgvng2vPfR0Pzs7
y5zhc8DKbm0nbnz5KPTrRvHEEVu5B/YFQpDW2Mmz6gYbZExezGlJ30oP0oOyUd12CzHTXKfNFt3g
iV7zqTrpu+xe2M/Xw7l/k7XVWG9wjxLxzhPJ6BaEMRH3zAfit5gh6HlBPTMbLIAKryvTCdItuTp1
RwXqRNbBTPY4fofOacazpmzqZj+31zIprSD7ZeKJaE2ljjxf+9NpRM60Jh9vGHflQ35J9sG+PTTJ
rijvZempNF6t5FkXHozHYE6eGDdvGFH6kUgGPbj522D6BEOWkxRyl57Tsb3Fq/7K6MNtA7tARYKq
mPexiY8j6XKvFtxS3STQdUUXhMjV8F147G/7a+uhT0vS2itC4+SGIAhPh84s0Injw/DFJ6vqI/sw
n4wb+Vq8nq6yeVyRN9BCTXlrXzC13PTn4LEartOhXdOtc2XCzkfiLSXOhLLbVdVmcZZHz0G61nIm
WxzzlwxICBB3ar0Nky3RYRFHqPomF8juuZgf7buqrzg101lM+kN3aq/UJ/3CIaebHlVB3xpoeJtR
3i7Srok1Ah7d9BJFV32/Dnp485s08NSb4j329z06ZeY8F/Ne7F+T5n2StsJjdt8+qmeRO67XVhVk
Ww63oJ6tV7kDdUcbfjXwiBeZTYhYST5A5/nIpEHOI6EYOX2WvmMQPVByFA704Gg174plQ7YgnrMc
XMAXlbIN78q0dwvUP+2D6hhHbXBwGuJ/h3fNDlNFa926ySQv9/dKe11JXqlcdUhPRLfec3pmrKkf
1E1yVV18D5lSeK+FNkKcFCFzRzwsoTEOs4m25KjnTjDFya7jIBq4ar8nQyBHZaS6Iy3WjDuMbvoT
uxsfzT+ojnX234L3RaFd82PJgJqyJ52hVNh56WQL07ZXPQ2ohOFwyhwIsVDoi64UFghlhSSOIgPB
l3QzW2et3WOhZ53jO40/ezSJ1/KBZjv3XrkJ6xdF2af+IVNf0Rv7FIDaluYGtZ1U30V1bpekoJGz
nCAcgeRSOvECVXE0aa8AsU9fpZAoWegsnZ6tUOKEyX1Gd10f3yP/lm3T4ADTesLVdM/aeMa10fDU
C5h9T1p3Ss6qG90kL9pV+agUz+njoqR6iC7FlXLn4/CW2ntmgsW2cQg4fL5mTXJbu7yLCFRyy4pK
K0ztcOQx2+SJy2SGTBKdRKfGUa2NOUCGVlZINIHTQFbP94EkrUTA3eJ2Ytdbz25yXS9zgM30GhRn
+QKnKusTYhIA3ea33SXkpxEA9yAdxdvqGjFNiR99Se1kBmpTXI7n4U2ZWCZW3HRV5PbpFvFBbXdg
JuzkrXCXYaOtPhi3ptdcp5oNrtB3cHDAnkou7bPJEBf2gby2iHZUb+tyHxHwxTQ6c5nXElyxAYn8
CpY/vSOywtx3l/ycfiwA6CN3OKNZ0gj5RfEafcaHkfn3KmdYfBcekgefzDcICrSlbCkgn2c1v1cP
pEunqDvIBFQdWd5UBmIsMphXtM1rT7xZwu6W6Yv97xCAV2SRJD14iXhASj+txE7Z6GZ8Fh5pv9+h
OWcHSD7gP2LJkMRT3BwFUjb8XU251DT3JBVpnHK8QejtEN0a+TOiSDhOTX6x8CRVL12aukNHJhFS
UcppotIGet9j8fnn4/df5Sf7v/ORnl76KP8s/g04SLEI6tixfrtX9sf/+QewwX/8z/8IJ/EbJ+mX
v/ulRabqP2kLzVDXRV2Fz0tT6EuLTNV+UiyaYAvrFgulii3sZyup+hOmMtpnMBJhjclLX+1Li0yl
48YPgYSJnU1VLfmvapEp6uIx+6VwgsxoAUXFx6aKpmFgcvumZ1UhtZUFVG93Wh/fJNAajrgHgLNq
8Std+NIN1Sh0sq4qX9u4tUC3G4UDJEk/6nJZvmBnn9y2ymcvMnGTTUJALKGAESRXRv0Ik5GjTTXf
q8oouzVJEl4HTxMVYG06GXn2635Uos2sKIKrib66nxiVHqRpjNZpnlhrRC6qEzTqGXK67g1S8qIY
+bTNmohXmflpGWoHGzFJ6EDcJ30JTdQGcnHiITJonKFGroXxosReDz2jLBkszUWIjrAwHQnkkjFB
oqPL/lxxFEPABBfIxG65NUxW3Ek5mzDdozp+z+boFaaDwhk2Q5ol3qthRfpBk2Edmp+aVIP4klSX
zkoPgmhyDI9ntjRQOkBaqbnNCV5FwVh51kqeVssQGBjrkM+gQ9i+mXzKpr9TwRHsjFZAqq0lr+GE
wZ/8rUtg9MexZFRhRBhwoh6+OlnEDVVZ/GqodU/PforWZsj7L2sxvq0w6m2jLAqvMNARA9VC4dv7
Wjut9Ykxg6gWJFQD3IIgodKZMsx1ZvEl1aovHcaSzOWkmoifGK/L6lkkFwFlSv6c9jlT3sE06ftz
FZbfKvT0eZjqSz4Fe39etl4gcCtNY5YwVIhxlF54k6Ils0cCDJ9L7TGcksGps9AgGE5NVybyWJTK
74LOKbmp02csEqVnpNO4a9I64rsfgaRPrZQ4RTe2bl8LKCV9JMJjJNZHka9HtoL6cRRDnY/eE06T
xJ++KtA3W95jlz5bRHEx0SSVLBOL62rm+4jiZWfPm/K5jC1tg9ySztysSAdwM8UGxZt6mpZbZ1Sa
o2VpAlEOfXcY/a47GHqgwtGfc4nF18jkmzRIy1eUMdUZ49JjCU9UjuADzxa5UFX0WjJWXmljcQn1
dkQISEfTry++GjMKivNLw7uNq+YRCM611DBSmQf0pk0tJC5q+1ejS8hg6gpHVVOoUYxdqfabkXlz
qnoqc+wVKV2ZnYXCLqzLiwWOicQ6Pm+bJ2hZtVsGl2dmoflay4rEKyK4+UkC0qKZUBIX5OdiOdZS
WweScd9FcX6ISYkZSRdl64un9FquNWb2QuAoQc54i+cMKfSnNklnFF0jR/qU247FXit1AYIW2DZV
zrgJdRHBAd6ERZUe2U08Jo6VLfF44fOslyIjfqR1acylHUsDYEOoSsrGagdUXbD9DvqstV7vI+Br
g/lIvsngjBrfp4if0UPHH3AtWgkjUzReRXKTr9GLM7ZO/NQuNZrJBQpOOw4UEiAkU7NFfDCOplQA
YBiKejPTSQqV6rEdWRC6Cel9KZK3UhVB+N4WdIAitdr5QvTpmypKfmRyINucTI2ocvpKuzZYFhW4
g1s9R0mZNjNqqYAL0DFbI4KUV0QKBJVcmO+5kqgQLfGYxqK6KcxEdHqVTT7UZJyzTfiOjOs4Zskn
IIj+Po2ZzMoq52W18k3mfby1xgoze4jbHFmCPG6NlMqedLXHxAxea1l8McU+dQSF43Ou08MmNRID
EQ/3Sk3o4iYq3HNzAgJrMlgHMNMTgRqZkINMgHDlpFW7junqJlHy8gq65kz+l189dgUJhyYBgYes
z4l5L/A99lHFGa/vjn++b7Q2LJeHLSTBkEfKqmcYTUk9bUSJm2xkPdoIJjkaahRZxFt0x/9Xp42H
CN/Px3v08m/hvLFQHH77tPGnv/u7xeL+76FW/OEf//m//O2vbO7LX/15Hif/ZIk6mzqcHElSFhj6
z/M4UgxACrLJiwZoC41zwJfDhmT8hBoDCQgpBRK5YxZ9259t7tpPuqXh0za+MC3+Kpv7N7iIn1vR
xp+BFl+NlgQ/iAocec1Oq+NTnGS27Ge7pBUZzKnOjOOwV4RHEH8nFIArmYkwHDYedCXYIETpVoPC
4Gn02cWVzVcX8TuTOmz6X59+fnlH3wy7Rq1FeQNVaReX4s4U4DyGRQnsCv3e3mSL6NATICPK6O5M
7cHUYhMGVSOusrl7Jwn2Hncwli113km99ALQjCpKMA3HwDAD7h/Tp5SntwRRGx5B79QSc4yGuIhv
ZCMobiSVZ93PxF3aRU+qMu/mGTpfFp84t91PcxOQ3V0PmzxtsOLXgubOCCLou/IGmfl9aKa/DbLC
iefgWiyK21BMb5m/nwzc6tSjtIoGEhwUBCM4OqS3oRbvpW7U13kqXibAcNT0/Ktr9asZP8WPL6iy
9Nt/OU7+ywUVv5ltSC3bQFuN/c6KIa/1SGEAttMgD/GdWTCrSguYDztZF0mryC8PYOWfYNlDA07w
II6B0zdYPbRBXqd+sckC/WOhxWb9M9rWVS6M1y1bhoOhgTZzPmRbVOoknspoH6xY7t16IsRimHtK
OnVMsaqzzqeqfkv2MJh/oz9XlbH98UcF2vL9j7rcU1/dzQT0QkQQrB6tHY2eFPlSHp/1GvMHWdrw
RDn1qT0ls+YbD77C/TsZw5MakWKLmZlo8rbaDHjcojK4EMy0pjh4w6EMh6uRUcMGKUW6zOmyVPJz
iKEcr/e8+p23/utD/y/f0jcTmoRswQl7QbWr/WADRw3q4S4CBIY+1jEUeS2q/o2JYxV+04o4xade
F+91ehJWFjpJPTil0aR2mnD7ShWjTExC8YocyoMFwsoyiptgHC4/fqu/MSxD2vbrqxzmZYhCPKx3
HcoyKaLXG1huArRy6kleb8fgDeLXtjCxDynxZa4ReAFzFDdqr9t1UR6yZTw+1sbux+/nt770b8jL
esyDruHY2ZkKICgILVrHk/UlkofMgOCj+M56RPH2/XuKUvDreyoPLbK3xZoB8FQe8IcfyPUeVpU+
t462BC/2Rt6imkLYVKvSmiw0WlRh5K9SObsEGe5s4ORXftDuuwafQ5Ama0WjZYR69klMk4skNxtg
ZR8/vha/hur8chctd9dXD4CRJPUIWKzejXnqqMGHheQyQWyt0RlKDeN3lpRvSPe/vMw3Kg6N9Y9C
Bk2rVAzbJVQUFRXXB7OhbK7UJfOpLk+dSt+MDt2PP5m8VL3fW8a+qYb9HGzmmObVbrDmizqZ+zjB
VGAxu141g/6ZRLnv1NMo3CVBZ0dTvIl1jWRFAUVC3YI3ilpOQOCi6QGJjzD5lxTg/tWCu4Yba0Ic
apjZ773X3/oavtnDdG3C2DiZ5Q5x2xMxPTJCcwaOldqhJFdnGeNLutYDzOFy44XaPNqmmj3U8qKd
DrSS7PjAncT2EemW4weEnEqI9S0wnKpmJ6G+H8boDf/+zbCEHHLmWNjY2BEz8f8c6H77pl/ul7+8
2Kh9fn0fzaj3hlBVqh0MVaoTNXewEmD41G/FWX7QhtaBfbjGY273Qe1gVEY1nxN5JlwBSDxOoGtR
EZ3x9K5mubsZMEpnjfHGQrvxAX+ulAA344/vC+W33uo3a36eC+mU+Va1ixtBtYVONg8UvcMKCGLP
PBZfZEBeHm1SNO79MDIklpKbgnrnSpMCnREp0A+jJyE1Qb9uZQT0aj6Ne2iFCmHaTbNJ8Y4JQ3xP
DvDdVCjPlsRcAZX5Gl0uzlkp5CRCwzwaRQRvxrQ3M+oSODC3Cu69H3/I78umVH05B379XPtV0pqF
KpWkM4e0eKO9rvu7TLc+ek3aFDmd5PqRr2uvzYpHvNtezHUvxwbxOw+8/v2HT/92lp+bSA1l7sxd
UqSinc5TZvcZhx4dcxT9CIYSKtUciY0SUvvhNVHUt1KAKBJ1RsF2pdRrXSUvnnaLk04aj233PmbI
VpANdqu2iQNCmyWsd2VdYfEaq8zBg3UuywRxTWAbhFspZb3P0n6vCqCv4T0OTo7V1rXMiileJx/M
ckjWlhBsUl9+mcGwczQDy1chS+EAyGmK2L87HDPYBxFtsikxGKrEG/wJSCphSGt+zPRX87HNYjlS
cIT0eXuXpMZDqCRABdEnq2lxyAJlU4Yoo4AleVWoPv34C5a/K/HiC/5mEzNQdpp6L3c7OOrmCr7x
bQM70QGagk5BIeJ5DBHkKDXzYqFraWQPMIV0FkWMTWHiAYxAYpGoL1ZIvGZULsmFfkC8bNvCA4Zv
XANM/52bcUlw++7i8M2OSL8sqHql63dIgE51fzT6k8J8ho7iHgVyhF9A22mDITujIbk15wJzcRFY
dW/j3MdSm2KpVHCMz59xXl8l49McpEdDMNdVCbXIrDYkN9kDdT3A+k09Q/ZWEVz7/g7WM0ccDEEV
GoDimQjXTabIqOeN+ibRjX2h9GsdHNLkSy6gz1RfItKgCVEvv4+yAddNtiNq6H/ld7asSF9ttjjA
0ggLQb3TBEtdt12U3iaY852Wgd9WMuFh+2a0TCnGGamgCaGBhVqYrXUnafNLBJF8o8YzrcMsT91G
rIA9VWbmSjITM0UN1U0zweb8nTe7bM3fW9GX3//qzQoT3b4gyNpdTFuJlCZrCraRHk9HPw99zsrm
VUBEPNYcHkBR6QysI4RnY9I5qLoU3DR5lDU0SMLo2kQ1fBkykyR4LNxHqycdGbt6S99XFGjlJrGr
N79znlka/N9929/s+tP4v6k7k+Q4km09ryiuRe8e02yRmUBmAkSSBCdhLJCM8Oj7bvQWoKlm2oLs
jd5MK9Iz7UFfZF2TCIBF6NZMZjVgsUFGenhz/Jz/fD9dYZpDCw6Gtc1qsum8itFo07akjE1He9ja
ChGTVKBJsEwB3t+lmVy4rYPELihvyfY+iNI/Fe144xhzndQhZkZ6jzCtdekH1H1nocjlA2GNmjU4
imQDsUJf0JpP7lKkVJjgei1rQz21XnBu8pQGsMC0bzJQGzeWSTcPvfnmki7MYFkaKUe7TiapaJp0
QWruwfEJ+uao0a+TfIW3BgCl5ElW4Vn1Br0GCZaedrgrfQzttWxNpm9CPNSGwBssPVtarl3vUFzH
rKM5qsfHhj5CF2k4Pnq+yMley9njPEnoZ+iltfmbs+VVAGOUsdtyeS1IuNEaXRRcJuq6Lzj3Un9Y
YpkaLGHGxkuRt98Hmw7ShlblpTHQf+FltFLkVu2syxwtQ+3s48m6p9vt1pqp/UZpOafB7G7tLEPn
YhnvHFF/cSvB9urlBM/7IrMFALB9HMtPYdd8aQbegYMcnnRqeMYe8JNpik+pGZ6GBM/hJKdbAiwd
TtJ0OS1KU53r1Pg6Rurh94P4l0/0KjKx2HLDQWRkMkpDnYwxwgpGdWbzwbeym1Bz+4+O6SFhIeG3
Dg3bWJHr7dEaa/vKzkOxZYNxCpRojnFHV7Xa0lUTvLOu/iLvQ4/By9EygXQ3NbiwPf1kNGhbpbdw
rDrYWomLlqUlpxlnNMxp7qkJuDZPXjMbyDhocVMDB0cwyFhX51Rv+xYLR0PH0ZKJ+M4J8xf3C1e+
umEaE5yUojW6PSDknTkZ2z4PyNzKOyHznctSlzjjOPSkpEZ4/zfflvNyRFIz1Q0zwW3ZV8aW1ost
Rik0Yyl5CH2J2lXf1sD5S2jV8dAt/Mi/1IhiTTWWZFDQjE/WBAyh+XuKTYT3Lx+Hl+4AZDCGvei6
ixUlYKIbpAt5PJx9BKRIoMmjOHH2HSf6Q8YuAZHkg82tfxnZk7OmBxrBhRE858qGIVFFX12pvaOW
Nedn+MVZIt8efHrRakO7b0OK3uRwgi8IisMfdGB6+6rL4SkHCDGp3myUQrVONiyp6y+6g3BKkQ0A
YaTfdLIrNmQM1J7osr9vAletLCN5cDprPbnRkxBc6DKQhlnZvIOc/asoS746BP1Eg5LVyBahdndx
GkCYVEHAU2uSOlX6ZMTNF1pnmyVe0jhoN18F+/MimPk7ThseUxr961kCZLdUPIKJ+c4gmMjQ1Pcg
I6p9ZybOO9avhvfVmecWGhj/3mn3pkF7vKdHd0Y5QBPRs29W2XJ7yoOTy8UXSV95K23KsjnHndDp
5rdTHo8dFrYIB1bpfxIVwVnb4y5mNtvr8/1L2oL/hx6c/69S/RZT/K9T/f/5X/7tf/3X//af//4/
/ud//PcXaf75n/0zzW/p/+C+DVcBJfTsnsif/DPNb9o05Dg2LTTU8+mwYVP7Z5rfkv9wDS7PpP4F
Vmk41f2fNL9l/QM0NV08s3ftbK3n/UttNy9DdgEGWhfIFiBhIy0waSV5uatgjO0GE64b50irx3Po
kJDtZvcop+21o99OOdctmv4qyRVDBT3ZRK1oKNxrpNrdmiSxbyc26Xcyjnd4yZQrQJWJt/A9EW41
U6fB4qfxPf852X/27n11AlwfGDg3SG34Da5gB375wOAqXFZsFZwVJnL3VqA3y8GMKRRXJuqkNv0M
GdB6xOYMGJQWuPm2pOb3zh78MoszP4PhCZMR4z9e33U3+Sl0bso8bGyRJGctcu2TPwnzKxS2cmer
GAdHgCPorUr8Ud756vOB83+X//yxvCAsZvnm8y/mmfRzxB6qoS4DepbOIcE353AvaPVJXfMIXERt
MbyByl8UwaOK0RQg7MoNVOzgMeUiFH6sNumQyXuz6f2EbEWQren/Nt45Ad5Op7mchQcu+hnPQfHy
8hFT36rHtsiSc+ON2W1vdzQqQrSpEMR1Y0lflYCp0AzO0epCGjffGaD5p78aIG9Wxrg2a40y2Ktj
qNZpuAaMmp1DVR0jvQgf7TiOjq1uGHcaIOO96yYZNE4MxeZadrWrS8tbeYnCXGYM3w085/fx4nFw
IIRe7QghXNPSX3tQTpHwCqfJFdiwhCXVFVb/zIXFOOoeyNBNqAXO10lq9SX3aCcj4Y9dhOkU422g
5YAG4oxO8lXbjc1Ff/9NvV1IWGO6lgfuHLNl8SaecLQIK6S2kaey0Imhhnw6yt6snwzMCLeZrKCK
tkhSLXgJhySKtD0CjHj1+zd2nbIvh0jOaqsZ9M5bM6/ppZ9WUghJDMgI0ThswGDrOm1xAVGZ73pN
E/d1ZjCPHc7n+yAOGxSklBkCurtCVJRek5/HMISBgZCI5u84SD6Otg2WgoboAmQBLiWt7Ry0unEO
Gc53z35viPvBLpHHQPLejPHwWA4tAEvsB+0l667FP6M89LoBRrk1UogVPW3THzN/ZCGN84siZdRc
ymmcDr42NThzlS19Wl7+5IeKR416LJ6QtI50pMcKU7RcjSc0S/3z74ftZRzARjBzztn6gTy6zCv9
1UYAQjqu7KGJzrbq3Vsn0+Ob0B66zyGGv8s0ibtjmIfGZhoLlOwgtG/+9Y93HDZAF7Ubxr+vgvHA
SyAZAkY41xqSFr1E9mOEcIOZpdUN5u+dtgjCpNxIWzwXsWWef//xV4val5MGPjBJbIC3tERarz0V
4Ax5Xd4HyVkHjEAzB9bbIIWhyVJdmPpnQ9rF03VSD6NuHCsRZj+MSoY4i5U0PS9ohRb3hQvaJ/cl
8uYmKULcjdraOIK2ZaGClOM14jEykFis83IH1ssAz6SrbdAq/sjIW7pZsAmDA4PdPEohbRg/TUDr
6EJscZZcSccLx5VyYLAstDQzjriC8dG9GkAgZVNTxcu06owZh4X6P2vJLOL7YBw1w+uf47F1DmEZ
pJ9DvSsvjTfRoAVv+BBeN3a30sU9kvfiKVUFP//3o/uruSVNxsg1DYOo5NUe2jm1BY3eic8aRzwV
fva4c2FYwc50FMRprqB/ZDrWNak1kucG8fLO5Jonz8uXy46EPQWuHkxu63VAwq2LQIQkySmgbPw0
esm8ouYdCmpF8YTnnPPOYW68TGHPq8mat0AiIJOQiq/88swC8kDDuub0J+IbFnEcetU+yQria6Mm
L6ZlGEYpVIxKFx1FfQnm0xjxpUBn/fuhN94eGDwK57pEUArU6m1SH6CSVtCHH+ohgF5Ze5uiLYEW
k7m1wMDpCoFS7a/7OI1vm4zZxHXUc1ddDhAmos9jgu79WargnevRm1PdItR0abudI09ez/znP+3S
2DxiT1Lm+km4vdpikkbt07TCtRnnYHvzwlvY3mgsgnxS78wG403Mw0ejoZXEOxIQyetbL92CAXWO
xj7JuhCXoqPtLcdyDx5HxErpoEMd7boTZyuzSE76ib3AyC9Gol1jAxWHerEaYbjcDOGY34Ctbd6r
Ar9dLkwZNiKDHnh9XjEvh6aE3Rr2pWmf8LdtLiTiYQuWbfulMcLqNnRUc8KFi5ZG8loOsPXE/eOd
OfMm5kFazNhYAqNrF2XwqwBed8l/wzkiDM097VM90pCrJDI7wwyGTV41agswTwF21kIag8FMfOzg
ilmLjJ0GAmKlv3ekv12/L57n1V21laBvY0qFpzR1Pweh2oM7+/HOd/7FpHC4TDHyukG493pSSAP/
TBlI8ySqkQ4mOTV0urAb77LKV7dtkAS3USy0TabnxRPqQecmmLpyh4Qx3oXIHxEpQMz5lmeqXhte
670zad8uFzTkcxCMHNsmGf5qCw36nDsRtaFzMIBFsWeQ0iJUZKZoT9cVYhfdw2YSX025T4fYemc/
e7uBegZeQ45jImLHNmueMD8tVhfz2QngZHmuendGnyFpveB2rB9FTWpCNPBb3nnl5vyFXuzZs1be
Imc4R/yEc6/2B5CqJo64bXQPoohujxAYFS3muYXkOqcNcd5GuQ8VS79FW5yIhqJN6TRnjLa0tSig
i0+Zl67NSuibePZRRBbEiEFnoZdXiHtiv+HQ04iDNm36eL21xHmrP/5+Vl2Nx3/+Fhg8C8F1znUM
otE3sagwfVE47diegloVt2hTqZ7aZbWxaxsMDBzjgkIxVp9dg1gFUt5zG5eXypg4pYIyoMuKSHPn
KnptwTPR2pz7Q7jqevfcj156l0fZ5yjGSXLRGfH0RR8A/QwV0UZgyfJRhlb/PfaM8XyNAPLIzXee
q6aHgTj0m5f45SbVcRwk1ehgzDKZ5qcYGOYuzn2iW6WGG11WPKEsrRtzLLUbI479DfYr7gof9wzx
vfBOoFjypZP3SHJGR647VwNFGioPCGVfZhvp0a0v5IAjSTImeC/KEE8jNUR8QqT3ZymgMk9T8REu
rriNGq1ad07bfgDdiB7fOZn2FCEHnrxFNmTa19SZCOEDOwXgNDkH2TRGu40rJOArEaoj6af4R+hp
2UXYVr4LmsKM76BD5xczK/RD5KecgG00PcuQlkKV+mInbafcQFutCOQcU70zi1+vG/SWNuxFh20U
1aNnv9pIHa/Pxsio9FOZOQRiQ8tlgb6/YwT8d+110fD8+/n2q02MA03nFsb9EJLKy3VaR9bkdW5k
nThKm0sFemmL2yKVvrQahLX+/YddHax+ntwEOQ7pJ2Y1/8FxmZ/mp11Bc5rBzGQH0NbpiKhUUXcf
W88KESfUwzOOms3SvbpZWTjx3nDp7Na2qLtb4uiLVIACaCVj9ANZZ6sQW54Z8VgluxFL1u2UpnSz
jrQ1vROLviqUXEMz8maoytnSfnFHnXB+6x2zNk6wG/tgEbVataShqrzNB/i7i8xzaREtKot+vki1
jzixffPmkLhtDetH07v93mSjQNROz7hba8ljxyK9vDO0b3Y/tj48dmySZ+hieNqXQzvJCbp9zEPW
pd5Fy97C1SATcbaxjaTF6nfu9vU8/zHpEshsRts/ZrFapXmCJ3envju63dV/Z+DYzwifUSkxhPNk
/+l185mTDXTJPOFe5Bzq2mgugyHYQVUuPuBVg8ORnw+7xMRRVoCr/ALNldhX6+RW6pH1QWta6zbK
G64lveyfbVBff2fYrulPyzZZ4vqr+e8MNFuVWWKQx+qNY1lMydmJ/E8ePg6zMm5YptTubkSd5gfd
0x+KqiDem1y543renLQgfEfa9Capx2skkiO5hnmGab5OXQUYBvkx8teTR3vIwc5U8dT5BRt0EsJj
GIVZfbACBvOd2TNvK68WpiukjZgbrzMPm8KXb8prjRa8Jx41sIIDGnlpWHfwq14SbOLeYE79fTRl
zqHyCnFvmVNO4/Gc3fsbTyGxXPMYA4rb7qvtwYv7IYDGbZxiadLiXsMgXLY0MK4jav2LpM3/0MvJ
/woh115G8+9nbVNv/+WHIKGNEt6ek+Ie9NaXQyHaijLKYE44cuF+m+ec/8Yk7edY2cYRgmxOK0ly
nPpErXrHIXeGadM7z3C9yrx8HTyDzelvz5AsdDevnqE3iobITD8NXDys9eDqXLPnhRtk876JWI0o
P4lj1FTjFB5pLjM+DFmZf89byLErRE3FE0YipCXqvkIuZLX1Tuts816UhXNw5utroLp8VxlufUmz
Pt8VyQgK1hmDRG0EmgyTC44iTJB4EO6ueVox9e9e8xnW+Z2++qp8Td44gC+XLezVgZdkXYkysv/n
HpHkI1cpUahtODniHiimgVhac1ZA0r9GrUgeONXlvU1d4tBSD17mgWNvESSPt0BJPwTKpW9b08pF
7qUDVkvONHcD9t+rureOeeN8hgNJVmOYemySUnGGYFl/5GDslm6cIy65pkiHwYINM/WSJnGvR6bq
qrLb4icPusEE1YBNc7lqMKWGEznhJWDM2dQhxq4XqoHlHIhg4mOHxhw1rnbAPY2+GdxMwNw22Jzo
ffa5TAPyGTDqqYXm+Y4WpPjeQdPOxDeYW7GbfmsMz3jg3Mt3Gq9q5wpl7L1iLB9Hr2h/TE1prgtg
8AjezeAu5NzZeok5bWoY3h9Fp2l/0B+OOCycw15a65g1ObxGMky5062Eyiw8UkR559OateXOxlTh
VibvO+ysdpK6wj0EzPCQFuOmgni6x/fkk660+7EKbUAzAc3YWtGq59yNEDbOgXM3NYQpRiH3VplH
+0rUauuQUYZTD3JDNGI/O4Cvq8kst6bfDYepN5NdNqfBYD/3dHCU4/cM1dgRW3K1xWiaOBMfhUNp
lfVugDD9CR3/92yKcRQZzaigAdoPd5WPK3popV/TuPVoroi0TYvz7UJGBh2NXovKim7DbJG1arzB
yeBsJFG3covpViHJxwm+NfIdJM/mkpZW94Dchn2NatRHPKbLQyJrAyR5CJKTrnb+kq0n2S2ZOudD
ZcR7jBDSdSUiutvtXgUHgPrJn2eVi7f98pr1rZqJQC5jBYdR6YCWdvNzHCgdvXXMkqNyP9yTUQbH
682XRxWa+e6aMy5b+rTS60uzSgbSp0L3RxTH9h3ZGLHNatyj2s7LzAVvrrwZcZyY+vrQFEH+xfK7
u6QzxIF3Ch7IgaXIAedyi3BAN0a0niW6D9jJHpvHYhoGisWOc6ucWu6rOBmWTQEvPDbLOlsQO8eH
62kUlHi1w+eayGFqmfXI9bK4M8a43U221PZFkieofWz7qEzwpiO54D/6vKR91COXjhkYfI8hU6su
M6bNqPoCDETQbE2RC0EfDTBGC1jnXZl5Dx2O6beZVw43VW/HK6UNsNGYydiuB6gnCxvGqNdJABb6
WNarNi3wDGlaMEmYdoYXYQlyC6PSAJG5rb80i8r+VJdq+CF6bacVtr+Dc4WCAvT1xi4RXIV9+tGo
hclW6n9NUcM/NIMQX/s2/OzXgbGWmZ1ugywR56RE84CZZX9z3RVDltmFY2hDGYUHU1mLi1iSLlmM
Xyc252MJbBCRUvfFwvrHXQxZ3j1Xso537P35Lmp01qQWdhUWvLjV9fh+XAh7mWhzfvXPVP5QJkxC
3banXTrm4de4YvfTIvBRfE+KNR09ucA14uXkc4Eaxyq49f3SRnPoT5cySWcqYDBusE3zl3Wr1+cI
y+vNaDfBSUubYEerQHHsaMQ94DXLHi8zbcSH1544dIUNWsFAhbYJKll+klj5HP3CDUnaCLYXFTnD
WjTjg49kaN/rbvFUhCUbIe0WbCnI2kBd9y4FOMvhlKmrqHwKS4vvfM2UXEcvGV18ddpqH0ZT+uzj
9InxGr0I2zSBnaVz/7vTjC55tm3T+YxNTf8tDYb8btCUPLlprn0w23Lc173pbDDBs3Y6pNWdYU8Z
/gFNvZ4UDjt4NtCPOUIPSX0aU7sG+KkbJc1FSLomsmQiZJ5o6PozBzBCmbsUhZchGlWJeROmNSXL
KBPcAAZnz5FjfnRTdnXPyh9Npd9NA6cs+NkqWxRa4yCrTwwwL/GtpRnTHg+wfEuXdHyLVySzORj5
tHE0io94U5LHzaYarZPMzVXdNtWtO3ifQaQW34sGvPZCFHBks6zTn3JXPWQ9/qNan24wU8NBBi/M
GzemwbdKJgjUlrR2tmE6NzLuMKrv3AV4yB5WTNF8GM0eLESFONk0UnmXhunZdXE969rGuZdztOm1
gjd3zXAjfTZo2cTKYmuy3fZp94EeVpIJk7cmKJ2+K09Md2gG8z9TjtEcHEV08W41kNFLxavaJp1F
gs8KtH4Zihi7jyBxF64W6rekwBKQAF697WDcL00ow5xtWviZLtJbV3MiDAaC/oBGrl2kqPQfU+q0
WzwZx+eMuG9FZiYQdLNVkPwn2dQXLZpLz61XKnBaxjdbH+pPdl5gQVJF+nhAIm8uPa0kNVdH4970
7HYZViLddmNFTQ0Z+12ltHU6dcOiQjJ+NAZIhfjelruWUsm27HR8aNL+e+4Ow53hWXIfU5JaWyV3
9ETY6oMZ6+4+H5F/jWbnwzUz/YdEG5qDKZr8lGQjKT7bLyEnzas+Zfu/kKNJTkM1BRSnR6P7YrhJ
/XhNlV7DvdLN1X1pxen3yUddXWcZDkB1TCe55uLd6tg+SFzueEbP4yzMWXtlY1FyEtSfAY4kxrLx
+vFjMmrafiqyep05ZnXM2Zq3XGvyndDBTVl6Ke1lyUDuWiQ8cmVaNSkfFvgnvwXJRtXUu+uuJyTm
g7uauuWusKysogJh0jlStxGrfGo9TjOg1ACkiv4UdfNaNgnagjK3Hto5eZZ5Otl6B3u1yO0Qh+Oy
uWmlJEUecQUEUaak92G0evfQFoW2JQwyLjqsoizunYlp50jKCwp+muoieZ8F+RwVz+oBnO7dL3oy
aHz9OJT3g2mwZrxEN58KwooZFFBxdpd5z5pruMdVSBImfqfvS26UcxyZTR2I+Wq+ZA3+BERcubJ9
iGp+d/J1ImW6Pj8HdcAM9CSukR5mPXsyOJhcRYb77JlDc6y8uGW4aswXkkarD6rOTfRtUw0oxi75
uITaLCnXqX9s6KR9DAqpnWSu3E2Jp2C3lGgLd/m1xGtqAt+RzjJ5HqNzR/tsxyTJ1mOJO+Ux8uHn
KBUPDz3urbGPRfKy6/g4sEii+0CBqf6mt1r3uaFSdpuTVpMrsOtkvpB7i901y5OYAt/m2tc+0x6G
V4teWvW91Rbl97ntIFvUYZjsIowAvnSm6PEq6uoGBFhgql3WmBuVOdNtxeM8sfNUzaJzHRLalszv
yklWC1kV+hfVZwFeEGnYH4bJvNSysB+mpDjjm3oRietdcEmVO/bRueei5+Fnk3M3yFhlsLdyn9q6
SaCxBiKtrZjrNR44dBxp0AeMalnkprZKfeB9lijQMuuoMaXEgbeuHDDPrvOEIUR/a8S4RIQWDH6w
5e4BkMce15eMIEKpz1KEX9FvELmhoxxOo8itpWnOPLIBMU/cjDiuhigbEzVi6BXZVvUMIxjjejtw
J4hzmUarex3RTBJiknbMnN7KaDK07G/MPd/bDTxfdJeHMUYgYFcB96ZW8DlzC+cYhGHxI/MKt99o
owo/lalnR5+SUZ9PADKfIZ40VvVZdmGt3cb0qNLXAeGhvBVDqn0JVSdWhYFb32IYRkBsAIB9bWaV
i+CUYm474rG1N2U/HHvXiDZmlJTYBOjfsYvkOhRFCtxZJjm8OQfir+yIwJJiLKPSpavYzNao1M3b
UaaGt8A9U3zFnRJOVeLWYb2Ps8z+mAQN2EDltcOpq2uvPWOpE6LUJYdQxlvbMWkfhunOz8P19YLo
jAjIsVAK9xiBr5OSy0U3gmUtO9+mWphwA5j0GfJ+LT7/GT8kblnLRVC7iOSV1Z6udeprjhZvE0BM
XZvvSpd7rDkORNGpr7G+wUmwdMw0Z+lc/1qEcfQIlarJcbOKuANZoYEQ6Rp7FHNVKoIMs73+1don
3krmmndAtlyuPPyU6Fky50QjiLF4YmpUemqAgp2rjy5JqTRV5ZOKqv6Z/bzH1oyrHMcwn+jPt+Yg
LQgKZO590vPG11e9a1PzySz4lm08JhUUZOX+aFWPnvcaS0Kw4atkmLIeLDd3aKaCo56UA3K3DKup
j8184Q3SnrwsGhSkJEqy19moWyUISUGZpR0kX72dc3903bDtAGhpChYV9ndrYhS6QEit39t+Up80
WzQXy/HtjesFLMPQN/98jLyo+YFaUFx3SZtR62dtw4QeHB6kF0tc0PHA0eNCHcupzP0FuQryooYW
zhk0vnkY9PYilGW5qb1puBnT8EfbSWvRlsO44zg492WqIbetcNoJPf+G3UFcgr4iUFAthxRfcUG4
G9xoUDr2WudFt0lIbKXJJPiAmat5x5qFveV53YCuuDEeAA81F14740e0SVvCQDNUg8LXXwRmep/a
/jQtrcnS90WobfrWKe/Spk6OZabxiyD5es2EGL3DZRwfJ+h/sb/yJm4R0oiDb54mpzvoW0ZOFKOH
EH51Bqf2FeCNq/BDyHmKZXV3JhdsHQbNgu2JoQRFcg6ppHfqC9BZUoeCJpGUE53bSdKtyEE5D3GR
3lxf7RTpOjeYWPcTWJDc7fu6getC4P2hy6x8rfr0E04cXFc7WmbgfBjp2jYi9zHVY2PH/c9EequT
/IhxgsiRRR6jUJ8xMR6pVNVw2LIPMj8CX5mbIZ5JPj01kOsMjmKSekFMOluMCvHx9aD480S1/D5a
llTed+WcsaB3YNiRKR9xbc8voYZvl2U7p6icmpATECi3xKd+2Xdme9vXvlgY1FDv27Gqnj3blw91
WMYWWwMDZpee9r2euyOWCZ4aOJWRHr7v7bg4BqPfrDV3Ckdsq5X17ChTBzdSo2325uolllLDH5BW
YvJaOmHi2PrJBmKLWvpBN93QfqvvpCagmckhPk1VBBhN19SXa4ImSDD6w5G0cMv1VIrx45/CKeHi
HeJ3iXUhjfXJpn+Trh481r9odSxXdWMhprlKjJJAYkU9+P75Ot3LwPPvc2ILDKrm1R1jMbIkG2Ld
NwO9V3P+WndzQDSmUcKhRrTFLhKQLSl7jd3IUiThSldTMxrO0+7+3I4Mk9YHMRWkuIq6EYse94oc
m67m4s55462OP/Vy8Ol1AHhUkAHJqntljwTwjtbj0UGpkDLFxLUbY82mAW9bBbnDvygJdvSYNB9m
s/NMxynmCw6iQPwoxJyuuxut0sWN6TgfVKUkduOEfJtrlvB6RSLTAd1bicQ4+1bhXKo5nLxe7ziP
SBYipuNSim7mXuaxVSw4Jf3bXI/lfY8S4TJdN+IKW5ALvk6HqMlpcg0HVE4taoC9rQ0wGClWHwfT
blbDEPNbU7kvsVb8w6lcf42ThX7Wcbje5IkWPzkY0+zUYK8rd3bAoAPgIUMDtbxm+goLKVZjZBFO
aJ6WggcqqqfErtylgdRvmVTt8HDNbHsQrw5u2nOpGdJNXzr2rnGz+pRd9VFzauuakER+l39K7HDY
u7ischEbtWVV+MFaw/yLHYEmg4e4jrJjgq7mvvMwuqXG2h1b1CJbKeaNtRDOV8sUyUGfD74wCNtj
6EXlYsLi9welG520SGcs9GoAJGnphI2dz2aU9ETQQwr7SS8TeBfYC1KDsLxn/FPI2aAt7TLR/jGm
ertzxvyIHbOxEm2TYuWK/W6iGXKj1egZReQw6ZySqLyTYwGYEsPGo6OoINsDrjrLJgADVNsxG3/T
YKblsEmNK5JfFmxBL2m/GXYU2Pt2xCSNEyfqn1uH0mp8lR1ez3kRdJxRGAgzG0WpM9dckfAe5gJQ
7imsrz1HrLNGBfcFW/iW7JEgeaHDwp3nEuphY5N7sLOsvMv2VutV8IoUlzGciW9k6RQ0pqXRziv7
dZH5+i3AsPCxi4uvo2rDWwIagjInim/1ZrqJ7c78oy7s5pLMOgxZCHun+54Jqj4N7wxuBwsjGcbH
2PSGR9pp4qPnERi4mSW3TtTY+7TrzA2mfkfBpfrWyzXzG/NJPdHl5xyuM/6dAsQvMuLI2aR0APY5
yOFfZcTLBtzSmDeUG0WD+YBrf5OTotOwz2Kq9k62r3Jdbvu0Sh9U2H3quo4yKJ3F9Hp7mf/9TwVv
iU5rm7i9f/79071VlVAckrB/nFlSIl6XaNqhaonj4+mkM1+X2DJ+jq8yA9sOTZqv8zg6tG0WAj0u
St+7/f2HX2X1L4sFKC11m4DGlaixrjYaPxUU/cTJ3F6U9qkL4LLR/jUUT9cdmSyVvjZUXN7pof6x
zxK6lfOmsM5WkYffYz3JUXykavP753ldrAe3iMaGvJPwcGV6o1JUldd3ra/JUyGIx4CwUrfQ5yuj
LsgKxjab9+8/8BcDIDxpuMjbLTiPMCBfFoYIt+EXpgHcVo2zKyGnGM90O++bYY76aSxy+wErpm7L
CeXdhcoYuOzwcBD2mmrvKtf7+PsHuk7Gl2+EB6JqOJd36RW59mL99EZMZRMTNBOsd5scmfBD77ma
yO/qld9vmrr+kXSdtw0sOe7ERNtw0gf3YyNBvdt9PgvN9XY5ukW5yjQ9Wg+Y0wEJwDJu7nC72Cz4
m7Zv1Tv1tV/oECSzSBeGhcZGvFFZ6J1nJo00rVOTtfF6qovmRitD8kZxhntI739B99ycgwxXIcDd
abf24TncighmXAv47S7DxmvCWrSF96oM41zpTYX7nYgP1/NCQm+4//1AG3MF9uVA88hoMnWPIj/O
8a9KgrkdZ2FI2H8SsUhwuYLY3YV2vFW0NGxIKDuHpie6lsHoPA1DVYPk6Z9ggnIrni865JQkdh9j
+N6SnGfcm+fixDAEnTA83SuhF00qhctd2D5hJht9zHPhbyNbYR8iMG5USWDep0O0iqph4FrventB
mafEgrjBCrud3L2cAyELxegK8lH93NK7sep8nGzeGb+3+lqpc/Ocm0ERi4vXWoRZXNvjkmee4muF
55oDU2NcPCnC/AVP1pGI5AJnVcnXTEXxqjcnMq1zPe/3T/J205AM1LxWmIIWXkcvlzAxF4eOTsHz
WtDVw2765jklNysrSI/+3Cfw+897qw3l8xDieYgUaRWSr4QhvVnSotQl5snK/UgnkfhMOSbb5gU+
5hX8ykOfeNWun8mnV53b7z/9F9JZCcp2nh2m7tHR8OrrqnLspiRjqQ2+0Rz7xiWjPbryCPqUJHbT
7akwxLcSYCKO9qjzYqcs750QX688S7XnIS8eZZ8G96iR3huZX7wJA2kKL2FW97qvGxiqPMzpw8bk
UgFfv1wFgledGQXjAgs7v778fix+8SbYcwSijvm8QN7x8s2PBL42Ukvn5HF23mCTDPfLUPmHNMkp
46QWlIKqxWWHZpW9Y+ON8PuPf0VpmXVMpE0NNKvzLsL/vHoVWmXgylVI5xRrTrujQyW4yWSSPZc+
RhB48K6McZYQU+L92GExfmeO8rHG/3kZxT1uGVXXvdOn9avJwQORZMXv2TMN95XsBGixXliF657I
2bmXKsoDRHxWFGz+N3VnrmM5lm7nVxHks8F5AKQ2yMMzxjxHOEREZCTnaXPam5YgUzL0CjJlyJBk
6Zkk3XfQd6q7L6qy61beC8iRU0BVZcbAQ27+w1rf6hAUMchwve+2zT4hEzwgidL2E8SZnZFlQGOl
6XaxMWb5x6Kny6dcz3KHP75iv/OBcZW41IiqOTR+fLl1tlVrqeX517ZRnmfe+N8Pw1Qvn8V5SVsa
pfz8pVj+5byScmU18cc/wO/Yo3i54gbAVs0jxEz9t7fMKFs7yLPJufbnQt0NqbIZ9ZdRq1R5ap1x
PNVpvW4NSyb7XMpqV7qMbX9y3/zOO95HZ8EJYps2xMcfNVI4Hlp35VC/CTD/Iilv2MfJcTevCetQ
bV1ffLlAOxSMfVhG2nJr5relW5Kw02ZpsalE2ceDObxPqdFs5BnhW6A3unY1xil9si5hXnqMCP/4
0v3Oe4mKDDOXzeOChuaHW6tyFjrJDncSBBvnxMTKu51wNp7szj13Jee13+T87TX9/9p8/M9jn+++
2qv3+mv4/wBGap4f7X/aofx//uN//1//7d/9w3/6r6DPf+1Q/uWv/dWhrNt/QgGE7gntM+bZs+bp
rw5l/RwZiP0C4IJjwiOnJ/kbiPRPNpZBSmF8DzyH/NV/dCgDLz3/NwIBaaR8HzrKv8ShbP/4rqBO
1Ol2uJM4rXxeab99EGXObEWxD931TVJ+Zta4YSJNXEG+SmKXTffJdFX9PgJtJ8whsJTPLmkm/aUu
wSw7wzAONP6/5GYCmzo4i8jioQzWLpIePVVUKc+P5h7FxhaoMiCSjtR2kerFRq8KMjMEu8w5Kk2t
uRaVWG8gk6NLqniJ3g6YwR4Z5Vf3ucUqMlxZexAMENCitbxfocqwWSRZbd3RJpd6WNAGPFc4iJqN
k84pdKkp0KJyAdIXjrXL7M+w2P1WRNsd5rnXf1Iw/p22zceufNa1eQ5jqsA5Y2V/IwqdE2/03Qrd
+ers3URvTwJwJ8GstYjqxk3CuVb1FlRjEE2MYo/VUlyClni1a+Kw6nR5lyM4LTrn5krY1slNxuoi
W6svlGBBPATWrbUmDskRpDzbc7derrNVbM7CXEr5SiByRWZI5BMk1l/d0Td/KXl/7Qn/sTP+5fdy
LPtsGtNpKX64Q3jDtYMkvXHXLNpHMA0h00eL6Dx4MkamPRRNeZUlZf+Tfvzv70uu5vk+p7IwMav9
0BCiSSqqwpaMoqzZj8yigG1RJlDI65nUkFU3ftI6/Xisnn9L/C5YPplQcKyehxe/6vdEPVvo65wW
lbiJTWBO9QuTim1jLGm2KZJVXHrSlD+5tOcv+use48dver4Iv/qmaPksV0i/3QUji8HEBew2lMC0
FObm7R9/in8n9v7le9kmzhl0+Jg7fyiSGn3uUmzHHR+jAuZiiViY1nGw0uMaFMZGpWm6UXaQbteg
uipJto2yZi4+vW4oN7DVzXCq6/ayWRmRuv30M5zg733cMJlpuBHRU03/8HGLNK2m1Kvb3eQ/u2LI
T6NY14MZFMteiPYn5c/5FfnjZQ+oevAHeBTuzg+fNToyCWOcJ9VP1oyRv55ul4pQpD++4r93RwUg
a30bVQS5Fz98uEIlgy2moUWMkdgHUaRjBPadxSZh6JEjPVBDRiHjP/6mv/ureWcTIYMbDMQ//Gqu
C14aD1K7W5aC7J8mHzetXkw/uZmcHwtIrhuZrhQhZ3s0RIIfei8Y9QyBFPiHzDukE6DcQ4LVrciD
uG2NUyW6eKlZ5O817RkN08buPJR3qHS077q2NUSw1cC7j8mjIgSmwcm0VrE0vi0m8qnWDosKd6gN
lL7Y6qjpBGgmy90LoinT4dTr32yaCZWw7xne0UDiZj/6lbez7bexj7PgkFSXneOEsBvCqjGwIcOx
IP5hPktpR4KuF5LC4HqiwTrrcLxxiZ0236ZjGdoid35yF/xdkUmJSXyJaXlYTx0DG8xvn3ERDIG2
MsAjaJywOHDOpKrxINw2hUtEV+epCB3oum1xhuwzFpyg5JdpPzKqjM+U3YOOIPsqn8d+RyqAvusL
j4wxRMOIL/ywMRXZ7dhGfnbz/u6PzV4BPApFOmXBD3evW9mzymnodwrYJCpQEoh4L396j9b3+gIC
bRe7kXxmw4540QdMuXPvbt2/tFH/oqLzuvtq7kfx9TVevnc/FoyAVT/bTok8zcY//5O15/n7/eMf
G/78yxcBQrx5H99/8y/nwfyobqcvoe6+SMUY//xv/kJuPf/Jf+7//Fdfv3yVB9V9/dt//dlOzXj+
alDdm9/Uhz9Jn/4f//kf/sP//N///r/83d/5W00Z/Ik+2ed1zOECduBXNSW50VSSv9i7OezPB8Bf
a0rTImOHQ485KxMt3J0cWH+F2/t/ckBo0E4gID3n4PzLqDd4qX8cStHVggM7u3XoLimGz8fUr15s
3lRnQ1L43b6rspRAXQB35vrYdlbRXQ6zwg0+4f4ST0s3SOuq7lWDtdgccRQvodRJPTFCd0w9Ywdt
MAtOmTOJbx3Czfp2Xon2OCaiG9Wbl+SddhX4CyjHLBFnCQy0fIKs5wXLk4EArsJZkRfBFPcKXuxG
9aOebhpH74wo6YSsY71Yk/To+0134ydzfR14g7bs8mkgi3jMKvnB81beOy6yXmriWVvQNeg8ml4w
11pM6ZLW1+NI3UT0n4t0zZr4VV9YM3rzY2exTd/5Z5LjEJeVOflH1mOBF+aVptlnmYqqhwd96tvu
gDrPlaGD+PKpp5Mjj8XKV3ffIG1FOTh46GqzzG3r3Yii/L7HNp8cZr3g63uLCfjY8U0EU5Lhb4K5
by6JldGGzmx3SbYM8mMySM8J9Rq4Bv100LOV0ljmxjZSbW0rW0/esE5aCKDULH/eeaPQ21jPCteB
GSh1yuy0bAnpU/pq380MKAxStBbv2W7MbD2hfytAM5CtVW0SBE8KG6Q1E4mY0TpjWIXjcTAKW2R7
p/HJBG0StA5RkywBF3nuHDPs6Buyi7GovYzQpBQybasnaxlhm9DWNCoE6UHwd6nu0Rx5yxS3yCSC
sMslbYrKE6eObDaBKvJrrFnkipVWiaRjbMdnrV27L90B6HeQxYCcA3otJN21G1tth0TIYKWaMO39
1g6GXmwNowT8bHqOWs9bT5t0zSpd5AFpg0nwtsxB8SbIvpZoblKsmVWQ9rxQjCJ7T+cZm37AfPVd
ZrVNwlJXOtlTK0VuhiwJsifgdR5RZlT2BKC5yVqfAHuIi362S+d1KBZFriaJsQcUVYMNsRWHwZs9
liV3a+GN9dVErAhBp2sytVshXQJ1hmyqsPGSqfOtt1Nj+CqatmbTmGUp4xONfNNjQ6yFffR7TXfQ
qzr9/Zyd4fumsPVil/e2NsbAQPxPp1rb5oTlX3pOJJAVllea0O3lyV6QN5yceiAbk1Ho+p5Y8yq3
ndlnxk7qfmKdcC6N2XZUcwtetbJz42Jd00Vdz0yESeIVvehvajjshr51HW9QaN9mfDoE6Ixm+chQ
FKo9KxeM9UWpG+veMsuGjAnbEd7qhGBDGlayrZcWNgnGbeZWV+3aCHVhoY4m6fEsCEeFOGdoRPyh
qtsHTy3teW/Nj4QjPPdHSDYoh2R9bAR2ipJ4R5+tqJPmY2jQ69Yx2pJhQgnqmMbGQkfRQRpQ6bxZ
cpG0Jwsh531ZTAiVVNmjv63XrhWxLYVh3k+Wst+btRLDZhzWeUGXoE/Ofd+NevOkkFldml7uIHJf
tW45zGyk94F3zm+q1mFKdpOuVW5cJUQGREMwI36KK2NyxDcAJ6g2XTgrPc0BqfIbgJ9wTykrxzMD
Z6yTCynqdI1zQrTqY1/5GsjVKuupoSyn9qJqbB1CnStAXtukNUlZhelcFDuMYsqIV122WZTqlQh2
xdpq7sPUu0qE6zSP9bZA9Fdt/Fq3HtY5gdpt2W1tH00L78om9Sn/tkyZacznvhDZi/DVuTWYTR1b
oUmo4d7KA+ur79wef9/ajqdE1zsyd+pVR2SXI2HfgU9KSbqqFyIBXa2m9FvtEcdMjY903c4VOUsn
t6JtD1NnqtsY0bn1nrk9H5EtAoWaSFu5aC2S3TdLDdkY6oShvQeiUegivFQWt6pfmzkuVUGUrcHi
+bFif9tsOls94Cu9dAJFRCS7aoheC9HNPuNAxhHBYw1xHJYNSQv4a6CDDPlVNc53kGIPKbu+Y6nB
u1p6P6RRAY8k2pgxdbEVPYKyvH8y0Kpe+FpyIE3rHK3qfjNSlV6bTkNKYlYll75eacDUvHKjURhy
EJOonZVlt3ccITZtmz8VWh2gBXeb9bylYyuM46MkKKs4B1G5b6pZXyx/3HuOBy02n6fqvpgqaN7W
oo6ajWUF+FzIhPo2b5rXuurfq6qoLjVnncuNo1nfysJ2v6e6d6ky/Q4J+3RhT2OAA18RuNmfU90E
sFzJB6zJ/KXsA1SGEwA7LXPSXeM5917PdLTJqbxnaydL4iVRvj/37nyVelM8DRZW9M4LNSeR+xE7
T5wxBo8mP93wIi+PhZ7tEB93+zUlvqFuLB3WVBs1wseYli43JkqcUNenC8tc5lDidfo+tQ1/wBY7
o/DcOGtM/a1ttfyr7lHmaNwWEV6FEP7/Z7oYJzAW5s089YOxGTQ0RqIujdBK1EGrOzBlOmkyI5tb
OOhI4vzBQ3zBW6PP0IQ69ckAarVhEo3+tLJIcR7wj62BUZ9SX9ew+jayW4ASLET4KPs06G0D1Gih
EJe900dWw4etmxOzL3sDO+841kjMHXdlhU3iD6qijaD2QXyldpYctEvprQWs4nIzzHy3tDRPLb0E
hiltveuLvAhnkQyRoVoks9OwnVLiT4eBnEBrlU9drY1bTMDwkhRnU5Mm48FParkpqLhCacypCh1R
fk8ckcc+Bz7ux+XVRrZ6kSaz85gEQ3LoDO9TzaWL94gAoi/A3laJhVp2L1K5zTdytRwiZlx/jrXV
vA+MlUm5TgSAnc/NMxc4R42y1htnrbaIXs07Z1nsh6peKBU8WPJaj/d+0XghawgqzEn1B6nEFjtN
eWyI61B95ZAslpYHyHLTBlOP8Y4pdfX4GfANhn2vW19EIZJk1hoN9LG+OsHDNqk1RHEyiJ92W2y1
ueOjn3INcvc0L8fjZxBTug5IJc7tIDq1LccQAmBXDZdFk1xV/tSEvb+orRc4EitNfqkL6xWQPnR8
CUGY9R7y8p4TDbK4KbEuGIh7ZQ7kvcnWg5o7aXOQ28Cke8PmM1kwIyXr+xgE3luljGdNCkRQvsmL
yJMd/JjSPYx68AQugMyf4kOn0N/oiddseiGvh0xvj5MIDjIbsdpIq90spX2TO9m1aJsO64FoA3YS
ATYCmbOb14dY6j1cEAvTiD+43+fKTT0Ewf2tJIb4IKr+GsMZn3k1TLFlkwLeB7FVrjHjoNfGJxCA
zZgd1Xz12KE2wBiHb05q8jsrtSNn4ZG3c0rgbEt2te0S3OEc1z69n1cr2aetsdKzF7skEcfUntFb
ueJtWTX7W6a090VXJFkH+aVfWfszcWMT6HbcTsp5Q4wLG84j/dp11XtpStKE7Qo7l+bBCDcBPvID
lqDORRFzXiSHVU1iO5Z8xpTGpECXpR7DcwxCYVmXDY6BCJVnQMtPlnGtv4+99oB6XDtYE/Gvdeq/
mPAfThDgb1D3WxcAF24HRaqATnXqBY27XzwOWbPwhp0Oy4oY8QCHGIaG4dIGsXExTR673gHppMly
KtTdybltXY/6c2ZY0ZrdsPE8khTwFITIb9uHtNUtotn1Id2QO3qNHREGn16XKBAbEpv6ZG8Qglmm
CdI0bVXPteVfLp1GkHk5i4d0TK1vKGbJceqa9TT0AaBQn1/zNRmdfT4Or0s1nLRa67j2uTwSWGTF
Cf7TeCVx5as2Z7+MAidb9tokE6LvbDN9Zrr4yPv0Lhe2Cse1AjlCNSUp8XoVjRYcB/BOYhN00NMj
y2lZnXoJyuH6hfPJP0K8A+6zyu/sl/fGdPYSoVW/V6mGadJAq+syqKBAzU0XG4zuk9089I8tiVNM
5wv/2ipkcOlbWUAsdxVcp2wfbjXb1YZQjDD54hk/7420dcIgtKTaoBS68Y0BXKqy9VuVti9ERvoh
v1rsjixTTeLKQnPQkr1KzCYSwj9R4n2wWrGIdNGUuU8L62Za1mukpw9lYD8FosJLHSTPplstyy5Y
hPzk+LqqURdv3SJTgBvsAgoG584lVUxFhE2+a6VmPJV5Sn1D6fyAeSj5zlmwXC9LpX+pbr6fk3yL
d9fbOelQnNGOdkDUPUuJvjC+NTNZxtb45tWe9YoOrIxKe/KQCE0zjludO4ocxv66ZtBGxYHdA9MC
nOe+m976FQkx0rxgw9XMDikEs89RaTrDGJXuJzSgCTbWU5+4SHotasa3yaC41u3xPqup/MjsmCK8
DXfK7W4LLdvTSREAspB17eAoXAwSR5t+ueq94QHu84WVztdFBlZ2tbsB5YCDrMTwNFzq1n0tyB+b
0NNia2sjfjl9Vwb5Q+BiPA47wz9CcihiNKJ5F7UlmmNwNHgj9GrYFlPxSvHrU2pjknbxR3COnR91
OX6MZf6AdUqL55E4dJN6mHVY9iWgMIb50CA4xud0r9ySxaaXJ/JTKjSWWUnIj0oStJTmklcfAEK6
l1IOdGVwxRnwLR/YDZxTYYJWioi/qXZzkngoBxVvH3wdXC+iP66nEQs1TTa7WncEiGRjDhuH8RV0
Z7DDl/WyrGS8T+6M2cLD6gC6PlaDu61M4w3uSUeYJqNHVP9bWnvU9dVrkjR8e+TzSXFb5jjxG3In
k6B4car5srT0CNMysqH6wR3ldBLQi8JW0tx6TcGxMfdHNXLwV6pEyqKX8ojWjUgVOun7hRQQKGyg
iMgkSbv07G/ATUF6H9NMXF9w0deTbmoKu4MMorZqrlNHP1SucXDORKhNI4cDXvU+Tlz/Y26G+j7v
A37s0q5vOVBOhiY2q1c+i6KM+yB7ykz9O3YcSpqkOVAm6UfXOSetIv0P68JoIjlghoH6swMKPEaY
ejmrvdybEzSK7LBxpw2KpEzvAI1keAWFk2w0BroE/tzoLWd7bpd7zH3LnTY41Ri2KzV3M2Q5Zkuy
pvy+8dDnk1uCdsoAQeYdA1G4UdlXKsxN5TI5lbQclV5dDM5Sv9j1uKvHhSMVWY5ytX3tMuSthnJn
chG3KmgIdzl3gr0xZ+T65Lq8VDgqrnqAkSy0DLQgTdTa8yuxyuJoEVeK7aqbj30u2k0XuJ23MaSb
4CAv6k+rTAGyZ5+5TvU2M4ONPCmyGmy/750S2E/GOTsu94wkWg2Ux1L240b3yO0pQTBeo+roUCyV
gslzvry3TMRPNpk0kc1nnYSkI1ptxHit3jbunE0Ri+TpVCvexLzpr1Q2oByx/YpRLB69HeOt4lBL
DMKNnQ3ztiKqgsVuEbYdbX+fLeWpn8z20wRfXriK1h4J9qbLzVORpuMGdFh/RQo1synZDZwulvpI
1Dk+kHv/JadUJRXIW44yb4EWGeoS30H15nLshKpvrlKDldISaPrnxH275wwCg1cNXya6/VhDuR1h
UmXvO7jypbLUrq1Iuqx9Z3hy3J42Xy2sb0HVY+3UuDwZY26ldzs3071bM6dwcpWCueeX9QWzw/pK
Ydy9qswK85wHl9EanTce9JeqS793BbhYXn05dXgtHxpRckzp9rb09Tsv79SR1pYTMf3wVGXeyMYo
Y6zqB4y8dKZQ0gaiemuRfM/rBYrI2KmoSav1GvseMP3Zg5olC3R+WZmubJVNizA5135gkhds5iG5
sAub6GKtmCKN7eGxt8UaVm73KHxU9RMkh41hJem9wM9Ch2qVEm+TbTrhbCbaxlo0lxY2awdv0+Qt
287aMdPTMpprVHVt+2yJ2bxpmXLE1byCoc/qC8CrhImWScnSsBFxFVTttpCJIEB0BF1tiyT2mgA2
no2IJS+HFymUd0w972tiA7+dejo0cy53le9xJybqFl+1e58EZDAswkXjslyKdUz5iAssHuSe21VU
MJgOQuITV25vnMbRgJUCP0Sa2gc5NuIu85fqzgSLbYcYjvEulqqzziuOYtupjt093jg57oeahE6b
kFxSQDGX1ybTR96dSJAaPx8uZZk1Q5SKVjuvODaarbEQKtLEfyuTtt+nHhEAstOccHRLPfL84lm5
iPFXTX9o7KUcQuY6wbeJVEYHSBqkauKG37ISG0Wp7Je6bCGstumja/ZkrtOE3qRjQrdk+rsE0vlm
XNFBlN3bmAoCkoU7hGbpIt0P8t3sTQd7ERTdPBqhNjoLsE4fIAPUBn6FdHVxf/bfLQqIa3Jrpitq
WvtGazLx4Hf1V77aOaMxTzqhIPfs0OfNetUuSOAjrbLpaFYX2YA53bXj0kU4gX1GPgRWd4HzfWyr
fTGgjoYX8+HO9l3QFtXVOJZXrcjkgSYtjUlu55CTrfOV2su6JwGqDJdAPyFoh/bhkh69agZFbgPz
rYp6aNhx3ozFw+QREBU2Ssvszex5RwK0yfxAjJ7feK7gRWn1uraHQQ7l2+nt6ZvnDglZPKuN2xQr
aOSa3JIHbypKLBhS/2JmWGhRlRuBjNpCQwy4qra+0bAjdGSVNeb3XE3WKy+LytrYZm9H0q/nw5nj
M/GS9rer11YeBsT8rTZ7J3YsCKOtCZxucjQSvpV/RtBPVpW20KANjpI+4VkgrINWJGJ/T6pPl1Wb
pisATdTO1OH/m5buFgpfe8oaJqi4mBiJ6zbTXkjFGga7nBcT1jUq06QAeg8OxQztllyHedRxNJae
qp3Y6CfsaSYOrihzwSBsWpI3lnAuHbmwlxxLua2mIr2Zx+Gp8wGu5Jb26dfSsXkSSzyCQuOWpqLS
bqxZ2oA6OmmRX5nqT72VT1+wUPOzh2kgWBO7bjWH7eCIF7PTG9Ilq8mJEttcz9W7wV3KoVfgx3Jc
zCqdRvmhr7dw6vIV9kxGiZT23ExeYiYvrq6uNPxHoXDzbjv62rRhr8I7qQ0K/67EaIHXjTM2bpi4
4c5fBtx8EMT1Q9+2lJIwKK6A4mxwp3QvpE+qfJOYOhMwFNElyaRaWvmhksVdmUzMslD+bJusOBFZ
JN9oNwLy4PX6ykmyK5+3B+C/zjyJljtRL6Eh9KAeqhwEiNhxJwJ00fo720uGmCc82WPRtR9X1Sj+
USNs9+SpbAp74zntsO2YJqfupH0r9Pa5cIYgdjSGr9TPn+dSSa4zmwXIh70UIvTMIWc0U6ZGWM5j
XOcuHn9iC+0szmh9CAJ3yz4EbbM3pYt8milN6HWtf9FbZnGAuU10Yea4XKUgOGiLRl0BMDV4zoPg
Vcj02Hei34+utfBEuNUmq8xxIyYmgpOvrJ02NUwgXNpsyCbw4Lc1yXlbzyiv1nqIizI/mo01b7DQ
ZNEwjnNoj9SfRaAu3YT9R9LdDyuBbkwtm63rd2Kviv4+k/qLDc0tng2K+5pdFk+Und9iq33oIWPe
oYbIX+H9MMZwWbdz/Hlh0JUJV7lJ0htNrwIj1KdGPCTjCvG9Xom6jfoCGwTM9VW7s2dnuViqJUNK
voy3tigl/UDlztxfHXYxOkd3azXZ0YPeeSCxA7eqo49hvgyoxjwxefve78jwUcY5A1K1y/INugQ+
ML1WncL0zcgnBHXssWg2GhPzTzdbXsz5M8wQ4hz/zURT8awV41Dv3Fz5l/Y8nhdJqTtcaILVZrjo
Tr5l5Mc38VAZsOkq9AgROYg5nZkQONTK3DhEMNHSm82JdA1Cb7Aq8Ts4jHgBnUuO5cgdm3TeEl3G
THPNm13ne+NVjwziDaA9ai3Jeuwpg7z30rENvjRnXqUbZBbVfhgnxhpjYxSgb7v8cUit2o8KBFTv
DpD8SSuKENsXLzjGahqtIIm140cFtKgI3cWyV7IB2FZEFkXdtV/43hqTlAUvoPNzVFBDRtFtFfAh
Z7yQN1U5QIoyx7WICMqpQRO3B67ccIsOXz4XYDixAjrEZo5GZ24L0VEzkhKmTq6Joyq0NKf5kNU0
3fBT5guDWI76sPF0K1rNsnwARgJ0EuKMFTEG3Eymu5wUIvKBOMTMinC5BvvOKMxsk+WrxXhYFOve
5WuVZ4BYHss++6CPO05ume+nagAkVNIpTHHN9NvhUPXMo0t3uiHKpA2RPJt7Ox3a68Wxi4NRMUnC
P7msqMnVrL0kRlJeqnF2vsvC8y6DUvZbSkLza+J1fOL2iEpc8BedP/k+MJHiasTSFYIlmx48zdYx
PPu/hJEyHczVGjHZHh4ZKNcV71VTP3EAR6uOHsUZ3eR5mlZWmuvojfdQ15JvKc5SkgYFvHQe5wWI
lDfqfL1pDZR20iZDKyPqSP9Dn/gsjwDhEq2OC4qdLtaaah4iya51Pc5ymW+g+bCuCgQ1p15UMs7L
pb1FuqV9ZKU4pH7NVWb2BZhrdu7SpHEuM5eEwy6H+OoFC55iWcToSnhcoHdWI69wh59Farq90VrC
zTQ3iIRy1LcG5q2zHedKgpvsrN24Qq5A2JW7j3AMyo8R5WCwAd0yxr3rPFaMirhO7b2e+fpxGtdd
4nnDhl0X74JaGBrLq9ka7nwHgpDOQvqKiTlRdWigO614HvRc3yp71pmOdaK6LHjG40yx/Qy8OiC8
LqtjGuiXppPBVeZZAHazhbWHXuexUdXmBQ/8yuK6F9WAS8J/LLvlrmyU+Ta6Ir/Cw3RRYCN1itWK
QSQcMAG9ebO8KbUhZ8Sa+jeJHJ4B6eqXJXvpaGjsbzorurAelPe1tOarL5uRF5J4D9SCu7x/MZyi
jbOJtYIxtEx8tdro4gSGIy80SFOJ1PWwm3hWdF5VcPfSOu4qJ4/spdAYhiAz0szAjyQn/33BXYrt
usR2I8qxvGAV/mrY9FRkSTy1NWP/dVxNslmabCP6ARBwQGtPQWCM52g/Rt8F9ZGtdbDkWuh1Wu3n
DPqK/noOxGsxNM4Bgce8YiXpEmbA3eSByQMrRpoiTm0rbqXBoHAs9IGixLUetbUho3M4temqX2lK
s6kamafd0Riy9lyayXqcSCuNGEF9b3iJWpcGM9Y+1HRd4ytbRfHW9ib721lNYQGTaSNWm3K7SBL3
CLSI/T+P2N7QUrSgXmKwVm+RQtHaOuk3azFWD3M2CWqRR5PCW5enjeqSCkOI5b4AUsLaa0QykGXJ
vSnqcxTtxI2WNEyl2F6OT4avFWs4D43F79BBDAQUk1RldWkuYuLFQmnDy8R6Ge2AZlYx9PAdBFWJ
rb0IIMRPWapxdunMvFxYUfUQWgXQJqUYYGKqjsuUYHCOspQt0gDZfW1TnlNqLcA5xQ1Dj5J6yYzT
QdvMnPGAtWZnS/GOdG/i3cuS/trJu2RjUx1v8mQ2N8KSU+Tl+RsII+wCU+psk9rnHIBPFQ7wXp55
yzjA29c+st0kfQXIKV4QgdKRaaBJPeEAAF31S9MszbslrYPLlMU980ivuRtMZ9xyHYzDKpzkZZK6
PLYoq9kZJPd1Yn43pXebaPYedDVDJfzv31nmQRtZpmG5yIM2vXXpd1lO2S33e7VeIcG4wOWdwDwh
qdfj2eMuSO9GvZwUF2KatuvortcSk0a+6eey51HSk/YRiEIeLVrpXs/T9FSZdnmvd4q5FBbNmv9D
Q6lIZbcT+xa0sLhI5ESv5i8GW8WmgPy5dZwR2svQwjk75EZfebGiuapYGPYT6dyVm9FXlALVjUjX
8X5ieGKQ4i3LK0fHfh02C2zAcGjbmfXaPPACGJzR6W9UhzPvImnINHig1etSBlLSM1lkFROMG1R6
Gi+BxqofMAcZiFOqceQAdAFm7WRlabt2hEgZzXiNCn7gblkYk0NkQ4BhoEPuecI+LIfE2chddfbV
zYp8h8nBsDiRoRlldWLvuSbg8Eb31OVGUdPrmgt7l/VM15Y8fnEuUNdFq/S0qw4REsHxNTk0EU9q
WkZ9WtaPSnZ5tbGAQYGvS61PhH8MExc/GLeJlYmnwm8YEC8ADDcymaYLNxVIBNpFWa+d2zX1RZAm
+mHwZGJvWtRz6KLQVTyz1h9sRK+T+kqtBRRokloVXuec2qIjK72/mSvdPnSrA0yf71l1AGp92V3o
xijyvYX+n2530vqPBgGahJhBMHRIYCzaIr9DFYL4pSLGsmyboY2FbvCCExTzH7mHbCmsxxq1jlXr
3aFj+GBRAoN53BUswhDrsAr7v8yduXbkyLae30U+zsIUAcCQjEQiM5lMFqfi6GBVFUmMASAwA+6V
Jeu+gGTpEeTonc59B31ZR0MdqtW12pPV3aurCCYSiNix9/9/f7Dh4EpmaTfOqKT8xgueLQgjNBwm
Zt9bBqf1c9cWA9kd0IPYgNSKVoANIt4ZkKhBzIyefim0zbu2FBMoqFrTn2SNOU/SgkoTYWFYxs4f
Gpohc1+T+Ay9jKLbapcui3ovDYjd9DlDnnui1puFYEMfW3+tx3P8xkD0pJjHamcnk1T7pfDn5JKn
msM2lmZOW6ml/S+NSnV+aC0PBtTq+4Y8mvi45kgri0opyacgwd1vL+I2L1uKa9zg6cdq4NJPBid4
XqmuMTfAjNdXJI/Z5aHRU3Y3QCfzD6tvordk6tkuGwa//Q9WuP6UwJl+ZpQWpyHMF69hPK7wArkW
Y97NKHTyoR0Cz76ZQd1lLMYzgCY9cTgLS7vWzQUauGDalkPqWxskc3iB81lmYTBzgJ05mz8HXmLj
Sh/VJDeTp0oCSokZa7hJg6M3UnWiCxuzzTklWYM4Y0yZJaCpq4MD9x7xEKrxrAPMutQdcb7JmjID
HOzyG72utGAKWln93TK5fRBxUD/THGuVpvexNWfVbh1bJX6AEPKau27K6Iii5Emb9psO7AyE4BIb
KVMCuIi3ZTeyQtsplTr0kGpYItECaAljAWMA0YObUSjbvZn9JsHls9SbihhGOXG2WHnOyPlP2nqy
oxUh3fVyIS6zI4t/vP2p6v5LQtj/p7z1V3Xrf/hTuez/h0JYPKq/CNzPQtv/KaA9G8T+/b/7+3//
b3//L//6b//5X//+n/7rv/3Lf/xVDvvzb/5DDut7f8ObQswZnlfkLqhe/5fFypV/A8Fsw5yWPmR+
RhH/Ww4rxN8AHCCUN7FBnh2I/0cO65roYSExgN1ilucCQvgrFqtPDwc2UN9G+G0ytsJlxULwz1rY
ioeDKdOIxDtpU7nx57h4txrhcKx2DfuyF0p8IWksy36jPD9L/X9xOfzjuudf3iM/x/M++w+IStfx
FJugk2WM9hM47K51kZ7ZUyl/42P55N74eakA54aNJxGIxk858C9yX5bhfB16c9mNzeQdS2d4DPq1
39krc/rKNn5jDfpkSPrH1SyJp9dHV/9/OfMnjp0m4rSzUoAWYeFZyZYDuNxq+CY7duwpTDLNDJDu
3i/P3h84of7gY0oc7qYJpILAus++kWyynDqvDb5J30OH2EnzY5BqibJ8ReRSdvXhr18PZQDiS2LY
kFGfXRi/3NYWgCzOKoiSKi0V2hQ6qN42adfxVrb+GOxwjhG5/efX/GQg4ebCYMCpYPPA8uJ8NuZ2
smdQP4mW6XWf7wFAM86vrd+B4D9fRZrnIACsh/jleDc+hzqAVZil23rTTlDqRX7TpwedM9r788/y
+Q3gKmfvGJ50nJcmUIJ/vn+p2xkVXJV5N8aqApNWztlT3jQeyYPual789YthIYO+gcQewTdr0K9f
Vp9ajRNLUqHMuAGzk84Pib16OyezX/78Qn9w73Df0A7AxOWxk32y+KDoqhDdqXlnBN416UvtXqfB
/JtH7w8vgg2FdYv6g2Xrnz8NTzQ2ua6fqTfdH45bzJfJGvu/WTb+6PvBwMDdYlXEkvDpIk4aI1Wi
KU4bR477Zl3vMjuoTyW0+98Yls5vyi9rIQjfswsfzogk1BbP9Kc1WNrL5BuihE0Vgcn8zSvz6YcT
EHbeWUywRhja+e4//fAJ0sViKVXsUm9Ftr1mZtzeOTK3+ttalV12mHsbA1S1xjmDvqYem8e6NOL5
7s+fi0/7zPnXwO/1M8+NTwjQ+p+/MsPoHH+drWLXm1OBd72OUaemGYm2YYY6szl4Veq8ziMRv3/t
0f95ZZZ9G8cmpjP3M/9BrIuDd3cod4AbS0bRldgtub+EKMzF17/+Ic+OZeGd47+sn+GVvyyJjEIq
B+ZusdOp4T0YSdf+wOE/XEDcXPerrYa7QvvDb3AOf3Rnz6+0ZB0mE9M9b0i/XJQxkImooS13dWZV
VTR4ff80BkVzUaHhQJSd2EOz0WPtvP/FD8v6KwPTM/F/WyZFxKfr0hWtCrNRuyRI6ENKD1JYipi3
Kye9n7oBAr1duk9/ftFPb76Dvp3DgAm5wnEscBrn///Lh3Un22VgbKmdXiz/duoZ5TKYzjjc/fl1
Pr38/7gOVZYkDwUsmPt5cc44c3SdoXYm+tsrUYzuTYPtAnDcUv/m7f/8/ZHzLUHk4HzlXvKEnvf1
Xz9SyrSZLA7rIu3D/vV3xf8ZcMMP+GV5cYAi26ws2J3AMpAa/mlJdgbXyiQMqf3Yp4iTED1WxzEt
0LlPNIzVJi/GpqfhqwK99erchn56dvkxcpyRsk4WpkBkKgYlIcRJ48FrlizYcPoKnt1euEwL03PD
uPU6gttGX+DURdzFDGpFlPRCHN5wLIt6SULHn+d3NPIongdnzB4bYhs9mpqVOuRThaK1K1rnOKxt
J64I1TBI/rXpezVuBhROGXJ68piqw0Bs7JQpeQAErRPGSzwv7heLEf0PD+3VmzmaHLXQODhbD4Lj
S1YI/CQlYscgRBYhWmidDRPftEtWZpOa32SLuGo59CgbBDFzZE1EyrPkPS9x/AWv1dptO+H3Iwjm
orpt5eqAXKtGNwg7Z4Qq0NNojRyrz0j+ZgowHxhe4pQ0isAj96kb7Gj29Yw01Uq4/ZwRZvdQ8YIS
yBcYy3f4lvZzWjokpy8VQAFM5EW2hG5i62PO0r5EIHwEEV10H5udgRo523iEEz8jTO9UFDMbu9We
bABUa8u5TITGRlTmYo0Pcc+846wfXvuQni59kwQm0XAohEapQ51Tt9txQl0XFyQWVhlovG2wkNOy
KVtMSiEzs3w+xPwPCEYBmrPSWRFK09qhH5cYqb3VsjcK/Ml+8xYT+kbHcTXtnbO0Tn9hFA1e18yI
nZuiRTIPnJjewYRXqz8N2VrNrPzTIPBttVV1cP3Belsz7PyRU1Xly7zYzqttZRO6UhQbKkSyYzDk
oD+N7IIAOtRtcWIhl5vLUl0VQmUJSNxxYuDnO4wsJejEu7GgTbdz17n6IMaNAXsZ+7SDU+rHl5hx
o33h0bPMbwDWz5faLQNjDyWSWs8Ws3qh6LOcfW1lebcj8sDoDmXiYqhaplThOpUdv+HsTGThdatj
HPpzjvR26FA27ZJBG0h/1lREdSFLvW1rWqWRkQkbeK7Sww/HoAUfTpCazlOz0b5sJKKUXWMNOKqq
YTBv+XVyCKJmN2ACiwdIRSj4LS/05EonqNUQG8NkakDPzJ6crlfap1VIavPyGiR2g2Ux8eYucuOq
705FvPTN3sh0LiKDWcye8J7z8MQSNMMS6HZqh1Chjy88wNr4r6y1S26NoaZHtwSufeROLHlUUKVe
xnMb1GFcD5YmJlCUD1aMkjc08ERVx9haeOTObHpBxxreWOQ5wcSS4qTesidmYlWbdFppYxtMGokg
7NEOJ7T7k5gzhIsvKHI7SJYEmTRJw8yrT7637TiJrUKC7+5wHdl2qEtnSvdqZhT6NXDrAU59wzwU
KfYI8tnsfWvapm2rTNws3vRMup+3hsJJhycL7L54AEjqPWZZgrceL97yZgQ9Pr/VNXv3oiPiG2yI
P9fdZnWy7jhrT9D4ph38gmsB88LZk4QHkL76U8n6VmxHEmff8PlVznYRpTQAexdyYOUiBiD09IB+
A7o8aD6/XNcnl8r/VGmzpQGEQ9GPiLxIkMutZuLuJpNmTVjRbd63C1qXSIz1gs5PGm6yC/AefEwj
gt/Qgkb/JbYFKRv0INf3Rlf8MdcexGNjKWsIfRTz7qbpHKNH+d2n38Ygre9GL0v4y2UckG1Wk1N+
Wchzom6tvGwhwEC2tJQbEvb2pI2M4iKJA2OE+Z8pzsrryholrZjpxtqQ3XnsykUflD9b6Og4TROR
xaySnq0tq4t++vmoMbkA47mCHU6KgRmEnSMNCa25JrKlTJkLRDad+BvpduWPEcHZVb94/DFt5pDh
NJJLTBOG2zvsUr1AFSYN75QIwZOP7ToIIkMLiaye1sEY8V3g6MyWKksR5o+OZBY5yCwiyQkxk8U+
IA+WDgqxB3BvMUOqJ1HjuOxag9EW65HqbR5FtNlEIOXxxkYDRTO/rKrnphXI13ICUkIx9Abp3gE8
JuTk35XrvHFWmMLMi81rRZYarqOp2TtrWdB+psKICC28g6maN9u6NHGPULo0Lz+bLGFVxgZySg61
3NmiC646SgV+p2XWl5Csx2YfqI5BMeqDY4z//jRQjrEw1BGdzG+VQYCXUEFUKfVGOBCN7hokPV/5
mxi69X6yiw9YDLvUtPG7+felxppZLOYzYTUMNovnXuXI23DDJMxcTN11RN3n+ZUDRBYxuXhAwkns
J7D3DQ6Zk05bJOgFKx3jKnOzsMvRvzbIY576o3vOvZKFt0ewUIdkWbZnRWL7CAU53bqFuhEefGxQ
0WcBFNCMZkTkAtvcDtuzRYwpXXfMF76noUp2RrMuFxao2OtUeeNpWpq1w9PLwhd2eVu1W1Pwzld+
rd8dbTVvslPDHOV+W39tTVTKykPU0SlOd/Sqy2XfSYsoERIlf3Rrba98dp61jUZ5dL/i9btzlUMd
mwXLV6gCMTSfhoYXkkLkW+Nk7q2gyq9dnayPboeyuoi9E1i/8XrmDcL/u1rZMzKeCeg2ZLdr7ccJ
KJh2Og+b+t5901LRICFpPDa/QlxISYl1Cxk8TOPyLRbORbyIO8k8+yz3eSDCumM6Zd8DWUCR0M32
HXnkmH+yGFOSRHOCUnRyPoaxk1vohUtkdinlR2ZuMYoywiywwoQw3jIraluz/R5Typ4by12MAbmY
iVmgZ21GonCIp6r4B9LOeLJfnc4xT0Q85O4Gapw6oLrnbain7gYKqb31ll5/AQ3ufM9BaU+PvVom
JyKbtU0iHL9lTo+dKLHV7ubjMq/vtcBmV2OpuorpAJAjosQT3JrsjWgH8d6Nfr/VNbrXzZDWjzOQ
utuZuRFSr9LkcctN8jvHZGiwP7UOqSLmOFwEk2t++En2yrTEubVXpyKbdzlQHpUR4y3jwyjUcKqD
WGODtZ5TX7dPrjDHsB76I/o7xioFUA2WqWRtv0xFdZFrxuMEjehb3U+MSLBGVFQogToAwv0YZ1iB
ejmLkEiCiIoevQvc9G4L7Rrp9jDZAIwDt9kW5O0wRHPw5sMRDk3guO9Ex/o3frMaG8vUNhe2qjuJ
jCUw12vfQG22IW7FO2oMYqRfxFK+dynT59DAPU9eHEHV36a4LEfENugUqEqZ/bSq3y1yDKJpMsF8
2s5uioXHqp/ZEfr28swdEdkWXQ4+NYq5NJzF3ByxcvPKWs2806izt+Mgg20xYLcLm860v7tuLMMg
nR9jpDD3Td391EwFy1FjoCUezSQIY4qrF6cYrK994Fsnn5HxZilmecPc0vlagTq4g4w+YvbCaIms
vLdGNAOBcZ2tHTPyuuehUv5UnBjuG6itmuHYoNvbt447beU6DJt5YfSGuoVXbsktAZslviwMct78
cVxCPnOKSg4MQ1aCK0jyHvdQ56mQMIMlA/4zVEfSaLtrisA2FAp+S9wI9N+xksYlxbXRhctQipuc
fIlH3COzs3GKTOswlmW6jxtiVQC9E7yImqCJVMmGvltXO7mmm7sG4egsCkFaPqIWtuuFVaP31yNq
xnKXBlZqhBSBDe/R4iFnoQpEOVs6FMorGttQSCNeI3zEOIAx59q3uaAgP8DGEj+UVY/ZpVIxEVKO
ZDu9IpfnbOsc9TidUGdJskOIi6ZisSonov2ru8jXNfWHX7DlZbVhfXVTCGkKTAQvi5cmCQ6ebJ1C
3zJXtcPv6/Lz0GovDQubrknRQwAl8/56YNVvo0XJyryYIE6eoz0KHgW/Tb9KkgeGW226zbXfGe8N
Qv3tsmgrcrrADDsUrjvHqbF7Q5J9CKhx3nUdDGqvibm5A4jSRXXWmdeTm78MeBK3LXkAGblb+BpS
JttEnkyhh8fPC6dMcths/WbenzMPBrJSUsyCCXAiuVkQfb2sxQCT3uycaj9PIGVmNtkyJNqg4rzZ
nFUmnF8rADaE3J0XWknDI00wRlapBRMqf0oMyOlpQvZJ5eSRpPjBDtTgoTJ1chqNargnIMuv9u66
4m8rVXpIYuD7Y9FWEANkk4UIP7PuhrjO5pQNbhHx8tg3rWp9GclGapLAzIRsA0wYJ0AB8ouYrWZr
iPYwGpR2a56YK3LsJLnhRMWIv267De0ZfTBmvhbM3WV+nSvjCStDvXe8xfqhLbU8CqdIOZXYnI5w
YIO1Uw2xWqxP3pY+ULPjDjwyazA1nmvGqUyYm6kGkVUodzP50HNwByNZjHgXqgtKQ2/vtNrFdiFq
zH55empz/4eNsO6Co8uVWy0K9WCJ1AfsUTYevMx4qhCJYbUyxi9+7Js3ZLJVUUfAAKbS+buctbpu
LKGuIYXObzxZj3TaSIFZLAyp2KtTYCeBPCrt7Im+Ge+Yjlx4U4ZiYWGsqjdDMploApMlzKr6BZLl
ed805z0aTNK3Ustab2OP9tLGdlZywRM/ODgJchmXRTGsKmU/UTxkX/tyqKD1Sbrpm9ToE5QBbVzi
oOtmDHFKBvA/ljH5UiZxwRNLZf/KzphyUWJafNZSKinm7J03YsixkuvZBGDit1I/T402gQvhG3gg
Kdnktto9LvGqj++T2B2JlpPo6hGQ4fhurGw+pY4YIjkWxoNVLeaMwi9GvzAq1W6nAREs/31f1rKd
w6kcvy2d9UCHyd0lRYzoFKsqA3eSQrMKYfdmoo7c+XCnszHWlOhjTG0JDUVvyJdj/5HK/Gr0enrP
xiw7EHzz1IlhMkKc/UbOTG1kIy088gNwLbnvTdCysDt407qrVs3N/GC2bfmWItfa0QeuXhKvdZ/6
JCBlyCFqCIJ16n/3ZkwyVStbfszaI7XYUAovu2Q0UZZ42NmuY4c1eetn9bvMkwyvXWJcSc/w1fFs
nLvV5fnsMGKpfvGFjZYuoYj4EqsgHvf01SoVqWkRD1lqdBwrqO5eTT9xt7layne708WVjv3lET2A
eQ8g0dsMNIymCAorjn/C2sqE4JN63JuGRc7dmlf+dbvkCD+a3rmMU2eId2m6tgG/q410d/CBh58F
w9umMrBEBGvqUXxyO0gIQUiNeW3u7CACDiN1qDLTv8yd3p53rlgde1uMI+6CZZD94+AnlPqAkuWx
6zz55KYF0px0gDDAiu0PbdQNJjhJkcxoSMeV1FccWH2y4wEBUQGHWV3ZWEOMTWNjZQhbQoS/DQ4V
ZZg1bX0TL76cmQrZlknxZFk5QsdlgfhhreaPrGNR3wbkDJGjMNFGgSIyqK95YGJIsBrTxqJemROZ
xERl4LUSBmmanva7O8SZZRuiGVeI4poRu6EPrO3D8M/i0rXrCZ8UnaflRs9xmmDpLU1ykOYxP2so
qL+2Wrtwe6q+aNgKcmlGpec1ePcV0AB03WUTJvSbrrCK+qd8WTgG57nHqu4jk70JnLWwtoCPLSCG
QQ5TKBjScTPplqMEtdzcn4I5mdtDxQR6Den1ciq0cw4naTy6X0ckxR1+P41uriWzQ8MEHNZnGjZj
v8UN0BNY5AzVluS6edx5BQGv/DmRXONNxOpdzyZfsDLmlMq9RcST59OK8H4dKov2klcyTcQTNoRu
t/CY8Go5rCruklQXhHuhjVrRFg5Uj5Y41dgJA/pQ3nCbsFUZNGLA9m1dltoZkbIHJG5BlGtcYgf0
kHm1PR6kNq3br2WJ0WwjZ4NOlTeXwffRonWL0Srj4EHrb6Sj7ZSZ2Aa1bK6hKLFpgg1nRZJOUGMP
zOhWbPG+QD07g55eM2fAH50hbhvDeRzEh9Mk4lkjryaHrwlyA/mqGD0YJjXODMcxlys3aLEAup2j
r73VW/GcYaD8zk+UHzW+SmiPY5e8CLv3PzpnxjBkqmreOQYoizCHkLjslwD/0wZhkkRmxtQRvyvu
2Saq5UTPlrSm3gE0gAV3R76l87xkBcl0jTRM6KO6aqkRyVKAuWe69B0Kc1hOotdWf26C0d2ImzUZ
Izpb43WCINIPDT+YFUJAw/ABEdQEEgVCzXhUqIp47StSJvdDZwX6oho0ukaXWvE2BRfhXIAILcEG
jGm1F6DYSRydEadurNoovBtP5E4bGjS3yohMHGZSpFnyJtCKk+amdCQaXug4D3zm4D7z8Q9utA3g
5KypbdtjNYx8LOj/+H1hJhbupZ5UMV+URe8+mxgbgw1qPPU89lQZ0RpjuNja8yDv/dxe+FEJ0gqs
RFa/EAGfnyVPgT08ZmZLfJAM+sr9vvgIKL74BqmSV1S9CJpylTXvszVYyOLW0SI+zAx899SD2aBt
yXnCR8ZG68vdanAN3R43mn1J1KXDJWrLJgp5Reb+QZVqdH4IgEx0K76N2bP0TVJIosgvg87qFXsm
OLYJ0hbWQbKfRmxbGFuygtsqQ3LCa5iAdS1KwhtGUoiXcMK0Vt/4bMYQqWm7c5puCo7stlkhniwZ
6shoCdaCjKgBntkGH8m4bCvTadZt05oOyW91p9QT3i8CDnFMJXqfFHr0wiGYy3jLyLCzQklfDzhi
afrjtij0QMXNYs0n79HskjxaZt6xg/BuYaGpknMrfCVC4lIRw4C3GF7W/Dw22oLfCa4hp/PIUXNL
vBYdatuY8jRSxjoOChBWc1afu6PcQ61x6qfeRR1HH4WjNY9/XtnEL5p1+tKKCcyY6VpDGenGaupv
7CODc2mT8vg2WgnK4cXPOKctk8HQhZYwAgbklBzv54aqFnx451cILwsneaJ30MZfisFXFLv1go4R
9IyGSMW5x9jMBXN82gRjot8LtyOz0wNII6JmVk7wQsA0g9RCW+joFoH6cQu6eEqPssqHpzynPRIS
P+c2lE9DnG0NvCqEDy/L6hxHFbvEcnvn09b1mireZx8vY0/vSrhfHdFgtCqIqH7H4WDeNW6Ls3fE
Hmec4jKen+yl7d3LaRxAvqGLqwKspjRuWNRS74iZd/aibBy9ES8mXN2boaiTO/q+ZEht0rmDPGk2
sV2zV/oJJizEklWUpHVgb0YLycxzTExJcnLF6A43Lj2FYi89eJNAVLAtbJoKRAcJxT6qf6cxJS0z
FAKRm+TeRz4NFh1nehsBjCmf7QLP5yhxEPKcYCJoY+3daulhqIq74qw7tyTTcLPPMRTi/PJJAE2c
rArPACx1aHglUbnOqqkOJOLMH5Td4DXaMR6C22yanfkVGkkTR+igzXmLrqOqowKQANZGTapeGZpg
Fso3O4nLhUJncXCCNQmICVOlxF4SpzhVIfPz9N5fKZ+2mAiIvTTE2c6ZOrpJ39EXOUCP0OPeB3EK
mR4Nv3W/umfHlAdv6H5NiETc1/iyCRQXCcAQe0WuHmoPpf/Wqolk3CD3zbMLOfUFqCAypC87a13B
w5irc6Pcxr0vpesVoWWq4S1IEDFdrkzOMly12rhpHAiGYauUvHc5DH8T0GdyOE1r8uGY1WhsRJE0
xl3s+/LOqAqLv9Z3eM8Wx4nnG9qp0/0S2FoeG1/q9TJAOpkcxoUz5GnA3Fnsyt6sgz0xQEPNtlKu
Ux61RAuJa11k5f2M78fadc6Ce2u02/QxOLeEOExj0g3yeHijR8YJfG3T1d/PLQ0SQswHq/oSp0PC
UZ4nDcIttlC1S6tVuGHH0329driSqcNIk1Od30IcbyqfnBdzkdNpaHJ2eLRC4iVzMqPh5MpRNrJI
dcO5w1GWd1Ln8Q9KF1zwNZsr2lpoMUe/bdMRipCb3icaf6wTVJj2F6PH1wOoza233Up1GlUIqx80
+Lx0P9srHkA1mPiX5wp7KOWZmqMCbdtbk8zdEiapCTGF5BGR1Vt0+kZ1yZpa2F84FTMVMWnV9rzo
Fjr2flYfZhKY6dbvA1HyWK6Vs2ttc4QEw+zXuoA9VpY7vKeqCTHFMVLa8MfVeGjWkl9VNgmMu5NT
5RT9Oar4mRgLcr/CudZ5usNMoOv7arDKKWrjtWf+scTOQNLY1K6htqvkWVU+CVqBYki9wT1njZe4
mjhme3Qg3E1hiwKTLz34MiQoNX8N5rWxMKBUwatSA7WLWfRlGvUt8xLKsxS+Gy9dnE14vuVCDUx8
nnnZwysg7dRd5bsAnQXig//Ot7HZDv1V0Q8zyKEVfzDUSE8dz4wSiizTgcaiVvyftD2YoXWFeakI
4OWVn2b9QnigxwF6pG9NWTilDwAYp+pLkDK3Zj5QLHu+EqY3MQ+tjCw6hx4I4W7FFFNKRvlxLZYw
1WtgRMCp8ea3fBCqa8ft4GUtI1YWxglNetSzcNR+rWMYG/lCxukeYEOKnX216PpPJmiHY8eeSHQC
jvBXe1JMgJl90Gan20MfhREnjhgYa0BM01KbxyB3/enoxhxAL1bfozpMiOVqo0QYgx91PklPx/P8
G9FnTnvUlTXdvtn0iHA0O/Lfo7QHcxUJzHTWZiR284CzsnpH3Y2aMUXO+dO6m6Oob5o5ZuvN68Mk
EirkFp8LhgqT8TK7A9/YSEJwfRAkBdJKFRTZu5rZLTh4Wq8eZhp3KaKyDGDhs8iZz7GOazhhRbUm
R8Wo+/sSJHMRkVxX09DCuUzRRBdGRVljSesqY3NsdihYiZ1v2XvvMAFWMHgmKretAfxBwmuB6LPB
X+JU7P6NM92UY8MTSeaftl6Y1dpfW9Kl7hwzNoKDXAVgoi5JS4MdaxX1ts8L1d+1VDjMzWJlvK/w
xtwDeW/ioqy0/UhRUohtybautnMu4ge3hnu85V6fD6RrweKARZzs896J3QX7Oz7RwzCPRHaW2Wyp
C7r0Nc1C38rS7lDwvD15TN+XDb5M7F6IOshH782SMElVWmlxn3keOY8bWcGW2WZSrO1unaQov014
A/tboc3sFGecRE4D0TRJSP6q4Dxn2Nl8SQNJvFbFbPXbczEZX+jGZYSgqSHHHfgNIe9F3gbXgy3G
KcI7g52uyDFY4U1tIEGVDeYS5o2Nw+RaTl8Ly1ymfWr2Qhxbw/XjA2ZGNzgMeuJXpLxZ0jPzbx13
pBU6pJFZ69RcF5r0092acJL/MpYg/bakAxBGyIDEycMsHlQTDcZs0XJdhF+Tp1l5p7yMW2/vDXGn
XxtdmLYkuICORHQG8RMV3hvd65zitgy5jwzsc68+B40O2rsq4tz9AdMn/7ry7c0wZRbbcE9C8s5G
Vud5X5YygcEXyKWmo+sPOWIZEathn410Ai/qghM+k31BByhy4HvUbH+m9137Lq64HlcPNroZzy5l
Wl5/SwwXtW2F4icIl7IZ8v3ITqqPdmnQFseD18AoS1LXfI2ttLNOMAsHARcHVqkXus2iu0dvtWkS
nxAYzzOA8lglj16qqEQwsSRzX2J4Gzs3nDzF+QvvtJouU3znwWacSzXsBk/q7qKZa3s8zgXHvMgb
VmBbkj1tVAhtXPs9FiyU2yl1imYjxtLKL7qedlxIpnf+wymhL9HqSQRS5Vm28nKiWHsrxFRiJtMl
o8ZSt8K7HcjiEPdeB2xqA68MqiljgeJ9RCLhMI7gHHYszlfr2zPUsQvowbTQgPQBlcrQ7GlmtQPW
tdWTwPHEdGzn1h7u8GjNL4z+0jLyXQekDdYJTQvfTN2PrigM4wuvVPnQzaP5cLa6v3p9Jm56zl6U
taRRf0fMBJx0crx2CidMGbcjoX20Q1w9MR8g4DXdeg3tCUKpGZ3B67HmD9nmcbLnO/a6izwR+KKq
mbn4Vc55nT9Yl+TQMdlwXynD6DfUgqnriVYnhRNyG/BbvMzq2V4M/tXg1If0uvVhrBFIDHF3E7d6
MENIyzl+Um64PC2ekfu7GlVYe4U8MsVyKZzW3ljcJTp1c0YEJoJo6DZaYZILfdybeoeeLx+ISBNu
GTV0/Z/17NhIlCzFaM+fnCQPpWE7FTW1xzK8ANv1DmaSwPviCMZGl6V6Dk6otqW1BYtQWgeK5viZ
RkNHVVCAMY0kgsI3KUgC61haao7GbWyC5VMdoaLIur51ytLLTUogEoZMozLBrMST0MuhDAYbmyeE
1T4inplywpAt3lXspyo5LbatEJO53mRfriVOSORHTX2Z0GJXW9M9A0MMcs1CBaHskm8/DwB6wseK
injq3wDEVG1YQ4umCaQrYlzKLCDG2aNbbYRVRnswhHMxYxAvNbABVm7Of/7K93SZuwCPkPtnMVL8
gb99ka5jLvYGkFY8y/bQXMveXGX4M76AH1+U1tbKAQ3DzSxAUhutzzyfYEp9mlKAQVvTL9MfvtfN
inJ6KJ68bqHKxxwc9wypmWoChs7tKzLajR+AQPQD2ggBjtAtyg/LRS2z67VPo24CisJ8VizLFxK2
AvsaCS59aH6tbE98NC41FAFg2GxhyJt5pALcVlU9vQ60IwAQUjnd9c2EY732fJ3QWHfsBuykElje
OfDcjEklQbB46yOPMbqYKZ9qDoLJrMEmMpqlgaBa56vrtrXFmJhHkqUdtAsUyrq6cYKzlaot/XNJ
UyIa3Ghpjs8xp/+aUOgGTyrziO46HYd+Rh9W8IDZfal3mXSXH2QDilvPKZwXLUrGNbkRU/wE9Fj/
B3tnkhw50m3nvWiOZ2gcDmAafcMgGezJCYzJzETj6B2AA1jRM0011oakTeiL95fM9GSmHWhYVmWV
yWDAcf3cc77zoJapEdskqb5vUdyjMsM0v49p6H8bKZI/ARoo6bO6F3fxYA8EaIvCfbKnoEgfqqa1
kA4HHi7KTxr/h4I3RfyXwlaunEkpf/xyrq3HLvJ6GBoObqiDyGP5NyxzuqYtr9Q7gpgNJqjlxoQu
Zze7yOkWNNQcDREXSMuJT0M2qPZLasABKwgIlJ8lzY3zlteazXmpYg1ite1nlsdQfcAvgj/kv9H8
HVexH9OlV4Jfcu9YnATLxlHaGjcNjWY8q2IkU52kjX+BhiNsHCoB4x2uYoYMgEbZX5dHeFxxAtLL
iEumb3b4ukLr2NWu5HesM+SZMhFjuKEw2wac14OUaUqUrQuMl5pMQZVFIBkC9y7N88iAF0vdx7p0
7L+Ro/qIA3XO+U0BNLj4QlBanNAT+tcvlXq1MDGPqxxV/zevswE3hUWEYdULY5Zt7y9Ohd2gz7uX
gcBBnZIchgXZiSJv75abAv03y0C//7Rhm6ltWUINWPeiBidSlFH2i/VoWbI7H+qJaB0T8CooRsxX
aTTNl5tGQ8fTQPlQi/kJ3hHAlOzVHWTKdKBTf9kHTZq4P7gLxmGboc8t7/wfoT1X9sQ1JwbDzV6g
tEfoYIYE8bquwxK/CpXMuypbQn9jFUUPJr0ndi8O/BxogaPfwKYoo2BC+dcxkn7pJ1w1Vm7WAVVZ
43DGo6ZFnFM53aW3bGF/27+xtYF95tto99gUYvneyLj0P6MwU8udVgvki2UMAHvk+HxWoPWIs1dl
E2VH18d99azdqj/reISzrMJKIBk3kGcPNiCO5MDaz1cb6rFmdVj4nlGRnE0AHghyYVwVckHvoHUT
nN3sJ3bB0F+l1q71mEO5qQEHospjRp9ukHyR0iijThj4vkgzL8thjBK7exvtpnYfmHDIYeW8ycqf
nAg9uL/O8buLVUwU1V/mIqvZgDqqnkiTs+gLl42fjAn7TVU0LsTeVIR3ZVvzd8aoV1d3wIPosmCP
MNcxraIW6EJn6LENMiqFhGkaaVvQCqPQTsIVWLEAbnmQVgkvSeWPnHugvuA/r8fezJnPFGFVNSYL
ya/sB2BQ3p8oGNe6WenJKIBG3VT9MIuM3a6DAvzZTjk5gwGiaXeY+IK8lCNWkU3PCgrFHuDtt72A
TXt0cMYEW4NZpzxHVpqVOOKMQf2XYkqu0CE685Fljj1c5sqthwN+P3q5K7PEOE1hzdkuIVvb/4BR
5/3VfItLkH/gpDcJudjbUhL+CyYPbJHWCqBg33FYWW3x1PAo5msXV63ZTIvn+3c2L+13vr5Tt49Z
svwpAGbGZ0f3I97MWVdIvwUXvmOcS/rX+RlhbvHAQ5fJjSCePAtumd/llIRiQ0UupWYpBugUZPVi
s/SHKM37I6PZIrkXXgDMJRnj/h0jG8Y3L1esw2nxyJIDofwQWZbSM0xkYV4Ov/wByj/WpaWReClS
SFoIHdV4qth6hwlJ9CLQh8VtfIsJeMyq4IorpUSWWIT3E6P75pRYCGGj79A0QQC3TLJtnFYaF6wN
wAsLaYGrq9nkNh6vnQjG4CPNblA2QsKGegPVATBGA4dz6BdRNe9kUgf1rkcqKU+Jw17kEAt+nE1T
qoKXvaVyAwZx1hEC3ZBnZLenOdLbCPb0sA96AgNnbIWNvU6XHuRLKecKgxAwhGwFS81E+zjCXvVp
ORMTDPefuTu4c2mnZ8zZlbtJKUlo2JxkS7JlvxQuW9yOJbPRjOK5oljE9h4Gu5cwXhGHbIxefacv
QPTwRfKrtvPz5JpeYG0cbotxcp7mmadBOS/gm28LyoJaA4aNxbrGbtPIO8eKbQGPbWmXbxXyMju2
VjfcGkiCBTA9Ge5Q+2c8GyPPDQ2dXvURyy5pzxA2WwSctrTUtXHjOeMm56EB1S4ckXetF3R6/O/U
FIE+m61H1cS1futqDKJ3kZvPhBejZoLw6tTUC/zOuoUd0SpPEcQd5jEwhPeuEdSnJKaqqqs2tTO8
DwkQg4r4h7Dw5VBV2YMwF0rpT4msyJDH0h7+LanYgsaehSGHbz8Z9eDD4DqRDIFNHeuN68bN8ML3
3x6BGwB/gjOloskt7wXpBWipc4EhyEqHOcE0hPw4bqLM6rpjDhstOc1FgJtjbpoOjYI9fvi7Bj6U
vQdOYVvHQXIPuy59N2NfaWOVOg+LcQaDQ0QvA7w35biXxs7CcENxQ0BzCXZxXPLMsAk74ELlSz+D
/JCJUmcBlaNyYaDAPIRlIawYru3CjmTfiNIq7lHZuvqOlaWfvcsAG805q1M9Pxhd49irygheNq8+
965cbLCQWuvomMnqFlxHJMWEGFEuBzqpCQ5cgFkcZkxxOEE6zIqkGnALQqFPxU/RN/gGR8XNeAUu
ejxHg+ASDFynb84DRTKBFVDbgiUcB5OPNSDe91OaiGkfG6bV5jnKM6SnIzDcyqcay+Ru2X2HNkjN
4EMVuBbnc9g4RAMWf+yG62jbg4uW5JdF0L+NaC0glkY4hs38U+qa29+Oo03a/UlMY9qGO0MHh9zy
AvMFFQHOkomCDgXS8NgeslkX27GcJUZQOhYjxti09fEDaB1CGFnZLvtA3sZJJy1cuCnckE09LSl7
yLQfkyjbGtvT8imO4zTvVqw4Q08fMYj502PhuTavipG/W/TsySyms43FyrJJgpbyPJp4y25ljA73
fe3lb60aWANndmJfjbeUkDYxRq383Ph/eK2NgpG0Dd8DSP5fESbdYdVgK37JhzCibMRZugOcSPXl
dK3/Xll+9JHqKh0JxMAapBUlZTRYjb0/FVuSRA4plqyG7FKx3f5XuvT/h/L/y3/0Nf2/S0//53/9
7//jv/37f8ri+6TE/qmmcqJ/42zhosUSmzCkR2jtX3WnpPQD4r4B/9ZxoXlLErL/VFP5t9KqyI8C
51aQGgbkp/5pphLOv/kh8dAQTHPE6U1y83+3cv0T2KbQ618tXf/88/9ZZQkl8f+KnfGn25JQmyTz
z9+CJOF/zoLFvVXj9wjKSypAzCSBwAS8RhFhXdDaSpuLxpieeRvZtKUZ3iZKr6cN/W1pPa10CD3m
NUd6t/9IIBPhA+9ovJODnM0vFz9Z8E15UG0fwAML+a0abZxVTf6J2Y+DbzkxZzTDI1KGqjj6RQdZ
sYMxbvVFvLdB1VF9Mqc9CxLOVcd5xAhO5kh5iwRLNFrZCwg1b40QYsoXrbmSPsrehfZiAWV9GvtR
2mRLFiaopFL6ygZEvCE+5NZpjsBcvYsl90oWXtOgb+ZPIGsszkpobiBSAzpWKqPL7OIkHQYCqf5j
CxehS7bFJCfCMBM8y2cCrgE2PMPF+rdsrPDOhYtzc1p5AzD4cRjPBY1TZKZGp8ByWFV9daGQZ6jP
0+jXHvMplQBM2+hG8lymjr1saccu+w/6VtzgnsBBBtCuA0N0YPRw9W8FcyY5MmxhvAbdWXwlS3N7
VWWWeXBqL7OJYaRB9or7p96Uts9mwqWb5keirO8HX+N0AwldrZfcFS/G7oN2F5bJDZFeFMc2TcDG
hYnfMG+mk6rcdR4bi62uz8z6J8s4xW+FAtW0qQhH9Kuk1OjgWD9dbNMyozmPL0XXRrubCfc+6Qc8
ZiXIAu9OjibnzTql2Ma3DdoDZD2FVyeOiU9Iog/W0jFO1xVbCWp9+JteKQNt4pPghcImuHWtQzDl
4dYzdfDENxnsAONX27+QmVCi3TIsWcMzpHHWJEMYZJFaYUWqu0dQcEl9D1ZC3L4s/cjxueGmRUZx
FSXlgllSh9r0NF+UjnpvPVH56F4xjpdQwNg4hKkEg8PMB0fvN+KsElhXc6jru5CX37wawQwVOyd3
4mFHaY8fbEZKdMxT2Yf93eKMRnw6fBO8d9PYKt2OgDwHdzdOQ4nnCSnQr7bVqFzvVZjBViecJqXc
RHFAKMMfbzjcBONO+sgg6xGqI11mYUYbS79tKDZxpi/hpSFTWUOy7bkfSrs+zFWIMTqSSZxgkBJ4
H40NXukQxRnicTXRS7adfDfTiPwVPr540Lf+rim/+TC9pbOcj44aEL3CZQ/ufO3wk8+bqcDaw6/c
LUR+sYMO7z+5riScyw2oEbZKkm0V0K6+yUnFbIQPaQ48A6zZhXSGGrSAwCknjoJVSu4xeo9GO8I+
yY0qm/9A4an9X30g4Diu8HhQewUCW6GKrux29HugEnVD0ihcPAz01hyFalmRaYiDC5gezH8YWVjo
75pSkCY7ZcPNC3EarODWBDAUU+k/yyWDIjfNpvO+Gm/mruZFuseNjyNCvsToi5RvOAC+uKlHY/E6
omay4K08UEhFExOWDZc+foptTAM44GNRHogpLnR0evBuzhEGFHJ+s5+pEzauIHqEgIMvwtD795s1
ari1e2h2B6VTq1yz4KUrRjO4tZjHhHgprerGaayyHMB+ZuPpIi2XeR8yrGcORh9dYD/Moc3cGuGr
whhog3szcTN/SGzO2b6dMrt9aamMDzBOeKlZkb0RH2WNvQtO13QUKo26c3xLLOhJsz/3EAzuyKhA
v81b1PQqyRJ/L2vcQXR/OjZtEhHY3SdErvqjBVN079UZAMyojc4+hZgPOqohP2bsgh9Eyf2EiOtE
ur6ir2E9AKxZpU2DOxit9DNZrP5T6dY7csH1wLEVXeAdjGFSpgIEVwYz6rSyCQNtsIVUdEk54zFs
kIVCp4kfWGqGPvmaMXkL5yDZKE3b9QFbX7ul805djWPKPyQBFrCYuNPYc4q52bG9nPwj+V5yQDFf
Yu9Bt1xxQMqzIF/NYNbDdTl0/kXkaf1LWcr+UBN6CsJPm1zYXqn52SUScJFOgmGib+fmOFfsEVc8
BJjaYj1gsVjjoAspGDLQSE/caSx5ISI71Mi72fBcO5FbHGujbf5Xvvc0e226i10zbwd0qmkLFgrj
zVwDT97aLPAe7aV4gZHNRzJbwYud9E644vJzk9rTBGZbjsIJs7KzNEQNC/Festvq3+fWqLfkNilT
3RbbVCxgS1qDIG8urCnnz7IizEP5d/uQYHcldWwgjCdO+sRuxzph5kzu2trl/OGWjwO86uJnIUbr
PJNc4e5n8YEkGDIMm4GxOJrYcfUeqihqvKp8zEizZ33aaI30wojoEf+DJKzX0+Bi0vnUqaICEIPn
nPiB+Aj7gIhLObfdOcQBwk+g9StQRUyK3WxdQq6Za9f47llS3AEYEqNO5iqG2jmkmRnPEdhWXmLb
bOhsvssJ4zQ+39/Sag5ZDtCOJKm6Eg/Pn5XJ7QNexv4oPCviJOhyUJo4pD8Surs+3bmVWzsUfHe4
HZ3iuUk+oTdT4zos5t6divkcm7FZl5YpjqLgBWKCJDuFgVWuMkIGOKiJHyKZFUO9mTOijGE2Bk8S
Vz8Xbtling3wMupuwAsUDJwbFLLk3yIPBVd6DA24cDqLZXEz8A0t7OjZrpf8wZ4ayi8mLzybfGkP
QzXnFDks6jWzRnKwZSzB/OTRvTSAQbkV0QyVQ/w0eFxA1UtKQ9Woog8XPxL9XYlzH7i5OrIF7Nei
X0hc1150T0gq/E7k/EcV2B2auA+ufSLEHpvfcG5K1zmkgR1dOztSTzF9SyDFkBQwwFjew0gQ477I
2hRTc/HYZmJeMcnixcAnsYkZpjBlj9VpqILoMGLbPHMYE1ZJ5nRPhyRQ1DlBS8NMdCZ5Q8yfeHJ4
juoUNgh6zIt2gPcqW8u7SZTB1crj8t1VcXWK+FpyXHZrPib1KCq21Q0hcDZEQrwnVKLdPlDiKHog
aGO7zktdL/dwrAseG4i8GyCq1UVGjKT9sOxzp8GU0YpPvx9/UrwL+0R68S4o8vygHUoD2RSi5tt0
zIzg4MMONnXGa/WQl3nBeTu7W92wQGXhcir6zL5r+m43RF75OCMpHnWgcX5n+X3g4WIEhB9sljBu
9jowNd1yFW0BBP6xU7dtkj3ynfDqnZ95UbGHHSq9xxpM9b0Y4uSPCKL8y6uH+gnbf0saoq8Po0zn
uzwG+I8m608Thx2kV2qrUoKZi9O9taJo97YvIj58+xH4W8JPPOnn0L2trjhpNljLAGYv6QF3DwJz
WVQ4vk3Akjsqv3CvGLmprXggaIoR8TEhZ4XntBf9tWEmvIPuQ9nKMsyAoUk15x2uIr8tIHZaaQob
skm76OwVdIJVeDpxPcpX5t78sdfIEArvSHrwppgxEGf5jE0AaoGL/HhBbwHukPONxW0nmcPjdvRY
J00xq2aynKhxFMKZ9K9FO8R+4WJ/y6TP/nMPDpo91GhZ34OwnXNMwdd95yHeoX01w47367IO2Ef+
pPOg1iK0SySzrn3lax2uuymUTKSoyNXsRJuyT2OuQ3pZGXiZ91rmmLEnlMl+SupL7TO7+YxD+zpn
deSm3AEyFeXJqnOJZ3jcWvZpw1jGfYipEOPwCoMH/zYd0h0Sd3jWjcreR5bYTNhRDIPZqy4Tz1w3
uRDcK6GPFjCIXYQYS3Oth9JnL/6tH8/E3EC4WADalf5XMrbxjtDtcJ4FZ8w0jkB9C3c82rri3SGr
cpOQQviLveYegRsxkxfLpayKfpMGZGtdMZS7sNXT2Vnah144zlPjD0R0C0UjSbSEHzLVr/QxhTs4
mRFIx4KOCrCL8aa1qrua0euYeBUVd3ZEQQ9Nk6yCY/GMEy4ll6vHZ0e0H4MqKRh0mexJPuc7qxw4
cKYq53nsqo1OycZx1+qekiQvDj6h33WFNRLiaq7v25YYH6pzPG86PDlrQxSTZQYxADeJxpPGhLzq
Scl/DKb/oqWnOPsqkyhrpeQhrz77KUuZChd7TxWILFYh3hAaSSfai3pvaXa5HENKTErnnGbZU481
HhBdHcujo/gSu7n7rKKweakyUbGNE+qD4/erojd2n2TlhHTPbGM5eMRbFv+yD73dIPU3X7D5YDMd
buUs6qe5piqnLvisOy+udnTmqEfnxpMfiKNcxEDBBMMAO9KpeRaBTzzTE/PJ7/HX2xSarphqxd9b
a+lqcaZ0NwOkp1ujIuI44pcaLF7jwWR9UAwIxZz8Dnp76+fnqihgROTecpiXad7qucGW47klBq6m
jO+NqVhaOQTPdyEL5ZODogirmWA7fUtIE6sh6AgT9sm3HUzNJWyMOlYazL9XRO0zt3wyDIwZt6+1
KbkaEaCa0vlKqXVyTerQekbfEntQntG5p8Sa/9irBhynBFZx1rxqOJXf0WCaK90uDAHCcEWOlrJe
07hgffYWCKm8CFiD2X363ASxWk9lMTyjkP9oEZGtdRs1IiWQG4S6ipTrIwzzYeFlekADVVf+o+kJ
6xBKZujlR1zG1SuX3fFzDmf7MUYiPSvReFv2DyXUYJmf5pohpLhlVjkdyr2upuE+MBWFt/n0LrgX
vEf06H6FLil1B7vQlkczWBN7YrEsdXFiFyKu2IlfamhXTqeIb435dI7sqf1WclxOvGaGgwN9kEpF
2Ek3O8FDMtbTW8PD8t5gJOXK0THVpemAs7Oz3gDUO9vM18WlpLHsruMe/S1TBoJwzjdJYbWXMRDj
vp5lcpbLhA3oJmFXYapOVADMpC39aznlYjdFPUnG0iVLFRf+Tnu1/OCGMtHW5GCuxrHc7XvO4VOD
TfjSp93LEvWYuXyXszPRNoEPis6iPj1PsCHuenLYx0GBiTc3HAaubLozEo/+gMq5Hx0db+F/vTZe
1W6pD3A5pZATsq5/4MA2f5YOksaKOsFqnyVeePQawvmNIGIlhO8ccQ4/wvFx9oErxreMVdkWGDov
FRnR4hkT9szCod3Dsatf6kheiUw5cNzd5EjKgUheR9DAC4nYZw3ZKmodnEuEREq4nHs9PO/hsQsC
hOs89zOuaHNUrlOnky0bmbYjLFDA7Yq8+6BmtdmRFthKx/5u7Tg5JCHxkZjfxMrNR8kePOsOS4AZ
AD56eBjSqTryPh/ONbaJ6xIF2TUOVXduaebdT47XMWik/okfvjqVGjyM74HUjfEE+o32tpE9nDJH
BaCc7eGFPEaBwSazXlg+lk+2PZFqUrRh+UkrvowC2181kF6yKga6L1wdrEJbZoc2TJIHXZB364Lm
N2uU9MxGc8YEdGs34rr7h5CeRzd5TTmMRCA8FWUH9iZjaNvUWDy3iJbURfAsnsVCMFkFg/hww6X5
LpY2iHYhSuMG3UYTnZbtY9c1tAlxDWKVFyiSgJyWySFIFP5fhM9fNo7edTFZ/halXzLe9OOGZDr+
hnbuxpPNEL0GhkRnxAypn6trdSpsPbyXVDSwSzbyUaets6cFo9vbgR+/8UoGAEIryXfuUYcSL6bE
jBLgtg3r/GzDBzmMFKZvLLojVm3oVTVjcopTrOm5MPpVcZdmNuWXRtp71Cx6cofFOhknvzTw+rfA
quOHqFvMzb5DmYlN5dUfnEw2SbmYz1eTZ8HTk3yipSQ7veQjDdUodkQAo/Ixm+BcAxkY/G2uu3kj
Pf+7SxtC7IZwUgvLGqP/4oVbJ+K5zfK2+iCAPl/sZqALs7PhW+Vt/+hPFatwuoV2eqoMkv1c7UST
4pmP/fFrFimJeAcHDuaXcH6Y8O+9k6E0OwAv9QtkXxwOHdiYSxFElAcR73poZ2/e8wLB7zWM5W/J
oiJe9SXNKK1e1CfRg+lJ5+HvOHCXu3JazNFNkWVWDaahfVAm4S4jjrx1iZasbtf7i+zaEFgPRk6Q
WobkhgXzfDKmBVUUV3DePcu6opmig2GTvfr5nD2n2KVWqM7+3u7Fct+nFWjlnIaeTSM9DOikVK5Y
ufszJRjhUzos012kJMarwJtWpmVh2UQjjbMWIYFdX/E2jHJaoST39t3UjDi5ZB1j9s3lV9dPhPRy
irxctSi8ni0NNCht3c3K6ijup2xxUeeHvQp78+pkpHdWiedZJDNpr9p0QxpfpcVV3aJ1j3Kh6CZz
KnzwvJM8ix2fxfl303bRJhB05NGOyZ9sQCQ0hP/roVt7NrVy5Jho3IIf/4wMP7UHHU7ZtOHxxWuY
28XeTbjWAuuD80MQnctR2m1B92XLDjKN/iVLeZufp8H5tnSfvmDPIFHNm8a83mynSFF1uJe0051b
x2by8xtCvaKbmKJbifgTTz4xYpLcOcWP87dJCvd+MMybFDUzUVrh9BwONwQZ1sk/tdWPv+3MEfw1
AucryXrYQijMVyGb6I7iDMvh4t45+1Cm/ltSc1NnQes92G0wXqZ8So5SWsjjg0AwdmxCDOSMvT3e
AOrUtKROq9bXsKiDneDbyT3VJzsm8fTI2P0qJTGDJmPogNtRvetxYvsI129dtiTy+na5U8LmfkL+
F5nxVtmdmwOj7Z8wG+6sXFMO5ow/YTfcY4ehO3EJOudx8Rrq36VDMyaU9F0K+X1FDENtUJ3dE2mx
bgdSrL6Bymh1IGl7W/8iLYRvYuJAn3i5MrM0V5HVpya7vSgK6wrAEr2sq15GScvTPP1KEutT1x6T
E7mVzzJvfyfUlyNWhA4TSI6bSrjlw0y4iJUtnzhjRAuAifa01ez1z5YmWrOK6rBYm1i5F4MfZ2fV
PVdeqbhXybL5Czq8eF/y7OD6HJrSQxZPb7XRY5lmQDyyjGt/5XWkvnzne245LriY+3uO7edJoEd4
2E03iGmXpQdhtLJxiRyJIFyzW7WomoFZxaP90VXJ9NamHg1NNqk7BHOaIQElQ65fssfOpM2NhhRf
gBHLbeuIJzT01zZxnF1jWa/+7Pv3cdhefEPEjucpY00+hY94/M61tKd7ZJuQbxp3UVJRFwXC76cX
HIhD0Ey4llAUfOjnhy4esmOTcCPF3Uoj4mTGbY/R+CnMVfjlOFg0jBsxudFUcZzUpL/gmUEDjF2X
qzYZpKOnq2dPYSNeZqWPdteaneCyd4iX2kJCmd0dK5PoUSZOcZZBGa8wugcPlQ/5nQlLP9n+YK3i
JjdPteChNAsw+FQk/VucK/p8oqV4N+p2yNIWRm2RY1DX/NLx1nh1WKtnFg9x67r6YM/smDEymX3e
6HlZDTevS5aKr9BBYAW1xR/Ywxlpncr6RXFLepUBxaM4iwv+GGS02m70Y0JuZK+TOb+A4zcviQM3
bgDDfq9Jw6OizdTYWbcmCM5zYBJtlD+aMKVaiBQGsMPZf2ERVe8bBLtT7wXZoY8kGW7t+8fSQQyO
a3VnpE72U4giLWoSujjI47uuMMtpAN5IKbnK/ixh8JflTbrCGoAnlk0T/WhOErFmt/KnqU451/JB
7qzMxK+3ds6NylvN7wDG25pltXkJoMBR9sGm+qwLr+cuMfIkjDOFdLpxOI9j4V/Gwp8BAMaGigHy
MtCxJsh1TMjSW4m8kcx2VrdyWdZcWIIhupD5uS8U7ZDbJtOS8In+DHqvvvIiIS47QVWmvaIjokeL
yckGzrWXeggebS/kcJAhd7s4iXK8Is0FuyRanD3cC1c9x34dP/o6dmjOzWPiNnVfHnCcZvfouqSh
2wHbVTP3uw6TG4eYhQHRC9sR9zvq+sqrshcqoJ+HuCgf6izq7/lBmI80SLN9X0wjgEgfdRP0ABXC
9APtYVRBwOmL+jI2jX9QbskNnj3VJRzL6jHqQ/HtphaKJ5LH9JSDXWG7H5LrhnRIs3Uc3LF1AaUU
3poIVJT+subhu1KtuhEtqMpAmMoT3DAyfehpp974rh5PDSVvt2gNqEu4mdVBLTgUuDdFm8V2sbm6
GD2KWxqvcEx+7eKxxuTEJHQIW/daN475aUuCFfMYWahn3UfkchlZ2X5L/HXQvyAemCPXuxkxkiEp
iMBHSva+jV9fXJ9pf1EBSX1cMkT3vWWeti7RAXMd+YMQb0jfdhlJeLNEGwQN3A68/OKmubJULp/y
NmH+j5TwXrjYS3FXlbV8n/Mg7jLaQ0aqjDSvTWfdZhNFRa679P1P2Q8oKpZr2MGEfh6MuyUAyPdR
tRS+rQjTihZaTtFwwRIdISN/yNwfBz8HS9rejcdHMTrMhWnsPnUidLvNUALI3E21Az9j8sepXEeZ
39srVhl4ytwC8ENiXO9J9y2FpBqD4mvd8YZHqazbzTTNFTBMyh3qSSYnizVYcszaKusp/NJy3mCp
D78GYRG3YLfOP1cDiRDePaSN+EW/D33i00tqhSfUseHKkYm+4ISuxInnthjf2uLZmnX6E/jRdWyW
4NfMcggQnsH9W4XAKAU6JP7AYgO4LHnKSukZHoJ4plWVeByBe+29WK6LhxzudX9sik4Md34R139q
ykWv9ujz1EP6dMzRisHWdioRHzD3Pfs45E0OgUgXCtHH1Jhli5AU2xLV470wY7qcbASm6EWJEEoY
cD7L//aEpfq1IXoDTjKCl0Big7UC5y/X12Ly+BAHFLSUV7dQzb1OewtFCv/gM+4pXxLFEfb4mka6
s45FL5L0p7cEgNbC4tuDVR3yYKbrv+6YiPwgBZ/r4rnjwzgn2R7nP+KNQ83S58zLayeVyrlF935B
VKPKaYQzA7WBKgNYQ4RrfMmk5e/4wCgvsOyOvl6D5le4v4XhQL8diX6HH5p7X3sIoQfe+1wVjlNv
hl+MvMRzvO62ZdYU3xjVb1zeDVy6KULWbPf29WLsQ9UKABcZDtXOFeXaHr35b8SL4Ll0I4IQ2Ark
K1VP4qoYqn9suYiXxZjw3Sbcto2sLKCnRLHJJf2W3g3YB0+Q9GI8zU0PmroaObkGWGJzy6qW1TuV
IizY2js6B0JUL/BynPJIzZeAHO7vUbflYWxZTimj38U4cJh67QmbEkkLXer2BQM/9WtFQ1o5LeyN
1rfxyrjuZ11P3wnEoXMmHRAgud8fUxWOj3OcovNkCdMuJzSZlZRh0817JOHOyJNN9+m+rXhkDWbd
15Jv0Rr7YX2F1OAeUkvWlzaZ+Apb5A3IQPfVBvxeCvhATZeMp/IIXve9mFL3q4Wi/SuXfH+UVacv
0zjL+6gjP9ZE7FLairAGObn4ECy5egnUuBzZzTwzdkOmw+Rn9ngS+BXj674IK2KLNYxzePYABh/4
9gfPgHrsV5mwkgzrQb7XFWneVVZ59WawmgIc7oiHgQhruOaIsu9xzXirjh3tO1WQ6iXB6n3Bljlu
sD3UF096r5xI7kvf0iM54GTFid9zZ3XJh7Az9G451/wWWnd7g2EDeXqRfv2qouFkmyB4hunmr+dx
eYpb+/c0JyTk+gzRwUFtPVX2MnBF86kZikH3+fUcA/RjguHZrXCFIMS1bN1WtmOT1nYqHONBeNBU
VB5V4VNqV3ut3C0cXuuJQ/dNmXjZ9UH9s5B0YFiK+cjCUbpPRJjqNcm3+mUOvGCXTOMy3Eab20On
inva+qJ3KdPmaCcej1fiMewnBsoGPKD00jmtu0VY+gUQSDKG5oRGihCcUQIZ4DjMgrVO6esDj5d7
+F/sncmO3Eybne/Fe/5gcOY2mfNQmVWVNag2hKSSGJyDZHBcNdq3YsA3574HP+n+F7YbhuG91x8+
qVTJDMb7nnOeg1TtRuXjEl/wIBIqXIKXOYjDR4/pc+J49nNu9/27LIr0r6Yfjgorm+BROEzWRVMH
+WuC9PI6cgSsDDLd96HSw198CtPfJqz9fWlkYAqQxOEZNCdlxtPZsPiakfd4SSxxy/wesFAYb3gr
mFz/7OKQx+GvpIYSGliNOqX8DOmuMlp1RYpqyNnjP7EpvlzF42K9ZNnc3qZi+j3n4FOJYpgEhcJq
D9nz7hGa3Q5219zYWw7jVrVcLmLCfEmwIPo6JAFO4TQ90OtObW8fW9iV4SOxprw/961V4dEe/A41
eEILmCZoaNRRcAOxa3nKk+wzkFKKCIuIfs9rMICmk7t3Hg0ya42Th6vA8/bk7PW2GRp+pGHxzz3+
MZZ+rrUNqsWh2twNN6a51C3GTFvwfQrzZGMxlV+gmdi3psx2ge7a9Wyb40+eemO9cEN7zeqB2vEQ
x4kkKUTmGsukW3P9wMTv/JzQDPaeTW4dAQj6CE5b9ZrQd/yKVDTeXXb0hxTW5EurB24ITU7MxHVq
2pWxh1sfNVICTtbw0+xi7+jHoUPDLrZKg7q7P9yW2cdKHMsQkCVff/pAR1d+1wCnad5Ly6U648HE
ukoTZQ2Q2D8v/DKuk5Es3RkXjgfEs4YQ16UDDLOcQiUDnXXNU4Zc1S3NK09L/EPrGuKC1NK+tqCc
WOc5FsI9/dMekw987HCx/AOZCYichuPtAVZBt7Qzffa8tE/fSz3Lo7kkjyxG6+5yQlCbLrTcC+S+
9lIJoqO7FrllJilpVuJIhks6ZIvUmIBvyR0iGwimdAMPlmlMx6XBubFFIan2nucvZxKCZrISBBWG
rV48O/2RmWyzJWfWlI47TdBN/y2D3sOSL3A3rca5aLJncBGWvnhd4979Glfe2pFLD/L7wQ823x3S
pcGz8LEwnw2Pl+JeIu4O6SYszUdbvKWxsx7rZHKN+2inbnDp6QyvTpBR42FtGwVm3zaX1MHq2XKM
K16yInlGyh3HjW4cR/+enXDIsYHB4Ss/F2pJceKKIKwwPLHjzExgfSTAfPkzVKbI/0pjNGIKtZBi
+D4te5cb7LF3m4XOLMVag4gUDBzy9E+VNS2RGWTwwlkuv7KPWYZIYC08ESmbn0y+83sZdK08gOqE
Ya8F7pkpVMlGNCXwh54YzZCa4bo3nfhVW9Yezig7RXw4rsjPGVL5X3ZJ7ZfvzfZP13Dp+/MS2Fzr
KpunP2wo5u9FjeKozdD7OQio9cexrFVxqynpC7cV1A7nCBCBZ27uXOtbATOLqBczNz7OKCSbGGYc
VjWo26U7zn89ybg0gd3kuJ7J3q24WofuBsZv566mwKUeLGAmKgnI7l3eJdOmrFuXV2GP3PCiTcoU
g8kbDjDiGH+mEGtPlraPnjkaDnm5LxAG/GeXAIwmWmkRXY4QJdwZOruqkzXQ38wiFzaNqfXZN6Kg
8Ztmjin9xvQJnHFleVnbD3caFOviWpJdTjDFwbbsm5taaOrMoqxwCpxcRdD0/pNOJz8/BmGYh9tE
Aa3LtkGg+xeHhB24RdWZbjFH+EQSVv6yJ93NL0amgD6TqfjwW6sL1lr1UwenOh6fWGmDYGaEIqv+
Iu0W8n0M9YCYxo+qBuWzHimdzWi6fyDJ14I4C/zbenbK5IPDscg/uo7hyzQhSu/JlLXlmpxHDKBg
CAV7hcrwNTaNok54Zxq2nejNENTtcM2INud3PES2hsOg4uGfzVD/35L9nyyL0pH/syX73/7zv/y3
//ov//av/+U/9qT9j//z373ZvvsP3CWUtIhAeA4GbMzR/+7N9vx/2FSb+NSF0f4RuCF+7n96s3Fg
05BGJNinQefhzuYH+ac52/b+4fmCIlWPR8+hKsj7fzFn8+f8TyUaHgQtfgAM45T02HZAndv/6sx2
XKYxxYJwx7qwgtc7qDfNg/YBsQCOaG9YZ6pwxXNY9+r/0g9i4Uv/3/9yH1e4wN9KzRYPbvAfqlYa
NJtsEjsLy9hepJ1649/s96fJj2OxpUYNtoXru6gbsUdRBf7IE5SKajMtc/G7AxG1rllPPffBMu4C
6ivfQ2g9r8wTZCzYFeB8lq4MtoCEk2fJYn3PdDw8B3mIr7kHVyXWUtMjuK2WabgJDh+o0mO2hqGk
hiiZYnqtObf7uPKAEeBUBZ/4y3MmvZ9gFmyF5QQ/p8JqFszkI7tJxhX4Wp7r6nU/lWN2DMmkMS1M
+SrIJ14Uj5lHdk76OujYPk1O8LgfYmA76KQU7W4ekxZ0jtWXz47mitKyxDgrknwXYWCB5JZIUK3M
LXVFKPag7vaq+R2Oi3rNsXY461408nedV+Fnk3G2+QUgmQB6XIIhC7v1KnEdHGBU4Q1irRzXfzPG
oft0itHKsDkvqmNjlnVkfWPTivDyYo4Zs7J8n5Efo3a2Qnjp/phz/JfBJagRIf0uzjZY4MN9wjt5
jRiqI4W7Do5Int3mIIepSARtW5pm9hdp39hUyB0wVzNeD1SBMN33vnWxNLRueAHTRYSxuhd+arAL
Ndt9Huf5jWk+xYtJBWhTDzZos3H6od2UQsx5QmFi/Co+F+iFp9nsnQsQsYFx027ecZ2Ire0OyZtG
Sl0rvKNwl8yASJ/IzC1ra+q+c/rZv9lSutfYafGrAOiLlJE8mMKSlwrl3A5Vs2Z7xFllPakekO0M
Gmwd9JZG9027nzoIIWe3T6HZkglzUEvLEX3cnroD3UbNs1aWfa1EAzcL05hbqOSb8wI3pF/TPLuI
hHibqU+gWp2tVLZxIFUr3h/5N3YINuYfBFPeTGb5lTvaf+78ef5bwmsqIgcn0ata0Bloop/7KE+h
Z2LDHM4EgoP+WNXm/MPPIbCbSwDLI9VhLla2S3gNZlW5hUSjHr0Qh8Wxfmsit+eWwuc1X4xfDXj5
lVfOGcoo+AFnwJAjjPkG9Dn4Ywf6IjPizyKsN+yhto0bGxu3S7B9csdWC7+yuOkfy2GBAjJV7glv
8IbGnXZH7fRRJxiAOoBt3Hy/cdUd+ineqFr15yzsyDPD8ASisgpzS6/E3AwfoyWOcWj9BpdlAThK
/hjitVHGE5FQoNbIZfMgn6cifa/1fG8pdo5TFkmJfKXg4cViI5LRx4Jlbh1kzNZ9yszLLERv+Upm
mKpKzZcph5liJ+29qtpHcvC9heGxAsvC0tZzV3mCMhy/kelYQ3f9Je1H07H1NcuZuymrgavRhoQM
XG3fOiv7niVTNC6u6Ulp40wE4TjgGBWd2DvETZb2T2mjrhWOQeRX4GYHidYsHf3GRXfH48TttYrw
8PAQ9o1cOQrzUErUmlrfO756WPDOCoTKRpIjSRZ3bzbjqk3Fil8qKk0rtY1abf8uPI9JQXn60ttS
Hoq6zPcMhHcnj8HaTK7aa5k1v20424BpE3wbwsXVPV+Frj+NTAZ/jJBWBK91j9k43kc3dTamq+tX
4Q4bqyqSD2vCXQr8LiKchGNMAtzDMJ99jLXWO09Aysf6F+WcnzAWokV9ETaAG2RjpsuzP5XVvGSl
rSIdctpr72nmrrJZUjJxbvmGQ+kugyeZyntms3ahc/gbXznqbWPRCWzFF1LgK0cLI8r6EdOiC3u6
3KVmH2GrJGHipseCzg0Cw19LbV6nybyAXwBaSPMCduTL4KH3zKl65sNdT6zH5GCrLSwGfGOye9EL
JhDTZ9tEd4/lcRkzuGGxfjhQaXuBEsMyQ0S8QBt4pZNc9c3yREAaaaIG4h/gQSK0v7JiTjaPIoXU
+8QVDqKUzypt7Y8MKSwNq+delte8Fc+iRxpgHDjiWSlWphGeM6OjW5j19KohAZInuBjNLL2id1/5
UqPmqVXq86clHlGlNMRLVoyruvIb6k6rqEPr3bC8uA5BV+D9VddxGM7K6H8ocF9xAPUoTn4i5mNM
maYoliHLHjM9LQG31CYEr2e6FzH74HNb7yXBJ1TE6qlaAoqKjXf8tGcxGo/cLHa9cnjOeVl4on7Y
lPGAIZdiobQPYzIOdHmHK1NZ3GkLeoo0+Jlpr903SxvwBw2/xfLTwwtsG/yzSRjvQYueiVJcJuVl
O0f94fsl11OSwj/BUXeKMdxFsEXyjeSAP4ukaIiwmmJtVdNdqtFZY+qdAW3C57xVtZ7uS+AZRLud
l8Jd4MCVMLt0xd9GNGtehyWs5TzHqM4JzGLBNXkN+jysiQ722WIOfP64LScuGsfUrObdQLxo1VFz
rO2fagT2ipkDs0wIpjSEBIcEEOenNDAufjIbPDhI+t0jb0GTe/JqpJwxMIenhc1L/xLX5TthkOti
lzZ+k2IKznMcvAU0NucBQVK6N1zPPyIdRUXhMo1n29KzwlWZTZfAPuvmPWBBvRocPqbOSG/UfPOd
tlZ9PT/ByV2PlXgnIfvmzMQxhzyIQsD1sGpGTj+Zb6nZyVY+e7UrWhABM7tjWGxvy8QqltQcLHrv
SKbiALJt7wv9/kgs8SBmP/sWw7m2gq3u1HcjQOb6rDFXuG2aVUvH9cpXzvdQ+W/1jOioCOauO1X8
8gn8hZrmnhTtOqKI7bAYIP/7rOG6lRSvfWIdlOGxiU5vXa5eZSbfYHjjK3Ki2YebIavb5LvFU9W+
9ma3L6ZsPbFWf5QsFbK6ozc02FWocXpcaSWM0NyVj65sKscoXl0BUOZ6q36EPb+zuCbzZm7zUeM6
R5Oe2KGTWz3Ouf4LfuUSalrInXIXtuGPKUtfUJ75Z2GoyVx3Fyf6xa6hQssRdrBU6ZcMWO2Sa0Dp
M/xj4s8nwZasK0fOKs2TPxtlvKtNc99IeimwS0UKsAeLzXVSol+zXYwIyhM0YPPr06wQKR5UID0H
KEvNpoFCkgU92yZOMK95QMKRqqCftTfLqX61pubTcqp0l6i2XxsZzmGQdTZy9mvSYomz2PLzF3qP
GnYKKLDZ9Z5FksOHx9enLxlBxjXgBoXW8DDNU1+DbRjXDyPnYFoY3qlb2Dol7Jqe7qpocLyEArHs
baJybe0ViKO92Iww4kWH14QaTBgOFrs5I0hsTADC2qeleKQEc1Aks/zUQu3Yjx6NonqGNuivxodD
v9f+V9iiZLeTXLO1KDDDhtgOuF6sBy9tti5IKFyYya88VkAACk5KIaxN2JCq8gPzveuL53hZLsJB
8K59uvHCGDvu3MR/JgUjpZyf63Skh6T1jR1tettqZq03TZyJ2drlbJJz9QkNKj1CxmWZUYYn4c7d
e8nVbZ8kwSEmNRUNbbs1VfCImKFkLPKvCDMZJVX7TrXHTfnWu4NLj3E+gnrLyWHlkX48lF5enhAn
qSakRHbCDl4/itjBZuIacc2L4XrB1i7VF5EQk3C4GeLLnTk+ChxDGfAMWPnw9jC90l8Tt0T90/cM
7ojJQc1+MHJBu6e65ND1P5oYinhYDvZOok+sYfzvuyl/8xfcZTYmiLzkQRWzfqec4+JYxLi8ZV/4
wweqQlSW7s3qw33aTG/jRAwtM3a1dr9n75QkXbYdOvisw7iclmE6pbb5p+mAFicSwL6ZnKxY/7A7
rjm4bE+LDciRHF6OdXnY23TW/1R9DDecn2FoYN317fxVNQ/DSrb85Gf9GYzJp9OZT00K6IMcD/l4
KuUIhA6/grJ4xvV+bjtM6uCO7HXmuSpfQZpC928BdCa+lR4NsD9xkBy0I84p0G+yVLuunM6PIrfI
aZI7YF25Q4eeqK/JsXGyvxkdYCQJfCoVig0eY8FlGjkQ8BrtbevOfmHLc2x9by08HFOQyqSz8XKO
HbP1OOizu51rdOU8Wy+u/VeYuObK4ZxNcuNZ890wPWCEvt4RbXtv7falyBvu9Ry5PajavmuGlWPo
7ZhPw67PUIweLmw862SB9NojSrIfQ77Xq5yeNF2XwSfNDN1ByD7fFZjKtjWsoEPlDt5zw7V7004P
S3VcE8cz57g6mNIvtxa9cDvdLfYfRSncBwFemE+C5NC+qrFRQmnjDGH7nU2TwHVsxtescx4YtLqB
+zrh4zlKJ4x/UwRnf5ruQIaBa0ZVrCAbpDcmKpCM1dQwxXZySKKCbjoiTUTM795QMs4NBZNliPLz
J2fS4MxIBc4s0id/Rw+aKUf9aD/GdXGoHaPZjEqJaes2rXFlYVx812NcnwZCfnt88M4mH7LxMOql
3zeLNp78HuUHrmz+wOhPxQvLDpss1EOtq6FlfqZWABw39wwwuGKs1540g20FSQHzW9B8k05szrUJ
IgL2lxW/YTkcKBCJ52Ogc/XpWZ63HgsKSFiwsU4WFj1bkfSxDfj0H+2xb8avYNaxLoaGve/pTPlm
uauh1/ttDovGGMtgn5oljrIkbJCDynr6q3NpXMu4sChki48IXCRuw6rEnOEuvEDZWyNsPWphOm1y
P+ud6cbNog+pVJDOU4JRihlm6lxIiCkHFwU0d50DaGmEp/cUnzjvY2OIn7XN5zCl5Z+lCv3XpVrA
v9BIimN1Sp60bR8Kmb8HqYmiQ7poN3WdoqEuqK0Nkk19gdA+7dqmDxi26mGXdd1jzwBSdAQEyvNb
ezjwiYCFUdzkYySYM+dVUoXuMSZsQweRb7eIVYH8Ay1z+Mq8yT60bjls2xJnv+s0xmXpS+OCqZG3
YkzjGs1DyAYhxsKQeR9orJQ/AZ+YoKyJORBOGAp/PwR+fgNfmR1E7XansKcDHDaje2hHEuPgtac9
ykC84itUfzRJOf70Ov1Big8cxkitNrbuqrWhU/aJl/5in/uw9HehpAJn6SH6OGYM5BJn1wz/p2Bp
4vTZbwf3MGQUgGErZXN/NCmnXWeWz57azij7M/sFlmOvjkM3NJfGYdUeMPvzY093St29XSt0s/Wp
B4o6z31qbMa6ujMB1Vl41qre4xtujP6+SwaNke3ReQPP5pfhgMcSwLM/Cc0SrQcB+dyQEf+RWbSs
0X5OUmmqrBcMROWlQSpmdM58+RZykuxbWm1heXqADiKa7We42p3PGOa7T1M+YlHAClVuiaBXa4n5
JqotY8DlnFp/ytTNfjBNBN99oubtHI/xuVbEgeGLzB+gRpN7PPrTus5d/+roMdhIuCobZeObd4Z8
jharLQwOCdFwxUnyY1yV6dVENDoze3bbtp2yDwf3+S23zPLqJy79SU5Gyrf2x2eoEMNZwvT6ygUv
PQ+j8zM69owqLeaTM4T9NQR38sWrwuGSHFTeOq+dfjPKHMs/HLL0ogY3QP9a6uqb7Dm3Sa6vZxU2
1c0NlUP6x7beGsGtTlrAZMTczncYmbxwGPq6LgqrBJP0Ahbbcx2Lwqm4i2qzG04MLukh9JV3DdGT
11ZhLJBQqK0IFtO6K+DWe0nlzbYx3Q5HbpjtiVT3oNlxw0SQXdVPg+/1mrequemgDoNs4Y/WtY4j
vMJxFPhm+YGevJzIsdr46ekM8y19VWP56jV+uqNjZuK6w/3CSlnotH3pvC5+N0SWK9mVhi48xqlO
+CtIK35KcqKrcAhTFMlKvyHMOkcwAsHGcAmNrzCvC0iI5GzuBIrDhos0xnYxBv0N+l/4nkyte44t
n16hDGFov9ToGoNjBV5UZbV/eRQRy5UZuhNG9aprtkOS/LDLtOTuL0oDOAEWZMwjtSSEwfeXaGBb
bswRqLYey8ra27Hwh2NOZxIWorbS95JUzVtKsI70dBhSPOg+0ha4BxgLIeNhUm7YDAjVPIP3ovo2
57+v5nwONl4o25MPGPVlAMP4VbABfLdEc7CygGEPppDNh7jnPUm5VpFf3JAkQhAKEnVpReN250nv
6gDo2YYg5IFuAWfWVut0eygKEHp8sYUlwUSIhbalDKOsLk4zjWwJuLOAOiBNPchiMIhNGodS2o/r
vxnfhKSKCJNHtaO+MeNp1+Ydbusf+hEeHXIq/S3Jf+/qctzVDrU9TpL/alvD3njLULE5M9hOLDxl
G1CSOZC4IDWOXuppE4DfAsmEFg38ZHjTc7Wllmh692kKGAhfc3yzK0GdtEaB8On0zKJpgzcPpG1o
fIFyr392mSx+xYI16CaLi/ZB0KtnSk805oSYKMFeQkm6F5RHbPUEK+AGkDBkJeWjwK1bn96JDZlq
Jj5I2vHBCUvOMzPpFMNAmvQbZmebT3wad6MxuzeZWQGGF/74VYNF4lxheduOPhfOlczDAh+mQIZv
YR+9I7H7G13YYruwZ/dWYQ97YKMUxLTlgahl1pJNwyBeU7YKvcM64Z6FjAeGISrmatxZne18xTq3
fjiYrndQ4asjNBbXitQQo95zLJffieix9lYivo4QJd4NLjZXtxOJWKX8+QRd0+DQ1RlvBKGU/YYK
nRbbsFnSO+Bsb0fKssE4vtCsDPKFPlv6fhoSCjtRCeeAoYp3A3m49rWh8nCDQPRoHQIveyX/ZoD5
9qbfiS0t9l1L/ZpOqg7WBc32TxREjrdkLq11BaELpmaZUy1aFNiwptCoQvJ1ubw3RmgcTLPo36xZ
G4d54vhaBaxhP4Os/06GOax5QYdsnek4VjQSng2DklqoYsFQ3eIkUXsjIT0YItsfcI13u6bfY3FC
r3jUyLC6jzFxeMo/OZNJtp4erPbctMI6Ybg0+USF1a54Jh4dq2RVTNoEEKizbwReVtm1sC+2O7X3
TjXqDV2SlRPq+HKEb5GXkW+kNPg82o0DfI1ipakTvo4+3lIGcgjB1VgvuxYW+CoEloIN3uVCDIFs
PbBUfmMYjE+DB0WAwZToBY1nr2NoiONUNBZwd8cG0OoxzdtAOGhMcaYTFaUMQtp5zIGymiPsSTwV
NjtNqRr/Naljko/I+v1d1bb3QStbtzPyqn5roSjKnc2m+Ge8SMO4YN6AZeSCMV2isco+i3auNjJs
2rUsELAIl2HC5RKCY3Zooahv2rS3djYL8um97xvvykQiqstsufheY3qZ882i4mlbjm3dXJ20ra8B
OR3g/nlFnyvnUIvt381+N01QMPlXUp5S1el3K6NNvi8gAINNqX6TAKj+llaHO9Tp+7exJDYHhN75
MXQ9CFkfw80rAcR6P9mlf8BOz+JWZLlxIdJWEOXq+6fYqY1D52Y9DGJHXokg2+cGQumqNQfaPgtT
XVlKPQxiofUzpe6n2oEd5SJoOeBT8mQY3tiiYUrWKe4RkEjUCM21s2GcpInW6OUh5TA65dyL3ngs
vrvK4/LAMmoXZ6F+MXT48K0M7Gomx8B8ywkj1wLOJd+tUlbPQYhKYbLoXIuK+/WAwr1BM6i+ER2a
HYXYpGXdgnJ5ozf4ynQNjd3EVMbyXFBMuAKP8Nz2LMsExO+7lsrcOLCJqZKpunlFrrbY+B0fucx7
siN+0u6cMCD6Bs6/W5NRTX65I7HMjZViqBVDs+k9lkx1o9vffK70lpJi+eOPVrHWuDRv5AgJH5m+
tRXSstY+KKJLNZrMWo7fIcebhct9jsY5bjwtUdHcuGXmcg/T8A60e3opaaPeuIanCRsqiDCMYQpS
du0ub4UpCE5If6RkMnVLSrviEWvryhrA6S5kBfcG/m96UQL10gYtu4bWb9dFkFRfZRp0X5wt49kB
I3oxM7RIyRh0TitnAffBe0v7nvrKZWvxWjO9R1pk+AUCXtyruPsuw4Slbi3jrWIDc7YcJLeVCSiP
HhyqYSJiX8NJOHF5JZVqk1JO9gTRpiMuy563NYklDIpdc2CBPd28KnA0LgoWhhFrP+IIss3Kc8xA
tpBmumUuDpvMKdWpNH0AQjk2VN7zhvptgAN84/BhN8JEu2MS4wYGpJsa6noNehQWSEV6pyAdsxpK
SyKm5HZbksGf073NK2gLqyd7dEIW9bvROuKP57N3tGqEvYkemy3T8IjfeRk2GQW0ZB4gxkytdSr8
rOUx8T5sp/X3hj3Y2zkX8S0dG8XtmIqCXUMmTUc+/sWnvkOtsGrjQbLwIGab4C4l7S41azJaXFA6
TL1z6RteM5Z5Z5WH/oUv3EcNzKiirWh2otqYkKo8PmxW5TPro4VrWqAIfaVN8E6VKA7yfPEjinAi
+MEH6pvaKB+rywjs+xGPexm61j4NOes7pmVMnPFj3O/FVXVq/qgy5JcpwEgJqHne+misoLAqftV9
u/Pb0XudiLwq2340KNsLg+sS1TJbW375lhCxboolOBD7Nw/cLY4zZUGkrx8/e6GN5yQLrkWmnsaM
7qOkoGCaeoCqOgWNuZpg1kwifMmm6jkb28uSLSW/CrvYB2H8nPSt/y7oGydyO+BsJzi4MlrvkHFX
JVg0TuZHWLIN7Q1A9ZV+GT1gVYNrmNvWmO4MJGwBinrngWR+wFjL34CTmyM5D3yQltcO4yrDPvSL
lsFg5M4VwkKHfrvrHNiPK9CbFXEq2DzHybDpBhg79TFy9O0oxFARkCf7I0xxjydyeTRlVo/NlBpx
MRUuVJHeRTS1bf/RVE/91aqbs3s3B+HI5j7OzhN1HuxCxvKgawrYRRCUX2jizN1F18I6dtGMeg/B
fnKeTOZPUhyz2ofMdj3tYtbfTE38I8w69nHccXUcbXzIopPFM0gW54mxld1wG87VTnjx8jRwFu4m
GmJ4YQ0fWU8VCdgQfLi5ZvPP9H6wJhm/m43HBXcMERq14zBY5CZbmpVFjcgqDIJxK0iqb0tj6BTJ
+6Ee96aFwtU2bc4vqUaLG0uxywJKqiY7DHuybxzNkUhwpa2Uqds34Ehwr4YlP4GFms9MlM5GzSxR
AYNSX2Hgaf8MkRu/aVxjnTY3if4yKVN/KWJ7QmISNIAv5Uzz8aOdzXVrckWg91y+FrK6mIYBd1e7
3ZlX9fhG2XF77nDV/PSMvmMlyOUijFyhu2+KdafjlHnyI62r7jTNRLDp5EjdA1l0satMZ7Dh6XhM
pENKJ4gqTDi6FWyUMhrGgPftkhbkSEwuGyxh5lG8sqob3vpqoBY6zAg2bIAHVOeZIA6sYz1Z8bFJ
bKOJjMVpyy2y/6MVB+32tQiG7BgsvnPxgzHHI5AbB2PO4TX7k3hBamxYOVTLjqtofJKeBfxsdJLy
GJspEFvCMMGliBnJUtJm6SYn3/DuSp+JCA0TfKJR0UNeLF6+HWoO4qFpqmeYAsJdjWAMV9YSigv3
ROfAnpu4uQ3kmV9FbXIvk9RKhtuyGL0Ny95644wOngOq/Nq1pwP/aCqf1seAfZYrk+ypZXY9pRRG
bGN8jq7HBJzO2uEFa5o7WBT+X6vN09tSuCOScKvsq93zBYwG24CI6nvFya/orMgT3VwzxQmIRgcK
xyiMtZenVsQbm38fOiRuAf556egMhHcqhGeZNMYm8Mf5Xrl0SnsxCfoZE8YqCAO9xaweP5kiVpi3
n6VVf5GX+nAbj80FCRG6KczhtRRLvTe5sn46S23dCouIBHev4auThoUtNzPOqurgWORm7UUKG/9t
0TJ9nbtePQ/B8stKWfJt2A7SnLXkrulgaJ8Le2WkGeJYObqULFi4/U9VlXs3zL3+2k9L+hcS2w9/
j6lbHAhmDejljkCU4BAzGtP4C/EOBoebyfcSPi6mdsc+JK1DdiEpaWUo7EUipwrvEhIBwbIAq0T1
JSOLasUvRUZmjQIMihiN4VhT8vo0w0A6IC0m28SvfslYvRaxWZcrxZzINpa/o8ndjA1fzS+gt13O
r0BGThuUm1aElJQsyz2zgHj2QfrHVqTuDL8oNozp8yWgn+7Kljm4I7WbL/TNEBJCBbqkRc66lB4t
tBCUtJU0H8xabOMOvuQsJO5fMjY1qcmUB5fwecIEO9MxBKvEsjIGSj8gL0aqK9i4c+D+4fnHIaK0
894lVbLvF1uyjzLCLXPoHuDvsu/dUsDXrj1/OxiL3FJQhhhHyw/Wa4l85OoWwEEwl/KpCnVMmqb3
ns3hoXky0EHjL8GapbmNvbto3D6BTkjp16NE2T2w6RI3ooD1rc9k/4RLub5koyT1PYSYAkw/EIe0
KFEkSMNEadF0f0szlR+94cKO5jdIgCIcjWBTF+Xbwnrsg5Ud+7Wmds7EXBkQF9Vs6hE7UZFQX4Y4
6p9Tu9BYOY0BR36uokC7/e+4cdS6TUGbL1ZenQeglocC/sxxtmgp06GvX3p3qZ7sOUvXjdYYlktc
3KRueH/aIKyctcVNblwasQqa8NkGPLxOw8J+qSmEuBiqosVcBc27P24avAzUl+qbF5Os73E3mArY
uMILtal737Giwhsg1rnk5B/3k/iEVd9f91R19atHFPRUOAMZ2EHP695OM6wPj1E5Af0B2HA6tk1X
fbCAxFKTQOzBGnWqWOZcha9SEqlN/rYstr6SY82iaTbLH4LpbpfUS/MZdzL48FLD+3bK9nGhqB+x
XWzVmI3FupKieGtV/TbSAjMxSFwDeH5Hsxz8p95c2Or8d/a+I8l1JNtyK99q/FEGLQY1gQYIagZD
TGAR8V5Aa41xb6IHvYteVi+iD1jfqvjwCaItxz1JswzLpAMO9+vX7z3CK9gtzdbQtgpAtxiqjDDQ
wqdRIWqzA3oEeFeKgTGpKgAWYKH47F6FEGbeUQQzMRVpGIHjucj3zYjwWFIMyq9clzZQARSkT2g2
CSbFFLCqZ1A7YnAJC89Mie8FWorAb9H/6EypphJYUYll59Ae3XsKOABxKQdSwPyCthZMj/thK7UJ
i4oLC9ebmkO1JqenjjsRDZzdtMgz66pDn6bj4PvAo0F2oSjADODHorVE6X5FST/FVjLof2WA+xwa
XOBFFbrhUPHh8rDQ4OotA1AJrgLSEHguXVoSapwQI7MxDrOBAiEUMHwQ42TAp4uPCrAXw534CYAU
0P4pqmoFgm8wjEOjedunqA+qYBxxv7jABwKAQ2oHlSwq3LXAi2mgdRcaAw2UybUBPRHkP+itsyww
kmD0oc9PiFSnYMOAz3CH0H0kRjwBWoFV87LU+vWPvwHwKqAoD8qyxDIkBFxp/k/AK3QqaQEMNMlA
MbwCTBNAocEV4rd4aNkXga+6xHRFgj6WhQvFFA6XBQ0gfwKmM1WWmDA6lXwN9w0E9QodWgVmZa5N
+RSTKBm6PqAq9GZbe+iKIZG6DNA6UkkgaIMV8CxF/vEaAuSVoM3M8jwNeWZawr/8+Rp1QvbQpmkC
s4GdtdIRZZpZQUgjYtboBeqA5pQaC4CFBtsn2hFhD+7JTQk84ub5fAKifDed/+05+Ok5vz9PAaR6
/vE36j8hs+n1GdnxBgd9LTDqfGiowj/buI3y/yHmf6MZaGE/h5j/r//9f/7n/7gX/r79P/8l/E3T
fydJgeQE6p9o8H8JfyOD+7tE84CIM/jvGTRB/gUup/m/A4grYf0DjY7EfUK5/xe4nCah/M1BvJER
RZACJ0j6TOn7mfI3NQG4/73ZCJpiERNZrKo/V0XrUSIB3xrKyR1q3zviITFp1L1lflO/ECtbYdIO
fzCGIP05BuuVZO8Duefwx2bnX+VOJ97vpvrwz9/4j7RJDtCTrafl+ucm+9fjCxNo/m5RC9JE9hnx
04wjnFynfc2cTCe/vB92tzbCtE8fPf30VndDdKgg1iNdkQ6MVKNDLQzARHgoK4RNWWq1AJClmkhl
b8cdYQ50VYGCGLgm9F17HaZeQHiFBWsk0A2RYWkAsEI8VR64SlBh/BCgksCIQH8knAn1Ux7peUGh
5JvHeh2Kotax8FUb6RBmhB1sDyFJANk60u9UgWdBEcpdEaGiKgCcRNkTelXiqwindZ2uRe+bIuvs
p4NWjiLkHAugVpNA/whHFo6gRIVhEbhCYQrMKmgFpcGjTJoC3Yw74AkVAchBtLk2kSWAZ258YFEj
aJW2RGHxJDh9HoTXDmRMftcigM+AFjbhmQ4KSGA3kggYE2TeWjQx5LqAaRqZNTiQUBgyQPvxcAOn
M6DeRWZTQSfKoCFqonHwFdm5Fe4PmZDgYh/Rn1Hf4bSuxUBFhYLatnB+uaDvB1KhF3SbGA63TgSQ
gUy4EHSAKqKEIVB8A4FP/BYiyK9ybEwqSVvAfg8CCVZECuhqMVyxoUEnVGgX8gMS43pKEqKFkDE4
p2OXYizA0d8TqBxvQxqJX0olhbGykv481/69VqcAfbeQQqJp3bIvKEeA4SK7DYRNOZpTY6THnZAQ
Njx/7AJLlCwPmLfnY/7JHfn3kLOzR3JTWJMQMeMkDJQlPRTrlXqIQqVsQAbl6YJG46BvNcKHpsFf
G3F2aAOCLzSQFqUcvKDJq5CeZQwaMM+VF6KXNvxEVLmbRAFiz8UwbXiYNqK+hrSs0fpDMnFbG1tq
1fAEdVlWDmDsKgOr46kUmCWBnRIAI5yevyK9FBGmD3z3DKD7FMCQSqMDfzFN8qpLJyTaWEmqX4Rb
dBQ0mKrs0oxBey2Er5YgvHMsFWpgDWZ2CecslM4mM/aOevWnWw5glcC3AdkoZO8dkW8QUVZmawqw
j0LXjLUj1DUfs2kFQmdRqUD+otEnQ00UtPyg2nC/GtpcmZGFU0SYnSIwYoKACO2NTtgaZXlBwc6N
cYlu5DehkyteZwA9xpUQxGLB7uBhSSgQOSleBOJQN2aZnPPo8PxJFhY8Pztqqhp3gnEgBoc10KBr
OjWF1UD+BZyKJnXW8zHYhbflZ4cORfESBc7i4DAyrt6bPeTOnEEBKnEXbVsL+mxyoCRWo0KcVIOz
nowKg94rO6D8DOlY6OdETq1BO5eKuLPRoJCbzdpJS/3J1/rXhudnh5VINmkTVng0SjRIEpd9GRWH
BCjsDn41PxDkhL9k2tnoQkHcTy6+ns/IUhbBz3Z9P2QprIrD0fECpYGKXyVXMLLLEgYWbLvsBT3/
ccOL4X5luGmjPVjX/CwIVA2R1CjnYAManukrlAx4oCIhzjA2VLJWspalUMPP4nXrcbEvShiFN1yj
uaYWapQKerume5ZeUrO1RT1XoGq5hfSgFSor7zZN2aN3m4dsjgEBj69HB2qxcDr6RKEmZLQS9kXI
CXxotKJxwF188DgCFNRJYBI5gM9kll5Z3dLSEppFN15AoRVMhtFJBV+pm/gKCckdbjg6hHEgJwnq
rWC1EhAqH5UnqVkB3bOI1WNOMAof4LvQg1gavgvXWWRYf8YlI8o1J2hJtInSdwkFelEaQN0YnXz4
gIOggtRXxb1J90E2Z9pag22w2FhE6FTZCQwYWmhBV4FjGqM0mU3k14o8TWI9KXMMuNfJGNobr6jA
yKR4pPGEkNzRIniKQG3iRA17psMVFeiuIfgWAG6pXAueAI1oxBG9oeLsEGaePdThZhJX7gTITxVG
PYqqiJId40Nlq4YkWgdBTUGnAsurtnXKmxD0garhCelO128BiVRyl7S4bOJ7sAOwvWcelaJaaj76
Fid5Bc9KpuZ2TOd/+1QDvYVRfb5W6IVAxM22HaycYuiWI+yKRrCB9Bi5jTeUGW0a6L0eKLPWxk/x
m3T6F/613nZn2qlWAv5SnOFmOzBohrZJfIzsEQcaFSwoYwLAWVpurPHXjIbiuqeNiT3N1FBsSeaj
p4/PX5pbCPHcbFtSQo1ScVKODgQUtyAPKCMssSW0nCGx2Rml2B6AHLEmiXG2vabAUkgECv0iqtKi
wTYXryreKuk09hsIe334k8t5gC6IcEGPQm4gfUxShR5GnjySAyArBqx/40lxucSCBBi2h0QnHM4A
hgYzBaQk0fP1rAthizTYIQRkS4DQKFS/hWg3eg48XL0ShiDRe9k7JL93G4Duzj7UARLYssClBmA5
6O8gYaXlHDJyz6doKRwzsxgCwIXfguEKFz2ANS79GSDMV+I3j8NgC6a9uHY1WghVzCxS+IBcQNUP
w3jX7LM7jVb30zuCyZ/J7+xCGJCGujbn+Pfzl2Km7/sgME7GWfdZlw91LJ7KMRptEPh42xGky++4
2dS+NqKyTIVKdyB2rdXD3ndU4d8Ij9FTq0AeKSBl+kpBpOYdsjuIBZB6hpicnqZy5+3E7tCAgVSv
zf3C8mRmqVACIA7BsC7ldPYAxl1GQw+WVz3vrWs0VNVw0/hu2gM0Z62M38SNCHTVobFySBklerZS
8qEW5oqepUHATfdVQGOu/NaA7ATbH+nU5M4caBoNh2xsHzh9sYE+bgUFoejr+RdaCgr87AuRaPuK
bY2jq6kgFUQBEAzWNmilXYrpTrZU8l5HJjYoXO5tERVQgQMJDtByInGeP8HS0TWbe7dLgrKKcbQA
swvTeCCyHIYiVr7sre74YAFys0mNkPYBd1zQDqx3yA+IK43m5FWp1XBlgjcRVG+F1uX0jAJxowx7
2hZ8hrJjKpLwtkDMRyxEZ+kYsVIco0CnXB74YRfK/ZC5LpXcA+QCTNlEqSCnp48SD4RsTVUnGoAM
RC7YKH5HbQc+2PO5Wti8t/B6d4kZE4IXaw9zhTx5aE0RuZo/CnLUfz//fWppgFkqCo3FJmVLxOnB
7naSDtKLRiiEUuJYorQf4he8Qu10LWtaWPDzIiuooRTbVfHg+J7RUO6HyMLHJTniyg9zEOALgHKX
21pF34MtN1m4B6f9+WsuvSX9Z1QKoJiXx0C0OkVqQAEQJHQ5I/bwd1z5/VswfbTqZptK6tos9lJx
cBKt+CA18f27sjrVggXPVU9sYRPqqGDLvSaaqXxAY0Ch1W9KqQ10dL6iLySLv56/6C12PHqQ2ebi
27yWSFcYnIjast33kOlUZoL9EHwk1+rYBjqEvDeA+cqiXBqEDd5AcAm3UJwpUf4i1YlU/ZO8t55Z
oQ1sNyuhjl748uxsV7Ze6REtG8L7BLoxsEWJxGsN6uXYGuMPzNHgDd8rEpjTu6IzuNweGzXwDRoa
VuBHEq5VQY2vstGbHYCPRieJW7ujTNPyYLrY2SWx8MBUaEJ8t1FHPIAFid5qcEZ75XFZWPkiS68+
22G0BF+hpOWx6J1Kq53uBDEvA/luuoFyqSlt+bfiEJqpliuNTBvJlVMZ2dOpw8rw0zCP3nDaEncR
BHVrMgXHBhs8fpV8o6Z7OYtKSG0B44HikjGmBFIhddK0EkTVz79jM3SvoGoDP8JaIhgfgIUH72iZ
qCU8kb7EQsG7NCsp6lK+wM5SVI6HvQOkjIBdcUkg87b1vubq3ThsQOpt2xdAzYDYhzwyVND0urU9
g4eu8gD0nkEGOwaMQl8XQelJr2lmcoxd8Sps6QFfIq243YLLA0FecPgOVbrzS7A/oRDxfF6Xdjw7
fe67eU2FFNSk6cFLHeIVWqggdKmcDBiCPKqIYSoAZgq0iFWY8CqeBZSpxatGZAUKmKg2rqQyUHrG
84ehlz7yLJVsqYoboLOPbDvwNyXfG4L4noBXD5tt0hw6UmmYXZlJ0MAEbhnY8AGwY1h9Q6oR7ARQ
uPta98KPscHpAmAAlPaBaMsBOcFFtlVH5tgRAuQroUb1/HmppeedxeOIECaA5rTtkHsouGnCo4nw
1PGr2AErAdl/BrKFcrojhRdggwpIyvX2ytBLO34WqaE4CnkWeK844BG95GrzSZnDe0ZjsFB7PgSz
kOCwsxjslgCsShGGGNCK3QVXRi9OuVrZMIwzATCwRj35hK38BozvK7HlD5kRvPRKe5VsV/Z3SPXU
Tve2uKlb2VlcW68LU87MIrAP6DMBBxDKyXqTB1mrsDNXoSQdrYpczZFb43alDcQPfSBhDaUQoC97
aiOLnMFSWrkNW11qf0j6AEgVzwJtcBR7uYAiaQ6GLfJDJOkyqLMeSIyJPL4/n0lqergHwYuZhWcm
QWkcCETKaRROB3HFoHTUDbTmxdNecYoavcHqpE7Z1WbtArNUT5raiff7WgDW0StbDBnCOk7unWwT
G73eWoxabQMAI/UaPtwKCOnWcKA0cCOSr+cvu/Sus0ANPZN4TKeBeZtzUIhTey00x62wknUvNeFu
q/UuYNEkmZHZdN2EegWUyiGucMqvkHChtHAbqM/fYelKcwvzd4PUqTRAYx2DSGcIzAm4q+94BVU/
0GneSDWzvEO0Xzs7bgWUB6tjarvef6o8DnwxLD3aIaVdA3X3UHHh6IQbJjiGBKSCEeq2eQYiBJwk
VJDLyi2RHToIlCKtuNLdGQLo6DsAcZleocZFH+EogowDWCHY63YEoVaRHiQ6G74DUO5VoGNA6ucw
opAnmX1l9hPHWwbFgQx/Ny6tCFiXHXQ81KQ5eDV6Z3vvlBUaXOzLcSVu3t7s0RvPFqdIsQSfgL/k
wFtXS2xJp7XMiPVcB+3KGFVe5WX/NFj1BkYnDmSot7VBbrjDYHzEWv7y/Bvf6hOPHmK2UPmWBoU0
wbRzhZoDIfM2EBYgmDDw/aFh/EJpqLvBqVYuzuAIS++fKK2I+/IFRw2M7qB6ewXac5dDkgXXqQA7
jBUU+P540eX58y1dcCd9uPtlAU1KTgB6EAWPAIRzKGypXXmFcsK2B7JNoy0QBOsNboU84NcrIX/x
w8yygWRsfIGjMGbfGHD6gnZUorUVBK1Vbkr+gcUvCJk/j+JLZGBcrn9FORzGF7+9RqHNzsrACqmO
Gb8nQM2EkqX1fC6WspRbc+xuP04tQyEi8Vwg/FiZ7BtXSkcZRmtVWvGxMX0dPTH5N4WWR6Xmmijn
Boyf1Jdeyw1KqSxfPq88ybQpH62a2ZGfwPEIdF48SZaojQlwJK+MNp3ATE6WgPqyMvR9ZZAurtVr
tGPN0MAtEODsBPtr72nMYCbwH3+jNtBh7M+Dxp+TY/Lj7njikIevTEVpaycltfSkswzBi3vAKadA
6btfuQjK8BaVA8iyqnStIMVkfDW2a+LsG8BhAc7tb4nRkP5iAL0dS3cfjGQgKNlPJx68Y7RkB2dX
xeKOGq3G2llYWRX0NOcPvsXtuL0bBDqq8DibVivcXczWabTGGM1ciwxYMWmwAtuWu+DAvpVKvPUN
iNUrq3CrhdToNud3IycMSFyAg8FVyWDUUYVOgg4UncLYWA97CKnavsatTOVSA/iWfN6NxQLkEKZT
phfsYCRrc2p8yR3RTlDeIJTkAsSzwco4yA+R5V1yhdhIqrAy9sJZfqu23A1NdyTUYMCecyClq156
md1DcGN9hS7ksLfId//zXsm3JdiCDqNHJqn9FgyQtgzCWpu6pfz8drzfDdDRZBNX0wKBbLQ8nSyV
waviBTY/MqnCsg3XHEL/5a9Fz4XyDDW7vnguqBwli+FoBZ5I9uUEzT90C08s/jGqlL6HFNYeWtwy
rSZqpV1hhKyIK4Mv5MXULC5Bh10cJZinOzDP1hIFObm2Vnpnlt5rFknqAb5c/PSd4DSCRocx6vCm
VEm50Eor0ZITGNIKnMg0IIpMyF/KgCvhJD/wcvlJq5nuIvRBtWuDvjQu7Sq5sjhvKf+j7T+7n7BM
MNbhP7MIUoOvpdNcW7m1KRndPiswwYfSYCgMMRGtuoL6Kfc/mePuGz1xeq02TNRfLHDvDFofsKgh
EG15+lpoWgq+5LSj7lZeDlfsbJgOb2o/Op3GG6yS72Fmr/YybVUqoJmWcCwO+TbcPj+Yliqg5CyL
jIgeQlLTiDnkrUlhHxL2KB8Y1/ArwJFUr/qkkF6Cp6JEmsgCsbTyGRZfdZbMCa0HyZZepJzxm3gb
L2hs4Tpe/kK28An+H7vPE6hnyoMFZXuL/SpeV9534XiD3O0fM0xJZF6X0/uWanIafuDghtDvT6sO
+HG1wQ4LUYny1HJtghdiPjn9/e6ThglMKcHbxnui6/TbZc5NcQR7AwvsyDUq0g7UfeW6hA65Kl1W
XnJpTPbPMWmI44Qxg7kdjtIeeWpS6f6vFnwJuQETtpaZjxKpfiScBn4bBCvVxKVBZ2GsA69t0o8B
qqr/oLirFIDEHw4ruf9Su5CcBaoaru1C2WIaOXi58TK99U65Hm3ZM/lWYoNcn8/c0uqYhay+B2Wa
j3nkH0MsoCUF45XCJ99yWMEqkgiNstzFFakPV4ZbateQs1gE0xmkeFDodsCKAPF2B8b0tdiGewgl
ARl0Kc3KGe3AAnj/pzJpM7dpHb0DtX7xcbN5/soLEYCTZjEH7IkRpD8slu6HU90trv3MW3gIwSgw
ekib/TB2fip3cPg6/cUBZyFH6qH5BAkf3FB20rfkXiBDh4F4+ClLMvebfqXPQaP6ocL/8txcpd6f
D7uQEHHSLOD4qRCDZ4kVtG/P2ame5rh6ifedmljjj2R759RosbA2mRbB2BflqmIPnQHz+eiPNwcg
0X/uyNqF6owbQ0FMIH2la09+cW0gY//8xxeqNtwNJnMXY4pOKuo+wzLiDdqurUADVV2eKrAjqq/+
5+cnaY7aqE3HVb4Sv2/lvP9+jN7Uxu/jGvjv3tD2eCPMpeOHDgucqCsnKPhBs+2QfBSsjMxS6fbk
q/sq2LUI29drYHGnrjPbVAbiZkRXMcBDBtv+h7lC7jC3xS/IKXSvoNbTG/+YrCzxpcmfRaYsHD1w
MvGoAKBo0SVYOUsep7mcNAtJRNOAlVrhZ3nuzc31WPjo65P3DptxMVKowVj5uEvDzGISiHUJhLWn
yPcdnOgdZTE6zcmhBeabq6UXhpb5C7cV96zsvfBqLONIQZFuV0x1iHqb6QQaXeFa/XjaLI+++ixg
jdCuYIsKK23QAJ3F+vIV2L3oULCUefU3o1R7Xwv0YmXXLICHOHEWm4ghqETotmLbyIEW4HoGL0wd
jFWdVw+5zCjg0suwT7EhT6OlW29lbS+0ZbhJLv+PtT1ULCEM+LLwlb7lJTRpwnI52vkQJd1Ip3bT
GNSGfqcvUF05ECp7LL+rjf8BhQmLxp2Y1zlOJ99qO9mW+15zN6y3stUX5l+c/n6309mq5eFsUmMx
1G8xZGxqwH5owO1CkkSLwl8ZhV8aZhauGjAPvZCkKCfmAZHzo1YZoUALSVgtEr5dOBoJobgle4sD
cr2GvF4IJLNYo1qQvZctzEMgVAuIJYQT+KgxyQCLFQDiOvoSEhjQtdAYmpwV611Qq3X4kqMcAg2J
IwEwEwNR2dH/Ykk9AVs6RV3T7dNGLQZOh8aGGYr6pD8SaV0K8UyS/oTnogwpHI4xQ+8qCTIPEC+g
h/3wUYaXEjLfPHlNO8rwI14eGwgyQp0D4gpGGL9GxT4C2QnqBrrLlyrBtij7w23v+ba93d4e7BRx
CkZ3XyqHJiDVdLA6or5Z8PZzlfiCEHV5rm0YEyffpKuMUOh7XRlt6YPNMr6kiSmShVKlUxJfPYQ5
iF4D3gAqsfBErLQ+PfC9WW3hKEmg4VNYDRhoKEzGaHiHtP78Gaa18eiFZ1GWrEsBDiJ4hGaSFYpw
JugCDXZhka4MsNAPgdran1MKB7UkrgZMaam36qBFJnwGtrXZfhEaa32Hp6lgB2fiDXEBfuX5Sy2U
UzlxFn3ZpPPhLtsgqzUgRL3rN3DVPHs29BFsXq8NcEWGTWo8H2wx3M2ia+zDuDQXwL7o6OHCDa7F
eP1lGAMdXqiqFE6V9XBX+KxBiRCNGBitd2GByPwaxFFmasbMu0YJAB6ryw8W4NCARw8N9JWVp1s4
RucUqSRlC7YZGNQKkFxsmXfBZM4whEFtV2WSDz5zBBR9ofztZIDWc1pzBiSXgsCDMr64gJsDUgW9
ipUFP63rB4ttzqkq0jqM4JGDEtPwWYqXBrK+z99y4bQVpg12t20DMcvC3oXxeTEoLmWXqEhT6RWm
bZX0wgWZlpTa84Gms+TRG8xCbBKiDFnDH9upgJH2IU4L1Q0tFDaQPzJif1v1P8/HWQpEwiwQQaEF
ptEZFhWaUvvss7C7F+8oaPGn+DZe249o5YsslFVh3PjnzAGBDY9FDjPHGtWudGLLV2JVVEdFwjHN
AxCAK0UrQ2plk7/EJhCOr2vn9dImFWahp0VrN4EsHgLDgYECBEDGKOx4H8IpNaET9M18itBqYtfx
70vfbhaIqDLoQ2561U4h9rgiaqPam74eo0wDnR8jUN+hxKD02lpjcWm8WRCCvvjQuQPGY9DHkOQL
5O6cNbbSQmeUm/NiWJFoOAhxoUyHkvSwgyyBHJqws0Vi9XwFTlvnwUqf8118yIyCyoUFGMcfTPeL
O8J1mlT9dqXusBQ151SXgM3qzptCdKtndm+W+8SGQLsa6kDabtpNrWVqt4f4vubbUOPsNmGxcjjc
8LKP3mwWLLi26uqQQUTEV3mDvj4pA+A+ukbEQRHMHKGHB29CtElMqIJyKPTEWgUVnncPJguNNmyg
6lJASQG4iGEyOlAENdgzh+eTvnStn9NdhC4s4N+NWS8A9tZ5BfnSL0j8EifQvjbSkVbbbWskKkxq
VgZc+syzOANZ51IsKBIXwis87z+gxwnrM13YjoZ7Rr9TstAt4ne1EbwnawnBdC4+mv9ZyBnioYqo
aUh4Nh8jc/ra0CO3QXj4i0GNn0WWIoJmk0tjhNhCxa471lZiM69opaqRA2atmZuDWiqcHX+muFyT
hnBZrQUvvdwsyAgBxNiKKZ/iGEgqXjJj0gyCgsqmD21/46/c6KapejSFs9BCRoNLSAVul1FPKwPE
ieLOfL4glioEczJ/OBJ0HQa4RcHGI3yHEHx0YmDdvHeZ92QwoD8ewmC2hUKywtWogJ499iRRR6T4
wkvbXWgToh/xrtmDntgwSnikagN2nd5P9RvK8DA3CVwdPWQ7RK3D5Cbl9PPz514KiHMMNeu53jBM
0RY+CaiieAbMsC0gFg3x9BdHmOL8XZKRhEyeF1I6VYO+3URlmRyaPgUUodQWsoFVA4zNdZ3Tu7Ax
uVmUiosujsSsw3cAAVRr34Q97kCn2kr1yBqP/hVujzvA4fLPbGVfLhxXc8rPwEGuGdKkU5GgsKlU
hrUNsES/VwuI09p8sGbnxB7or44U1I0mrj6W1KuPVlG+JVUENfnXyhdamrNZZAndgE1ZApF98jbD
Vg+1qk3kmDdSXDhzlNhg9XyGICfd2TiddfYAZwUAZ8xyZVsujT+LOxCEZ8kCurEOSj3dT3xubRfq
XGs9iSnHfDSBs9BCeeQAkVKCdMZ9v3c/Wwve1PGBf+lOnt1Bxt+AZCvIr+Go8F/PJ3QhreZmYcaF
rDgpwijEaRsIu8AvBx23zIKGEGSP/lqVj5tdnkKoCvhEjinDffcr3vis/PzRFyZrDt4WB66EnCJ+
F27HsNaq5JbY+QXsxNTnv790Us9R2Dkp5VLeixBvgCvVLr2IRw9lDwem94rrUDZhpFqyJy7uGiVq
IeSzs3hQwRYnGCKJdCBmr1b9sWAKFaJsMMwKfGgOqCMAXhTIkrvs4nOXtDk+f8+FJc1O83sX9Ch6
hBXBNI9o279gw2yL1YvzQneIm+OoCZGjk97FFHq74RoesiuDvh6UesfPaL92/12ABXBzzHNcQtob
4GAgYyxWAzF8I7z1VmTTORx0UHeFA5u/KfY4P0UPvjorq28hlrKzQAAVj7EhScxabaFhkb3AN85s
voS1n1/6KLNIMLjQVCU75DeChNoUySlgHLBfjbDy9EuXzxs9/e6jV1B37PlomDqRA4yOYbHbQe1S
BtoEgmwnFwLjekOpTb0SAxYQmNwtF7kbD1K2BXwjcPQIxJb64rYdmOuh7Fn+0U1Ap0P50AEEc2W0
hYLIHFQ81KnQQsEfrV1c/8AlXEmcFr7JHPYrkn1VUoSL6MxXcj1cCbhqcVeOgx/YChr2xkd8cADM
Yb5Z0pZSFwk4XuwcGDgOLJ3Ari/pQdgAZWxzx1TN9xDb5DM5V0jg9Xk9UH2ARIDJvYqbSoO+mLWG
QVnognI3AMndR0N7RuykcCq3AwuS6qRNGxEqeu4l3zQOehnKoPk6nDx2vNmZjUmoyP9UFsAs7v15
aFoI8XNwcOBycC3ocIMsB9huKKAmdy00n7Ennv/+wiae44LhBlUFBZGhBCMzDrGDgIpMHNzT8x+/
YXUefcxZiGiytsYBgl8f44/A8etN7xrCR1tcXVqFQ0cMXEfjy2v9qKViy5xROxA8zCmJHlciMBVG
TTyGIQwfKGv0FTTvAqSXkaiSYIEo8dVfa3EuBZLbSr5bI0TNk1E1tRuL7uuTKfWO1lteL6wQjhlQ
FjCb8tX9wPX++ZzeNsKjOZ0lEzxdczACxXChaI2SxdE/dKoEqcZGWsYpJCRvY9zFOkjZQtpYLlib
Hk0ysnJfRvGzhBEZUEyJGpVOAPA3F0G5k7KzzoferOyGghLRagEWXlNgZRMOCEZh/c4ynwlKzODj
Fvnb89dYIJ5B2u3PM7cmBJfJBHyr0BkBw+olOTsJOmSI1HLT6b2cX9AURYGOP/Q/3nv/GewrCO9c
q8Pz8Zcq9nOMeu/B9deDLJTT6+S1uTY7z2Z2aFWqnJY5oY3C8TcPrG16ItX4Lya39Cy94StJ4oWp
HDRhfblNZgt6dMw3AVqUtUK8k5v6WBvuShV3CVVwi2l365KGKZyYtzgDKP3a6riSbOtLYYSnYMt9
9Y5rZY5vZhZw9Oj9GJ4S7v4foLoLFYI51FuqOmZkAyQkgJWaFMScG2uEiXIsj5niD1oCYaFi+GsX
ktsKu3tPCsq4EhUjafQZ2D9p7dmN33vpSr8+XykLZ95teu9+Pi8aV4BR+JRkw90HRi1Q9TiB/DSs
NU6XDplb2fpuBKgvQSGt5PChVPZltOgXMpITwz0wr1OSjUIYEKQD0J0AX2Nf2OH0sYyPFDegZiWo
LOTdt/rl3RPAj69oYevFQuI+bGUIwG6zql050ZeKLXPkdOJyIctxeD04sUHB3kovJK3jasdajKTW
kt6KL25x4Itrl6ojIMC5VpzEARr5rxlcP2FLniaw+bB6wW5cmHt2EMFuIR1rtyjb4FLIOS0nB6zV
Gx38MQmTRg9RSDZ5CbdpGGu1K6ts4aC8xZG7Kcr4NMA1DuniuK+9F6Y+TRK3gQ6XbiJc+QpLd4U5
CJvPiY6hoDTpkFf/wpg1ank9bvdyvEV6ozxfzkt3hdvf71+k4huhamrcFRrh2DDsN+W/0GjXc2Yi
QXH2h5UiSOrDBLig3iu4SkNZF2ZdMHsGv5TL9rm0lh3cqjwPTrLbrfPuSZpU5KCzigyfjDbcAGob
CenuS9GcimHPQ5eW8GH+9Mruacg7BCFEyIxyGPVsx+cGAwCDDxmssVLTeBKqqbEzwZ8gzXCfsL/z
MNYh1RfCFBr2vJASlGCfnZGwpHdG4rWR4LNgBBSgjrUq4bVixYPJIf2bBKmBgmkQG29DAeW/LpAZ
1k6DbVn0auOpUOvQaLAexNoh2Y/n32Oh/HDLZe4mIa5GictzdI5JpTzz9u/WTm24zxnPf31hY8/x
4gML/yPKLRGHuW+yfne9lU29kJbecqG7p4aSoFckHj7dmOzRT4D9GjzKZG9Vomrh/JiDv0cejm8p
i1tzF1qcqyYvrc3YlIaLB4Te11KAKQt9tP5mlZ+mh5OR0KLW2eoQn5AjObcoM7FC3dVRdJQO8cqW
W7iM3aq5d5PFw62NKmEz4IwM8PLxOxzGZJhXPP/CS83NOTBbyryKxCrCAsItdk9BNRIqdUijErO0
gEraoAugYcWXZnoFbtmur6URXVZRVwthcQ7SpsWy9tnMRwUXtjUKsjj2CssLJwCheuqvSEpgjJqv
AVYsvQsrd6KlshQ5y6OyCFLzIodVHVut7hqVAQPSS7BJNFHlDFGHJor4PTjCX1wnc2D2MJAoDqXY
op3d70U72gJSxB6IEyx5FVhzHIaV69LCZp3jsf0ya8NExKJnY4hoAzIVcpfni2Qp6JPTkHdLsK+r
mhE9BH2qabYRU6Eg7AP/4u4FBmpiXK8xlaBk7ktP8loxohPuMipHgDKZVLhp107OMrA6/Fl5moWN
R05/v3saF5qr0MnGtbBWO606Ndtk+xtORaBgiGa79VfS7aWlSf85SuQXeVbR+GwlFTkkDc+ePtPa
AmaD8AmG37WVVv3KJly66JKzUNKxkOAGymCiT7E2+Hs2cD+yAzNhsEW4lUFuyfODeEVOwfJu2uDX
Q0nChLBLLVqrjGkQT4u2sH1TgTg0QIMtN2BRGt45NsIX4UBYviQPuFJIK0+w0H/6v5ydx47zWNJt
n4gAvZnSyqfSmwmRlt57Pv2/snEnra4sAXfaqP6UonjihNmxl3opyEYBhF7j92siPWFFBgozugmW
h51rMdniq/zvVwQ59d9fcTHTUWwh7B4y6DAFV/cGlFnnS2xA9rshvnIr/tGLUy8F1+2KY64x8ySF
TWeH//nJ2CPZsVmDCcTiZjfXdFN/fZ+LzvIqrLmlyARnUKHIT2oWbJNtcm5vr6mN/rk6US/11VoY
wlEx+AB919lkx7fz8Zow/K9/+iJm9CNwn7Tin1aMR0V9GkNfybBjuKnjK233fz6gqnURBhrFGAxh
5gMWKRjuQswtLLoUDavZjh5euXv/qPPVSyn0vJapQH3Fwy88jPWG6j3OHZNW707Bg385SRQYHb4v
ESxf1o6bH9lycUNOsJa/NnT8o9ehWhfRAXitsk4SfwM8KfxdYBEZ+QHZo4HfXWZP4pPpVsITvHY3
nYOhfzGXjY7DQ3E0/RHVALVPfRQOuAB9XQnAvyHwn47ZRSRZwgTexsQftN6PrrCvTrKX3AZSoGk2
+xRXGhB/PfpLiXQb60IiTpRM/fKsVdt22Ytwenr8BFf9rTEXWx02SVxR37kpY9hY3lXmZhH2xvwg
vpeTnWTXtJJ/rCGol7JpoTSMSLboEWiTfB6i1k9eE8iIlqFvRs1PlOmYKsdEgeJi6yQV6RM2a4W0
FXtKiWMhYi2wD8v4yjv5x8G6VEoPdRVbYcMfIyylM/SsO8nYnBssVGPFGV/RHv1zhg439L8jKdUq
4I+YEFcbm3VlaqfdNTG9nitXwT/ntOqlhnhYM+y+a75DObCNJEFPxx031q4NAn9DwD+8oOZF7IGH
BCDx96JhBzOoD6s97pXT6LBw6aHWof3x7wfhj/BsXkQgwaKbWph8zOgP7zhL27/rCeLh2lzuj9xc
vZQF008dVWijDDNwRjpH94uT32Q73TVeivfxWX4xcGDAZyc6Sk4OoRIwkQtR4+qM66934CLuJFKd
l8P4+/VQt2TzFlt2Ky7cOr0yZfojgF/SD3KIe3Bhf78ey8HNiXTAMZmgXzkmfySt6qWqt1sjgJAC
ab6ZERzs6an0zXtM0T1zsgd33cEdfFhoYWq3+ebf34c/Vj/VS/HusMZrVf3Wy/LkmgSGjbSpBDvH
ATO1Z0ZN8qZNXR0UXJCdoeC2p+XKJ/8hFWTt8r/PK1xXMalkPnn+ZN8ub10oNjpDby8K1JvcF5z0
Cd8Qvql1zB4ydvNJvbxracof7nSqcREtrCSylozNcqZu0Rsowd3qq05IgLyPNqG7vGbBchyOaGRd
lnfKO+F2bW1csI/pXverzQC6yY6/r/wGv2/nP5z9S1VwFFtqLCtErskp3dIf9+tt54OmC7rdNUuf
P3/ni/jSSipsSg0JYnGyXkpIUYkzHjiKT6HbONglH0Jf81Q/RDaJiOvKcfkjZl5qgeVy7cQUMtPB
TOQfoUd7aC5YDcOz/fcn98dxNy4KnoWOf1zpPDjrJmYZsztcU2z+lcAYF4EkmzDkTFUKtvIgv9ME
52Q895+KT7+sPozn5pg88op6SVCdq4PcbvLEyXfaq3xYrjy6Pwos+FP/fTyMBpfg/+iaW8x73nEL
BlvB9gEc5vdkcuZvEzbetYb8H/0F9VIWvHRrE7cak5MRLTDwTKdmeeBLPAOdBupMn+sTp+zuedpN
O/1qX/b31fuH1/5SKzwbghguv69k/1I8NaxxkI5+6i7c5G3vifvMv7pW+/vM/umTLkLNWCvS2swI
N4Y7Ab8G2wjg0fvlsSHMXam9//oyF/FkMJdRWpOekbJZDBtTBoTYZU175dr+qw69dLA3G/BXqcT7
GL3jACZ4o4OtUeQ8StfEJ3+FY/0iQEB7WeJhaMQDvOw7psjpw/SjPqFIAlOQJKxes0sonZcd6FkX
UvXilserzJw/svNLZW+mpv9P1rVSBOxafzVuisDySowIMt9IvdZtrhyrPyKGfhExOmlO81Ud0FvR
DF/Fzl70kzlIsDSvGTr/kWFdmhobqdFGi/yrAAh9TLtbwV1ijEYLFElC6bT4BKW3/x79/nwpLkLE
Akxo7Q3CnzHdz4kbtu/g+hwDA/whehVehPkluWYy+Ufi8z863NDScjVCh1smrsKmab3ti6/B8mfD
n7vc/fcv9MePc2kxrBaSqYkhWPIQ7Nq7ntaFk88ptiTtFA92XVij/e8f9Fe8u5ThjrEcRlI9rIfY
SSdkxVkK4eQlD90BSWTh4sHsKjg7VY0NfE5d3XF8LdvYVa6dtr+u40tZrmGaXW6k43oYw91U7YEp
2iWWV6UnsiiI+ypQ6hUv+V0yb4twu3wS9ofou8gPdSFeeX3+wJIwkfzvGybsjcLClx/f0PaBPUFb
qlN3Wl9Fw4uVQzp7a4hhnrmehvqU9W9LE5I0qI5UvRRwYJvKGfPmcZpLRxXZ3AQqXS/GXZpvFCxy
rTny2qHxCqVxinBDpwMXzZySLNBxfZWKvVzXXpG+T0yiShnLRhHu+kNnfC2D///5E1/Es0RUkmbO
eMLCPtzJP+UD6oqd4Sx+fmo30m31UGb2ffp45dP+OPWXftKJNZVSOcL+GJxoI+LgNHnMff3o18cH
s8H4nV4vXsvYC9tXDssfhmqqdhHKKik0JQBU+NWy/S0/dB2dpLK8kSMMnvLHTmfVJDqrGh4/60OZ
agGAYVsvMy9PyoNurDdN84AtCaACjgDOsLruRQpqhRiO9ezg/zYsbq1W9iiVEBFm24g9dTgtvX7l
DP4ndPzDpXwpQzaNrF8NZYIBFPbYTTBOWVV/1TZZatCJeDBHTOA7ziUtmkFeAjn+yoRTXbVfuDTb
Uf65Zu9DJQVL9G3mz6VEQ2s7qYLdqps+fRbSmwGbZsx7rfswCzK6+glOFlo67QtOuY7JcocALMzd
RnrWGeSIWnmjVkFdC7Ygwkv9xuXEAdHryrFgF+XL3ObHUQhyy+sAZSz8czjiWEp5NCzTMVpPZ4V3
qq6MSP9QWPEj/ffRFBKjyXoNV1qRXoDkCnfSpnRp2D412xjdnXBlqPlHVL+UU6fQ1odGU5eDiaBe
xRHYjsBgRBWr2cuDNb7+++H4Q8ClXoqqE16ofNIwKB7d6Qg3xfKznzZAg6pt5IC7t7OZD66S6QxB
ejBeRsmDaKUZtuxUU23Lh4zmpX8n/KKPus0YO0NHMxMfjfHU4xhiXnkh/7oULrXYgySpmPRzoAjI
WfmBJ/ZevVk98deKKHsxnL5nEZ5dGUdK3WuFxh9ra+qlElsL9V6M5lSkJVyj9+9u1ZXhAiuL+k3y
XJtuVN+s0sNUfw6dL942obOY9my+qNJsd331LLNiyQbb5xCursLUSkz8cTouixPnbkHTTzumsX6l
Yv+rJLlUdqcy+9CCQooodSDPV99KeSYYpWGzIHld9GqxtY/gu30Vm2stkb/e0IsoDgm6njORj8Qa
7C73o62+6c7XytO/qrxLQXe6lF1W/q4pjCxYBFTf8kmrecLb8UN9oE2OGzmeivtlrz1Yt+XPeNfm
znqW8IAOqv21KddfXWP1IpAvumJVefd72G/1XfoKayhIj9JWcrPduM9viiOdDwFbzOJL5U/59zOp
yf95w/4h/v6PHNxUkXVA/T3ERfqgitatuLzUQvZRjsMtuN/eQBUSS7aUoSpa8SiQhhdFuku0aNcm
ndt25bFqIlcmCpa3S3g2E79qb8fqPtVABZaZ0zB2AJ0Id95yo3k+h1iPQrL/isNh10fLqdWKjVkx
nU9r6D8p6BEZ4EzWkQC1FJtW6BQNGMqk3a9hTxdm8qI88iY8L/PYU0JWfcX+TpCsxW4tHfuRyrdk
yW1m1cXI3TblbVkc8qE5TtZ9w7KnIm7RtHl9acas7t1IodfPpiPI71x5bh9O/mBW70OyFbXRkfi6
mvmapiqSHMz/RTscPooKHEeevy5W7ZTGT9RZG3PunGyVG5frJuv9en4WC1/o6alXZps6eYQtQjYm
trycYzUvbEWqT1EBSNdcJnROyVT7a595/TDvSJbMdgsua6dq+lsY5Xu4nc9jmrtWVj6C4A1qVX2N
rdyZu+Ijnqebfo63khUMNU6gfSlu+t6yWXiQu/RQJy1GSiqncJHTEgclNSkHu6vAvyuAnMsVY30s
ruTXLAsKeZdGX1U3uCoOQKKp2nFqEn1L2xhZ1VVHNlKGWuxvm0l/60zlZLVWGrTGoBeeUejp51jI
zcdQNQW2LA1W/aU18wRx0wLqJMylGwGQ3AoRaIWi6Qybp7jYY2vwX46y7i3qaGsKwYtFf6+04NsI
7Uust9GLVpXPafHW5/140DItkGbNrcbM3OTq8iZ1S76pFK17iWM8wi21/FmrJlinDuNkL+3vw/hm
Gh5b/SaOOwdUNu7gC04UzbjB1J2M3ijjc9w6WWh5ShRkkpOGu6Us8OovQCya1sCEZtvGAFtvs2Zh
1ewrVG05OSusE8f7NNoW6aavd3N705EKx1noKEPthtg9zTaeefFki72LWyuvbkwc1t1CCGZM3vvk
oA4HcXEG9Ra0Tq5uKEQxgDOFu3E+xB2SFojLrUMD2/Ag+SpOmD2J6xHYQTGhkmxFt5XsUFj2udgc
Q0xDCuYoWKGdzTW+swA2LiykVPVpyu5r3lvjZRFBjDXwLe81czhU7XfRfM+cObWF7iC/1zMviTLe
dX0cmJn6zLiODTGDkkSY3URNkfuJMf7Vg0OV7sSccal+KNXzGj5Uk1xtjVK8wWzkJm+lYyu3XgPl
a7v00fMgmX6k009c7zLpVLDYNk9va1bt+RrLxGxSwLinewqb1Rmtfr+IEfprazcpobXtS/leWdQ7
mLbKgxlO3aYAhSvErqDM+V5LaUpweOuihJxTYmTFq6EywGrxekrtuhIdNX9Wmtidl/QB9+1p4TeP
QdM2hl81p3FdG8eE+G4oXjEW3pxBvGj9Yl6fx4YFdVBvoyWQi9pzdBpe80XnoRY34wRDV8BPKh5p
lSfIy2F0CBGDrN4TeFW0PPEpz1gahWgyPcxS6rfG6laa4lRGx48kNlupcUvZE393vXB9qQ6lUEYY
cx8Fwx3pqoiYanvge9zff0eFCjkfSg2TaNkK0kSz/Ebsqo0So2i39Pq1qdVzLS/hoYjup+lmaL77
tAVezvgxyJoHk19dT+gW9S57B5yOQq8cYxCdTtnrwiYxy9Ath9OKN7mZNAchzrcFzf5IzAqnTayH
ELiwO3IbKoJ+L/cdFtpCtuMBT0GTH+k8WZE39HZ7MIhsNyKta+M89tg7s7kU57ciCPv8DWW+ad2D
vhDHD90KNVtArvGWW4G4bEBAsG2c6k6fO9IH/89m3aa9U0OGMG0o8RJSRgYCij3CpNKT0wRIpjqI
qx0Vd5V0TvC8Kr2eAiZqfFPa9+GtsP7EBSt65adUYN8BvMHAhT0bosexjTdCmm/1OH+E2o7TelbJ
QVfsYgYdTVcE5hgbvsIWnmZBAJ71oOO+GhQZ+EDmdEM7Oxk2tNhyalxpGlHw18pxHykPRPJkgWuz
YFn0pjFKiLS9RX2llhMWFEbtaNomFtfeKauaT4j6/tiURvIh3beJP2temLPrpzvy73gWvWURKIYR
sAyGwe1sOJKe2Lw8XtSpjlChQEnYQ4rOkya7q9HbgglK0Th2kGLMiCC6bouffMXbhbWPuxp2W4a5
97bXM6evYNSl5fSqdsPN3OOWjiE5rY/FK/MDKLlMxq4Mkt3oDdKuVjwh9hqFmTGuNj2fa1pOPCU9
KxY8tfckO3U4dWeURRM7mMdy3SoZtaT6rYg4DajuUp1S8bFYBbuiE9DvDN2TOkYs7SPWUYHWHSLV
jWL2ApvhVqtO9eh1WHapNAIAoxbwifr79XZE4JP2d6xilmELOa/0cOk2DW9IoD2oj8tCPCpnX2f1
vJMHp19mgNXuIL6Z6ZcBya6njPGT78EkSLBJWxGnELwgmsUgXtpWluLIsi9JntU+tNGjVu2U31Bh
6+OxKvdMo6LipC9ei+8vHWrVrgynrolzr8J8X6wPFUWLOrhjuJXZaRuCst9YkD/p8b2s0Z75o8rh
WON3MEi+KVsHS2+OZHlweyc6+YbUe0NTEIfS5a5etG3EL1pH4o1KFZrXSX9I4c6Ubcs4ivGcozar
Z63zLsV8xIvEjitmyW7gs9ulFHuprr+bb3HrJeXKS5s6ii5voi7fY0W1G38fPh1dc8r8AUJos+L0
Xvkjgb7mt6Bz08/zDt8OR2oGt1xOOVP6sTHObe9Y/S6Pe1eem2AZxtJp2uag0QfQIWmrSnPT9AdZ
uA+VfN/J76CVyyVkO78fz0oinFk5cRoMQnGZfBgMekrCThfAnzZYTM6TZKuzk5rpcZobhfBU6jA6
q3Y/yEblWOtCZiVt5OhlMGgZDapBUiV2JHskZbFs+EsxFx/ryIWfGoqbFj7iZXzirSpQI91f1AEX
ps4dVsUe6P7TtBSPRs35zbZcAobKEnm17tTF9OWSslLWg7iZbubphXmx3aidI+Id2BaTK8NgXCrV
ibWDlWvosstlb60NeGIsRbjYEv2+njqfxUr4kdBk6QVYQgE+WYxfytAIhPBdpGVAt81erZ1l3EI5
DaxIBnz6+zKzCBSWqm3etm2gFeGutsyfRYkUd0yFc1Fuw1p8l1JAQgk/tTY2gVxPPDE68489Y6c1
MO8RkmuaaVvGHsF3Qxaytm/LMgdWi83T+FRYb7L41K9P6kJa59X57QoOQOr9BZAKVtPhNsazklTA
kfX0bpKV75H9LkcEBYjv24AqrbhpkvpYjZZsK6Ww1WveWKHdGKMvV4FYpJ+q0Xix1WOh+ztWrFbg
8cBZ21L3plxPbbbnZ4A/0b4pi+kw6R1Ut7KPt/Ey70bIKjbLvHdjJR31fok3iji+VtzhG3YvraBq
36U19crU+p5nGKtV6oz6U6qTviPZp8+enEG7A+WUio8spTAZC+htE44vY+N2OfKtZdiRzW6bUNiX
UrqJ6zAAM/qEfd9eVYVgmUhxxjL5USzQMxGwNA2ovWG+iYtBksZrp8MnJ1qikqjKE5fzXkFd3LWH
NX1LrFdRI1ScjMyK7YwDX45APTHtz7yaJlOndZ7QEErGGZsdxt37bp3BO7OKZSfWEB/m3ty0oXJT
G+1BY+gW1cV+nS1W2CgG2tDPo9StpJLHV4sbta8YlK/LYY4KP1kTR1ueRVV/q2fKNKncFxIHio5r
qn2n3WtMhtQXNcR4NgG8RtO8dehu5KR3RMWP5Y+OWa+plPeCdFdjntJOjzBRD4Wan+c+YtPA5F8C
DHoa+AS5W8CY5AtJm/LctdXrolibqsueynh6kunPzPK5GQ5zGX9DBgHeCLoLyNO4hNyLzG8KgWU6
O6wfItCOEm/gfQ9giLOQeVl9IsJWlSd3+4whtOQvVlDk9xblALnG79lV611vyRupBL7F7d9MvCUQ
xB+Modk2CWG30dxFQBkqvU/ig764Q8rmkCp9y/nwok1fvIQu9RjxwwmLwmvj1A2z2Q2bT90AN658
V6O3Gs1hIZHrpuQgKaIt9N+6KdgSVOryUTFvi8QtDFy4aXVX2FDM9FKV8lXR0rMVSiA9hGy7sE7S
6AsxjhHqVLmy/rLG+W4xq8cmQT3QFRtZdAoRQ2uWaHLNNaydQZ6ofKaRS2ztszfV4CE5CWsYKU9u
2NSJpyYPIdu15UusuCYGHqJwMMVN8cGAsdWcCGxp+TopL5q5JUtY5yDr6GRIu2SC7dHFO8PytYab
mjJlr83DeZ3MY4RhBvtGYle6AuPevielxTB11J0RN6s+wzOVnKj/mlcYsOAulJdwCVJ841vWxZMi
8uT0pDbvOutL5phC9qO0G31RP2Z0bjHBBJjVZ35j7PTqRPRsuWHG9KCwqyneyhhLzpyfundNERAJ
sD3VdC3zLcJSp4WMLW81ZpDh+/IYI0xofv2HC9k31qeZlb4ud3qaTlAApG3NgWpOoeJr4dG0AEY5
VDo1GV8vuINx6pWCWLTPe9xuV+tkkgWrWeNJ+EHREB7azJWyAZIUIZssuyuibUTFpViZF1EtyBnH
WmSmdreUNH17t16iI0Z3QddTUcz9Tuhj35LwzEx+GwkJmNTGi/rvECxmki9+M1bEuMpO2mCMglbL
cYJ8bFU8doJC8ow85Eu0+zSP3CpVyI0TVxfnm6kytlrEvF1VvsQIM6qi3XC1n4VJ9YXcD3FYnF9C
9jfaMt8uoqfou6r4MQg9c0nZ4Um0S8N0K6OstE3WtpnkbIfmzVC3I+L6annv6rPK1kdpM1/qwX8R
AXKb7DsbvXyxy28QRnZT6U9Ft5XjUy+8QPcOhAlIhYlJAGZyPH2zdwGRmtZRysmMwr3FVTtWLKml
dUWfrNKSr19rSKplwxhu42qaXrVGnF/VsOloVZqDuhOEylemOUjL3qM/0ThxnPk6dOiwp/KVWflO
qx+TsxaVLYbsk7rL23k3RUkgWzCR9PW8SjIbU5nfL+O2lNqvVdeTIynwgyVG5QapiYNj00Ov1HdN
Mf1EEYWbip1CGMZG0MflXW2yPxWa1p24WLo96zHVyxKCYRVuK3lxOnDUfC9XXIYPMx/jIAqlH8GU
vGoIv5bpLmtOa+fUb0rzyYxwYPWDmmdwldzJP3UMxtKx9ZbhN4Ez+n31LMhwKnCjw6LODH6HLSYV
mXqsExb8PEOAXuZKk72UnjT7ffVeJfz1tio9qJ2d106s/q4nbDmxauUl+c6UfK2LnLD1YQrRYliK
F/wpSQRLJL9uL+4lOnZ1Awx+C/PYss5Fxbr0j/4h3ahPyquw+MC9pUAaXEl3687Pk/shPQ5a5zA5
1s49l7UWuTQr2GTFFzuOg6w6tfyvOV9vpttmd/lxSLcl1pujU6ZBg+OldaOkgQ48G1FxaXgNmCGq
4GgnkOhUjzqmUuHd2MjeUNhj9pnofojqXNqqRwUlYrXitvhhpJmdh4w8nxq21rpNquyLot6megAE
nlXXqf+IB1dOtmH6LcTv4foQ9Z9jtm5ryW9xo6pdSr+SNmHU2rJog1TtGs+qbypjJZwiZ4vogWU7
Erm1rvzUfLfG9JRrsA50/jOOhwbooAb4qpbOnPJqZNvsXqkjKtC7JvW4S5bUlUsssNL4iJo4aLr4
oJoH/UarD2yRmxjpIJupXetTGBuqbC8yngo6E+VNN26lFSJ8xqge27BGpw7ft+mONEFgbV+Ec8BS
pfVYWNtae4klFhDz6U5XPw0MelMaTEDqJ4JZ+aK2wAkF3VObQ1G6sfjVydj9lh8W+rnipx7PGtN/
hd3yysPoU9JocBzl4pU+Ux/fhPW20e7L7Nhqh4rteSTgBdvziJtEwePSW9qtJG9JCNbqqwy9HG55
XrgGTbveww7VlulVpXP/u4aII3w86m78w5UUwoib1ceyUwmz/iDQaAGiOxxJR2q2zD7J8dym3khY
sj0XlW1+cKl0T9W31vhR85DrW5WdfDj3ED56NjuwNO4Va7wJi+oWBKet1DxMQPXinRUGEBhj85Hv
YlS35b0aP0XzDV7DwvrYKmQ2ceKkSXmqe+p4imo9LpAyDYEu8uXWY/hcCisr08BbtK2KV1xW07nZ
51YeGGXKicci0HKl+CzsVDykS5zDD0VTPenckjlJmBxTzOZPWnWOFrsqbsOeV/6oU86UKr8AkkBR
xf4ZcOTiROZ5ye6tdSXtOzJZH9sb5Gq2YRyW6lwqj0140khoK6Zgua+E7ihvinyfsGc9KDQPM5++
VVpuu7uKOIg5cyfzylLX3Nelb+hvw7orBHq8QfPWZZuJxV/jXYH9JnJpsjY4v/G9jDiYRDBn0mep
bmhu2nm10xIfExYw6JbhD9+cMsHyenXDBHQiA1nPifFYl99D/q433S39dlQISneoe0fN+O1e+FvL
9HVWWrtpGRkad4hFLX6+zhI3Mb2Iurqdi9clOa04hEQvXRnZhXKbhkFJPR7ZhvWozi5tN+uUtvTB
lEApt6izHININVKI0QTKYbAbz1Kz15EdZfF+JJUljuhO2/G+H1Lu/UGnnJeIKavg0hoipWjLLRkQ
xXLCeYSqx7sQzmxU2ziz0/WyWGSz/JC7LnpXq88pf+laR2WnCBMa66asSgeLXp1eibTvKvoo+g0i
hrGE1hcY6ZnaqZS5NvXcNpQnk7QidKrVEVHEdrcNXpIFl8dPpp2V6lzkjh4FkfKlWbmr6Q9Z5OTp
Nm6DQd0w5OAaHg1nAudQP+IbnObYlgnHpbzvgEHXpyE9x92zVtLA3XfC5I3sDKT522xtFfGHjK4R
IkcnS5HJY+J9trLClrnCjAbHaRqoGHbJO0/2IpKP2HFrbqdQve+riPkJ3w+jFvhmmt19TdWGk1LH
btoGZrppW5KXhw4wXBd9h/peD3crItjYNfJg/GpSUjUcnFjT17z4aQYkO7tyd8PeMLlgR4EnP1h0
3A8KHF+TEoXmkshZTrgCA50uiZBumyh38/Yp08F5Fww89ulA0mhshe59NQ1HT3YFfodg4EVjUyJx
hrQhc50GximbPVV+Wr+V5FmGCS5Q/D6HrMkTl/XSEQt+fcCIblS6BhGrOCIlEbSvjnbrw6Ka9Lbt
4hdmQxzNIbv2vsDCJLhOJgLz16x6/R438kVCAkR78YEbyAhxsJM3sv6ZzS/tueJiiTcJvi2kaeG3
nj9PKIFpZeWEWtVR+tBFozPqpOe0Hel/2FO3XVBLasZrpBw7FceczJ9iHtL8KE973oS8oUfoKKzj
Na7VncQeaSfNXldWnxOaD8Z5nF3cnxTqSOlJYN6t0kkWGt0dZ1piiDEM22i+q/A0YSttbdVXnX5O
TNq8WcybCmDkYOsmvgNPk1C56B7tdfn67Qe+Ivs1xIM4385Iiij96ypYOq9OfXFyKsENO6/rt9hW
i8mbOW6ztHTniUmYONwqY2ivhhlEET7z3W05c8IoPzXIBqj0btL6Lhq9tt400659bICy4jD/Q+0Z
IoVUnyPUiqYX3g8Iyl+NnyFzY8mpRBzqN7Jls+VjTptx1zM/GDyZO/pbSXfSd6Hi3I+ZYBSq3hC9
mf3LLN2qDwo2BPJ4270oS1DxFyneuqy0Ku/KSNqQg4DidKjiw+RtVURHQbKFeYJWGluuZPoyVAs8
hyD7bdkRem8i7V1KiJReX+xp1lvydxy5efeR5AGdVhDP5vwoCfuudbN5E4oBBZ/+o2aG076m6lc9
vNPkhXlsp28yKfV9Vpq8ZPWvpkGpgoLOe34K52bb6kfm2DbAeZVbVxjowvq1Qn9wvteU9wEHAPNW
/KmqO0qJXN+oUWU3816ruKZn6tatkX020pei3f32/zGCIrLJxfk/jaXfV06100MSb7COsRyt2jAf
QMUl0hiK1w893YogDcXHnJ984v+8siCd3dNvtpm1GuG9eM/cpANyqM9BMz9q+X3KOxXXmIljVTvd
qdu+PtVKYCxuOPt0SxCEAQPAhLtA3Ugtw+nC3yhoxW0j+bxvxvw2cC1Eh17zjNAZoiCsSxdEbzXd
rzGWB3uruadVPH0OUeNUL6p6z88udm6OU7kejK1Pq3pi5eFj1fdpCNZAp5cwOA1JjdDwqy1PGuOZ
5KkTvlcA9rw4xsLcY/8LIlB/dWyOFRWOUnuWVLlD8YXbgxF56XltnxWV/orETYj1/gtecUK2IYuu
F29ELyVw/YOfRwIAqK/9ACdsaftcC9Jsk0uORe4KIsfEXawPTJMY7eeUvkQhuN9CscmGgKOpFz4d
bgGKIe2k3Betp/h96anUC2ZTsjPGG804Scj85GPfbCz5c+J/XLejsa0zuxSew/qxfv8/ws5jyXFk
SddPBDNoBLYECKqkSqasDSwltEZAPf39eGYz07f79KraujKLhIgI9195qYf7MH2GObk3Pa5EpN8S
89W9dUcTSL+dDM/Ir6190AYOcw3b8rMbvk4xopDK4yFQq2kU2ovlp1Bi7MQdlbMNQz6s1OEegJT4
WYW2mz/dhYqqfjKn4jAxD1Q3g5F3K8OGulKebMwOxY9paO+Vhvc2B8ubIDJwV7W6wclxmEu/t+uj
8z/HOxMbKiZAzePoxUxpqqoPk/kHOFfsq9PobwoAxEqx5J3Drgqva2HtOYYEyLNVZKBETKuJuqfW
aPbdHO/0svJsWW/bOvxV0/qPO4hPRU82DdTyKrMTz+y2dpYFxWiuHbHW7YGDZVVGgUk3e0HIhIB0
JTS/ir/1+FNHjaAfQrGhBWeKbmvstPpwh+FiX7V/oeyLb8aobxOD0G08e9W5uckmWsv5Vw6GjwKl
4+ACc96a/MuqsdYWQ26mvok94tuCwVq3WrCIoIRqsWTyO9l7HepkEvK9NNc0403nmWI8Zg0ZzP1w
mHsWcQEmpmOvAaTWk1P16HbvkaUG6UisW5MFkZNdgQCCTN7Hd+mPw3Bv7AFqJyYa1+29TlaJ9+cI
mtppHTVsr/VyBFMLl+FdE7fESK9VuEv5actSHk3lRrZom3FMEHR/ieMj5+Y4B4tLjfVg/Ubjz4jS
OgIBWFHgE0Hh+Jp5GJEuGqRlRSRqeWy196IXZri/ow8zwHd/GaNtOexnkFjIKqgEI7q6JfwFPM/O
0g6LDeSur+uMXXDZVzMw0W5ZYOOOnMKJ9IQdmNOtJG+7XYX2usKgGTLFZDOo3a6aT9W3g+Yqc4YL
4DIoxTBcFLlXHpf+gXEWeCgH590SEXfXz/VN4WzdOkLb8GMTlVKd9dtk7IqM7L4dQ+5WGfO52fUG
GdBwm+2T6T6idiFOGjmBot90Xn3qZJ7RaPpTdEipMlQKBPJaBFFqEEYRQVLlahz4QcDr7jN33uW4
dfTdTFIR47qm7wFNYAGBdx7Yy01JtVasM2jicCJv3Ii33XAu0hfXPs7jKYNlBei19maP3g5wt/Fb
WOcmyGUC2v9GNA7syY0ijxJFI5/xeZjPjXbrf93vPLFXMlnb4Vc9AWAlyW2y5bvGyTDzyzJ+reqP
HCWYOx6G/8z9HZMAUtTofQV7Vz944qEZNEqJ94zqkTIyD8DvjGnlbl0mVYXnPNvk5c0dHtphreRn
FW5ZZgcGFwtDvM5vDajnj0qvDe65qb+r8McSXubS9KNVzlSP+65ap2XyLe735JGca3uzSeHqlS/J
yLQkrVjHyXvdHNVPwc/IbD0V32H1Ikl0NbMLLSAkJOyRaR6XKvV7k/MTx2Cn7aOqO5gtHCCJRFCM
hbpbBjoJkGOgvoC13FM7He38JVug05GzSMQBeReY3N78leibyZwPDXWcbvtu/7Bo57zxppHQ5w1B
G4F5CJ377G5zPTfvkwrP75nGz3yXU6Cocdd0HwaylYZi497fZDqFBSqS3KtA/CgZUPq4GH3T9+5J
ozWpvd7YTsvaeHQvQ/vSvKaux/sACApYoUWQW8pvXv4hlawuAve9pNDU3lpglijdqqXrz+UqQiFb
+IazqmPV1y9JCR3u32u393kOwnCLE0gVnw2DxM+g51isYYrOLsdBpXHTx43Z72tJR+My+0M/NPIT
S+6DQ+a3uQQKNObyGQ6oJcqn8V25J8H0DwoqjbZmoGYfJGwa6m6iVaoWgv6OkYEq9n7OwCro9TqU
xyU6ZfN7k7xF8dpV/6hQdIn5amfuxnqY1PVkwz0echB4F/qHwR1qYj+7mvopC+UQNZw0IUGPLwJs
X6nf7JRt1o/lh0YI+vBBZH6c+fQaJSpD8TBbRFzZPByE+ubPFO6LVNmo8NdxuFNHblB6k0MTuEW2
aRw4HIi75VyjpYsgQBFiDw91yD4R+TZLu66+0viUgExHkdciIonarWgLb2Y6Gw1D3H5aypNRjIiD
RjT52D1ZIZFD8Y70sYyDdCmpIcC1bU6pxl472bieLfQ4eQTwYGTnPh9XteYcJYw++c6KZ+hXGd0Y
MQnXHbkIpFbU24PT0t5nj3FNIsCQWy0aKBATvd5mNsNtBF14kQcxvSLMM4hJ/yrqD6FteC9pxoEU
lfHYVh+5yzuRALhQnYq4OmlC90pxVTr/fquHq9mfCz4wyj/415wUGaO45uZ3WJOW/ZqqyPM1GnD9
SWF+fGwF09ITc0SzS50cogpnqyi22q8OaO/GAchIMy/IIUPd9Ev7VWHeunuo2QqXj8r97KLo/isH
3v8UVYwd0SYcTYe6O/F083GcYpRfxTtHttCAEx17NSDRLpzsT2cDoeYTmTav4CDYdBCQQQy8qd1D
Gf928PAz3e7wu5id/x+hynmxThJqPaJHa9gTVSHeKkqipH0b8mxvCDRZcbrX+eKRcA6MxTwUk3aT
ZBKM+9J8CrOLiZYxCl/Ubuz8xdXOsh/Cdavfq83qPc7TTXFQpndXA79G6OZJLkW+JO6jrg/BlO+7
BZ4qvJYRiJJx7aN9pcMcPmrK1hLrxQ19e/hpq3UMu2I7O7PwqHatcpcoz4k+UGl/2dWnCcSU9DvL
hG5ZpS0TJ0uQ94xE2OKxH/tTWuiPuQlWzfiyuNhbxCgWX2aLXKKfVVhnxtmXy8fYcZDG7o0Ya9bc
1H7aU/KsuHDt9WIFpTbAP6F8NNpq10hWeC8t9jXnS/YgJZzA2qiIrczERxjPe+b0PUVyP+nPDrLi
CgtB0rxaSnTtALVbGozEUYZjArsPnCZUr0wgdjOKlsAy1DiodevRsaPkZpgIhJqImr5cqp3pRrfK
YXiPiXC0+tKjbK1bxk5pUDMWy+ui3iEgtpxIZeq6fspjmFyEUGZ4VwbSN5pu+1q4jNJTxLA3xwEv
ALlqK7PUt9KNQ69JncyTajNs4t78jFonCmBCUS3M8VGECEhMY2B2qEZ1X55DJejzram5+Nt8fAej
Mb4onO+hdZmHJ9rPNj24Au9Ek/gliqTy07JN32EQwrKyWtqpjDB9gRPGa6PfRHk0GFJEE4pVxjXG
KyOaIOE0hA2Zhsds6g3GBDbVYy6UQ6MpoycUY22Ry6GzUF1f9DdpJb5WbmfjwxLwX/om73kb9I92
osUvUFPUJVwJnKW4E3SkEFeG5xBktNTNqY3rV9vWbhHnZtTra8Ts5j7VrPNA8CYwwUwVK4CwmOlO
GbxNbLgC492MyaiM42HXdsXDMEoTViuE7SJgOBabplF5mBjmPEcUoRcqnblqG1NbxxH323GhSaSe
zj4Ez7Er20uhu55gF1Gm+mR0f9yUIecEjTSDrJjgZPmTiw7VMupvS3lwqmKXRBJvnEzA94uNGp6t
IUiZguJiyzIYST0rZ0MQaEtSQHlKDQpnjyrS0bYMoTA4LaboiE8poeqci+fZ3ittoLv7ytpE020Q
B5NpptgDWG193V95raOgZ2AHdJa5gNWnCnikgQZMQ5qlrdPJAPfXnGes6hzzJSFNyfKnm9o9+Ard
aNV7RftUMzUjors5Q28rzsGMH21r3RE10fluAs4E0Ztwskg6i3zZ0gG4GKSwtAqxljgajDXyh6Ai
wFbOjm9EXG69ixqxk3McSBQIUqexbF7icd1IuW1yY9eYvQn3RsmUojlE9Mz++9I8VsCpUnw57NsU
v/3wkfcugTXGe91+A5yFbXnqo+SkVdtcHx8W98cUgN0FHUqr72erC2ab+1ArOxF/GiZDWxQf+xlp
Uftc62rPLdUP1d0w8tFva+Qvbht+tGXDAJ00RESCGm/STF+p7I/E0RYqHwYDdvK119Stnsa3Ocy8
sBFMuzM9K0xQQlQKOtyhmzdd6xD3OVXS/R7aWl1LdRa+okXJWrPCH61Cj8qiNmTHQMm6Rzacqsxb
KCyj4i+gD+Kak3wpVCSdHRPBnMg9IME2fBhAVkcniyBL061s3EM8TTB5DL9BxTRCyFdTBDZWW5MX
d1UA1FZVJpKzAfhGDGV6SKcGXCq+NJjaGuARmZVHBTLOGLTtghJxktX7qLlBIrIz8txTlqTX8G5Q
NMCdJOX9gm+lQHVj27a6VmUpA7u+K8ROk3VQzVQ8Lkg7q9F2g/Iu2kXn7o0xMflhvLOH1SKKrYvU
36KgMulOUrxJFSoF49az5BvopbBoKdl6dW0PH8Pyx2y2On2ngZysRWkTU57g0VP8yH7s9NPkuNQ6
tc9k61C3VnrPV/ztaqL/QvshQ4HQUiiXDlW6/ZEpDR2MYvtT8VrW2bMmZvs8Q3ODJeS05nf1tpYZ
fj6cnfpixy9KC0q9V8vqvuDKhNzJwv6sbV404w1NSyAz7GgqCuLYaH5rpPyZN4i3JIo2RgJZ0YDC
ZarpenMvdowNYvLSb0cmTDdR47g3JBztcB7K7yz8jAfgTpawmH8QGYxU2EWKH78HpZhVbd3awSKD
DneEehnMjRNeQ+1khH18yXBuGqgQb9a0fCf1MO7T7kXkmz63f6wiYczKsLGQizHLL0ApXxlne2Ru
wJBDrPh97WX9U2Lrnk0+rDN6OWrczOi3/V15R9412pDJRfMr1kmfAzFcquY4xwieUK8KvYDlL3w7
brd2jBJ7TbydMzPJgbdrNRIudS9qS/gJFWZP2bq5gnnyjcMX2QkSrhYViErXXf9JSPYrNLZXc92W
42kZd0l40MW5s1IvYovJhpehfYR0gloeC4jUwC1B3hCduthyPUWzgkHlWIOhiYfsz6DE54xq3GwP
k/JHjm7Apn1NzCZQxmfTMIleHfEmGH6ZKdbVotYrcuQMQ8dOm18jW1jbvl3IAKH8X1ehhDfVrvz7
gx57iJgokFm0VdY/JHRiRbEcI42kbnAKAxCoH1Jo1fkscvuuYtI2hbrNq49lJvFjMr120T1Ne+/D
au9OOdeBCzb7cBy0U/xid4cD4SG130IigNW7lQMm3+PVqIw88QHDl9nGcgrSkS97l/nV+uIXdQxB
QpB3IaIRXQFtb6r8FMJGQYq6EaF9km7iKKjJh6kAsLNkO9SzoL/bNWK4TOqMu2XokppQVQjtMoe4
Nnvaz4ZAFLubwRyMYBh+48YRjygDmtUQl/IiYxB9tv0JXiuKtdlXVXweLkBV+qDKtPGG2nxxkKFg
8Khs61KXxibB57JvcSVjXFHKrSgY56hQeMtZsGAXRJSTHsb+PdHpra7J/Z2X12wZFMQbW61XSw5A
0JE26Td6dJyY5FQ7plg1enoulXWOQERWBMwZBu2io8AsqALXY95u9UFB0jqBAVKIXaUS3aIh9+fJ
EA/9NH9MCrihYamtL3TUw5XjPjYao9Pc6RHENWtf23un3OnRb+WSMp9oF4NC1KzHzKtc56J3sMr5
WQ+fUKnn6yz90zBwZHqVLYdm3dxCcTUIsEZPKFUmCYiXKfsKab7a5jUe3zU2t1g89fbrZIHqas8q
oGF6VwS9piZkscHn+Lw2J3fEOxDGTfPgzJBMoZVrWyeJ9Y8Qt2oBcRotcHJVGPouxZU6BMa9uZMQ
5+HSuCCpzm5sM/OjX5r1qDcYmsOnKRm2Ruj4RTZpT6r4DqXicSxYTZK8IJFiLoONIKM1agdF8Kh8
tmqEAyX96LriJ1piULLXeul2TRq+KMALqnxKJiDZ2EZw01l5to2dSWf5oOqtVL/g9VuxDwnL0TAC
RA+mvc3VrzlmyKAw0BUbX0UijoAXchEqdDK1CbYcpG/s41bFhulsyvLXKG0Ixp5IokmTB3WKNcKC
v6rx1Zb4hMDkTdPlvMs23VxsbVC8SH5UpKTL+AknFnJ3VIgDt5vtYXyWI9JQUy3pVlLfAlHRF9gh
x0y2PWU0CDrY1Hi/mrQNyuYKLZvTybvivXPUx6h0/xR1QQENfmnPhYK24B7ugOhxUxTtS29T3gG4
pfZwJJA4VQJ041E/bRwMUSiYTQgR4bct3U6b3mXqjMhYxQr0BoR2YaB6sWzk33VqhW8Av2xgzY+t
158DTxYdhxYjHSVsL7sQZAxMojwq8iQYS+N19Bf+3LyS64iaxYi8YgTlJC1ZYuvSJPskzVxRWdeC
P7VsWfdDv5MqIpBFHJhyusJWPGmIWlrh5X2yScKZOcbAM8rrHPHEGu1YOw9AkMd2APgW9kWLqi3y
6SIa27eJObKlrPAPoVYj4dnp+e8S9oNmeV42xDPtupaFZRFtWP+OIUBeNblvMmuhnmO6bgWHc2Gb
4DJmHWBOmMg4PSFrb3Zd7ort4jbAr7H5UKagfdRCqh9VbnM0JEozobWIjdV9qFMMp52fphZdXcRb
2KkDdSlOlM5Cmx67sIVmeLVHGwDJsU6KI25O1nhaeKrm9sGmojdEHHQCsFh4bGOHzKVegQCLutcm
Q5wyTtvKNM4MBYS6e4aHnPFYbMbxR2+cQ5G6a1PwhOG/+Lwn0N22GLfR0OwSvpbWoeEfnittDKz0
Dxv/dq6KQ+I627Db0BzH8mg9h2h26prZ3qhWukrzQrDdxRk8ZNj7OHwPW3ZHXhTENXGyPNSRFfSw
2+Y0AcWK55qIuGpkKo19sZF6Y7eGela9ZvkxUWr1odw15R+XWUzEP9wrpxFtXPntylfFvEnnGx1Y
nHxEKkQKOjbpJ8rHSE63abtcKohGy+iIbPbHesBElqIeh3MD4s/Mi5G+h+OF8rTqwbBqVjGiC8UJ
1F656VW7dWMjaImP9+Y7F2NM0Y4ufWMIFPBztR2U17HJNjZJtm5y0KeXGjOSPjDXzVQ9kXR3msPW
8tbLBwUw8r7oRzb2lMAW+eVaY7w19XCXWc6fmPm2Q5NvJsdkrDiGtxLjTYEgT89sVGYIE2ztkFAH
mZg3wy46dsNtHJNNPWP9s+u9gYUAU+CaQMW7D16a3CllgOxEduWYK3rkAft8BVpGmxRZ0z5D7WGB
0hXxrbU/leSm2j7+IuRr77P+qddfDry81pDqKt+rcsEDmo5f81Thra/Ld61KL3VCiG1n9Bdtcp7j
RSW/oFi82p0PSn6oXSLmOqbbiZ0GKpbSVd7vQxTzNR0siC3PCUOLGsXfiJI4jw9gx6wtds/KyTZR
hfw8g8o8yvoShzeambiCFD4U0d02GTQyXfdW+mUBnI63WXmm3k+a8DJYUFcTAQBqNCK2Dnv6DSB5
+v99n6EDt8bxqiJJXVDauvOw7WlOhEjylS7Kk97M/mIV+zm29EfmZaGJNXo8k0k/rYVEgatpEXt3
rm1qa/7ShfNZ6h9OflmE9PJWQeCid0iyCjc6CWv6QMFeZe56CBGRh5MKqlzdq6MqLJ61FjSfFtiP
0l7yXpR3Jvye7kBlM9UzvS6xG0YJlTXTE9eRs1VFoLUMWUxQl5Yn5uUEvd56DquZbHxTGIesgFzu
RbifMuNmpnGQWYYfuRNGjE2dbjQFZSnSdmn6ersp05MiwkfMEH3yNY7ONZrfrOgbqy9UPl2obSm+
Hj9q1jVVjEsHzt469UmZVM82RVDZqv3oTBlKqNgxApo4ApyKMcCK+CcZcV2NJLQVIjU/nDAjbXZo
GAaaj/9Tris5olItoz0RjQJx1mAFlpLnZE3BEqM5wjA5la9CfKD8W4yvGrLAQPIw+JNCDcOGUr8I
e3miZ9rZnDqlBjfiRuppwASl9J/Tkp2c/DA3MB1R5SdljrXCQTQ0b7Np3sQiOiloDZopPVppvdcj
C4/MZAWy1nUf/886txpQJ3XfhKAGSR2/tJm6Jr+XW4DvJEExXHVBX4ynqAu9CHqlWmZ0+UvqG8Lx
82pEQ9c12ke9uHYMtELEq/LaOa0nXXbULRMcAK53OuK2kWkANm41P48Aac/G+M7GK7VXMe/MkIfm
YbOk2H9cYuJbUK0/UmDX0Y33w3Sv6LlFt3NpmUPxVJc2bMxtsYOpeuipJLQG0MDsN6MIb6yvUiVO
T/mpEMkbU+a1pmSV5DXCRLdGKpXWiq8ZoveSqOMGa2Wxz7uRLDpA3jT1Wzr3KPEb+JpmHPdObT8y
fKv2O6u6dt1tjjeG4ZuJcahBiDXjuW8qSuiIRmBd5aGxahosaVWgwroaYvLye/oS3YpRntNJYhx/
xdK2c9VyE2mZvlm05WuyH0dqs3q5uMp3Mb1Ch9Oi3x2hDMUhmNcSixdWaQBdm88Wuk2xb1A+iG6r
xtrn0NWIjIv9BBCjl3sxfEfGgvw8+XL0HCxc4exzyQV76avkOBECzkA68RkvNGuhsRxMGPyFWkJO
Z/wuoCjzeuYgn88KC3tQLawI2iqR0xuWod79Toxfzd4uXXcprDNMJjTxjN9YaU5xW/oGjvzUao/5
cmnNfMPM13ULd2QU17Z8d9KXueUcxGsuDvmIlr1FLm6cWrKpslYAUt75iqBysE4lfn5XIcLPWhSt
qNC6xTm2yq9BZG6Ob9huscHcRUoyqfHmizUOophcuq7fMmfIK5J4DcU7MzFRx3EbIH7WbeFFw+BX
y8m0S34YRi6EEEk4W5UGaBEhKpbEMt/O9UOhP+jUN+qmX/ZkxgLsrxZykJwJQ+vycie+onVV73Do
JqCS1g7AyDQ3/XBupFcAc0U3M1o3JUU26mzzp7nPxgIYEdmzgroDnQRKpfgBMfkqMz4F/TNsAvoq
ZYB4bXHoKicZI0Vh/G2GGM+lKdcNnhHsQHKG0VQsjleUFU1YeElXBuM8PtQd5MYxkYdufp9NP7Ut
T88OfXrtpqONYFRPzrWq8GrG2XtdmDtHCO7el1tfWqXc2w4sb+uiysQaqXxSduxoy4H7MGqDI627
PPaXXuwr12UsIMYtWtyqh9eerBfV/LWKEl2XvU+i5TltPlxNFvhWsDo0o+bjTvVnvUf+kG2UFIGs
OET3K5KftOk8efRSoNNY/6QZrsu+flYH+ZBAx0iH4Oj2oAwRNjFlHbfRU5Te34rkarnJvuFO66EW
wLp4Rit3vXEU6myRiEoJm0Yd0/6yrdp3J8zGFHdPIqreMGogAIAQCBjDtk71XZgRlDxYiErmpfTn
4dOyDOAiCTwQ1RtyscBTWzr/UZJU7ni6O+80dZ79ZjSJ5CwfqjQnmSWmCiuHHnTFHqIpCEXPrLWG
treZ5GZhQpiRtbg7QZ7k1D0nbcVq7yKVCXcWGStmr+uXSNHs53tun+rb9Pd+NFhy52oAB5ELlmC6
6DbFhEwUCxSWFGV+bZYz0s5Me8vayls6kgrQwzdwz+8OR/sU3RpIIAvjhNsGYdp+mP2ltTFLzPjB
xqn4KTvMznMXUqNKlP1a8+IwcrgtJOXX2H/Fhv7QNtpe3LMg6uJSk11kVyLZVsO1BTiGU1u0bBUB
ggmIY0fjWMQyM1lW0NjfDDci5yidduH4E2FRdmMauDi8ugNlUinm+ly2iNTw1w90nsyftfD2jdo5
vHePNVSIob7nmvVG9JFSyV2Rp+9GhB+3LOZHh1kCN1DTLaVnb4J5DZcxR/ik4WpYd6y1Vj4K4nqQ
7Sfx19zv9ERZq/paOHIHu7KpCXqq8+IWk5dF3bQgVSNbkBKdyQyo+2bzT5Sdi8KPkGejCk1m1A3z
JSHVfEWdTX4A0t9YcS7FsnjGGHppt4677kvv6w1ryR+6+CDpnIxM8SzYRyeHum7CjQ4yFE83c6Yw
s28C1NXvwnnxnCKnxCYdSymG3+L+wiUBY8s2hv2AYKcJb6PJUEbRbOp7eQHq1tR/sPzKMRAJbjbm
U9lg5Fwr1oNGDxARiQqWmjyjyjmraPhS+gstI8zZxn8cttNEKYHlDf9inOT+Upac40t3ckbl7om8
gu5U6VPTBBhv8eJfEsjQme7tGb0o+QEqVz1FOr4xQIYgKp6EXIfzo0Ymi7JjWWJprd2gVf6MPcKa
NJCWN7V/0H1HzPdVH7twH49Ps7Ybwm0WKf6UXML0IUd76vqTfsubYB6/y2Ltlh8JrLz9J7Egp156
WNTkPWavGF/UfO0whGo86gCcSkk8TUk/u3T098VlKkDMhXYXeSYPkUNhc87YNNzhalt+OZ304aU0
b2Kwz0pk/ak5O3Nxogb21eEENdmp8rmJ99J9NSiWa3DwfAirdefa4VnI0dM7HlqCx0PqmMBoVhj5
Z47SObsNYYcdKvsqd8yDcTfVNo0g8hNa3GvJOC+0jkq0O7kW0p4lZYtaCjDGwjj3LWoso5q3UhEw
UVW3D52KbUHO+mZAgOU12K604rVRv/J03jR4SeaaKb3tshCAMyT8kHWYjXCnpe2urZttruCWypWN
hglAkAhTPMT3eTDTOl6+Y+GJMD2rVe8CMdv7WlPpPDTU06CaOxfSvwPWq8f3OGOQfalTwNhwG9rG
cJ3bUFHFIwc+tBYF0Ywdryn+kDv3EKs00RWe4DS+Dk7J9jtvBBk5U7Hp7bOhn3VjJ4CEYCBV5yGn
Ve/mo7C0ldU07d504tBPY+sNboLAEWjuNiZCCmIx5okPmvkV6WKb4vHKFhjtDAU+LEc8GCxxY2Xr
eLIIyFLTz0Kgeo2hZmbd3ADf1iZFrVj2rZEdC6O7JSaSXyV/VqLkEKLNsJToZHWJsRI1JrQ+3boi
3uoLhggS1qZq9onaGCAAyyvZPyujfalT/AzjulIeQklk9FxYXn23H2WwxFfJqzqwuRp3p7KdsdE1
jY262zYMrrN/BN2Gmq9WId1irE+YBZKuWMlGfVOa8F1JoYVhpmybtIPY+rY5rNt8rSHMd7vdlAR2
QrkSz79Rmh5KFwU7RgUqKKsCpJvvys5yI125dpCxxVq5Du1rHCXHHm2OpYJS3OvzHAduabt7rSXU
6Ul3iJFz0AJlALswa33jp3jimWFu4S7slJdIb30XZqDPYwQb14hvhKw7tRp/WeB2y/m7cZGBKFAy
hL4MM4YoUTw4oIYtAlOZIClCFbgy4AOLvFx3ZvMYVuXZzuML4593UyEutTymI6FKUv4gpEmVrVDO
UWb5RG68aWF8CAtb9bIYcwJVPjSkuwLDOmYhGqd0QlD83+OotH+Ivzf/EniXReVSOO6I3Walep/L
K4bn1T0y8Tqu8Az+S2TiP8RR/3VGcJ2lg6XqFgo+M4iVp7p/7MOXf7mAf8jw/uug4MaM1Tk3dO2g
qmN9F4jq7XHW4xQpogU7pM118y6zEWus1VpU9DGc64+MBLSSucSoD/7le/xDhqrxl6jjrNfLdnBR
5yzT6R6fm+NnhwIMFh99Fz4lfd3kHvPS4TxD5ZiCN6j/8tHOP92C+1f6X9N62t6wF9vhZJhMgnXJ
7rKjUMWQN63B8lBL3zLGc8LdYK8tZH4YjN2o7Wz5MfUEHXS8YEqz6V28irhBkv6tyfV1qrjfnGJd
vGX9AsyV3E171YA9mN1Vt2ZPn6nUXC6qeYzn15JtuPswGm2boP9QXUzmaWR/xOMzZyjmJyyZnsBh
FtYToyfkNrWUfW52yOtJfl8kFS3GeV5sAy9+sbKjJyaSOC0JZw0r+0MdsFWW20a2Wy3r92WsoEUy
GdJKVfid0x/ozV7n/005zjsDFve/P9L/PLq/CWr760Tkoc7yqijVhUGM8cPZL/bhpdokq0//pdtm
/UrdIC1RV6+Kh7UOrexqP65u0hcrwGkv2vxG3hcepKOKFnr937+R9vdPGvjx/z7p0h5DS5pacZyv
7MdYCO2fog50dqc7XegB6VAR//fP+vs1SyDp//0oJ4xrWSp8VJXG2k6ULVZP0jGmO0T+3z/h76Nb
DfsvW0+vtGXkJAl36NdcKycbJXR9RHX5L9Hd96TC///pGdb9Y//XqjCRl0QauNBxRh6SL595929b
zt/vmcZf45JDt6vsvKvyo6X/P+rOZEd2LEnPr5LIPbPpnCl09YIzfYr5ThsibtwI50w6R6eveyFI
C60EaSOgN4K2AlQCJECA3kdV/Q76GJlVHdfrenh3rSTcTCAm5yEPj9mxY/bb/1vVlp2dAItW3579
8mW6V9jRVSf6uLsgr3JmmtQTxyJU0HclE8+RETt8aO6FW1KwMzFhdWEASTvnu+YpfDNVsSFIraDv
5PVOGgKYz0SQQ8L+E8IFnxpdsmpTJum9c0kIz6VVsNJgkZN0pO9N5rQHKSg1sbwj5l/2FEEHDjTB
HhmFr2n7MeHEV8CTq17v42tzkQc6/QP9Di7/idrlCC2uqEpbwNPX45NYP+Tq6vCiTvMAOjRwx6Ao
b1P5gwD3Zu2CkdpdiTFcaDPoZCuNBm1zHwdQn6W2pIta6V1AtDfomLv6HbWOY/wwqZ4I6UoGCe1G
IEzuHZ2DBbgGHNVy97lb0GcAyIyWV/eo0MnvlSOFFB/ay9u5SZfs/8uog6CiodVGL0jcyE8QG9bX
Y/8os9sTEeFyimyVU0Y81ldU8g817BHCEphvYxysEWq8wYpgGCvJqpGrHD/oHwEFqPJaJjjiFNIP
AQUx2ijbMdRgo+qz7cz9Vsj3ByiaASdK39oa10pmJQKkgprdERTO+FVVQLnHvZcUxy2Nr8QtcSxZ
oqjhPnfXebOj00z5kEvKdZJudhVIK/OqANQKzUVK4rF1uylsJQV08J0hbfvoGYmk7nAlH/auuv96
LFc0qoF/+NDQ2achF1Pj9qHnotdqQX5Uustw1Iv9XaMkPXzuxp1UD9dNX36VMt0xOUkvCCSLkswB
7IcwjkyrTDVtzqdJ4x7gnyCFwbnAMtKvUlRC61F7MZV7FNTrXVBEj624LTmekQyqFQNGZAjVJDhy
AMsFWc5eJm+JjI7UfGQA3SV3lY0+mGXAnscUdpyao4eM9J78caLFhD7AtH1opmVfriRwKw0IepCZ
+xQygSRlV1b7FwMqwEikiVYZbYTOtSM5JuQX6YzRD9e9simKG7iFFrvQ1CBeSlwOIKO+2rd0N2b0
W+4+t1LyyYjjD1kZlKJt1g9Zd1OXkrMYdrcCp4liGGikR2CuNOy4p1+plWP/UGUWkPoaYG1fVHfv
+9VX+ZK/9Hw0CX1vziyRwTCnGqAwHD80P8EHKgyPScvpCQzsADxao44ccww45osbQbkqFnAJwEcK
umKMGwvo1EGmnzUjk5ZHm3GvvwgKqPmim1t8HmsSpyLJCk6HAyT+8Q1wdmg3VjEweTp2sh5YrNbY
oIP3OjEy5pGFi7alCLgZhWWXbwRjORRLU1sA2rnPqePmQK7y9qaegiltrwfSjLlJAajuOz+nHGCp
cXyjJuZTFal2ZXxro1UEiEykaaTo7qg0uHV3uMkO41c5GgLlMNkyrAyHHBJqabdVjl8OZSh3G/14
/Ot2LvUk4DoYzVgqUIFsAEUdgRButc/SPVD946N6gbr5TFwuq/O2/MYlZ3thYcgpQ+weD0/lU/ai
vLQ3wi0HrW7hG0/dZnFppDl2+MvVIqsnzp93r0syAPjN+IJoHN6fCiew6ltJgbHcbpbxc3+Bx/jc
jjzvp2+eKRVETTQiMdsIJc5ad01ZuPBCFucuPT/cm0vHYyRNuX7MNrEAFK/aQRnXqj19hG0OK2Ir
UkROIMkoi6PqjiTxHaHTUXrU2n7btZXiV3lXLRflMboQqf04elLkk0ft4dXN0eSS1lGGtSQCuyiO
G2xWBV3j+2Zu/PiZlVd++jfPXIom+P1cOKwp1NEvBhVjA0Uf4GQIg9VdahmtQp947oE32pSgaOps
LSRPEfz0QnQE0HdwimF7BCsuPGd7KhFJFu5ayn+N4BnlMs5wswvqAzVdCC1532Jw1MJ0ZODTydzv
sS/9iCIwJ3GYFrPWuI3zp8XiLk4Hh8ypzabaLDYthHFyS7o8Sz735bYCxA+jipmzZyy+NCil9gfP
FD7U8dMiE2+aI8XftHCGGJTmAj5uM6VoI/SoGX7YKzcDmutdsQVyc6iRwjh8qRPI61HF6CmgTeZS
MEF7ceZZj+XT4fggNRTu4mLbHGhjIhdArTylbJnktW6//wrOxOOKfBLCih0pGVVrKTJ1fixAcUhX
9idB2T0oO1qZllEB4zB0CMOFE8mPQ0FFmn/+9o2X5TgBrhFX3a7W7vQma6+oVNJQUlSVCQ9/WUIi
k+sO8LsMAj1DV68vPOiZCFGaacLfjCwKRxEfMckroW2o8h6j0ssm7U7oiVtKUIOlftjRSnmlih05
0udiL7qD0IL3HUmr9GTBK5KrppgYFxa/dO6GTqLiMS7aYRfv5VU8tgJdunkXyagNlMLnpBJh+0qo
Cn8bJZD8yqBTAtQkERyMijNQuhzyF105PDVZPgOr8jrUYOSHP7Vsy1U30jK5z6Tm5qATuUhV1N6P
ppaCjh4X4Ctmo4MmIgGsmR/h/umNNrrgxV6XzV+6YuX1Yd/Mcr+Q0lSEmXaj9RpsjToZucqrIN2k
jc7uI53yLEU8sf4igH1WjYqjDRxP09VOTuZqHaieNnku++KuzidfAbBeAI2M0SI1UJTcgTpumj4Y
G4p59CmPTU3pBmpPPXGLnbZ8f6UY89L/0TOcbFwHxYxEKTMrqMFGipggrmzxMXqEjzylSARJjiHT
G2oEqkxa0QE0W4Pkf1bv6ptkeBwfBM4QVHu/jlvMCjon/7gSALPx+HQe8ECI0kCj9FVrIGUJ9PSR
bDb0w5JlfuxesnxN+wHr8DmvthppN05JHxtEXjhePhFzCuBxJo7MAM6E1s2WLRQT9L6jVujTY9CV
UOhZ+y+0vDeiVVzDYmoobtbeQGNzjHcgSFcUW8oLShOvCl8/mqfZq79519K02FdHaL/W0Pl7cpAt
KWCtwdxaMTrjgnVvIBKn2NoStV079kzgspaASl3taQh2aWQZMieyiEgDMrDzp5zCpj3WgUjHVsjh
Pcou7Y9+btOHekXDyzb3CZLX8GIDo/YpG4e53wf9KnYNj6a7v3YFn+x7mrGLGq3iqdDbtiFn8CVf
vKFpGWZwdOFHB4ItVwuZZutgKQ6stvbz54edk3mcbVfwAewvhBqL2Q/8aHpPAoLk2GcHvL6EtB/1
aYc+I3ueIs0iUWJDAWElXvzw/pJfzNf80Vgn8XaDe8iyeaxoI9yVIQIW19MTVOx26f6VGVTpZKMx
OyBDjTTp68iknWCfbQ0J3GZ5yKQLb+6MP33VSHizHDtx2BuHbNTXC2Fuku3RRNqnFUz6gmfm+4vi
QGe8w6ss05thStlsIOY/klKjLl6PvaNMD5wPAKjo3qihb9GuDFI15qUg6cyO+bo83ozXV+Owj3La
I4YesQE4TIX9siBFD/0gNDujU0to05QXFsKZoO9V3+TNYDI1eCXPqa2ycfhH8VGGEUC7NHVnor3F
iV/dKVo9ZYqMrNJOvxn2NG9Co/n+Aj6X6HyNqt/cuK4XRqXFPbnrpoLbKmvAXmSxqXU2nTYQoh80
wmZRp7G6Bod1tTiACUhU6MiQeYjdQo2JOVH+hQ5dhl2i33dkPCpzZx2OYg+SXII+ZgI2i6oRJPqi
kKy0VhLD3IjFVQ+3iHPoaHQa6PmHlqw0PisSbJ5oMkfAEZOjqa+NYgETbBRBlpaL5rceOmI7rw80
eeRKBcMFpIXvz8Q5KzhxX9TJmyNIVBRBWsiSYGHHh9jwTViSesHvnznYKa9O5M1cJ42q0YLFELGc
JX4DlhLe9lh1Bx1oorrQRXc86O1GGuroKombfpkX9CBCwZvS/FYfnRTHdmGvPrdeT/xWPBUAE3Tt
wHvbc/JOlgaQtynZX4iOz03mic8SNFlLxcNuWgv7DXoX0sEzTLh9Lgmp/NjpiiexcDtESnWQkW5I
8oaaAmy97WaQRPevWgjiabzbJUW+B7W81gw4fhTR/NJCYCu149d8SC8stnMyguJJDEszcHyUjiKD
TKQy+hRMf1ENy7RQiOjilWEer47ypFtw0juSAlzo/Wc740nE+X29WYF7uH/2+0g60Jv40Befq/RC
Hnmemx9sg+KJhzJ0auPNnuvuFsusnEkOwcwv6IGNXe14Ie4/d+/zz9/cu5Z0/b6s5nsXQA4YXpKV
FzbAc1c+Mf0GphC9KbjyzGLXZXejeEHr64wZiCeRSI+6axEJCy6cOxBATwsH3Dechu+/zDM2LJ7Y
cNOOu50gcXVVjy3ESCIJ2n7//Wufe6EnBgxk6rBL5zs36cAV6eOaOQPKW0OxgbS+P8SPJ0c2T6w4
LqLdccgBGikSbfgyRX0NIowncofvX//H+79snthxUo7HHYTE1UYDuL8Tj5G10HUpVAbIDlEqNFio
+F4zB+tQSbCyvj/qj4NP8CHfr9I4BwZ3VMpq0yf91yqTVTLicuFnOWQXVdbTgQLD8ftDnXEisnli
zVrfV/RBHdMNXVHZVnw4FjSK28LN4UG2LpXSzr2lE8uuk8So0YRNN51cEaSX+wRG373xNdVB5tZw
GVzSQ/7xipPNE/POD4m5kKMWUlxaDOh6ypMP+mElTLQItp+GuL6QR/mxrcvmia3vCyFXFNC3m0E0
koc9L34VmVUUvP9KfmySsnli8PEu3Zm7ukk3ys4bkvt0uBLrCxZ57tIn1k5dvxMiJU83AoyphX6A
vdjdNxd21HO2cmLuo05EtxiYleIDnPUl/W3wzi0geLSP0OZe8rNnRjFOLF6V0wGw7Dz3lLcGv/lG
7SNFOyOyDlCePL//Cs5ZhXFi95Ox6IYpZ5QUxrHGSQcEKuCysOhL7IVlRCPH/oIHO/c8J7aeJV2G
SDQjAbOmT4GEJb3MRuvCwN8gmHHhgc68eOPEyk00gKOsgmVzMj8O+ec8byEjeXp/ss5de/75mz21
K1QzOiRFAZHE9UDvMSzlcZdcmJ4zFv2avH5zcdrhWlkC5L9RNlDm97T7kWm+FveuUl3wgGeM2Tgx
ZqXrh2EoGaHvPsAKR7fkhVs/Ny8n9jCVtVHHo0ADyfEAz/FTS/9sd8EDnVk1+okVlEIzpqCPsk0q
OfCBiDB0QK03t204e/gGL8kdn5kb/cQMlLyeSmMui1Tw1wnSlZyH76+ZMzuCfrLqgdkpjZb0GT2X
BcuFVJ2ukH0HTKuW0of3xzhzVJL1k0UvL8h5GGmSbcZdCq26Vg7T1UIoe3DQuKNFTD7vuJsprc0q
dUEljq55LOWAiOVr1hlCsNgN4wXfeG4iT2zEVKO4L7U637SHK0FZo/d0YZGdKSHI+jziGwNp4yk3
9nmRb2ooNUxKoXRJQCRg9U/Rp5Z+YkTaLsGHzj3EiaXUx0UfG8U+36QA8Pf6h6694EHOrQbp+2fo
KZwdY83MNsZR8BXochrS/gmCB/qlPXVeV395tpBfoW9vZqnPlUaoS0boBdQTOnhoriPhpWtgnpVT
5/31du4pTu19l5DhV8EjpbSi98pdFgEVAOVQHS9J1J95Aa+54DdPkWnVpC0OMRVwqfiQtx1oauHz
+zd/ZoK0E0uPU1kwm2OWb45Pw/3ia/0SfaI1+P1rn7vtE2Pv5G7I6XfPN92kqfDhSR8bRbiQgzh3
3yc23kGX8ysIrAcEhjzmB82Lb96/7XOXPrHZgwgkc5/usCzkPagPAv6UFFh7jqmG/B1M0FFu/pUz
NM/cmxer14XW7zpmiE4kxMt6yDPef4Yz26d2YrLlHl06GAFZMR1AmlXpiddmuaofL+1D565/Yrlm
36qlsWPNo2+6uKfuPwuON3RfWyA43n+Ec7V57SRoHeoqicUZ59erVrFtH+tr4ZYNQ/4i27vPRmBH
LnDp98c68zjqyVCK1ladXC+yzR4dWeBRn3YP6oxdsugzeH+Ec5GleuIlWnGkcx0xw035RK83YLfc
sPKP0pN+E30iTn5/lDMWd6oPbu4rXURSId/oMblHkqFV01x4gHOXPnUUtTiCeef+RXK1hY6kaRpd
uOszAZNy4ifEQp4a+n9YTEfQHaVAZ7881AeYIse98/7EnBvixF1Uog49xHHINgNsXvTJQ+mhkRi+
dDg5d/kTl1H05YSeLptxUVBlWU2JP8YXMhFnvJFy4iIKUe6QlOTS4w2U3QjqNM7hsbh7f1rORRGK
/L0DOuwTVTBGgB5oNh7uh2sQF7Ma9FX3pb0avrRfLwwzL/IfbMOK9P0w+T6B/iLjIdB3QztmmrUj
LGjMFn5CTQXRZvnCKj1jyMqJIR+SyIwSYJMbsAVwcKkdZIP+GFnJU31pVztnyaetD7N4tQLbHVtm
jLwtgit0/OD/XL3xKOnD8W9cqkKdsbnT/od9X7TILjNt+w6GKSHo8YTvv5EzC/a0+yEVF4djtCcL
PghQuSGrLHyuIMp6/+LnbvvEnuVR6I8mHdDrDuY3kW0hWty+Xvlvng7/avdcXf+6ZNq/+1u+f6qg
VUt2cXfy7d/dVwX//e38mT//zfef+LtN8tRUbfXSnf7Vdx/iwr8N7Dx2j999Q/ds0k03/XMz3T63
fd69DsAtzn/5z/3lT8+vV7mf6uff/fxU9SXtabfPu6Qqf/7tV+G33/0si7QovpnfeYTffr19LPjk
H//tP/zjv/kff/gv//oP//n3//j3v//BZ58f2+53P1Mf+UVcqArMQ6osS6I8l4rG5z/9asF5yDQX
kr4w9Vckd1k1Xfy7nxfGL6ImG6qoiCgFzh/7+ae26v/0K1E1JVFZcGFNUn/+0zR896b+6c39BFbk
ukrKruW63y85VTU0VTdNU9EVWTNpcj1xxV0FuesUQbE4AjKzIPVC9BK8MNsuPCYfUDKEXbgq73Gp
lFnTnWJnOS0KdY+gtaClH7uEpkJFiyfnzWT+dp9v7+ukiPl6X8ZC0w1ZF02Jr07ua8z3B7FUAaLW
GdxlqCeXgdpQaMynr/G+ph82j74IXUcnEM36dd3AV6f3lpJXH6ajOIV67us5vBhNbTwsFiBBRjxO
m+825u6Yr/UdTCtyHwEWoofreIxaRwdBBMUKKhcN8oIezbMKkGKD2qWeKZXdHhCyRz5VM7ICluXj
5CqKuKoRKPz1wf9FtnRVP5eQGD8/d5vH+tRYvjOwK5hvu755/ok/bH/y+vLbY8dKPv3M/4MGZuqq
LulscH/zp9X7lyb29//rj//z93/83//w0x//w+//8O/+/q2N/fnjv1rZQlJ+wRQW9IXpC8iPZg/6
q5EtJPkXjE+WNUVSdchTMYDfbExSfzElU9RNUeU32mKGd/5mY/wKizQNUaLYoLH8lH+JkUED9oOd
1pCV0yKdehwVPRlSeZOGyQpZhq1wBcGtVWNKlrGRlvO3qH5t4b6mAdFDQi6Ylihbyxat5DfJdvCg
FNhMH6cgcg9e4aZXo58sJRvC62W6zh7zEOyybFrSZNWh4qMLBFYFSWd74UU2bZGO5mpLtGhcANV2
z9coD/m1k91GS+Bx/mFFP4S9D/ar1kUf2x1WshOHQkA3F5CkJGjCye080VeWez/zU2dyBa8KaLq9
2y1lB1bwbesjWoRUmVOHIAM8Gr230G5U1sKDNzSA4XSD3AN9LsY62+jBfist9SvN32+nDfCnUHGg
S90m4RBA1By0fu6B8Qr6JUQNN9G1sM3vsqW5rTZFQKd8gDyzDRNzCAjOFTaqT0dHaIyWjmrmJr4i
gIdlXCMv+RAB9R+tw9di2YVgv9yUy8peaz2HbutE3j2ssvbC18AzSW70otnMq1cH2uttwLAfcAVn
78M7FKBaHbaeK15H68MSfJkP5tBueTL0qp3YG719CDG9j+qys/ABMnxuVkgXe7KtOfIStTp39CDt
Dhf+eF0GA58ab4ub2Dv6Jt22VhsaHJNHR7czH3SgYmX+YNMu7k8OdS2bNPQyXqZLw4O0ZJldZ9+k
J/MLrOLcB93qVn9v7+wR+JVuD666bNejp13BEO1FFpUWvw5Er3DioF9zqLma1oB/HdETHRmE2d7R
rtJbcV18A5JLEDhYiAxJiFcOdrMF3eGqW3lrbtowu6sfSncfHl5Ej9agEEY/LoL6xWrwpSD11RBq
J3fh0ptBblh1YM6VkQaa+dmTO/1aDxtGM+3El+3MO2bX5TJxUFXxE0f8qAQw+qzGj0JYOJMjcbOG
2z1Bws4/1Hpvi5Uc9oFJv8MC5BuE4NesRD9yE6BuIB2WIj/71q/yB7Tsv2I//GV6o4fTq/LQUvEF
L7nK7igerKVlvtY21cq4TTc6FtCs0RRblktldQnHgJj8GVM/OXSMVS9VWgV/3WQjPEa3qIfqqQNj
XkAm2Kq5h8Z5eel8CBWwyjyEfsVRXNGFgdyBJT9EBM4tHuNruFJtSGuczhtd9OjszPqQOInXWzTv
25DN0ZgYLByUBj24IAOYGjsrfUpc3WUVAY6DZs6RPd3LXIP3LbPKu5WyW1K2tA/868DNGU7hQzB3
g0RrILiag94aJ5kEuK+V63MHVvt8/Ip8SYC4l589wJV9CBJ/uqoDk9WfVcjC3go2jdcfFAfONbcL
os+xp4X5SgmhLXaqB+PzbiOFi+0uWRuspY12xYIMd6F0f7wFqe623rDUN2iN7MJhuVvnq+M28tCX
uFJ9NOAM/jqydjYUXpuDDyiJ5U0i0o48RDesBT9/gQHVfvycW08lXgEWSwttbqd1xWXnyNa3l5TP
jw42yd9GtmFDCGcVDldyUVRZjus0GHxEsTfGdh+gIO5A8xrSj7RwRhf2MzvxYD+YAijFXQQWPrLi
nNp+hBo/TGyUG6355r7hw9eKz0vZIIwN/HNwehcdMBdpwOvcVvku2x69zjNc41bRrdw3WQ4SSEqE
ix30g5zczV0YMa0yFK5oamJcmhy/7q5o39khWcGQqQvNsosJhPugchV/FyAG4SA8ZktOs4UAyqFZ
1G3AaCr2YkUPnk0vmodcGk3fjTeBDJ0XFa07Vm+97NgRAKC4YDYd1P4c00FiwAxhXg72gXi7D1Jb
v0d0zWlYfsmnhqurjhwK7EBom3F3lQubHIq+egjBkSX5QoBUpxMva5Cfvf1mo/9B+AfDnnLGjuaf
v0nCjXqSSbJsiJu9q22ObGUEXyBpkeCjixC7MHjgowejqs0TMJXk29cxb6JkrzowFaYjOHcZG1Dv
qnyZMBsf9pbqQWNrfSttmMMtSLBt9HGYSUD2PhLTIGh7zLDzBm82WQjPnYPzxfAR0/LYmi0UaT3Y
HdkVW7fxEKWYl828SfILByolm8YvF6JZT/PRUg2NZYSjajxKibgrmBks8QsIsHC+IJpLrDF0BLYH
b89XMU5z7yId56L0fFihr+RC52DPP2IFPc7ruQ1UBwoPXm8TZreI+YZ7twoQEHeBxftpiHw4Dztf
HH3mELHAoHN+fZCUQIF+D5wBwoUOXCmsSvSNfWVj2KOtW/sP8C1YEstH42FYWlsmjU1c9vBePDm2
4VWP6T3XZ16hZyfLp7nQSnlH5pOGBTfhn2YTVSy5HtPNmhKu84fINdw9tzS98Frs2sEAv0LisLub
ccsP7WrP2lH8o6Mxc7kDhV1Y8J45c+A7Dx5CvD5ECY7pzZBE8NOSbYD+HYlVWOgOTQnOhOHAXceb
mX83z1lvYWA+2EP2jtydN0aERTAEVAawRowuLNmC5qVcuSafQ9iKQUqeoYAPe72wcidyonB+nDlU
6rx+NQV4At7exGphgvgLwZqXXhXMk1eGx0/GZlxOTEfLXRu8e+IJHzK4dRy2y/28UB3NF67mN607
U1DiA3QW8M5DxdBt7LuCu4falQVX2i8IhlnwSVkxXgGmx9e5AHvNTefMyjzJHTcPXpzVg/YnEU1N
OxILltsJpBWyUoEWQGAcJE7kmoGwwgethOsxaIOJdTyPpRDlzTYCy5kbvy7MBVvFyI2mNuQ/mi2E
UFYxmuTqWN68JMo1vimgyO9HeBeRJYZUIgM0fscUE3fYNRtW6x4/HT/FYeXCPR77uKuA/EXDVpf6
Ousb8DbCfKw8kV15/9UM6Qr2JGxW8hFZDVAcf12pydbwpSU6k0HjBZE9rsywDcC5Yw4df4J4gwVZ
O9vBRBgSE+riom0hiMPuScENm+vZV4GIZ0phHn991N5CeoIZhdKaIXRWlcRcTi4z6mNSN8bDeKNs
8Wm8a2SkNwUods63mA1H3YDw1+FqoPSRQsDrRXBq7L2G+0DWfJ4PO+FvELzGIHH1/sh7GbdwEONL
DBYlPFlhjyVE+CKAPPbARoFdEEaLvrFRnzTMV7yBa4YtprEnp36kIRy3hjQQ5l99GDFHAIs8Scvm
gng4Sxp+UkY2Ld2TeFN5SPxqE7YFkTP3FUBQbO8Ym2Z/13Qqh2DOzpnkzmNiHXEpv/o2mIlejXuB
x5p3ntlaJ3sxuyGESHws1YbIxiLjziM061ZlkQh4TQqONo3QDjUYd+F1MdNIuDPvetzKsI6JLQZ6
AhYWajzfqu081fulyo3mTAPek9+jKkhIbvjpfUSIXV8V/p5AJXZoxCHoPiJ3timvipvp+RDMgQJN
4G5CuNIEeA5MPfJhu/fNLVyKw4pTiQt7vJ9tdssc1h5vEfDtsvSKZbZER8ZHMJLO4vjqsELhZtM+
gx63JtowkBSxCYJoEHnIPY5UAffiCVZF0wW6mjxi7KBPbR8s+s1digNWT5RU+bWX0KYxt2YQjTgp
R4rEKuyGqGgOuwTOJ/QnzP88eCW+CfaOM4Np1+4ct6D05CCxtem3YAjt1DOczoW92qe3zDkENU3w
XF5yEd5xoxAON3NbB7KPNCche2aLYb1St9E96eCOL8Q7/WGvPUyNq60JxNzYKw5W4RscJVQfDiJO
AfBXUMl1TFe7H3AmYbeKwuqB+WWhQCt6BaeJTyP19SjAHmQlD0ooEcHJX5Rvxj3d5j7Tw9+md1CD
h9rn5NncNivtuvB3bu6Rl06gTqPwae9uBFdwm6Dw2SIJM+c4FP1t1d35ggsztVcQKe74ccR5idys
RQ8QLS9PXZARSak+P6Cpo7WuiU0fy0dq5d3kZutkjYSnbsOr6o9e7RLmBW3+iGJDCb9YaH5R6Ubn
Y5+ku0h0VNYJX1T3/DEx3/x6hfnQRxjWEC/KtsEcVuF8DjNf35vJBeETeFRApX0hPGUBCu06Cloa
cnb3SBhKYUKB2o89Ou6d9DNZJufpwEuMnkZn9A7uY/zqFBrLsCCo07lHnZYYmHstjdXVOjVrF6ER
CxZjwtCBsFt5jRp32LgBRzZ8qpnFmYvjJYq0vuQtFj4/nYDDdi8tbrVDBrKyRki976UnhF7Cxo3p
8vQOL5PXuBHDzdHtrJDI8WvPCDCjWRJmi5TPfBeW6e+MQLiRPM2Dkozb6IiTU5jAv+W3+Xba+YpX
sbnNYR1BEG6NrLyNYpYPZYvLasetQ5LnosKAPfSc+WY6oRrfwJ7Di2Pt2o+djUa7zc3bs9Egz8f/
8wugVdabg+15cR+XR/vhJfXneHaervkI0tHx1DHIxBZd2+JH0nRcclhCgmc1bNnzTeFQrBQHJDHR
KQ6J6JyDgMTPFuw7XJl9EYoCh6IakfQc1QkrsPXE1AsyxR4M4+ypGZEUz8Gkcwz1SxcSRw9WcW6k
tiOc/BwOmgTRCfuh4e3vK5z/3FJ18NHrwDoFuq3m7Y0I60rlAZQAeZwwu9+HzBeb0ui2H44efS84
ZYO9N3UH3wjQP7XYSP05/0JD6eyG3XmWOQLglAkL1kNiVS8tEaPgQbHgpnRuQQrqQCrp0E8zB1Je
HIrLZJuGc4xt6EyoZHECURwaGAnEIFR45qjNDjMfF1GR/TUL+V1C/236VZHmUtNpbWjOWM0/fxN+
GwIYsgl9pw1BKpEmAE50QHz2dfcbcYo7E2iwhyCyxwGAF6ATWaENQS6IzBE+DVJPwif0FYjP5jD3
6OyC/HqOtw70i7Ev+DEOjvwUuSQiU+t4FT1Em2jTrM2rJpTcIRz9BRkOk4i1tckxEVSPS5WcUfsh
v5/cXdCFEfHeaGt4bBHvT6ImKJbtJveGVROU/A+X9bxpbLqVFs4eEV2AO4hy2bYQz/14gBzrmq51
t/DbB7o2rtpNetc+z9vA4n7e32gvczJXDRZWxRbQ3qB5Zj0NGHfBfjC7KtNS+SfOfp7dDjQi3kEN
jrF15Nfgn3HBtADYqRPbSBmzL7CvQMa/EvCGC8dYai+Ax/ErsVPTConfhHiWEdlognlLOXKwBAPF
ZCG8zrF38tBd55yBXiSnmnlTgoLbGx3cBH8zx2jRzcGboxuVRANRs4XetzPHBnP6TnJrr8WRzRPB
XuoLPpq0zvH1cWKCT8ne46Z4I/C4u3A7uVV4XJbyTath7ha830RbfHLWE87w5Ac7haaNBBHKpXc8
Om4AaWt3+CDcHDE02T248jLhqK+yaw8BG7M/4S9lF+PgnJV4yF2w+R+IfxpvjiNNpyRCnGNsTgs8
A1Q0ttpdmdf1RvyY3iCCnYiEeulmxLxnJwLP5M62C4Kw2kZkKGEJQmTHmhz5Gk0xcTWtdt4D3Ad2
H0IlR+wGNcXNQbPjJWLHFnLt2DuHa2yWkiRHQByMO17NISJEse4c4skuwl1KbNXL3IWXxp4DwwMT
14dsrfgS9GG4dTwCYRmZHIK6Wl7PhxKIVnGps+fCj62jp3y7ux6dAz5pTjkUuJmSaMy4dFpWz1kr
taW31lpktZrlsaFvUH66UpZmZZGGmOO9B/H2eKfBWboZ4C6bA1kD1ziHlguvvBauRrLM3WdYcu/U
62pFVu3m+JSv+fkLhNw0srLHu8bSICSJr+C8R+c9CqPr3bK8G1b1auHLy+MLEpjujpjn6EpkOScv
CTUCw27NAZowhqNxOBASc4jzmmC6yok1tOtmpT8cl+T3nDZk06R9t2KJJOti3XLE3Hxmc8T1O+I2
w+EdXRfu4lC6lj53y2LNLkRAK7GXRV5PknNPakILIH28MXbO+DRAFB3uUR/dr8yrPMS/48VJn5N5
o1d52670kKO3Ox/wU98MXhMW/6KyzT+jBPoxyZL6+Vvy+P9BhUYXDUrn1N3OV2j+8d//xz/8t99T
BP3jf/r9T//nv//XkyLNn6/wW5FG0X5RREOV4EExkfGUqWn+VqRR1F8MTVlQc9V1WZH1fyrSKPIv
mgp5lA6v6K/1zj8XafgVdGNcUTckEyJgUMl/qiX9Myqh35dodCpBGpUj09Q1STOpJJ0gguBJanKp
FJsHLdr7CPKtCkVzamitK7GHX1LzsqL202q60Ga1OMHF/jowJWBNMqgbQQZ3AuXRqA7vO9B5D3U8
uQ39P52iPCQmG0LeQtGzKFxhbFHrOg6b/W7P/jLAsF+1YwO7lAq5vOrDv+W0SrtUDponxcWXlPJk
nNRBKQ23acMmmRLQiXU47qG8qr4uCtWfitLWdsi05Nl9VX+NDfz5vlgrwEHaQrtPJ3RlNOhETPXo
ZocKxl0SyceDL6faZ70roMpXzHuxEyE63otACsb0a6zUvtjmW5OdcFKSRxmyfpjFjftdQT6mqT9T
5X5QFD2U952TJ8m3GKB9Fu9utOZwO2g98u1Dbdoow2zHXL9PKNvPl2y7JhxGbqUVxhCe9avRHOi8
Qs7Jg3oBrWtioo7Jylqvh8HtQGNAKtGULmkKDWvZuhSjp6kemrAc4XQS0m9x3Kdelo2onY31/6Xu
zJXsxrL1/ESoADZm98xznpwHB8Eki5jnccO6hixdV4YsWQqFQnENGXqrVr+DPmRVd5GnmMzbbela
xWAl8xwAG2uvvda//u/J9TxMkjEXAjI/qwMlWKmDshJjtxSWfq8a+XkwYELjSqrMMWsGldoBOq7i
hebhO6u7mMuXJBxJvYOnssiM9KA5FNVBLRmhXMLq+iAzc79v2L8tF6HaeB2bjsFa/dPUS12m7aAp
1b3q1AsVMl5g1vgzyyXioWvpIczXrf5KROFdZ/n7wE2WeBzRtbdBO1CWCIrborFXpRzYt8P6yU+G
h6ThfuUF3ifmRnjNIsJAJ9BIz0JjAxn1emwKQD3uVuJExWxjcsqs8px7w0OKwiYIeOyRddDNCsfT
doGj9Kz1OXBnGWwJ3CKmpzOyinMg1HhrorbT2hsEDjwzR1+GvkNlKOAAk5jrGK9eRG0vtsO2nZiH
su67eaekL32Hyq018Sqz8VmXxTOU3x0CspMtTFTE/rVrpdAz7UOUDExdDldFWd66PqjiBFZobNwH
Yb5hxue+w/pba/BT8NKzzWsyBMYJl5AVRiLHzv+MTAIhf3r2C75rwF6Ne1qJrXKhNSs9STFQbHcs
0EMweh8oZ2lVf5dx//ZgNaaYbFMXiDHe9vhvMu8urqo06y0szlT3rrDcuwijaAfzbWw3nyo1K+a9
NlyFA+ivhhmuHk/ZKr/xoLEaGSb+w1UkSyaRo0PouEs1h8vG1IwoxLHANrvPMLn1lDtDwttJ7EMx
lttWtxZqMlJ31IZ9VZZbczBhKHXHFKctCf2ksTngFM2jRySs8eoPdMrsvG8RPnAhhtyFla+9pNoB
cVzoVfTqBcmh7yxqKAHwxax/QPe/KFqdb4SJaZguMWpaxE2zcmW+1n2C1cDZTAUHiBdw2aRzZZhu
fXFmEmQjcQAt3A7CisU7DGOZKJQ38H6KGoQ2EHi95TwLusQesIPjrBZwotf6Y+pSVyw4TDdaOi8r
DmrwtzDWOQXlg2F1V15fbPL4i8uhamRAXhlsbNA+V4JLEAqgnWrX1phIm/k5CuiLNrm1LXQiv6ec
v9kqf9Dj0CcJyx9HrN8fuKlrGtsN0htx0TGMbCu1zLCosTfsGHshpPigVyVGVwbOi6W8cntz43j+
dWJ758Km+RYV60ZpF8rAbWRxFFn+bER4jWMrgQ4m3xQwRUZ98vg0Np5lgP3DYiLFBy5vH2uHaquu
35de+Hl6SwTvrU/Yr6xu7kl3izf+qXI/klL/6Bp1lU0dCoTQLbbo7xJUI4FYZcVjcx9Edon9c7Hu
8WqQFTiywftI8q/9KDbqBogDXqI30cf3n9Ypla4UPVupkTc7M81XsC8XesOJ2t83Jdgru9/LzjxU
+KsOsOfVNuUM1YHntr1s+fPH+ybq/vbx4sE2XbCjuRoyLv1yRE43YTnrfdff9xb+clG5VbDVTqZN
tcysQ+dY86Igy0joFNkG5MRi0zfUQ+APpLxPatwurNw6RZgk4l8NtRvj+dY+5EH5NOAQFWX+viSi
ii7b5m6L00B+NoU7GVM/GqO/7+CqZ6G4T5Xuxmq4TCBFj2kbnXRleKgSHTaCtWLG8UualuvONxeO
bI9qQpk6Dn+t2bWFNVzVER9CCpQ62W0sKyp1vqTXamMW6njyQeNnZpB3nv1Uvzb4gZmSEOeFcler
1gFbXxgzaf/BBjitmO9vqyVAJKH0UTUNVd2FMKzQPCMEuNzfW5ACKnZxPfnd7u0fSubfFSt+p7/6
j5TP65o1CY3fz+b/73/+73/9L//pL//tv/71X//lL//j336Q0P/+K35P5zXS+enFJhdxNdud5mB+
T+c17RcWvbBI8Q3X0Cbd7990jdovhiVU/pGK86GG8urv6bz1C+Iti99D1cklWDAC+A+k8+/pgd+i
7jfbaBX0eieNljSz2jEW8RnU3SIV3n1GiVXhvTcKCKn9Veu7HyzM70Md0/kkB6go9YswnuZZl4ha
DFvM1XDQpJoLPh1z1/AhlMXrNw/kB3vGxWHhjw+5iKOqr/VBovpyG7c3/WgsjIx+qIl2w/eX3fDq
kTB1odhX2OiNYTVvGrAO3keD8G+uJn+8e398+kVRMIFNgkNdrGzVqF/nKdoF0EM5zt5anS7s4qxS
aueCMVygpDSkhyz97Xj9bj1yWqjfvPV/fPJFgUN3ldDNSqXeKo6xdvJ1U4VbrBhmvi/3rdqdcTXd
2zEAkYmBNESzD273Owr56aT6bV0lNjhpmU6Zb+WwdK/aU3LVPIJyyB5QSwcffMh0vvvRTb04cCpa
IJp6zCFaTipXw11obr+W1dWEgWtzlBWx8cEKfW/1XDoOMhGnumUPOKW3nPUItSh0sHf2BNMF4Tkx
ERx44/qQdvs2uzN1FGxp9cFu+N4D/NPpdlSGYNR6hHiQ+Dr1jDHf2qxgR9TqzIypMdbcUWo2DkwJ
S/vg1n5/pv/7qhEXknfHHZhaAYW6jQWdgx67S3VYK/CtXV4ZY6BHP4pZyN7xwXJ5Z5VeOv51Jgz2
snGcbfFU3Ia/0nJkcjKh4vxYYT7M5v/Bdb17Ny9iTewBT9Njvdy6WA/n+l2qZTNdInxg+TBEu/D1
eam0Ky3i6PphgNMuMtY/7udF9DF7T5G9V+VbRCH2PHzQnrJjHhyD27BEwXgmsdzBkJlhPAtvBG/S
HaiOU3bs6s2wD2n2edFeg+lLB/oQn8x2Xj9EZ1P51B0mAQex0teP5af8lN8kU+UwRplqmjReXSze
Kv76Ooq2zdEptMcE+sLwOLVkPzvgmRfRMGHkGn1X03QASBw+NzfdTe0ctSWw8AOQPHtdI1GUG3Or
gEzZDqi9DIyFUUdVu3zZUOZdyC3txWzl1Z+DY3WqNzg1IjY9uTcWvzFhjn64S2+UVXtVnktkH+G1
4b1Gj9isr50OqYO/zzeR+tYvisovyXUIuR3ZzathEDBOyq4PF/ST1pS5o32LGOOfXHMXMVnrIVcm
isQFxVVnduMuetDCdoNVpNVF5wnAo3k63rBi5vDnUJUfrcFprf0gbgnxfWxU9L4s40EV23Z6fVUx
Q0m9qEwOWuIloCOZd4geYUtqDKURVrqmOKehWEvU9s2Hb/jbyPCPvsVlhLYGgqfoUAAbYHkghqTu
HNr3onejXT16uKsn4HSTx6RXgbCUwA1NfzeiJ1KwDTYNGEQ16KBlnYnZQEVnMGiq1QsRqvikyV5Z
t36H7C4sbyK6Cj6klhZX/V3vaMhEjJBiS7VgT4Q3KJIrRYF70ysqEptGO6Q9iHUTFp9ZYxpcoT5M
/Edbhiw2eR/5Giwc6L+cC2mttPI5zIIrpgvmUQOiJ/GN86CZR5mRkEfApPTUnjnluADiF2Hwdgq6
bKHgrQsh8DYP6o2v1TTatHSj2jF93shoZ2ponjBXunKznsPyq++8aM1HRcvvaxV/BIKLPSsydDws
yoJeQLiJyifX9V8dRV0MYXu2USMF8J6t4kY6jJCDYuOJE4c/2MTeiemX1oZt4KudGWdQorzyNdBB
cztoJXRSADDjoW/vMYydNZX+UUx/51IvPQ4NfP9DS4WaiEMyl2Z61qxgkU+75izPbwLaDXV4E2Az
NUYQQe2PWrDvJbDaxeY16oNIB19BdUHxMYvRhiEOSRL6qwVyjqjYG+O+M6+z/OaDSPLelV6cqAw9
7Wqqd9Eu2xauC0y0uleaYDM91Cj3IT4fuyo5mxo7tSX2o79ztz//5HcyoLfj/DepusQEAoitFe0w
ut+XhlioYbevXYVMQEIYhvBKGvTzj3r3rl5sYbnaY+eUhGKbSxVGsbpzzDsjwkfGr+8dKyMzCvFA
AggcJB+lPlNA/EGIesvGvrm8YayrTKdCDCqu2SvgYL3+Bkf/RRrQT9MARBMNPWlfeaS2Jl8llvZH
QVo47334RZQ2amnpSUjKN3T7uHehUxQrh80hAns50wbXg9imPhj44M3iuDlkQUwpArYEgpmyOmUj
4p+k3yaAvQo9P+hiXgeQtEFXlDr2m81GWBBtV7G+K+tVnu/lSChax9VK4elpK6XxwCN0cMw2kiOJ
IDNwoG8N6kCU3QQ8WQ/9BI6IGYICNu55MMLxvYHn2hevRkK1a20G6w5jIXebORtf3Qz2Zqw2No1j
SokboqISri0SOoXSiLeX8ZMuTn2694wn07hpxZ07PBbG18Z4SLNbrVvH+rqzv3bNxq63Xb1VAYqA
yISvma61YfrSNV3KYa11G6XbBP7WN7dmsFGKVSQAGiHj8yABK4WgbiM5iHQYSduZsol0/Squ2rtI
VAedakzrjSfNjwFOUl519Y0ly6UvBjCt3Spu3S1+pTAuT4OMt2Ok31oVNrByq6r4QTuPunXf5dk6
lHKT+OyhvO5NYeyjxISqEQJDHr5oGMLbjrx1k6AEPeF8VTLtRtbOvdGctLza6ol15+rZMdPTz40b
7O1wuNGYhVHrYCtraxkAffMxUAqCeK65yhK8x+dege9IlpPWFWNJ2acR8NPMCYPr0JFrOUpijnEP
wHI9ltk8jLgZSp0ls8hRD2oQ30UlIxe4TCW/BmE5MxBw1eVL7X0N/U3VrhLkNTAAZ5XeHwN8g6Dr
rtWcplKSwbTqrU3pc6gb3PkAvtSMnV2vi62vgBUR41mWcNkp8XZYzM4g8pnWrgyTvVM41xroxKwZ
lmWrL0AXLotgPuJMpARi09X5bTKAK6bdEWkG6Ym6xReMQaG1N5TTrbniTHnXxI96jB/pyIzlwm4Z
iuiimzjtP1NVnfuZunLHYmsbLYMB9dFKGNSIIgTK9nCSoQPofrhti2NpIH5UeWnyuEITnFrHTm7w
9N31vnETD8axxV699+1XB/OhMW4o24pNkCQraZoHfJMteS5jtGqled2p/UGgCstGa9ur7dqkXqGn
TGh4+dY0xNyznY0VnFOpLk3T3DtNCUIPYbd4VgqP93cAl2eAS8MbOuqSmRGHnwy3Xvnw5Se0pK4+
EVlnsW1TFjwzw/7RPvleoLlIxDTpVkYu2nZbyu1YDxunBGSvMKsVOAtzOm5+TbEmaDxSKmvcoQ//
eUD/4WgdZZe3QP9NdLW9BHuCWu+2Dg4Inu8d/YYXPO1WeaSe9BaTijoBc9bM2uJENX+Wp7de7+GD
Bl7Hui0lS8tmoMEvF0VizdVCnasNXKGsWXZpOcdGLmrJIDVklfq4SBx02DYY3+yuzp5VlWznS9gz
jeOhjNWYMWNM1naUtUffj+YFXUjk+0LOevfa78Br38Q2+nSnZMQi7cf5z2/B2/HyBxvMpXnqGHRj
3EEX3upBNhPZ3kt2ibjL1Gd2mAkxNHMgdjumMgPqOx/kuXbNOZPgC9VSZipz1sNWzeZDj1LOopnU
hAtX6Acyt1NaWsvrIPY/2HzfXAx/9EWnBOCbZ0WFMBgNM662qWQ6jE3YVmCz+v06q54a40ZFWzqi
LgqLeSyuK6EdnCzdxllzoBu5Snt7XqH0aYtziJwl2PcsMrFP1HJXFtzmAIFzDJ7AADf5pDcst9e2
LOZl4q1rEFhxaS+GCH2TWwKAz7DtzFYBr3jNjNZoqrO89OeZsqyZeLZMJsiIGGV+lyJscZFp6jUs
ws9J+nU6ApgWem9EzzVUdor7M03GNOsBw1Uq1M+OW/hJ6V8m5nEvDhTy50KR142OYC9G2lddx1gh
BsDkrwyB1JHGm1azCpVhrmXhIX8cimaVCwd/XX8RRlDqe3cOSWeV8esrYdIwoY+eWnO3ec4apMv2
3QQ/N4ZXm6Dbjh85vZhTovmjp3WRgCp25utxrXFuPjgRfMxsVNeJsM6yydd+XM/qeGs2t2304E+z
ncNzCdYn7SDbcpS2kHm3oL6b+g5s/cpJIAcs6hgCTfR2yNr1trw1y2ExlIxxVtVR9+JlGys02DHU
dL11FFdXbpwB/c3p7YM6tMQ2NdG2Ot0CkPpCl5QPqHb2TTzPYijlHVOaZTwHGA4zFt23a29iAQk0
ZV81s+VY5sso9OGQ+gvLYNiFdOTnr980tPzD+3SZN3uVVoCNqLZm8uzVYh6X1pHNe69248zwm03i
DCc8Nq9Fa3wplPCuVdcQUY6CBxf7yUmvym1nlddatTVY5pFUrkYrZwY/vq8D41Gk9dbykck2YqEw
gY4x19zMpkN053Mmebbq6tDTZ3cUOtuCnmvyqYW95bKXjhBRB6msnUhdBqxGmTFnnJRXQHe3ftEv
ghImb9tuNPli5FT7xmrWDUg8mwEjuHYrkY6EjbdOU8bs+W+pWsuustYqc53RQ9lHS2s6Mee3XsTQ
cgU0lrlb8BOjyrig6cDJRCjtfRQ83ho7P1qOFzUvHPlpGuhRsJuEFo6LNUpRX4PSoGjZ7WVzNSj8
dYJUjSZWWbv3qYeWVgyzRGvOpQS58GHR4a2k/6OvcnGIGCV21ZQAlK0TudCQK32vyqta5sxK1zKh
/tW+4kRySGwI0RYjneNts/VjZ2/mGvGX8Z6yua5mtirmIx5Wc8lgd3I/NtEssCgr9Olr2o4AR62d
cGf4WpGDOs3NiHBip9M2FO6mN7dN/IGVzXtV4Uupr13QQm36xNqWnkFtLHjSqWghYmm0uWEsusja
Z43/gGpnnw97S1cWI7bNH7w87374lE58syXEY6mFTtXRpqEgLDWBXsDZ54X7KTXAWZSCfiXT6JJp
Ax6jGyX7iseqGB85rrx3HlQv0pYk0yxFVL69jVL7qiq8vV4iR21jaN7U+DG7fqtd9eZ5zKOHnweM
dyoYlwozvKldjF6kudU41mY0ixznPJ3rp8pJQmrSB2hNzX/u6YpLT2Y1VBvHUl19G1nlvUVsNr1k
VZhfRODuTecuDRkcM23kNtVZMeXeDsa9yTno55f645O9uDRs7koAA3oizK3VU5JLrfXYnnCdW0Rc
Zh3Dki8/rL1P796f30lx6dIsulEGY8M5EcGE1uuLyEnvVa5xurNKi4L/a106aI6gMRq1vshCcOAG
qWn0kcnRO0V5pIDfL+UMh5lG10dnG7NbpmjPIqkDrKdWzv0succNsDeRMFc38Zb4Wj+/x+9+7kVg
TJJOo/8tnW3tFiT2T9O7W3oPNbCuIBv3GrfeyiDUF/G5BI72wae+92gvYqAbaoZh0sHdDnhWM4Gy
qbMHR1IYiKi/KaY9sxjCikg5XSAHCIYd43rwn3qveWn16OxTj9YrY+EjI/r5F/rxW/UnPVxS6mFr
tpyti0R88jrGdA1zH6qIyUAS5qm6rxS51zzzo+v/cWtQXPpCI4Gji4xQcduL6NWh9Zha1a5EE0i8
cvRgKUKmdfPHkMPwzy/w3ed8Eapq0/exBWOFm7w5oaEuBPR6vX/yfAcOe33uJcXi4glMo6r4/1Ss
wiXl+zWdBq059IqLNQOX5Y8AoOiWTfrKKSw6mb1XaVZq7LofXOM7d/VSLNOaIkmq2FC2PqW/KWDk
vKfDqLN7S+Rd6gyLIt5fbWGa3m+f+Q+pPe4+dq/6jyT1sAn3KGS+ufd/Mtf567/+77/8r/85mVfx
h3/7P/zhW3udv/+C36Uewv5FNzRNsx3TcRzLZrf+m72O8QtGVKb1pvNQJzeqv0k9FAdBB8I21xTC
Vk3VnuDTv/vrKO4kAzF1lR6jpjqY7PxD2m1+33fR33IEMUfnNwpcfPiS1sU7EvVWYRqjWsCPNzI5
94V0V9KvaE0oBUW8omWSprCgpEdOvPRsg+m+vAoeVW/U0QG2tbvKckd9Gnov+NIbnF7cWHhfOwVY
z8y2gmipwdaEXx4kHcrCNAjOTVR5O2iUZUm7T1SIsLIRQCNQmFnq1sE5t21OJpltfbYiDzNRpYUe
axjx0hB2shKg1PsGW8jJwv7a1BNmegb803owezOzDZS7zNXzT2bPt/DyoOCnC1fJ56Wep7SuLZzp
52SjXrXkSD1e9XK0voSmcH59+y61Z8PPrHQzcJYUvhlhC9TxWpr8aRi68Dq3S+WurAd1ix4XQ4/S
aWEee35LsbNK/ZxKXDge7cbOD6NtDx1X2AVf1BbnYdp7ORdCN+1JL6yYWgLdxTpW1HymlHXJQNVY
HqMuqpW5EcVyFQ1gDEZb+LOM6vsNVCLr4NdNetekongOzdx71gZtYEKqVeSAR/2YmWfhFePRMXpv
BzqSZNnwcWNPzaxl4tRXF4XPQ3Qk+AKryIddFLZU4LosKx81QH90+IR31wx2ikSGNGgjSfNKZH7I
vj21jG/Mro8xsEg748HrUhxXYpHQpK/0FrMvY6gfi9QxX6JCtTd1wZMOhq6+0zRPeey8mFbPWLvb
uPOzpQc5e6u6qbez6wFzlta6KxprfDFJt76EMjIFjAi9vhosys3CcJ9VdAinoQ9wT8Ch6MrOHIeH
PSpU1Z30bKh58MWJpwQRd89nQ9Xi8zC03nPfxno7s2Qj5j5K8wWDEsw4eW81QsZ7AjM4DWHkHMes
y58Gv1GfyiCQ9yHFgrPaBQFNSH7EiI34oRtxnmonBJNjo61u1apZ5r3GDG+QCuogjrM2ElltS+w5
GUe14qU7VN09isOrMCrqhaS6tQxB9nwKOofueOA1KI9qfdzUNe9D5loBNYEYfqTmpcWzBSiMk6ki
j2ah+fhZtv7LSCdg3VcSwyEcCVccyGmHjBWm0LofH/WkCq8TDX21DHNssMYmXBsBFZHGBAVdWq0J
PrHJ1nVKlz9xAypZUaYu+oTf1/V2dmt5ebGSoqXL09rVORCmskzDREWbXz25JCpAJV151IVMv0Io
G05WI4Ojh4b1i2eFcm3FA5gBCI4bZnniYyJjhKJSB8ItQwyBR8ViVDBpfKbRkqpDd+tXbblI1Sqn
b1Bz4td4TTWvo6Ub9xSlkq729VnugUdrHOEda7+2T20MK5ng2B9DK+h2yqA5u8Zp41sPHtJemCbD
v0U7xHdqIPInX9rBbdAG4rpJ+3pfWXQYpJ4x4M4A2H1eeRHleK9vdnCv2m0R2sox1tX6aIZh+9D5
iXYoh4YUpa6M8Zx3ojy3Y9IeCnvMbsq4I19rY2vjE2e2qadqq6Gg32OqpfXJ9Np2ZwW+d6/LQpv7
phEvsiLtN99sPeffsvRvx03FlDT+kby/hW92LFdTLQeHeedSCl14Zq1lgRbvDc1PHnLDd6hUmqOV
wHovy3WjeXvLb615Z+nmJs+07qng0LG2ZQMkNwqZ4Feabu2RAj6i3ToVvcq0sWKJ2zSyoye1juK9
jmJ6FWXFuB3MklqpXaBod1OIqz+/FmPyifzmYhxsFC00yNTnGXIykP5eZMiGMJAV60Wxb4dOPjqZ
QdQMrWz4Ooxj+xJM97CqyyGdWW93d7rPcrrj2XTvg+kpFFVtbULa8JtkVLIbkXTtwRg4qcVDpJ4H
tqVjp4fMVshSU9eub4Y1Jms8dtiC7VYZzWZnyC5OZsW0QMZpqdTTommn5RNOCymYlhQKtPypnJYZ
E1usOGZpwGxOy9CXLEgCWLurtaY/0r+DTT8t3CIMlKNUPaS+Dal/2Nhnvx+iYoE80PjiloLALAoC
ImWbRTZoDOdbeTsvU3m0xkZdekUcLKi+9rW3jeoMeQ+josW85Y32o3DbqvaVy7RNts+I+67EMsFK
9oH6Eof7aPwEQ9T02VcKqO83kf5UUXRpiq9miOrwxWc3tRodDEk4T49pcJNVn7LhvtSz5ZBuRX4V
Da8uVgc6pTeD1wu+pnzSEEq2LniUZh8+uh16f4TpbKoFwp9DFoVLyrOfGKuq/FjO3GrV2HdWDzp3
YuTOkAewd7bdKw3dkKlCM9zG6QpLyEzsbbu+8V8LexNS56U72S+cdNWNz0ryKPGpVPGrNGcFyoV0
5bmfHfqkWJgV+z68at2VI49SYyydXlvSgmgvw5XOPU50d1mJvRM8NmpOgcaf1wnmNpw2nczHAUtN
tqFRIMlWxX2Wdae0G2Alm7sOwC6xazk1f/wM34UM/w72QWiuQT3sKJDRTaxs10ByoDSC3pHAf6zv
VWwpgoa+pIcDQ8s90R3toHRpOI8UyoskJxrpQIaW3xT9TNhY2YzGKa2wvYpd2gxS0uDOhifX7A5t
gv0HuVaDWf4sZ6E7oXF0aRVHZroyw2m46tnCeXoWCv3r2PdPaiY+JxJ3BCX/IkY3xNz3Lh2KZVtl
9yUVyqGs9z0HgxTkd1+0Jg4b3pPWboYsP8EZINqF6pWu0hIj3NyWRruxRbYZ0tvRX43Z3jBex5YZ
f9nvFJ0OghXNNUR7LaIpZCwuI21DJQ8YOGYIuESAykngtjGmoUksZ2TJLOlGO2nIySRiutkI6hNU
9HPVQk105EnNh3Xk+wdo4a9xjd1MhnKtlcqm1xIMV2zoxH5m3yYtjXHUZOlusPG+mKzt59J51e07
JGSCgUNHP+T9qos+5zpzOtR37YK3PuoB+xwFE7LQgm0vWEp8QerUv8rqWSoxrrErNJwUXhg3x+BK
eRwhbWelXDRtNu+j6yJfscrUItyK6tnVaRy9mJnxaDbmSvEwn4tOtfrsq7OydEhm073t3Zo6OriJ
+iIWab0LOe839jSzUnYdWupqVlLPLOiC+RSc/H2oPwfyXKGFfgyEM/ep8yV+tVKZDFfJP6a+Sctb
wpsSMerSPI7ucsC2REz+F9qVMwACKaEVVV9sH+HoUb+X2jl2cBT6VIWUwaMvSCbGX5l/msM2bwZ8
KbpDLRZCnBMxHovyxBto1lglui9uvIdo3U0+mf1t1UIcGbSNiG6cND7oarJoB0a2dVRz1BwDUOZV
f4yDYjmaCxIRgx6eqbb076uV3qPyWXpy2OoNc9Y2/l9iJV0Mv8g+x7Je2vpjkZwMM12r7dcG5jOw
AnpJLz7zmjCCF3mPLpQ2Mcp3vi9j8M01nsCLjmXiI+cMoxap187xTyTqlBGS18C/M6uzi9Q50p6q
KpgZWJMo6dciGedBQt6Ll1eCq0WHp8UYP+jVODe7ZVgMCy0Jrlu0ByE9si++he92sGeYSam1Teae
DER6yV1GL5bx+sqf0hUcTpziUWVoLsX9DIffgZQcKURvjTPdPtjDM1LvWWQqW6k6G8T/S83f9GE/
M/qvRqwhQFwV6rbJyqUIPpXRi9osm9z8SElzIUB921o55xm2cBzbskiv2Xq/qRqbWlD4upYn+yH3
WEhR1ScLw3FYSKFbauYMb1xZMBzaZFeVIWGeFrbavSDWc8lnBk4eenpsVEXu6HaSXOReYpuM1XHz
vCkTUN6SAjnlB/GUKdiiSVZqbUV7NZW8d6PiXFmJll81bVhtmqw2dkGv9gu9tdETVhGi0i4ivEGi
2xdxJRexH10Tox+KNGSNTFlxQCusb1ahjeKpZdg3kDup3hTJPqzDrRN6HEFSmIjxr3b+muPGoC/j
rrzP43GR2xlud2wSO7rSk2BH5b3yNp6a1rOh7jZ6KledCDZJESztemzWqZXhMCPasT+pcZWuxuLO
duXMZ0JSPSppe7To+cgXR3+Kqmuld7ZpUM2Mwp9pqOs059ikN75M9xxufxUMmekPicCBMGaq0Czw
puOUiOOmCO5axoNLREb2iYL6Us/wxKixIWgqepy6slGScWu5jOt22X3D07EbH5mg3Dl4DjT1lzFk
O1bO0viUBs02N73rzL7nxIPZlLYUIwqtzqIVhcOQ6i6A0u5Hx77VanwiRn3WBTWWr3d5Gc+60XsJ
8mKvo3gpv1rjgy3reexioWmT8mP1+1E5bupQ/JGzshYdzaaqoTP6gn3hnwbGR9Wsksosu31k96QO
ozo3i4TRsvaFXGg8xlqMnVU2hMu+9gt2fEZLRV6pK78gAXzLOf+hEta/b2Dp31HoevcXTV/n797u
/3/YtOMIoE4jQ9+k6H+qdJ0/KUmofA7CT0h722+rXH/869/KXLb7C8P/kwcAI5nTJD5VpN/KXPwf
PskRTFD9Vq0ip/99oknHhYBRP9u1dUvnn0xnl9+rXLr4xRQ268PWHJXFArjrH5losr4/Jf2munWY
jrooxrpCFlHB6Pomz41w7VlMxWZKSF9XjNWLSxCYDcJlJF/p0QHnIc0G2qXsVCFeKCIRxRZv2nEW
O074ye6qfFfB830wjdzcYYb+BNvtZWjLmlOTjWlglt5ZVTfMTadKZwPuIjMzSOWMkkwx5+iOX1EQ
JeskdndBkNg3gT4oWCm6jA7ntXOleG1/SNwmfjDj2HhiohlCXIdQetbx5Y9llrxQZnKYFkJZUXuF
xxC/Qm9KN2818xN1mGreaRKDvbDGjbE05pno6wVAcciYupofMy+Qm7zw0ExUsqS+n/EtJT+9MfEH
+GyGmXcbRJWG5kVjX+2lZb34lC13fjzay6K0S/wcCCqylumhSXJUARk6SaYevfxX/f+xdyY7ditp
fn8X7ymQjOAQC3txhpxOakjN0oZQSinODM4McuVFLwqwly50b/wOvfLKT+Sqfgf/mFdVN/OkKrPV
ho1qwECVcHF1M3nIE4z4vv/3HzIJld8X8Zm2gvZA6lr1dXGj6KRd/PhtBDz6PiD+YzM1pLa7ed5e
WMrhRI1TcdXoWewxzVlOiiIfLohWC3ZOMHNgK5t/zKMYUjjra+sHlYL4Fy7TJurBy1xOkQ3wavxi
WmvzypHjeeRFeAJR1X7tkGuGUL+9oOCERlfm2u100fAwaf6Zy3uqE6cSNRj9mSFRcqyr+jm4TfUK
rUh1FqU0BZsiR+eQ+PlwKlpdPZe9757VmZ298JnAfhjSsd5qKwpe+1miXs6msC6rWI/vZl0UF61G
r5HAGKCgLIuXS63zF8o0uANCT76UkQujpnZGnzo8iqjucQuedJI8H2qQlj4b8UD0IftgZEAKGij/
RoaLs7dtIpH2OdEDNtiiTQBJ2m9DI5CrAml2KpzfT6PIruOkrYExxquwrPGxbYEeKT3Dl0GLZrfL
ICdEPV+XcJlmRnN345URHqYS5X6QuD9Qiv9nu+zf4f7JUO8RPegf/4Chy5/++/+8u2fyEz9mAs+C
0EbVrGyJGX/IQv/LZonE03Xt21AJXFXYR6nSfmyW0sXNJYRx+df98q+bJX8lhWevv8j5sY/+wmZ5
O4b7/XQOXN5pJPVYyfiKCYN7DMK4qrJ62eb4P0favsaDP3gljTab2V+z4BF+U68V+jzqg/DdGBR4
WA+N9S5q6stG2PGpKpAf9fPW8N9AJRpfBhA/NnI06XvTStzZPYmP64L8SUm6ssyMX4EAPy9xgQIK
1hdQ1HgaCJxPzKDgpro6Py/8BUu0jk5kjGX7uXXSz40JP9XE/gKJiAMS73e2n4iTCkTyNCIR1glL
rCVN9a72neHFMmU3kSpoKZZyo2OJecNUfmiAZPddMwcXrqv7U+Hin+iUTrDPrC6kmzJ4o1r2az5K
+XzMaf80+IWaTLeppEk3bT27L+MlhH/iQOOtumWhaiI9fp78cRdZGjO0qT+Q0WcxUBkgVIU+/f1E
pVdr8U3LJdqlE299Tt8zhMn4Nivq1yKuv0W59UGOESOFLvW+A3FeoKhI3kZ5K8/yYDpT2i3OrBxa
Xl3W2ASCJ/8W8/hLL+z/ScFzt975T6c3ek1+6f4dODc9Wg79+Y//9U///N/+9F/+8Oc//sPdF5sf
+u3Fdp1nNoEZa3HE64PIHnzzx7BPPcM1x+GN4r1WiMF/r4LWFxs2CYEZrlxZJauD01+qIKoqnI1C
yC3CpxLir37hxeb33Km6A5eEGrYW6aEQl67vHqvPmgFNVtVHxP5lyXgFR5QI4ICma6+L2jwVIIYz
1fHl1nwQ6AySoSef/xa4vtNwNl6ZyXimGelbLT8uqk+v7aABLiu6QT8PLTng0x9WdHfM5abrTpSg
FAVSsRdzBgUMy/ICLRoMheylieYYAmfSDYog8Tq7koP0nV3S+yn0UQHM0skeQLGs6ul8HGz8c1Ll
0Vsb3w4/UkDoaCNR0ZnN6LstM87I0agB3Iyg56QFnXPaTFzlfqtfqakc+SwNhPU4T4NxK/tCjtAI
Q4zdoxp5QzpY1cbzBoXGUmYT2pS0rjE1bCtXbfscKZ8SFo4dMzjxe3jDFC62U7D5mKqkIPGgCmHu
aBHKviPFxwq2YV6PL2K21A+dicqDnursNQhXm6GRmNkwC6eqQRamZsC/eqTo21gg+6/GkdHg3uln
Z7zJkLDhOc7I53OslfcyiZJFnMym9T6GHdNBuIbQUDeqcCecqpeqeW9PjknPrK4EuF3yeL4K8r4q
d9Xs1gwUa6v5xNQt+pAqtnHSecMi2HiV3U0bMuSbeSvsafos7bQDd0uc8IM7jwaXZtNDxCvndDrR
csa3mtq4A2q1wxA3mlg5V5OF4cWZ7L0OW/HFGa6ySUCpbqah7LdiSEPs6gM52qeTIdh9W01teGDV
1jZM4Vm9Ba9IsFZkyLjg9F/TL/tW4H9OjI8Isexd+cUqOwvPZCQi8d7P56SFAzw3r+apH6/BPJgq
DQoy3kYT6+UxVe5GlBe0L+8kTSn792LCk7FpFmyf4wmmu56m+V1fTxXfebXC5/7qhIPvSbFsurFs
0c4nGpN0SwUnla8dfL44PG/S2tYV8+p+2uUu+UiEOSRwkt029L/FmUVI9gxCC5DkduR5JC0uPDht
dfaZY7cdDlKMLT7Kycv9jTsnLsZUxHu5+4LNH7DemAaM1acNaOmK+23cBGm8kcMM0xmWpSqhnnQS
e2vmkcmWZWJdh5kfJDvXsrp+XXVwYbs+TfhmkyhDWhHOoALGKWrY0InVvBGtx+YgWpNUJ44wElAt
R7eBkqKKgYebyVyHk5JYljY5sD/qvpagnEU0TDCttEMnUM9M7QYnB/oiL2z6roasLjdTWPA28zHQ
ypupOfPTpAv27lqNbLQ1I0WZbKA/5CBFjyW8moa3mJiR0sPW1eo94QZk4Xi6Fpuc4v4FbktWsk8W
r/m2iBFAGDRu8IEClV794NL+S83ULOWXxjrYJ+QDfp7mHgjSHeqo3UVpGsR7LF/EzSS8sn+e1XPQ
McNrO326JE7qXShrid8mxVRj7G4qpM5e2vRfi2Tx++0wkmlIJGyXI3owI3k6RZsM8UZQCIAG+YX/
efGtlhyCrHVf9n4wvw/Q7r+lvqlexyrJu63dFuMrTxUecHoTwr32chGUu/9bEMej6Vl/hzX4DxTi
0VL88kvdJ1+Ku+f17z/227Ed2s+gv7h4scCqWbGGv9bjgBdKrAfYD/LOKp39C3hhPwNJ5XTmXKf7
5Hz+/di2n3lB4DPEXNtSV9i/dGzjNXPvJP0hGbaDYxVkRyEBgtlYp64DVi+6mgFbmF9UeXrOQTdt
apN8qrrhVM7OJwPNZ8OQknl1jc1HV2+iHDHOIPQnx4kPXWk++Tr+OOOmPOQXIXpztojTbLhyWxge
o1N+j8rlreXOH5Nlets7WbUd1bJbKLo3sq/9bdylxNuI5IWO4nNjgQC3WXKievViAKUjsDs/RfCP
/XuApWI9dyeTNX+RCQTtStPEw11Z6nZTOQNYSPFdZd4m1ullNM6fedXPamQu6Mneup2vtgKDwK0f
2mc+rk40wowjx9ex035MOv+r6eWn2U5v6A2AaGBVp677IUPKMEBZGvrwumiI8BVzhprLwOsbgpdZ
WOw68pl0nbwxDZ+iC302b9wT3GzaaeAvXThv43jCWtlrbzoxvS505DznYVXEOTI8uuLlH3bhAnCs
S/18VvjCpwnHCOf0ZnIT/2Ruxhc2GPsmLPFwT9P4W42TD0fLskukc9rUKRxsCyhpWQjSaHAPLsCq
+R0EB772TB1tvWKCD+L3V+GiCbPwXygrd8595JeWHSTvcjQ1KlWfkIZP+EEQuhEgNk3tcA9LFQsL
+Fb7eZ4Z3Pj9GXUXsiW7f4uTx3SCe9+IOXasxWkDBec0HVJzmXhMoZsuP7VHbM5mNYwvl7j1vpmw
iTeZ+JqYJjwjnN3axwYoGrNHNOMjntm1/Up1WDrWbp8yZI3x756bap8FBY60kducyTwE+upz/3uS
6/2Yzeo3YvYvNSd/E2q913n8vIX5O9zJ1ur5b8MJf/off/hf/7waSx01HutP/eg8wmdYRuEhIFZn
KOmH7Im/dR6u+0zg9SXxQkUs5gET/HULk/KZi3mqE0BD/JGH+ZfOQzrPqOjBzgBtV9YiG9+vdB63
XjV3MQXwCfTaAmalsgEYbr0o7jQDckqjaYhYPlMcZy9HwSzUs6AdbsNW26e0BTCH6hyh5q4MpH+T
FyFsNKhbjGFTOCgf/LBhpjHi2fyilWnUbfGpyqpdupQO7AG3Xz460koFqQW6SzdOPrr4rPGvSfYC
OtPb3jWwgOsial7D6VC0EQT5EgoT1hRXCRXs1QABG5dw4/rxBr8WmAYMWWMqXRU73xqniL9kpWfe
Z8kcXfbRwmWRBq5UwZpB2XngFSjQ8+jGdXLK3jxmFkRNjjJ6qj6MZXliB95LF/0sr91HawF2nsLn
lpdc5pnZqLLbTWN+Eo3D1musvRsb3vByn9TmLKpwomb2yH9H8lUmxn1hPPu8CeNla+GH2b8yyhbX
nvu+VdqDbpi4z7Ow3VVgiNQ4cNXwebbrL00fvIisCeuH7FA36p2dm6s5xF7PynAid/jJIZjwB6/x
9Sh4DMSlGDIUOo1LA3/smzhosQQP7Qn7o5kfkcsuStgFWkIcBvExDhjaIj1sG1kRt9iwuZHI24cL
ZggSF/HE++w2Rn3CvXY8SftMgkB3xqyEb9lsfSuMP2CPEn90Gg20kojCupncWUYbJ53l87Etu3wr
DRNC7FOcdiOY2PYbRoIm3tSAIMFGjXb+Lm3b9kWGrivdpLGQlzM4+2lf1cGhyBklu3k2XEz5iB2f
6yfp697vk3dpncSMG+dpwqaia6AG+dlYn7TO1OJCUyYxGXKdSKnYakZwonPSQ8FiZpjgd/BC+vLK
9of5xJ4F1vKzheqxNW+msSnwjbej6buNIfFW+cwbc5R0QMrgxXvPldX3OUF2z8o3Z31sp9vci9Qu
9KrxHPZox95cwKaruuTr3FfSQSCgOajdMn8Z03Xu46j+Gsth2mcmGr7T5LhopGRAcnMZYbTvlHN4
gfHnSg81es636dSgBEW1NBLkoSP9rTd+/zGZ+voDJcBQnU1tFGNLNgl1JYpswo5cY+rLJ3fab60S
7XuzqOKDXffEvUWj50GmaiSe+yIMPuuk7D60c+ldzxWX3pCEPBMeBE3p0hOZncBr7OGxlnbjvYyi
DKPO2qnUV1FOM2sscdW7WZWjsy3LgL4qKpLuuotXNWQyx1O6z6LW1fukiRUBhkDtgIi1mi5l3kPn
MMbObzoZTN3WrQ2JO5OM7C0gA7c+QqThjKrdMbnUhSxvAD6nr4Fo7eSFU6a6vc6z3Km3ydRViPWm
DMvmwKoHHAMkFjJBC2HlLGhiR9IZ53j98v+oPZhuFh9ZPNwjuxNckibysJk2MmCO7ueV2cEQLfVl
gWskxCa78jsMWIMcc6WqxFzSW3LnqhhgvOyiPO301uUFwFog6CZg1j6H7CKsOHYulyxMfXrhnkG1
E7XJvE16ZUcvlg5z1V3Z2pbcmzhLGPjEKfbDbuZiRyDjxU1ovkZHbasC47Jt0gnsXKth3WnKRAl/
U5kpTl7EDq/1jkeFO9PUdQLEgWV3IZ3a/jRKjVEqqFVq7zHJgv6BZ+fQnqZ5ELankunKdDJMPnNy
JlfCPym72Kn3ibTrej9JLzLYvnXTy9QJpLMv5nI2O3ZYBudKtrY4w/Ru0DvszUxzMFWovgJetCOf
pcYiG7AGVp+BJgARGUor2Qk+htJbyfJqLhvVhf15PUTI7VRRUYZqo4KPSiu1nOEuI/AdmsKoO2ka
hD7nro0MlylcwqgbHpBXbzyU3eWFmBehLiw7qqbLEny22EfeAJlu6MLhlSk68WLWMzLjuW57xHRE
vxPgCrULAacTgOm2TZ+ZfehEtbt3RxFhOsB7i6t1ahfufkE+iuYCt+L60vR9erM0fkstiW3L/DLA
5Zr4odHF22sJa5KsRpbx1hnLAFwkrkNSV0cF99mrDKnyWQuQfD4Zr/qi6Bgvo2ZCKOuqYrggeton
0spmALfhB0fnZB476PaL6SFS1Fpm24ijEyTZ7lMDFlc2+HkpeyD7hLke0Ry+wcqht3L5ua1A7PZZ
PMLtse25xYCiMiXt6+hDyKwtUnWs3L+cOq+AghslEcmaQyRZAM6Q57tlNNKgH22XgoRoqyH0lL21
2yrOHf5NKap615igNycinNxgOyVtSJYdnTvGF0p0n+chGOkk6miaTpw0C5hrZVEeQD9GWr6P5Lw4
FMhponZGJHolgfqm2AS6Cdp9XCz6W0mVfz0IA6sRka7Piu0i7zIFMrzpmhga1kii+Ez2xYjbtsS/
oHPcNw0cBWD/xCdFJkvsN7knhhlP4KI8GwrliV0ryMJa4mn6IGUZhzhVmd3idJneddnkXns1Nhab
OILSs6snJ70Y87g7wF3uir1fRVVxWuoyTU9D6VlXs1su6ckY6/iTF7yPPeDRBNnmtxLKXPEiHKV5
x/EkxM6Ni4TsXz9WX2UUpMw5l35+ORNzhJn0MLnvM/blaFMw38RVpBjiCLeFyn+DNFV8FbrX6dad
vJUqZk/117AKO7KPwFDEaRl5BZ5bdiSQjjN9P08a06HXN2X/cbatGpc6Bhhqo5jXwmkIxXcvmsQ3
GcQBcauNEZ9d0BKya2UQDjs9+6OE9phMbH22I8tdQSj09xjERG5EPbpkhnkkbWyaRWN5W6s+wCIF
mhCygVwHr3UnjbNRS959NV0FeBNMA19f3/gjyS3a5ktCvMJpZCsKFajnKVFmDlFXQVG8Fm3TECJW
FJBqNaAPEWLBgvK9C1byfDNn+bB1y0nT/lWmAS5bHHkx1mIGhq10TGRNmE8ncx2E6ZYD2iLgT+jm
Cis22HTxkCWfeWfVt6VbEATCqWZM680hPLQsTkaKEH8aM6IEE/O6QDtz1afC+QImrnkhl4pzCxyo
B4SG3TjvF47LC1201B4GvjYmoGVtDAnxWcsaLkf4mx3Ikdwvtm7kRnWLex2mYX7d8ycYX7RCxQz5
8chTCnv57f8Hifr5/Nt//A+3U5i/3VuRv4F7L6PaP//jP90DidbhzW/NlfCe4UbN3Ia+ij9uTXl/
a64EHZS/0u5tB/p8wPD2r80V5Ba0f9K18aRfsSWfv/ox1nGRcK2wEi6+Dra9v0puOc41IHQDqIkA
EH4VH8Xzj0gukuIrDYK+BYU0WYY1R7Ewqyjbq9C4y8dID5E4EdHY3cyBqN9XWGsUJ/EELH0VJAkI
ttDQmPdzXhqCu0v09E1iUW77Uem9cHr4w3auyrdjltoElXXeUu/hS1TvYcadBhQA1a4fBeYFWAPC
mBhF35Hlqa1Gn5QWbRvGP/NAiJrQxr6MMzERbNUMiDhMnlrOSRridCEd3Z0XQeYixIFoeuaVdmbt
Jllm4NfR3BCaaenmBhVy1288uMzVoZcSA6vSbSXkQzBdZPBOKfUbF5u5+BwiRV3s5071z+0BYcB5
1KnKOXPcfoCOKgbm0zHnwjpFcHi7+irAedSPbSvCj4iJMfWXHnKEullISzplzTXziIJQQ1N50HrA
iwyASoh8ZvQK/yJntyJb7xYKRmYKETis17ouKsOh5HAB1mUzLMarpm0i3DsMuovML/S8W6pIDVsz
DB3UcGILcKOYKud5E6EN7uoqKE/rWc2fGWkFE/Abvl9jutgc/mHpXYreTNWJstm1nkdi+JIl1Pdn
NvM9GszSw0yCuRW4v5+lqmYMU6mMkBDBaH8KoO5c9bS43/BDXV6XgpHJJq2z6CyOG+YImUjDS+3U
RbaXWkfonUzPdEDMUXgY274ix66M6Z3rKFXtrkmybsFXzKcL0RARB+hPY0mU1sS627pBy30x2Zhn
Ls+tbmrUftZ2aVN1s+hQE/vWxi5nUBbrb+OoPdLM59z6TLXeZLsi0PNp0PZgiUXAAKBUYky2onKs
r6pPONeYC9qkaSs0gqfd4oUf61HWFxNSOuDIeUJDhJQF4/eBbIoXXWZPrMwBm46tsDICSuzIsb7P
M5ycoTfOfCqbZDawrClHbeRLamzPOPyK8Yyxk05eFroR3nMHkG46YCnFcGNTRe1cfcztBi+scBRN
dNGofIFf6VXKPq2XIPJPKyRNZpehCKKhd5Z62JbxYi5GL7VXQYbRMMQVdiO8ND3MVoaYRXIGLwEu
5gbeY5WdOVaOgRyVbYwHTM45s8om1GscOjGNnip3hp4xLDQAlwLCd/etsxd6sD71ztLGrRBENpoS
p59DF95R4zDsyhyC+1gE4IgmvWyYMcGqDab2NIeDdLI01OBqVOUTFpjHg2FG4CBUyFuxV3VcUoiA
u+9gQbCFhWONwmy16kj/nahzOjUvG14+599AY/jXIYX/3kYfWPg/hhj+yx//AbjwX/74n+8eabc/
89uRRr7AM0+B7CnhigAtx+9MBbzpOeMoyjzfl/dkydAbHEYNTkhCxO2p9vvIQz7zmVsgHAu8v5jT
/wJeeJ+tGYR8qFXgfMt04mi1uc7dFZJ7bkdkQmVftklOolAwol71VPuEd+bDq0gJ/ukRhWBzfh7b
EThZWSP5KZdLNXpiP6cNCYVJOZ3eee6vfsM47wr0fnYVSWXgCDzuqRGAX+/eyzz2YcFLNF9WYQR9
qrfAPDvP/Fa+AWbHN5imFHOsq7tXOXI4WB+Z5HdTAXiAfrxW68e481KFygq1H9TmUky6I/ZPBQxl
Apn47yxHtS8XhLXf7c5r3haNgxubjwMCU2sY+dkutXB9eoLi/ZO79kL4a/RHvs1CWveAOx9nkF3s
GTfhru2RrKVkai5o6fX+8Wf7s7tmsq/w7oTbsrJb7l+G3C1jJXE9XaY0sIS05ykDIQfTvpLAlGWV
XU7CjTajqcDS7C4s36MjHPydaHKd7LTlTq8e/0RHextfgweFhz2NgSG0F+9ob6vCpo36tBsv00Vf
B5XMT5yWI81ampPHLwTH6C6ZZ70QmL0v4NgIyDzHm2hSk82Sus14OceJ/hrHY7ovFr8EpxXmBUeq
euJ6P3nUyDJDyU353rorHOlH4mLoKAC5szFYSa9JQbpvPplPntbdB6uKMC6xSoxCI3/uvjlOnXwv
UhzPLTUz1nr83h8sLohUt2zy1R0hWA0Q7i2uThukKgZQN4NZvitjijma0R8d0d98pR5ehXfWdnFt
COBqusfCWieDhpsnyjtY0nZP45rsUW37Z796K3x53AGtBdQwioX7txJSxbAsa6iTniZ7InCad2mg
nQ+PX2XdL+9MX0KFMQI9iGsHPvxQ+vL7V6HkqnWDYudSOHG6nCRllRGSHrRjCO0gmz7hxcbUZInI
TXviqzrKvWBf4tIsTwivHn4WDwj4oES1s+Arehm0NXWeFWcYCbZNKA49Om9SRBfUnktRt+6ZlwSQ
IX1/8ggFRjGw7BQEnisr7K3+9S8/EEITmc7L0GWeJI8eSAFxh/SfoL3MwgUrHtHUsyATzK6+F1kG
MxWURn5vsr4Ln9ixHry2EmOPdRSGJQj5RsHR950Ewm2mIi0uUfXI0zTwql05hDg72XZ/Sdpa/MRr
+3ARr9fzIfgzx/P9tQm9uw+XWN1RzlcFAOfkbifjTnsV6Kd8lNbHdX99kT/Ddwx5ImTjO96MpOqz
ekCmeam7DDPhnAAJcqEWCdRXQL6jY1CNeQvVMbvpgh5TgMe/zZ/cJPUIZ7gv1Pq/o1NAV4Up2lLr
S90yJA9z7JLHenaeOmIf7O0MMX2fcB50JK7DWr7/LJlq4u/RhKSiLlYJl8kqoGfJpbI+I+uoawSF
g/k6+nZq0SXr5t2ogvKD8htAKGwIuvelX2NS63cWXOoGjcFEAV7q5KmP+ZOnEXI02Ova5nWXR195
LvSabOtWl2tMyrtpJUQDyRI2Q6F9GqhqfF/H0/LOxffi1O+A+0S25OfKs9MPdl9FZwLF604hHn9i
Ezryi2MrCKDCAJOsIAV81pVLc3ctzoBlk6qy+VDQ4eDjgJ8VUVVVDeILalpCjj7Es90jnMz8M7lM
eC7Paf7tF9fK7YcA5mW5eFQORx+iaUHl3UaZQ5wEw9vAi8oLOyueXCvrQ773RnAZj5tcCzIBHne0
VgyD0txhmnMAFo59nCwEjJlAYCewnWDovc3Alz/R44k3dc6Uc1cvaUDEsp2FJwgWkbMOxhBq8Pi9
P1jAiD+lRCBN5U9Z5h9tPn2b69k1xhws4wlmQqojq9CFH9LASP3lS9HFQSogetb3xe2xcKf+c0tR
T0PfDIfME8nOuDOe7TPO6CPzrO+PX+rBesdxCeMiuFgURcjoj9a7x5qqYzSZB+AccYEbv9ypDj/c
x6+yPpv7Xyg0LsQQKIxvA/mO1o29ZHYppOkPQ94PZ8W41tC1NTMBkzWojngq1PKn1xMCbBsJBtcU
918We03GIs+gP9gou3cGjs+esTv+8ZH0dgOy2yfalAclQuCBUQZ0KOG6hR7XVP3kRxMz/uYQGyhL
IqyvhsV534vwjbGmV1Hl+k880IeLEXEJS2QVtfClBUcP1GnzCt6jbg/k6TJXX6Iu+jSHvT4b8sq+
evzLu32r73976+ZDzcwRRXrarTzwznKM2zmOIg9nP+iYODvI1NHBRpY6d3ZT29gzNN+ZqdWoHOa1
Ac5BLqJ2ZzWdDjOBYmRa+rfu3E8Ws5cMvK5DgIEgpa+qBMPAjlh1hvcOqeZFQc4m5rm+c9nacUXe
edcwf6VEXYghGY2F3a6FTzRuQIYJFt4hDUyyAUedDX70U7wN7Vp+evzuH74g3PxtNBztuU203P2l
NKnFdB0jv0PmEs8J6lScdrr75UpjlXHa1FLQh9nmj09HCbu2qmLpHBjDmJtyGeQ28YT37vF7ebhq
uIrjrFsr1SwSpfv3ImddWbVcnEPXltPzIiLwK8YyZh8V/VMt9c8eG0011b8gpI9W4P6llhh8NgLg
O/gzhkQiJRtO+HjEP35DPzkVuSP6uBVQoV8+3r5K+jXMaywb4wfYjk2lIVz2vjdLNPOJtw+mufjE
Rxle9FYmSaWJ9C7ohuoJr9Of3exKD6OV5iUBF7l/s07r51QB2jkEOehovuD5n+tweuKdf9gNsEj4
5XZIB0lMr7d+vXfeQzdZFhvlqHMQYU+odmhIr83Cbn4Z+W2GE0bv4oQ5RbJ6FyoPGxu5WLazkVlT
4OJc9p2/UlOgWD/+Hfz05j1vdcJDJIPa5uhT1ZzjUw/4SPYtNtCTgh6hsMD89auw5UkpxGrzGa47
8J17h1nKBKB3nUMYwwPoVRC9nBYhfkM8//VdK/0wQmp8AXnMLuDZ/atEg4oHacL+QHZs9cECJ8Di
pXrq3XhwOqFWohSmuqTeR9xzdC++VYadrjHsljpPvuA34332QNi2OUXg634a9K+eTuglnTUF13Gh
K/JK3r+rDOLpCNoyHVa9OtVpFLRv06WoPqaDaC81UwmYDWnzxEvxcLmGDOiAsRCpgwVAD79/WTuY
QxgJvXMo02U6oDdpMNVpO/uqLeYBdwvHwvyfvPArV8XmonXE8N6BasusJ8YexF5Eef74Gnq4W1A5
A3jRybFO1/L+/ica3QKBF/68BzVJkgeqUULoKRt5FXRtcNHYfvncz5r4eU8lfb40bamY9FvByeMf
40G/t34KhqGgQaw0yuj7n6Irs4wXCd2lVSbEAASRxDm9hjRHmESybxwk81YivGsQ/fzs8Us/eFfX
S2OSglWuwwvrHq1voapcRfEoDkHl558jY5Lr0kpf//JFJO8pRQlEHpsz4P79GRWmc+X3JDYhQmvh
dtjwvoX2rn/5MkBpIVshpr8CBPP+ZTT9wQJQ5h5GbOg+FTq1zjmMrP0vX4URM+vlVpgY3mYV3Nl3
TNB1yZji6uN3WfE+axvIqHRX+le3txXNsCnlgOsB245Xpmvl2Hw2tXuAsiN3DN1SfCnTYvfrN+M7
LD2QOdezvaOvPw0rp+uqzCX1ksGib7vp3ir0U7EgP1lkK2i1NolQqilm7n8xedBotw8arpLJkOAV
iC/tAlPm8Xt5UHLzxELOwvXcpSpb+QZ3DwRs7XqMAQZxGLKofp15jHlL6ASwkAAw3LGMnxeJTJ8o
hR/u3OwfHj3Z6oYh2UjuX7QNzJK6ZE0f4M42hwH3wvdsVtbqyDOfxoGFzcDjd/mTTVSAbEJOALP1
qb2PNlGRe0k8Fkl1CKBLweNr9PNCoiIrnNE9w1UuR2o9I7XqFykPBL10JGlhn5RhAnNexgpLnyc+
0MPnzgcCCQUAUC5tz9EjMEWVzGHVlAc4RiU2iVOtX/stweJ6sMebEInkS6b2uEP5QxQXOxH7fbjJ
R7v70lp1HO+s1BCb1OFYXZ9i1laX27V0ezN1BlmfJSsY20984nUjuNe+rGeQYnwHdYp94vZUuPMK
t1E0L13kl4cCFtNp6qXRpduO8RsmN3h61umY77vOTN9DIoXgHIzYigxY5D5VJ63b+tHHoMO+hakd
qC3h0YPLQXp9nZf1gVTTNaqzDIOTnvyr84jcTKw2iE2rGOra7XMdLWmzSYYlGZ7YzR40AGyTMFx4
GCCaKLaOtuYhduyhYV530fj4NUYpCbWK0mAz4Kz4xPv5cBdY9zPeFjabAK2Ve/9VMTPc0lzV7oVV
RN25GxXORlMS/RuuwviKmTgMnvVK96+CQNJK8MoVF6z34LRJxuY8yuLyicr7Z49tPQFQl696tGMc
mHyEVOMYIi7SNkCnpL4S6YufW9SYk8fX6k8uhGPEipIg8kD7dvTQXEFB6LT4+soqhmtf9aSuhJBt
0zH+/viVfvL1YCDlMTdBPI+A5WhfUUWTKCkLdRFaaXvqDAbRdxLGTzy4n19F8b3aKOg5pe9/PTPF
hevFnALJ6LdnXqfgypZMTx6/l588NaoaSP9szOxKx/W09mAqo6AJLxBUu5tmNWlMK3SwThiFT9zQ
zy/FcHLdATlJjx4bk40WW38VotUS9de06a4DHjEghDTB7tfvioqd8zPge6Jqu//ses0AxUqy8AJe
7/BVruoE4cvs0iHJ4Yktcv0a7m9Nt1wFBwBrhb2PTfBLx64D1M7RRdm2qE2IQXqTAbRStVk1qnbH
xodDB+lu6jIYpY/fplz3vQcXD+iFOMbVeqv379PCYBKXaB1dILHI4y2bsM5J5XPVl7wfp/QcpYH8
onpdfp5rKW2oRbl1o7Wqz7GetsH0WBRvbF/h0+NgXthtBVbR40mGsPjab11o27IzEBPsMv7fnJ3J
cpxKt7aviAh6kilUI1VZlmzJ9rYnhLe9Td+TJHD150H/GVioflXoTPbg8xfKIpuVK9d6mxjSy1x1
HwbPBICqZ6aWUS2wVi5MbKrfXWYb8PkVvT5IjhwM6Ii+/2VYSkQZ50XQl66lECFXRHLM81VFb4KF
BXAZTP3nFrBOA97Oiz/y/09kaANIrvbt0OifUYo0533T5M7PFqLAtyzp2/xcxxpU5xlbW//Kgr6+
pKkkWWxSQb2ap91m78DSjMulicTJqv0v8NKf/BSErKy0BzzxHrRkOF5ZxAtraPiQWSjFrLtos4bW
RK9XLxZxchsSy3EW6lRGXXp6/yi8JCm+A38i81ujzV8XuQOq3sM0Hq9GBLJ3VYRWc9aV3oe3R7lw
xHkrQ6sgY6D54G1GMeEJxMPIt0TILN9qtqUe7Ip9h3fatXN3aZmI91SNnqfO2AzVdF0DCFqJUzks
SFXZU/WRIocuA8Pt0xuKos6h7pv/0zSSOiNfR28eZvTLaRRZ3EVaQQyLclEfc0QEgi6dxiuL9Trd
WbEl68XM859pXKf5r8VasiWxFqmLk4CfGOa9Lw/z3KASrrrxIV5qg1NjqZMZI0E8yGy+EqgvvPXp
iPLG99GU4S2yfYV0laPqbqr80zBW/W6ktnyEomWGxrg+fZa5OdW+DQpDlfsG+Oi9b0Xoyr+9ldb1
24a2ZyFuqucG75VNdjLI2gQ9hWIded+qsdt36kfuqOTw9jCXdiztcOpsNKvpQGxOXzHUkRxnm2GW
1g+0sSlhSnup9cHTbP9KhezSsjqG//wWEQ6T+3JZncKMqnRl/pgot33HI0t9Gukb/4eY93RjWUN0
10j5L/Bh816LF/fX2196YUJpgVLt5e2x9kC3ByaDAmgrTTvhjFAAlm2Q9YinzLnWXrk4DghzpIYA
nXFMXn6lFZstqv+eduqaDk1lqXs7kijn8/u/hmY45FVM1wE0rHP91xFJzYE/7/vRycxQ4HaHQu4m
6by/5gMSEfwKWRhBjY7Yy1EQISl9NYrohFu72CHICL11nK5J5K57bLPVBTV4Mn72BDj/TaZnz7le
OtL1TlVKNr54lfFf2gn/oYWC+dRbzdWW4oVNT8eSEgDfxsfZm41Y6aUn43wgtZzWlgylrZNC3GgX
u9q1fvSF3QAShwNmPtfNto7soxElSWa24gQ6376hrSJuec9eq9Je+CBfX3t6a4v59clKYhN60+yI
EwRHcdu2jfuxHfATS+s6//L2xrtw78BpA1OEWcAqPLo5RvMoYyk95k4sTh0WrdB3WdbND3mjeTfj
mBpPFqp0N28PutLrt1vEB9kHnV4nz0OW5uVGLEba9JQ8vZM/29Vpgklxt4KY/tQ9xqu5aD3Up6B5
PnrS8LTQyfsRtzojms46bR0r6CCX/0N7H7SlBgrbC/peLd+noUYqh+ZsZISDLPSvlu1BtBCNHOJd
kUcD9yp1gSFoBmfqAiwsHNDk4D0/+LOxiu+MMnWhvFfud2uqmgeRVNNXzXLzf0zCKHyCMS6PSJZC
5B6nWJ93b0/KhcybK3Ll9gtiN5XZl3OSTLOMOhhVp0GT5RExgfpW2mZ5WyUdwiW5b5zybAACUdap
c/f20Bd2NUOTq/mASxz9ebn+ij51ORVtW692CyvBs4Vfe5oKFKLfHuXSooNjBShMp4MS52ar5R7X
at7ygUgENaEp8RmFix8DOVTXsqlLQ60hji7cqgFpbQNdW1cN6tmEIDmtrvC53BsIh6Bq4DlXcsRL
cwczG6ovRAETpcWXyybLWhdVJL2TKCLvflwpH5CAm/dn1XwGcwYRCrD/toFia3WV5TxyTrGcupuu
y/y9Lfof718gUOdsgBUrzpv25aeQmKWeymLvVHsJNFEjw/yzNctjPpnGp7eHeo2CBTEP+t1nn9Mb
eIUZJzyTEk4TEQCSRlj1bAGwbR9WV6kwmaCCx3ON1r5d3ZTmKi0/n6em/vp/+BGuDlgUgWQi+hYb
0pRxrzWKpBuUPK+INls5OjLCUCoqMKJexb59F4FMiWxla2q3ThTnx0ggL3YlO7y0X4ECg6igVM75
28RDYfPE1paUB/7cpUdnHIsbqSknRC1p2b390RduZzJgKjA0HAHjvvpmI8JUHrGSk8V+xWTViR9R
T/BvdLKBs1246e3b4106H2uYh81AqsagLzdVNYwQ4Sp27uI5w8H38BDxDVCN/5dRwBXawBdJOdav
/iuCOXrnDVnseCcen95NMzrGyYTSdiWCXfqWNUSSaHDWady+HCV14EvVNLxOvTail5jbKW8IvJ3e
/pZLVzL+Q5x2khmeLJv8ScvMOU4RJDh5okVH24xs9BExf48Xnkadg2RFVVb9+7hEYkW04Ba0nkT6
QVxBLz8NrLCR1nPiYiNmQI3zumTnlTnMK9S0rqzVc5L0MkFkLCKZQdMOdoy32e3agMi3MHPnlDQj
gpKmiH3zsESdh5pIQf0gaGo/f+ry0cWe3JOAm0sr6j84eIZhnh0X1OZNPSmPsa10CwZG27R7kaPy
jQtYNSB/pWujw73f/i8L6v+LCXh9djxyJUr2a7NWiG2A1CyhJUD37ZNjxvRMy7m5g1q53KjcdYK8
c6A+vr0VXm84BqSYQftsLc96m8ZmkcoGTFdrn+YVAjhIC8Ww2BFXtvWFBzLKRbwX0U1FsYFy0cvF
RwUF/VCK3vh/xcDH49bpAt+V0NvmjnexmSe3k6v5e0eU3qmIc1QI06648isufStVVOofICphR63/
/tcR9qMMBmdm2SerFPpxap1fc6+uJVmXBlmJVauIq0c42kSjEdFvX/JKPI0wIEP4kctusJdk9/ay
Xdon5FLc1SSfdL43o0TAfrQxNtxTjEpTCNrGORAhm7AkBT/wnLzWMl7/3vZAIYIGpoMh+c+muJAY
A2YUduScEIeNgn7K25OCMnwP9KG4krpfmEAa05RoKe0RM7Yh0G5dOaHJ5J3oLkmsqlrVngfoX8b7
dz7jrG97Agxvus2WjMwO8ugYuaeSPsxdbwMLybT889vr9DrS8schEdALpC6FNeXLLVfNRcXGH9yT
1aCeWVeSxkSku4jyo9E2OGZympfummvx67IJG4I3F+eZ8waV4+WgXqP5Sndb/wTkYoEANOry69K1
VEqmcTUz4Z/vNdXPyc7uEv9HMZtm9/D2d19axJUmQ1+JT6dp9vInuCLCjaZf/JOaR/uxTQz/3pFX
77ELu3INKqTE5MZ0XTe7kmdk7RvSpxal7Eehmda93k7xXh/m+sp5u/A9kPY4bLjCkL3qmzBJK8bp
S7uCLUxaGULUxEwNIvrx3bPGKEzbyhPjBttsyQZp8xJVq+iU8Rx9KGGKBXSZyiuZ8aVvAdoHKlOn
Hovc3Mu1KVJ74SXB9nD9OvpoIecU9EVWX3m1rCu8iRhUMehdkYODMdnC6o1VCAY1GnEqvHYVGoz7
I9E2P7t+Ru1ubKcP+JqZB3Ns7Hfng+DLIViasLUgwK182b/DvFrEQs0wp9LVCOOjtJoOAXiVdteu
zgtnmwCMTfDKmeLNucbov66TlI5zWRRLcxZpWp+tJELY2M8xB4QeXRm7HNXYfRtJxGrevUvYiToS
TrjzgOrbjIvScBXZ+FieC+wD94mmA8yEtnolDD9bym8WELg+VBmoSOyUrdmwaw+zNk5Rdi4WLKGO
XZVq7HxK/ElQCKM54tJp6UEVW+afDkmsz/qE+lAglVrOjQPDFedezHB3iTbXIqC/ZVqhqyOuGZCT
DfkNKkBJvkM/fPmhoQ4Wh2nb6NZhlAUGdXnuiidwEpa+N2CWROEkJG4kg4WO1GHAJiMLaTObyV5h
8/h1iZYJh7rERc1FEg7/aEBVih31Qwc7DTwBsd/QklxhEJ8n1i4rYnwKJpTK0PNHoVCGeeqKx6LW
BywXOwR6vqUL3PqwbP2o3GHfhzPjDMdzR3dclzcI7+T17TArhHsklxQYfDcZhz3I7tLbNwPkg9Ca
WjnvvamPqsBc0vRH7Eij2NViaIcgjeLpxzw0SJZjH4OWmjep+hGhtnrYicjT753GyWCiTKh8paiQ
ViiVIc+lDfroryoY2bc+xRMMaZvCpixemsW452521b3tVc4/GRI19l0cxUkRQIHV0w920edWqFVl
82fVT/RAmInKgk2X+5qBaOCUFgVipIWFFqjR+G448FTDoFEfjWMTdz6N0hhUZ+BERfHHKkvtvHSo
hu3AjpQR7LE0+vb2Fn9OxTabb0V0gX4QK6xjW74TKi5lkrnyPI5d9Rl8UHSHxaj1mMl+VXBK5HDr
LhledZo2HtxJ6w/IWLkfraFDltwpkFiymsx/NPRCXkkbLv40gjRZM8x7bp5NkDZkPTD71YRQr5M/
zIs0z3o7Llqo1VA3QUDLqP+DoUw732IjJsmWynyo7yPsZ9nNXlH9WyO58DsqjRpdIn/EQ/rtyXsd
31fqxHrz87wD3rH++19xyVLcYjVE0nOOz20XSqr8Hx2kr669iF/fvoxjk9+A8YMZu61U67KJfZVZ
8izbyrvtK834ZDSmeaCM5H59+5OeEfwv9wNjuZTZVs9ZSgabfBeHzr7WM70/e/jnWjvDTccnH9Nf
RA2xRCj2WB536X5MBiQCTJN+uOpHRFfYu19MUSdzkC7krLtCdNVH9IFrRIUrGbXBxDu42s3I4j4V
o+NP6NCI5LTEWaUCwNvpvWU0hk1rvvRhAhoYPYUTa5aHeZVPP5R0kQeg2xZ3J9EvyDUWxdg5V3bc
63tGrFg8GsBrExX+zcv1dBekbVBPk2fsTFAbK/PqT5NiGK2WuTooSCuhV6lp//aMX1pcnuwrbGfl
yW+JmpbZpRnpgzzjDG2eUC5LP4DrmQ5ZGmtXunwX9iuAqlWyic4U4NdNYcCuUqKlkfRntnQXIqYV
3TajOb47K6AaBaoKH1QdOuG2DbFA0oPgbnSQXox6pxoDLyU7u0avvTBtkJW5WNbcB+rLJu+VqCOl
mZF259wZ8TaYhQzlUKt9nSbXHpoXh4JIy+eYmA1t04ACnRt3aKvujHtNHOg5EtaTDjOxrbTuSkS5
UEvlLbtKhpBQUWPb9pbRsGhxkiTVgT6I+0CRib0zxRZeqGPyeWqc4RNNjf4DjM00C0ClIHnYgDzf
xxh1Hd7emK8fN7RKYWyS90BahIjz8jRw3WpD5mMbVExae3IyR3zUYKaiL2UVMMXiue0OTTnHNwXx
Yq/LQbtyN136ARDR12IuMe9VedMca4gGvtGeO2WoQ9V77rTrc3OudlFZyZ8aGk1BY/T+oeJcHRJg
/1fADq/Py1oeWvsopIB0mDYXkNa401LDDTuLxi6CqpTLXmlWeWWeL4yydjpRdkEKGoLKJsvMEPDt
O0RKz6YvDYAbTndTufrw7lO54nppQdJtIrBvgRP46SA7yAP0XOtS27vUvUPdvxpBL3wLaDXaAEC4
6Xlu+8XwL1YTNtc6Z/aAvliq5J57RLuSMV8chUhGP5XONI+4lzuTLiSF7yS3z0mbDrdLaqjPGZnd
tWv30jCrSA0tGo6+ty3eFoM/OJ0focpQ5f19Nybx3TJl3pVq7aVRaOKzw1l8DJLMzcfUjZfLWMOv
q8CPfHKK6l7ibvX49mF+vrte3uv++m4HTLK2119BaovWb3kLpva50atM7m1daZ9MB9nQ1Bt00Ha9
/zBPiN4LVU77fh6b37amMNkr27Tex3lRHiTC43t8w0deFHLepXnm7buqqvakl1poj6reF7adHNBM
bhDCXPB5Vy2GDCsoyNDb5FiijrYrQUFfCZqv4zMdb97w1mqtBCRpUzIYPYss3cvNM92EGQarhwlR
KvoARc733zqUAqn5kCBwZdPterlYsk5HwpAB70n54oefuVHYEMa/mHGq7d5esdfJCJ9CbZr6PeXA
V7TAZaJkP/H2Yfcl1Z6U17hvYK095e2UUDl34j+VX6orUeLCVPLCpt26hjsYGGtI/iujjQrlzXUq
GLSZi5tlbJ07ByIbnpijoV+pW2zze5/GFXnWWheBXqjzSHw5WK55qB82OfjrRCVHPYqHr1QpjTu7
64oHhSQakny212Lxm8bLrpKr8nsxND89yh2hwK/nE6KweEhllTNfyZSe4TN/HZf//W0w+tYCM8F/
E5RrLKCW1B2tU241McbIDg5/zYRdaTTgZh84Ruwcukj0HwlD7bEdquG+aIwYligdDR3Swyd6hALt
rMbaOz3uF603qFNmg8qOscSA0rygMAwZbToAATb2b++d56b4Xz9/bT1yY9JrsBAeQX1kE1SsxtTK
onMR40sa93eFjMRyK7Hh6kMl+yraO1oeA0Kvqh6vJlcRpnOhefh7L3a6G9WynAHfIWo7GJhVoxKJ
Ngs6sTkq5EanAsvsE4QJPRn9GZK8xRUeWvjZz3MNh2yn7tu90gve1Q36e/ptNvNYDqQpsQJLh9Ya
0Oge4hQfqx4fbc0ZLfMwdmr+/PYcvIqrPBzXrcVhNRyKOJuoMOh0ITwckc6WF6UPoG0W3gxXOx2v
DgycD6jdkJXxXlmZPC/3cKTp6LnD8Tg7rW0ckE+L71oIIYfata/yHNf0fLOoVESpNQNZ4vbblkYT
Tx98X7PTs13piKzoJk62hZEe09Y20eqVjXrQOzViMJlZew3Z7iBBXyisUaS4khi95i+RGAHLp9O+
qre9avkn6dJVq1jKudW9/hNFE7xXPFDV59IzUNJMsC6ojnXVO786YUxfRI0cTqAvjf5zmhdqSuVA
X/vK6+3CUtBjAJTCm4DG0/b1NiQSuLLw8nNnzEiTD6N5KKYq2+eUjq6Ehwt7C5QV6wATjq7Qc0Xv
rzCZjqhyV4VgqHEZg0zO6JTaKKy/eweDEkGkgJleqwzrr/hrFLiDHnmukyM/gdOcIYs87L1yuRIr
Xj85KD2uxqtgagHaU2N4OQx4IWoB6EKfSXeydI9qu7wb+iGjxIfDJo6nfoFlCAjB+LuvFicL81ho
v+Z8bh7hZMz24f1fDdSQzjXMAct1tl9dKpIlTcvPcwsyplFDeZyG9lrn5sIK8sLn/qFBzgPD3jyF
9RJLPBE1+Tla2nFP5ULdtqqWV664deo2J5aHnLUadgPSIEq8nFqKfpE9mVF7hq+Q7nyqJHs4Ef0t
yjcVjgfo8749dxeOAERwMPTcWbyctgX5ObV0vKURLNGT2cCMdpz23bRUH23NbN6bg0NfXMsWdGlW
kYBt7UstmhRq0aFLml4ddJFfnwoUQa4E8UubE8LxCqa1HdhAWzqwqSYelggYnjGg8KHT9Xb5Jc7d
udh5sx//xga6ONqoQPz2jBnPrqGjzBdIH7u60Fa5kV6JMa+SMmqlbEz66sBtuNU2+VFdD27RFlN5
HgA27UfojiKcc3xyW8Mv8bhhTAAlln2tLnBpXG6YVYkC6PIrNWshBvDmvlac9b7xboUV5ztNST1s
JD6VYWos7QdD44V3ZT9Z6/dsNjCaCUSGVZxt7XW+3MAREvStKYvqHJudzvXvjQDeC6zLH9nVSRlk
oh8eRmrF2te4TYpfKHE0RaAS2/2llbiz7528qs5G5WIxnHagN0MrT4offEX+Yymk/JTLpTlGqMV7
4UAzH3gI2qD4bmip8R3iRPqz6010N2icFjut1vPyBn1LmFnoLi/lvjanbA4A/KOfTeqa/+pLQaWy
FVZh7sZWc76MVYXwNI4heRyIeRb3pGXRrd4oY7zyCrkQUagT0MgB6svbd1vHK4x4NjulKuQfnCj0
KFfva8++tgFfLwiqK1w7gOVpxuKN+3JBinEC82BW2TnNoY+l0Ky+KE9LH/u6tNvDMOm4jGltvvzO
Sxtn+SFpv74dYtak/OWOIGEH0GTzDAJzu30hoPTQGZWGYVIGboYWt9vGiO+nqvotnGI4lahDnpJ+
WJNbV7sWdF4fA6IN+ZwBsQxk45a2b1g1DLKlyFa5ELxjk+zGNnvjsEB0DfA4Yfcg7ffudWXbMxZF
V/R1QBVvZtxouXQdrsc8H9wHK6shkJV4yX57e16fld42E8vrnDEAI1Lr2mJmatddGpkn3RnJaX8v
sg4fcC0e5e/I9qJ2102iX/N2PWpCMa7nSe9nC9+LSmn/tnUPJEWr52j1ZAFajOJ8svwSiZ/IAxdF
JeEdu6g2jFwQP0cb5NmVSPH65kFSES47OBzQF6igvJylyKdYYDa0kVL2xSHy+99+an0mJzKvpAcX
ByJjEZy09am6WQ7U3akn+R3lcjQO8CPTvWaHYmh0Lhsh3luaIQthNRCiYMOR4Gyub6fBgbFEu+Sc
jEI/qyLRb41UH8orl8r6Z16uPLIK5PQAKwBVApR5OXeqSyPf6jFsTjJNIgEA+zDAdyPbNyXY1TTT
rGvUhwuTuPbTwAzBbwEBuYkiXVbIppuc8pxnKMeMvjPS15nw53H06crHvQ6LfNxfQ20SLbWMTjPX
0PR1p+12iw2fc5bvl/QEx/n3KObLKZyToTKsxCvPJY/QUF8wYfG0qzKSF6eNwOeiUcH+2xaabD1T
rpiZtjIbvpRIiIVtjgtWGUXL8e1ocHHWaG4gXA2UEzLRy+8BnEyOZzOSqVvtraeV3R4aqrhyaF/H
cmbtr1E2a2PPspC0I8qzJz39kPm1e6ibNt61VBU+5aaf7UDq9LdNVr0bGUMWtUJGQNs7VIqf846/
njZpBomuHP367Pm9sy+Mwt3h6fz97Um8sFys1Kq1y6OZ7GnzeUnZ5RbVOj5v9HGsKjAP7zH02NW6
me3fHurCelErIjtDnBOFqW29BVsJbWrAv5yVGff/FiT6ZyWoPbx/FI8Vp0/AnoDl8XJX4FXQR13M
KHMluYVAxay5Ve09vX8YAhGHdtU8BB/4chivhFuZRDEgVV0YgXI8tUM7srh9e5QLq7NW/fRVphxO
81Ybr3QSgaUXzdaik8lXA2PdfenP8yM63e9/SKMORfK80vspCW2f61braL2j8YjAuc48ykFg+4SG
ypXTdCGMoynIF/E+BX+7rT80pEMJggXNWdWV800K2Rzm1PQ+THmRPXqlHK5QPC7sOd6UZCQ2BUrg
f5uYN3ai0Wffbc5jLO0PbmnOoVfW2ZUn7MVR2G//r3WEwtDLzZBUeGEW5tycNctsDkkP4BW/S3ll
7l4ndvQ82XPr7nZg1K6b5a94gD0WEgwTyY/oy/RTrhagAonEGaXwhvueaT2O2lV9vwuPy5XCDECP
ULpqFGxGnZ14qt3FB1fG3jm5JpY2QVQ28c6Qzngfu3F8iymHfmeMenuM6avdeartn7I2uoYkubR3
VgFgSA9IahBGXn6/N2O3ovdRc+4jA6pcbSfHNpPpj1La3QH8iriWc1yo4LGWoH4Yk3yeYvHLEaEQ
rlnvVJ/1ojl72uDsTQ/rxnlym32uAd8IUMzT7hMp/H2ZW7hHqyY76rgn4cxTxlfi53N++FcOROkJ
XRJBosWvAqKwrfq4RqvhRhs75xYp4mDybPw6zRoMWa/Z8Yd2KYbQQ7jtMYsn+9FVVrnLW3QSk1RM
T0D43CBZfO196d/zb+L6pem/7ksqYy+nKDMdxfKPztnQeePkKSy63pTa4V1x8HkUNOuQXgaHDdpp
M0pTmpnbeYZ7LigrrjIY4lCgOrmLBsu4EnKf2bObWabJTBwEXEtnactBKDPdGJY5ss+IBST3SlYm
zzQS3y5MWjt9SoeexzKql+LfEdu1ZNfanZWhYTS2MXZMmPQpMSRpqGmTUEHnle2vutIrHLpLRM6D
aVDiaR5NFF6raPCTHZWb/qQ5XfHfbGr6U9wZThHOQwIVIJ8rJw5BNc+4s3p1qYcDt54K28b0b4U3
IaGnLHPK4RaKaAlgWZcqJAGjztzIkkZk1VtGHtLIqn+Ui+iw+Iim5aQKPOZ2eb4YZ2dMuk+mLXt3
PwwWjcgUoM21x+GWbkEZnHBPZc9mlpjYreBOWYrMnksU3nD4rcGjloV/1xVmjAmUnaj96FXxrdvM
bTjNnK5VY6s+LIV/DbZ18XcA2qK5T7dw7fy83KsUOGO0Q3zjXHUmuL3GTrH4UEbdaAf0rTmzADV9
Geiw8DA1WBb0GJfERvbXqx3jikTk5sp4nhMgI9QFudXBb2x2NNIPSZ2CKDnjM2U/5FbSPkgUMa70
IC6PwpOJ9hjkjC3UANDLMGSaDqBhEs3BM2HWTnqdXUnEt3Hy+WNYVjYf/8ERZ3NHVOByR6s0zbOm
5ik9+pgAO8dRWf0vYDrdNyF648vMJumCaO6SnzBIO8Cqs0q/ET+rR97FbRa8HTHosrCam3O8Spav
cin0Yejnv1ztBLlHAXx3Offj2P/QWITf8MGzRwWWxKfaFfXoOfvRtHfR4MTrtxZxGZSaU1XHqCpL
HLHdOI33UeI1C7W23hoPuQY+gJpCArS3iCk3hmY+4m6qt4tOg0+zoylw7XYhVFje5B2NrlAYnjpT
fuvM3vJ1kSU6wKM5FDdePqlPrkxAauLRinqOA4XmvsHoGMdlU0czIGevytBLJ5XjeOqnyb5TWfQR
1BqWNJ3V9/dJlyw/3G6KjcNoZylQqL5F3A1+mIacwrLIbDfLuEUWuG61x3nhzwZ5YdPzUlYr/osc
ajb7rosBKvW9IX5hTIbqVhmV5qeOz8ZKFnGUOgCrEmVYXfiN2nVr523HSmbfcMJw/imnmECl1y62
nPXUqBl6mp39I0QrVwCkN2i80kV/V+qAJvdKc6l5NY4vnzS6qmbA22M4lEBYmtBPtMrap7JDxiiN
yvLRUl6idqWBgV/QDnYnQ4uo2OFpW4/1rkbfiAObDtSyHB2HEr/wjY+9OUU/jbr+T/Wm+SVJUhqs
OPolH3VL9Ydl1ttDOdFmCFLshR7tzKs+tnk3PkXAB761yPVZRxRjjVspy47d4UbpTef28g/WSFZ9
cJ1lwGDTL2js5v7Q3cexxBKjyiwEvwsheDvZ2PQaJzFl9W0hHTM74gNOtVGpdp6OiWOOv8RM6z6c
2qX9po+Lf4N3c/fbjZfJDDpkAoAKD1X30xFzw26MZPVYdONwG5lW/zvpsnwIXb8QoD+dRf9VLYZ2
1zVxYYY1PrB3Az3E74ORtUd6o0Q4Su+1s1vh+LjF6m39LwAFagta2npn6slqOAKs1h8KS0M9snT8
4TsWotm/bTwv95lslp8KUYbPMx4xS9DjvD4ECxOMlWlSIW5apuM+Td3qtrFz46lNsZZGgSVyvwjO
wRIMvT4UbAfTOZvzrESo1FjclbFbP/qDZef417YjZqu20zThMC3NvcozPQt6aXuPBcwxude0NNJI
pevYvhkKJ/nqG5V6aks9+on4nXgsFZylw+h7+bLLhKl9Gwapz0HVdLUKTazi6pCNbKpPM72dz6Xj
enFYR2nehAuflB9Fb8npLk7Age6qWsm7Mu/sb0ttgpzGVNYmoQEO9N+EmW4dNBDZ+ps474zyEUdw
Y7hTZm3+i0/D+OQA+Ut3xtyi0OAZsR4H+AIn3cM42PojstnY6Qql+f/0tM+ckHadMEJznDpMM1K1
JOHs1X71MS97o+EaV9gwO9k0t3dzYg8PSVby++SI0S7uiINHRKlq7W4u9AopeQQdSDZUWmKs6DSQ
dbheuxDWldrrTuYvKE0WS4u019J9QXuImmCXO4+zq7m/UGnOda58y3vKcRb+nbc2+yCdJEYkRtFI
2tWKQusJT+D0dz5GKv4c943xpE/CTvdODFUtyA10NE5GP7nk4ENb3iH6hHUnW1UfcSQX+BTTYhzS
UKGJ868JHHwOCH3mT2CiS/wpdYwy30djPfjBrNk9ULi0LD5MBlDNh1WeWT8aZQ8pout7Lw2aLM7/
AMjwoyApnSnZ53Um/uOyVy27cpxvesnjMtTdaolwvi3NP8ao5HTwRqmBy4KFVv+aIgflZ6yJv+eG
lqU7mTltjW1uY/CwMaPm5wB/H+QvlModYgf+f3mf0wgprbTEl7OZlAqiwemdwG8TiCIDEuhlgNmi
7+60pkpGIDA194CVaqgtWQgzYALZDl3ApmQ/lhILc8vpGuxIi0r8kyz9FJoQaLpQ6bF2KkQ1/gMj
2vvS62r5ChpFEx9n09e+63qRZ4dpMofkYAEpG0Ita/0lqMwOO1Izbgn08ZRH35bF9gF2yZLIPEQ5
8PAZqvOXiDLDj6wdlrsiXrhTepVxQSToK/KEnIaoeXLnuSxu2kQZ1V2VAkPBFj6fPspugmUjay37
B/pQ9DUF6n+2YwcPRgzuFWhfAEzfzbT0T02ncQ1p3ZJ+xkxHi/fpPBpnQ7W6BfJ/mOwdYoZoYodj
WzXpWSZJo27wejW6O843rj+jkUzOh7yXsx/AjM6wtkK3xA9SrRLfl2IUmD/aS0vavETipkpFjBep
1eFThy1CvXdzcCzoKTTxyIqWbhIOWuyaQQMfihMcd5XYgSSo2Nl56fpHIbPVJCPletprfdWnH4WR
AIKJ/UpiVM03mSxkk0+hmLPlc+zAQSGn7zFHTzLdRFs+HeYPRWKVYPBBJGe7VTopC8rMyP5Ik3w2
yLQqhZ7XLgaJuxhcn7MZNd8WL+/a46wiDR9Wo+WmLztsNEKcXpYbP6Kl+7GiyVQEtcgM69GOKq0l
28BM/tZvWv2mpCp9aIWbJDv+1whV3IFW/bGfvFYHddSPv2ujze7iQUZ54MRQgkJJSjzwTo3Zr2Ou
8j40agddQBwSHRVqnW1+6+yp9an9NcudDX4ZH/TBX9wjurH1x7Ifu/pz0lOOQqXZxHPAiDqcdEeW
qQ+iZQQVRTMgv098hQONN1oaD50x/dEmcXYPydpyQx35HSwv8EwvwjGxu0dYNB1WuCvzk19pLBqF
4tEQUIzM8QbddLsNaWlbfyABD/ZeejhhHKd6bkQQe3Z90zs1U9yQoXyoDFl98ymdY45R2QvnLfbc
Oz+3M/5yw7t414k2+dfSXPuP7Wl0e4homv55ZKkm5iPV5r1FJkayteByFjZzHsW4bAMnCupxncU6
woA0hBc1/lel5fgncuwOR9q1NR+AulR0el0x7VK96z9NIoPXT/m7+NHYWjztS2zp4czX/jTflBga
fp15K04gzSIn+RG5faXuvJmGbjD5BacNDaKGGgqPwSAWuf20RGmETofy9CRAW7zp9raPBeWOFlby
SeV+/u8M7AeKSTJ+qMGt/sxjSHFotXbd/3B2Xr1tI2sY/kUE2MstScmW5JLixEluiCSbsPc2w19/
HvoqogULPsDi7MUeeDSc9pW3+MOSZp+ixWqSoEpng75JJMbaj6bG+paYOQCLyBoUHTP4Qbsb0zHu
fKVHsC7sh3R1VcjleKA60k0oxqW1sV+SVU2yJWTpfbOachAFKlC/0MaN7WvRe/lwkFUlfxMb5dlu
wjDxWGWxRo68IjIwbRqyR6QrxsEXTWHkPsTnWYMbVss/4P3S1Fdo69ZhOsqCQI1Ow+BXvR1/xnYz
yVBripWb0RaGu6OUaJ2squdJRdVLNIHIBnEo1A5fFtXOsUwZ26TbTfhCVQEcrq4O1SiaH/LYk/mO
vzZ/nWHoth+9rCSwqwdUtYI5U9jO5lCi2uvWIiJ4K6YVB6hYNdh+N/qemJ6e+pD/EM+M0tj82I/e
dBcLjJt96I8UZXhSe9NPai2nCT+V2R+UDsouzDpdOyYjgKUwKoyI4yIHAgZFadDehIg9/QC3Mpik
82r1QTcn/v6MfhgKRVXOQatSfU4/GyUtzQDXklnxgYR0KMfEYi5vm8JNsL/zUveHbaSW4yNEL5HO
mGX6U7OVugcI0Hp4q5gYTPlmh9h/4BhT2Z+s0pw+5EKSj+c8JdRX4s77XLTL0u0L0r5uh0Ri9V8l
aHiHxpx69QElqe5ZalndhEWCZ9MvOSy1eWP0CY9o3LpFE3QJqm6+J9wSm2PFxq0LiQ9a0JUgPfd5
ci2d67ev/pRGNX5EZkpGuyJpkieL+Ke5KYtJEZ8HLfd+VoMX/8FwNv+uWSUnTgqJgUAcO1+SbI5+
293k3WQeRKxdkrhk66VgQe7FlEuMwBJEt8O+tU3EXZOUew6kU6QGIu+xWV4qPnK4GNNs7WKob6AR
qPa1uwaNjTicCmk3j6NOKTMgH5zuqXqu4pujLb+YGIw1hwgh9vlumafpcZqdFeLTGhxhm5fug+X2
zuwLqWgxYIMuif6Ybs7MM3URD7GStwNZHVqDvpGh8IIbhJV84QanZ81pwF5o0gpj8G2h2f+NkVbe
EPVHcxhLqXx1ZsPN7lC9wb2iaPvxUY9mrkGFstUnPekd76YHqJ/cNmatf8Fiz3wwOs/q/zhgufQw
V3o0/aosrb5USs/uSmBcGrs5ibKIEClq/ihVTWlz7mr4ZTUAb34SOGh7p6Am1R1QkrDrEP2+xPhQ
OKX9HUkEOQUN0XDkk/64z7Lgs/sxxcyvTt07T1YWZ6rvVa58TmJ30YIkp7EweyKn2KIsxPxKG3Ul
2idq+xMMjXrXuOqQhovU1J9OX7W/mznvUJ3WpfVgdTbcXU+XK/OdeC4KWseufrmkDg9gfAgSYURN
eLJXbRTfLnBhbvtBd/ug1pfhr1jN5PDkKaPsoAyREe8M3EDU0ELlZICLWw3Glartpn+41kZAfsHO
BJy4YjLWqvY/VXsFk4ho7BrjtPD/O1bN1Kz1c0k5Zi6XXOw8s2gtorXBS9k4qbymTrjWXs7KIDQQ
Ke4iCEopW6ODcD4+BRjECWvAyrbdNUGGdjP+4erw37w0xTt1Oda5UgMCL/iCKEZv5HysuC8r3Pdq
9aR2lvEJAQoL4RrLvuVMXRP+3DQD1qHQkWdWgHyxxHyFGlyrMgXg5tPQGB86XVR31C7SHeBN7cfo
VVeq3BdHg1269ugt6oSbyqEJ9LpvYks7RY3+WIjV30tSJ22ovdx0jXx+u3alvR4OsSXgkOD9V2jk
1lRpaAe7FUMqTrgU63lojWWs7EU75Xuo6GoWKkMc04ZW+oJgwrHHLlC4c5+TwjS+aYSxsz9GdqHe
d24Sg8Jrl/mbZmN+5SdVHF3jYLzeYABA1j22OikDFt18m9KVApe3aWHRER6QJG2BiAQl6EnR39dn
Y9HRoKfMTzkPYAH9hs3+chUjWRtSJ7QStZ1QRB1a7mh8ePvzb/psL6Ngq2Gzi5kSpiTnoySRk9VS
6eTJhsx7lADlHiezrn1L0bsnvK20cOjna7LVryu1SN7jigMlAXgTeIPzQaEQaH3ZNPLUS1ULIm0a
A4+yR/j21C6NAiyOoqhFNw+a2/koblS5C6VmeZoctyaE9MzbMlneByl4+X6GinzSeusBwdhMZVxF
8My0lyceA/WE+EWymyBNPOPdMe7fns+FvUdrDi/2VXQFEcnNUK1U+6wkyzohwprcWvUyP7k21kWj
QXfwSkX50lirXhN7kH4/inHn324ZWydFr2k5DWScIeaKlLiapdoxVHZlWhfOP4QoLjjoWtDLtybo
Ue1oY2xjH9VSJtCHgXov/tmRokVUh0ztyqa4tN/BgADA5mSxcJuJdTy9lVMhHsaLKXF9EmhigtGN
Hho1ozq+9AVqFmK6sksubcV/R928FaqbOaTaJcZxyG89VXr75PVx++v9+4PeCptw9eF71f6n5xUN
hPAa9jByvtWttryJeiX6IcUy/n17qIvzWfWvEHoFV771r5B9alRUVLSTrmgTYbJlBVE0LVduwEs7
A3wGKGPVBm+8XSvw3HklHUxRu0ktd8tgxYeMyncarF4kk9/qEgH/d06MrjM9V0AuUGPpim4WSs8j
YpMYix0tLfubYqBc6XWtduXSffX51lGgUgPNB60Bl/r8dPWmSABRe3RdizLZa+XUBgTw+ftwqi99
5HWJOMcED/C/zkfBuqiq83WUOcG1KNGazi+7bPx/RjFdgAO8jAA+1wP3T8jnxu7gNLVlnnpNtLui
aFRcdez68O51QTwb8BtiBcAhtoo4FnF8biyac0pBdYd2npfBVHjFlbls8R/rJwNODPoIcKcK7GDz
5pqlKzyaRs5pqiz9k9GVmJU2i0dwbtY3lotEf7LA1qhmU995ReretLgO3cgMWPo758vFC64fBC2d
ZPqmmx8yl1k39Eh5njQbP/h2mL7qTh9duQtfbcN1kDVU5vF/IS+cL10elXUbYx15avFCCCiHKn7i
YDz/9lQuPSWgn4iVCZxMTvP5KLKqC9ogmnZSWpUMmsZCSNQZ7+zUqq88JZcudyzJuJiwbeY53gyl
m5RPgatwA2o6tU/Q1Qc1MuQxhwn3yExdKrulFNOVS2N9M86zDr7eClN68Q0iiD2foV5z9fczvrlu
rtmIzHXzDdVRjxSrK6LRt+a0+FrpS6UHlUaKdGX0C5MGskug4xkI5SPVcj46botJGkHnPGlx1v+I
0dA297oY470KiiINuq5Ui6Ax7fbKuC/xxmbaGC9wZLhkdKhZmz3adBq2Flo/nTAsLZ7SLkGeMG2i
NN0JzWjVm2rs2+8lajCCTCzJoSF4Y/3RtCoEqhS5EokzO4aSl3hVeYt2o0Xn3jAbtI4sT35DygZ1
tMnVhiTsTbP/XABH/ZGluv0LDQp6abKSdeZ32RRH922doP0Vu7QXQ3NUC5SRWim/6kpbHMeMMke4
wGGVgVFG5i81nq35HmxEE/sG3nXSNya1e6aEq6RhoU7zd2D0JKjUh3Uz7GJJWWyJE8jHUQ4uNVA7
OdyVtZACXLGTfEc2itKQ5SZoUFeTgcyg2VJKLMhPRUhPK/7uaMVQ7KOl65De7DPjSzLVIxVupmv7
0zyjhmmY/Y9+MpNbt1wJM2jPVYioicgJF5rg9wUbRzmhaaLn9+2keL+FEhn3Dfo7TtBHyvQFDZDO
3qcLUTQ0Nqs5EhBjtCYRGk6xamjMb16bUgvSx1x7NvSyHA46TboomCut+Vjmbpn5KgY1v/LecMob
rTYpYrkqbi9+02jzF14q9xNuM0N278qq0Sinl/PjLPNG240KCgI7OuSG4Q+0CK95fFy4p4hpLDJS
iJyYMW0C33QoaJMacNAztsQ+7efuaZY9W+Dti+rSQeJbeqtVA5fIFnflxgqKcdwPp0ZMlOcgAdyg
v1V8KOupu1crBzADYvZXYpxL6S/72YFFBuAL9PXm+BqFRnc1mcSpgJ97kLNX7Jusa38bs97s+rHP
A8g16s7tDHlPt9PdIzAZ33pGZX2s+nJGq6xBgMFVtQbR8KUOTXtS/nv7w7xImm5OOrcL2GzINnQC
t3JTjho3hZm34gQ6q/muKlJ/kDKOfyn60AXLlP7ODKEEEU2PE1sv3onZHB+8MvIOI85OtHlcmx6b
WgVxXOs3b/+49fu8+m2QKflZ4F4B9p1ff33q8GinJLCAR7THfG70T7GqryoT6vAtMbzm27vHW6FM
WCAR8CAFs7n1ZgFyTWl0QvmmwM9VrzwD3MYc3dFBn2rwZ3F8BeR94QGlmEZgjw7XqtWxGZEbxepJ
lrWTGQ3/5blbAV8r2rB0quzdlR+djQhCfqVyrZzp82+p6mXPMmvmSR81F5pQTgpWC3Esl3rwHVAy
V8Z7DfIkyKbws1a3yGgBq50PaI0xSS3tg5OlA3NokNL52TQqlV+Fqo9v9oq2b7TYdGgDZc4djn/F
UW2M6lfSiu4Z0FxNZ0K5SqtfqUmbLQUeEkIbSg9UfLek2VkFMmJNjnmiqMPHToZ8Z+O09dfLevHd
cBrtqwAtSUe6Kh8xFRvwPOgt4CK1UR3c2ege2mjJ8veHUaw+0MLVkRNowuZT1VPb4X+XWKd8ImXt
KsrojpYKnxbyNQL4hQ23SiijbAUTDBv59T7+J6Rn5sbIG2ee2sj4rVqFfTt61rPZi/5KVH/h7CLh
uZa5mBrunZs5eSJ2sxxx19OSLvq3rJHVva7nuxR07W4ptOjK0b0wrxc8/lq6WxOwzbwaRNCNCQbd
yRXU7ZKS7hsKNAudTLW/kklcGordww5a4ZfIH51/wjgySwim1XwaJT33shcWPasp2fVadK1+sv7q
891qEO2SKhhUiVfs//lQ6bh+txj7FNQzrVNHOyJM27G7cs2+fhxZJZVMkjIXVNOtL7uYrAyRr1Se
gGd4H1TqJE8xLNuvEGnN7wkapk+NO9FuffuyvTgq3EF73SFE9utJ/WcnakuVGLHqzKcCrwQ8/Ba1
/zoi5/zD6qryR+Y01e0iMxjIbw974ZMinwuZm9P24phxPizO7InVz9NISbp3d9rQoB9Udtfwqq93
P/Bc3vxVbmBlzuubUdwZO7NoQFgRwviupQFOS5VW8RO3iflpjqJrIuyvN6WBYC53CHU2VnMr7x1P
muQhEdPJAUF1Uw/Cu4Up0u89Udbf3/0FkTCD04VSEc/J9rbyrNEylU4fTv1SqjcW7j7BLGzz9u1R
LnxBiigMAwz3xej8/AuKGqRkV+XLaUl67ZNlCm9f6FN6k5l4+y5LA1T9/QOuolIrI4MywZbtL2sY
KVntyhOe00nnU/pQbyKzi0JFFvahSUBEvD3ghZ2IAzV1csps6z+bA4AUl6ak6PiemnKOn7Rskscp
bdwr9/AFsPiqlcUoMC04blsemaitkQawIWkwzfDkyYo+qiNcMi+ptCAWi3mjp4m+X72Gj7EO86tX
o3e6u663ygoOp+RBL83haJwv5oTMpl0oYjlNXAcH6ThqKEt0vhOg6+//quQLHn6BmgmGe3s7G16s
OTOo1FM01Mqnapo+E5h2V16bV4pR64SgISAIwyUCmWgTTXlzGpOq2fIU91N9I9Um/VwAnjj2rpt/
sDpAe4tAHcBxhQLaObJCUTc6sirFeCvoPk9+ggzqsQFZi9yw4X3Tm3y+nQ21+xg1dPJlVqC8shqD
F7UeX6GSXYjMENeAUEisiwY19Nbz1SibdEEmOZ+hugi691XRzXUAaDj7DwY5LHM4RKAx6ixS58ep
A4N2Ay1M+6t1ceweKPlE/amZM6Ajujvb0+e3T8WFc2/ZvERExSQ2KPGd/7jJxlolW0wJGdZGncpO
2xtjAvSUOihQZpGjX4nALyRAa8Nl1UlkczLkZkAEm+EmGoU8lS34NASHUFECyU7n3WlE81HPegDX
Xe61H6SbOjFUpLm+MaJ8ru/6JNJ+KSBN/tCBB04pxex9G5yZUsD7PwrRFEx4LkSkYzdXBVAqkzfL
k0gip56vT3Hqa0I+yTHvdnqi1cG7h1s7Gi4eT1SfUIc7XwNcnFQ7Afl00hezxQUAnfI2jtJ7w8vU
T1qlz1fGu/B4UUVECwGB+VXKbP3v/4QC8dyNwKMyedKEKAPdETKs4rQOQCleczW6MNRKO4RCSeuB
YHczNSdTTNEn0jzhO9kQiDotgOluOijVnFyZ1YX7nZY+FzvEJjivW5rjrEZ600W6eXLb/Ge/IJVA
59XTf729VhdHeeE9U+FGoWqzfeFw2VFikmZpjT7eGpQy7oeuM57eHuX1Z+NPu2sjecXAmi+H6J8V
ghJQZsBgjRMGSzlwlRgO1opVNqLCvVI1eT0hjJjAmkB2edF43ExIbQZrxF1OP1V1CouBJixS7117
hbbksaXOI2vakevBX4UsVjLe+ZazpTqZo3A12P3Ns5sk9zBqH7AB6qkNIvBVSKfxB/0aSf3C3Igs
KA7y2q/x5yZ1sKpFEQXS16eqiOqwE70M58lWw7cXa/3tm7nZiJGTfK9ENV7B87mZoLHSSqNlHQkz
o5bQHFPbmFHX0gsqOtouc9339tboc3F3AizhSeTi3gJm5oygQc9z79Ck3nxP1XcMS+QEr5yo7aKt
o3jULwCVgJtg4c4nFgNRzzQdZ81S5At4SzvrfuoQEx8rXe+pLSuL/VjrWXUwgV9StByucSpfPZ38
Ara/s9YPkGrQtwuIu7lZVUoRHZzazkawWQa81FiW5gFte5CvfSxuXHhT98M4V08atqY5JVTN/grW
d4Y4MjqPHXyfKwtOXLxZ8pffRXS3CuTaVFw28UhtKylinlp0iJpR+WzB9xr8iZwv8jNtGY3AQUml
OzqliQBTgR0hvI4+x43eHccWylilQfEs+hi/TaC/ZhIOg5micyXGJueVH6whiBW9tMMK/ZKfuZd4
n5VsFt7NgsjxUSssupwj+PDGzxI6A3CTPOU+WdEvgQXcsvVhd6hwM0b7Z2FpdoHye+ra0BTNMbol
nlAPEFNMb6/GTqbDSQW4cBsZjnIv+jgCXusQPoGmlfUXDBo83R+zJQIErCaQXCZUqUJVKOhslmW2
FEEeuU6oGVlfh4biWfDSVNlohzKzitu0NZJPXTtqHxuzGR/0woYbJMwc8c66yf80GhUrqvYLHhZp
gfjPLmqUwgwLr68taladBcEiHT1wBU2af27MCGjj0g6155d6yu0Ic2Zca7zIfzqIO+eYs2h4FUAC
cdQnu8zS6c5dUiMN9N6cvyRpa+VB2Zg6Svpxk35X+nRMfafQtZ+u1Vf3RgzTBYi/jmvd5JadRq7a
2gLivFz+WHFh3FdJ3iAbg9HM3xbiAJjx2pruW33RiqC2m+rUF0qVA7PFmSYYsgHPMwzc3MCrZPYN
6GTzZbFk9KOJxgTqXqwUex3CRbQvGvKRIOqNKsE8I3YNP3chvjVmrI2ogQNFCJHJlt+dxbD+w4hL
cl1GkzADu5hBJ6eOLvbeVEWTD8ECrgDNlOJjkQB+zAfD+9DnWM3vhKUrv2o18iYfnosBEWRKii/9
ANnbN8ZB9oGoY633XSBxeahBfnrshib7TwCH+GZ6I1w9I5o7K0RaFgf0wVPGaD8sJgKK7ji0U6CN
6vID+RvEM8F3d780qJGoHDep+FICBEPjbO2AhZFwlh8SWbrM94q+KImwCJ0xovOoVLbJpM97Ek6j
oEihxB+IFRf6nBrenruuLoskGI28vh/dvH4SprDgOkZygSQRKekUKEnV/4xHAfmvz6fiQyu7BdZm
pyX/WfWoWTvQ4UYUGN3c/Vcgn6KFzmwaf8CZ1+JG05TqlGAsWO1Sr+/+5GUZ/+3jfDVXwI+59rVM
0Z4zM6p/WI1Xfq54nZOgrwr9QZTV/A2m2PA0TDR/YC9m+UrXA4PEzZBnDQG+JSC+dZwJTo4oOz+t
5/nzYLr6XQaAovMt2cNnbaSjLDuHlUCIt4wzY6/1rbL4hqgBXiqwBL6aaVr8nXNTjDug3epD65Wy
CnrXrL/FUVu1PgUytzvg1O3+clvHfTDNIvpMFxDSDWUvA96nEGMfGkabj0HciDnDGLzNY1oewLzu
8KHEzyMGifygqrNQQrXx9EfMb7jm0qRzvjuRIqddqWj549hp0bKrJ2PKsQdLGhGymlDsFa+y7yN6
RN+Xyfg9gyBv+GSVv+TWqmLHvvpJzUlkgdSruPd7zBM+pGoZfyE9n4CYq7Wu+JhG1PFeAT5f3Vlt
nH6AcRDDOBijsvUBK1O1bpFh/dYVqv5nmrys23VRHX+W6cr1GYxyjOE2yfgZcgL5jKwToFCJqSim
P44e26XU3OxRSRTEDFN7iL9YTWo10EtTE+Bv0cXPsZn0H7ScTRNWqYe7ZOmNxbcxSr3DwAU87KaS
S83XbGiXtS0ciChK2tR+YRXtl7fjjG2qxhkgiqausOYKFF43j04HzavE/RiaqLvcSa+wv/Z2Uu8T
Qx8PlZY4VypC27DmZTgc41eF1FU7YfP6i3HWjTiClaqB+H3EUju6KzozesrJ0ENkX03o7alxrXSx
DdleRoUL7K2sf6A2m9wk0+RMRm5oR2fRhmMLxWs/QvS9kuBdGgVtHGKntUZDK/Q8shFtXfeqUmhH
pYmgF2cV+0HLiyuh9TaKX+cC/MleE2zkfF/o7/9E8Vlhuig4CBYMePMp8fQl4D4FPzmAeXnv3uAw
o5oLMoS0Gm+Z8wklCYKMq/rHwe4seTMryfhjSMvqd0tB/qFL8uzv2+O93hy0CEGFEAjB9qSbdj7e
XJoj1GYNOQk4pb9KZ+hvoCDU9xaUGcOXQ4c44wyi+Eoa8XrdgBquqOG15IQ3qn4+rKfPC9KYg3ew
Mm4HQ8nEjySX6ZUc7/W6MQroSe5mMhVW8XyUMoJdJdQMKUsMvCBeOJ6fTHAl1Sy7lvpfnNA/Q22+
I+3fsswpXh/sepFhseJ4NKO4Zpv8Coy1xqvI0ayCBhQ1aLmezyhucq1MsfE62AXwFV8F+XUv+HCj
z923ai42qpUGtaRA5RdmxzPh5lCFAjT/zUfQ4k15JbW4MG8H0Ddng4osoKxNzsQbr9auF3uHFAb3
wZWu9rGoK+XKMX/Zhv+mZsybtjItgdWMFljs5jahaKg1ijM4B28ZwLNE2HSk+0Km2G2lrZaGwrLn
j91QQUyxShttdaJI49FQAbNSF8njXzVo0yhQTQvzbWy/DXRSWtQIACLBhjlohSnev8NXS2OSrpdy
50vm8c+dAcnYSDCEcg9KW5qhNksnlAMMwLeP7+vPT0uatA4dETJWtvn5fkgph/L4NtZhqdM5wAIw
DdJGj64s8qta+HoB8nAgKAnVAgjg5glBhiCy3C7XjwWk7QdDVdJTC7DtS944pMZpHB9jz4J4Rex9
q8dTG05o3l5pjL8+zBRdQSCRlxvAuraaljk2M91a/jyOFQyazJPRf31axsFsKeWVMvWFdBUkA08l
yfLaathqGOZqhiyrlOrRylXOEEa98gEfatOfnQj01DBFt0qTZntdc8pjjvb3nbD1KkDnpHr02rx+
cIza/fP2Uq9H+/wIUHfhVeAbQBN4lapWYk6UxOnUo96O4qC2BSAjp/NCL2qoRevwU98e78L3hmZJ
zY+7k+NnbU62jfrgqMDkRqi2REPfK01/kEu246K7VqZ9BfhhZ8HLoZlJqcziod3cnljVjJg+eOKo
KV1+8toWEbVI9250wU4DSZsGUmblDoCGvLcnUF6R0szITvTzU4wHR9gtFjn1HGdP9dibAcRE79oR
WLf45vNz+8DPoPhJ2XAr6TtkiVLABxmO5JtwVYW5m5riszJqfxX0Qly8b6xOfKkTOI/KoN0r+C7u
3l6Q12cd9wT6vlhW44IJSPr8rFcJMMEhseZjU0DsdxwYfyICUfn2KBe22UutEk1XiqKvyABgXUW2
GK04LmY0fjCNpflIdKwFnajTfS4XcSW2ujSrtTKE05q5PiObpQdYF4NzNMSxznLlSYd5CNM2f69K
2Xp1cTsCYaYNQvlp3ez/3MaLljWNJUyqC/YyHgarnfZd04+f3/52F+aCviptZJJfkGvbFRpRENIF
iqdHy6usEG6lE9Rwj9+/DxhlRTeAY18Lh+dzUQ3sMLOIFSprewzsfGj2vVa/F1uDQDeVOvqAznom
gbOej1L3lpJh5jQeW9R1QjR41BsnNatgpGZy5aZ5/dmAFq08obWrxv9sNnZZ1NkqG6EfozGujhL2
qV+OVnJlo72+zwBwgcyljUGd3NxCxlCPmdPcGY1jQzx6P2ltfCPMdrxpcTC7ee8+YCj81qm6Uv2H
5nr+7XDE7T3kSYyjPiV2OOl1FSABfg2R8fqkMoquU4hf4QuI452PYpgicifJKEWn2QLxIJE+po5W
BXjjtf7Y1en929O68CwyooP4NnJ/a5txs/NMvZV9JFkohyrcYzv3xalKanmIa+BXskb1D40XBV+M
PH1s0Rv/M5WSiiGk/x/qPOYnay6yT1d+0xrhnN/LfGaEMKCNIPn+6lnMJDeilL1+7KvE+lDR2btL
1G64seK1POY0rr3r2laEs97ZH/HsaQKz0rMkLAwDbSh10OaHRumab/GU6A9pZeSfDUM4PpK7fdip
xTU27sWfC6zPWrvgfMlNwOYouScEko3H3IrjcByM7juvnfsBfqV9o2eWHfTKik1X6muQyUvbBSwC
rXegShQCNpuyN625HtAnPRIfO65PtJcds0LvfBQ5zPuineqPby/N5QFXt3W6oTSJN7ulcRdA56mr
H+d4Vg+Foii+ykP/nFM52xtIxn15e7xL1wgNIkocxEc4DGwm2MpSgQs66UeJguLjFHna3vTSa4fg
wjXCLUX8SbjNW7zNKZEGRC7JLo1jlvBUlUOX7MFCUUqevXe/JutVBdRg/Rf4jk3QbWNnUSLUqx/R
ICqOhULhvMyma3jTC19tpZMxDERqGCKbDWk1ZTNEKroUVmuX+ySts6OH0tTt22tzYS9QRAArQAuZ
C+QVIcOrk6iih3ak3GSeSGELNEca+7ZCfQ7ltHa4ont4YZXOxtu8XnNbLbE1UGKry2HYZbEpA01B
x2Acsch4e2qXPuBKxcPXghQYsebzaxht8wz3v0Q7UmAUQeLqUwAZ4Jqpw6UJER7jowWmG7DVZpkE
RVNCylI7irJMwZFPE7HZMN1UWfPeZisvP14mELnJ64kxtsF4hjSHTCEuHedh6EIV4RI/q1Eae/uz
vYATNhc3Z2glcbMhoHQZ59+tg+Oeu72qHlVcx+1QRYr+J4W+vg+46Nu9PeB9HnRIm3wv2ya3qOvZ
CspbGKrqAcVt9YGKn7Uq1cyx9HWtkIhLwggQARJ87mGMi7YNh9Qtf5tLqfxeuVHIjUTNChGeDf4Q
Xq1KSEJDNwDL8mV8f1CzRk1EUTDnyNs2t9HcjAkUacs95ubohoOcEto/8zXBhQvnihOzbrs1M6Ew
dP4RTbMxFjU3vKOiSFQd6UNxvXttIBsLXcUmyq6EABe2IUxAEnBuBFoZW5SYXStmA/jbOQoulb3a
K9PNbCdqMPe2ceXKuDTUihUjbgc0TDR9PrWU/v5smal7TLre2M+0M3yTLt8+ssq/b2/FCyOxTjB2
gXcDp9lioOEMiGkePOOIDhfUoRFRXt5k5W7R3PHw/qFQ7l7b4BQ/Sa/OJ+XEmWw8en9Hda6GH1Wv
en4EMepHVqfO+zfgixAHNIJVy2BLyogVx1aVpHCOY19k9FN1bzeQJl+BgV24/VyiLrp2oAtgnGxO
8TRgHNjFrXqs+srZ22hXIjSJ+t27P9vaKHHWKJc2/VZ+Y+hnezHVXj3mQLqOpqbkuyJtzJu4WYbd
20NdOFHYx1NfXYseWG6um+WfTNEr4MNBU1aPQ1Hmtx49xZ2HRMKu0iZE3XP759vDrQ/R+S3oksWt
DhZcEZyqTRA/6KWu1E5fU1aopj2Yg/ww62q8qxWV5i+XtECWi0rI26O+3vEQZ4DRALMCUwNv53yS
+Wr6kNFfPFamXe8i1Wy/VqVRPjtIlV0Z6vUGWV1HSLuYJR3QbX7vzXpPW7ApjwNJKwFvQzO0R2j3
7Qm9GoUABmWGVdSZ15GdeD4hS1+sfpT2cmyiZYQOVgwnq++ulcRej0LIR6cJ7Qzm5G5Pr8jbivZm
Gx0jB6IjNP8KFTRpXtmB6x1wtiVWNRsAYwSXOBcwqfO5GHqGBXDWece2hkKYerJLfTezrRDif7Hr
0PgsfEOtyns7NewrSfKr3c/YwO7Ik8GQkaVsYvZoVSy06jI6yhS9tjL2Ot/Wumddt57EoH16e9Fe
7cKXgSDuOIhdMNHNoknRt6M0hHt0UJF6VBEW+4DaerZHQbG78m5dWDkU6ggy0O2goqvr598Up1fc
P+GuHSOQ036XKkNgQom7snKXJkQgSIOQ5vuqEXI+CsLPXMWR5R3zPBKHjpv+DknNLpytaroS4L68
7JtdArvFBAu0Ltirru68ZPY8IUJ/1GQibtsYIdBRasXdoNvxXwTX7VuUGgrUFHT7DmmyVebV8z45
yZgFrp6Xj9HgWYfKypMj7cXF8hHcQocQgesEgEPV7d+91PQyKfKstWS6jZt9BWaowv/acY6Kq8hb
S2ubo8Hv+eZ28/J/DEWX1mIH22vrZfPEir5Dra9rWQRo/GFczs4toB38Dt3kGhMBFsCrs7p6X63V
B+rWhrvdVziLJGAkTG6E2ZkwoO5qdQDpvMxoSaor9qASVqSR4YAG3/OOwiiem65zUO6r9d8i7+Zn
W0yF4Te2rLKbLIqSKhgwLPT8RUmtT1HWl3SwoHLPvgJu6DlBJu4OXr1REVPKKDpqiZKDKI+SaAiR
3raWwBp4rhGXTZwvAkrcR1tgyrWSFutH7jWJwLdoy8/64FI8r+ok9QUA+gcliTVATGpjA5nSy45w
FdmPvwDxmm9R06VdSPHHAuQlYv1BS6bq0VyU4c4svfz7MGpa7mtIniCbXLVWHCppPH21Z0oA6BoO
8zP9o+ajrTjVj8btzJJbLXb+pnHZZruZvo7+1HhaXYVwi9U6KDI53NLr7/9Unjt4YJo9BZ8vgC3F
QVTSHI5rH+Rxrq3eCQu0HGK/xAqjCfq2GRnQnCrVhzOQxLcCXAwcKdwV/jqpoUAdKDIBOLZOqZBJ
SA9+PU/utLdV2d2adt7ryCP3hhGkqVA+Ljp4fV83FSsE15rOe6MdrWdDLcb/cXYezW0j3Rr+RahC
DlswiaBkOdvjDWrGMx8aOcdff5/WygRZROluvLHLTTQap094w1fBmAqcaGT8MFBUi0E4NV1+tJNY
q/dRY6HU7CZ6N0Nd99SXHOALQ+HC63Tfw/ig9b2uXNx9lFjIjdpFlH5G+jVsD2bPB4kYntEiW662
+D/3NaYvO7xlwuXZqY30L7tbwAEq6VJ+tRMz/pZQzv03mnCxQIwV+r8OMl/1Xih4A0KDtp2jY9Td
hxJHQIlXrG036IyqBgQ4GF59iAq78g6gdg31k2JlUu1iFOrvSVc4cJ4VIjeekiMYp7pAFHvnFCak
TiszIGUYQiuGdwdQGisILFFaSIzMuulsIVEKbU4rLuhWI1Vrc+wzP61czPJ0A+OPx0HpdpoO5oGs
HwIYDHoSvlUaNAEjpJefN5elq/Sv6rxoE2IcYej4Cgn1vzpYsf/0hUtw7y5sOIiuYoaFmTYucKUy
R4th6wfdxhNJXESaBhY1d+L6SgQyACh9Rki5cVPL3vdMIud9H7r2P6Vnp+XOnVTlovQZ9J85tZXw
TNfXUZ/NCP1EZM81Y/D1fCimA+NBimOnzVAxUblkk6Phxvrf8YSHMTIRhfi7wS6mOenC7b8DJ+3/
SbPRgLA+l6k46HGT/VMPXYIyY9RGH5ETRU4L4fzU/VyUqKC3C2LW3KOLlgcDoNIfNQVneMmiUE2o
oKz6v9z0avCqAC+UU6yWRnJAPlRND8Pogk1ImxyNiVpJSzcwkjT56OBOOPg0E+1TPrRtss/CyPut
0u+K/H5xyp+1reU9fOJa6/ep5dQfY62of2Vihv1owP8/ocY7V7sMyxOEzx0j8w6LgcqsP2dZm/pG
oSrhyXZT9mlMvGZ6wrPAhCtdoxnqa27uPrdliFmD283GCeFZsG2iDBMkPVPqjR15ZZecEe8tvlf9
hMk0aRgSr73I0LsusHh2QPq2fblDbB+NaTq/ysdGy+1oX7ljOe3LuXTFjk6R+XuggxghLz+hRcHv
V4qnaOJ+8Vsrazy/DpO6fKESxZ47bxQgp3biTenJQ0Tk4yStrHaT5hZwsI1a+TZNWFbuvU5xf3S8
yV+YGwixi+x4aXntSfM1mh1CN7VSH9A57euXKGoGhtdRVGPPYKj/pN4wzoEXh1F3Ktyi6iWxqivO
g6YsoGBT+tIbhf1NyUP3lE4FOSYKdGjfr/LbLkZBf7TK8tJ2kQlgNmq/k7CZTw143t2Ew8Ex549i
49u6zQBZFVdgFycrJibr2dzUtdWQelaJRUk8HAvOx2f0hKuNAHabP8tVZB1HNuCAyrjOABk/GGFh
tSU0eSkTQi9BfZ1ipz+CjBmee63bQgTdCRhYU5JaUYAbqrX2Jc+KfqptVdQXxNTmC1jg/BIZi/fa
pr268d7uLiUVp6iNJTZilUMb6oR0BNrjl3GwHFpwmAQsicokusNi9HEgvLsUk1rPk00ty1ot1eQV
si72Ul+g8mGLZJW7RS1x0J1BAjxe6c6xAG4Ad4qRFmMtQx7WP8r9xYD7nk1xdaktazjn9uJgj2Qr
7237cNHIoYSs899Mea9XQch3ciDLcSwSJG8bupe+hhvLPoWuu7F19x5IjsIQKTBs8P6r9FfT1SYc
Qre6zL2mBFNsui+lav98vGtvbZ3r6gMqpERskIYxTFprj3VlxvDPbMWlCJU294syl3mBoS1fbIFN
AjB/mjn+tFjJpU7bEOleoxFfU6PTKgZ1xag+TZ5XoMxSmoN6wEgNHoWONw64rbHKghpbbES/sYsy
SL/s5HcW2uMvK1KjQOT0Jxk26ljmPH6oO9+uBaJODigYc96opjTIW7T6OIsLTjXdb0MVhu8sWf7Z
ANd8nmNAZY/Xu/OmkDKTFlDI1NIFXx3yafHaxR4sgdJD0vnd2Gs/vdzzNhpM91ZB59OjPUI5T0V0
ffRcPMskLyS+FIkiDvOYYa2lolH9+FnuxHQUe+BYEv2wE1v3obWuU4dUdKyCeUiwaKQFup2aKGzP
Q3XUGUt/Z6SwJaN259kkawpMJCMlItKq+YjlaqxMdAQvmlO42CYZC+yKmLbexsl4E3m5Pu7M4Tza
V7IvwplfRYnenM2wcbvogp9Bbfra0EXLkxnW/biLNEtEeyuNE/PLaOvRz3BsI8N3kTZD/Xtp+u+l
lQ0/IoygMNvox+UFOfnG3cVjNJl+gajU/ORpGblSUbvV1y6bQw+TD+Zyfj/YOEghoO73ai5h6cs0
/UZwohc7d1zcv5D0Nn4m1FfDThfm+IURX/JiQwP8r9SoRv0eLaSvGIViy60xiJ38LlU6II8eHra+
llZj9RyJdun2RRclv5ZosNu9Rb03kIpMXv4hqqx43Jd1j++JWbh2tLND+oa7yYm6bJ+U6fBP2eeL
vccjQf/Q6LX7ZRZ16+7VuZ+/TmoKF3AiqUHyf9KifGfC8sbCJUzxwDJgy3SHGhh0sc/pv3svvVNn
Mcmfp30qIyX+MVq59lEdB88+4h6QPKmYsj2nVVR5Tx4eKY7fdbEV+4PaZ8ah8Iql2xleydP0ppb9
VltM7aGSuFZziWcs3nxSumLEAa+PXqk1y3/6uVRgQXixrvmYJWCVPpuZTbwp4kX4dtn0vcQWzh/t
KYs+WFNnfuAntRhcVR5E/6JITGKUYPuxT0mRTHn8Rd1EI3pqxCKajTaSrEyQrr/bmvEBRspTEiim
l5xiYVT+WOgmVgBzeBqyLaj0LcRTKk7LKTAgN12i8a7XE2Vdqi1KdYGbLM7FrLzmB9iK4XdYQzjK
jUw/GE2ZYlkQKkrq8waiv2lc5xttrdsvmtGIBChIOQ4Dea3rX7GIxV2SKkouCBX3x2Sol2cKty2G
8W16QTMQ0UyJXEb2dt0tji3R8uHVeuBVXnRoQ6yLutAcyekd+72vEYiOiWQQ1ySc0ls5nySKUKFr
jaAVkfk7d2b1Q2fxhcE3znFnt8fvj4/NG8phFao4LGiSUUQChFiPo5MSmwsFperAIBN9osdPSwZK
7VmtOK1W7pVHvdXqU405xwcltufPnlWE+xwLlVctNKmU0rz8mvTlJsZTHtjrHyanvICVybTArq0z
1ZCugaQ0JpcpMbTvSxjaGtcRKbifGaaR7foRycFDvCRYZSZ2bx4cZ6DOnjSl/7ixR/LOW/0UOgwA
20iP+L6c1SnLmSMsTl1EFyOLbZ5YhPN3ZuLu/6xuyn/nuan/AC9evGBWaA5wxUbckhwVKw7fUXvj
HypMwoAHc+EpHJzld5Yg/LeHCzL3+yHv8b4pVK1zUQdbBuf3499++4EA0lDpa0rME8rGq5sIp8KF
DtwSBmmRcIpUu97DfzE2Lrw7q7A9puT7wxm6KZaQ1s/RGSnCwA1zZP/y8Lca2e+086VrDSaTsR6Q
BtIub/0VuqD3Y2xX3MAV2P9VRvjat7A4l9j7kRXlxpzyxqKSnrPk4bMM7WdGDqu8OOXnqEhShOc5
LzPq8bBJdmWT569J1Cf/Q8s28xlyhoeShsW5g0y/b3tLfdW9uYz8DN+b9PjON8mQkShHHgyRni1e
BVw42OHkzb11FtkEIdIk6jZjEW7En5s3yfMyNiUBlLwJ5F2uA2qviND2ekDrOXy4QzOgtx0PypZI
8L1VwIpLxVOptrFupI11FS0duxkYoTujSRdGu3DU+o3h1E2SSeyQEF56g5hm3MgqV0YXqb1bRTxL
p5/GzNWlpUzEHZzX+zias0NcmO3G5OjtGF4FC7kqxY5syhHD1dUOToJeqKU3URCDSte76ZuYvJ05
Vh/h8gadhwxQNT6XyXjKpurfAe1+J0qxlGk/iH750FjmbjHSc9dbR4Tqzk0bjYcyxYKxcjbKCXmA
V7+TAAtoh5/IT11TZLwcbxarGZIAPbdY0PAarF/VZGf/TEgnHA0IA786MiMMq3D13NikmwtV7pED
eBuNcMava6wBCAD5sfPh0KXwjtUSpwdTobXdlHr46fFncycv4kuG08U8SafjsQqArQUHaunDKBgE
wqcOplqwMJIcQK8Zf49NrAU39vXeqUN0DOEJ6mkqgNVlEYY6g7yQOVmPuCIQI9Pz1Vk9wtdOfbxV
grwO3+tq8Aal+GPJ1ZGzS4SSR9SBgzjOfza5ph/mFFJP6kZb6cnth4uoKzKmlDfUoMDwr8PD7PUc
jGJiNxdtOWdh+Gtoq36DuXOLG5Y66CRC5BncKty416v0dTOqrlWnQTISY/3aFEx5RuHWhFet/y/U
vGw8MA0Wtq93cTL6UB5Ninwla3U/1kJEiUmF7Rc1A/C0f3ye7hxdjAEkJJygQiqw2utOU6URNZ8N
xUR0AIPivVDSMVfr7Oy/x0vd2WyKcHlpGwwb+PN6G2YT3lRmLElQFDlabNDtD12dbHUE765iQxQC
c0H6t250Mo40+OKdJLDadN6b41S8RnanvZfehkQlmjV0mEyaZtTf188yVrYW5laRBFRk+AQ77cBA
fbQ28pA7Hzszbviu3JAkI+qqCCLO96JR7DQQpl2/hEK1n9UpUp4mHStfX6jmuHHF3FtQVgQu/ArW
XTN9GbbC9FXTPADohhr0oFpEapQwQZ73YJaT4fjuI8HkibE4KQkc5vW8p0Xn1YtLXQQl534XL4jl
zUlqvn8bgatIQgoNSDleun5ZVdnW+RzLi3PU4qPS6ufU1MUhLOtPQ8Lc+PEzvSE3VzeRJbErUCBs
wsqaoCIGZbANxLEDUemZeIqasX7F8y/8HollCJZeiiOAcdJ+W42S9T4D1/FfXOcR0vCKqERE1ssK
/Sh7DfmlWGaEVrB9bbUnVmo/SSc5tABaW413DNprLOyHut6FadUzM7UkXa/EwAds/dxNp16d1OwC
uUy1dsysJ3sPtaneG9he2od21pzeF0mY/xoQ5f1s6Vk2b9wetwdKdo1Ag4B/R896/TUyso67xAm1
YEx7Z6c4LfjTAiwoNSEK6mizbxyoWyod1R9DS7JqqdsNx+D6XS+x6HDN9JYgLpXK3HWDnf+K67Au
d1VkjJOvO2Nl+a1SDto+NszKxEw41Y1j3/VeBPRWOHLKqNcf9SoxwmOq4rDq6AkT71TQg3p8VG5j
FT9WFjMAWWgo26vmZJz2FcUpP7bBU+u5d5OXtgin9/YU5I5wg9MBlTC7dcmk612HHoyyBCnt6L1t
4Oyu9c608Y3d3iMS5CuZbLRsCFirUBXqJYo1taUHadKbexxOqye0fIdXCcV5r1eUpFMQDEmEaS6Q
da9yoFgrkRaZezMYcSTyY8vO9zp6QRtPdOfahjxPaoCEA1AwAsf1UXKBQwzMLduAdHuXK316Shqx
H9IigFXjV6k4ymlq31ovdIOel6g9x/LjWrx8Cyx+55zQl6JcRDVYglpXm1spGvDf2KuB2ZBgo6KO
aEhuvNcchm2FWiljFmWZHD1dPy85e6rNvd4glGG7Pxoyod0UJe+mqbAKoYBwDNQBRJp+vQrK7LPd
pHYTwF72jpHSdAfIrNH7Dz3TVXRgSctt9MVWYQBshWgMJawD2xXOsXC14lzW9CQef793uobovjJr
ApILrI5v+PphPF10Vq4UTdBFVnjG/qB8wZ7axuk+yz4oeRuftKm3Ex+Vnei4UA6/KOMUPj3+FXc+
PYeeIfABkgSSzNXpcIZmrjGqqAOsIaydrYv8rNh2+KzpQ7IxyLuFjPC1yc8BgWISdNK46weuDb3U
2dE6iKwZ9awi34NmMXdGmHzAhlWBKp6A0VQ0BhG1mUGbnir01cbu2+NHvv0gqPUk/k82Zxze9PXP
IFeu83I2GnAiRnTKmr7eK3CnNyLA7eX1JtomgThM+fgmrldxanyxHZuL3Goihba/7R4NoatI8+ji
JVraeOPyuvdUDJcpYBGYZPy7CjhGPCpqNIxASkQc7wvkTvbTYDr7d+8d4RnNeKlNA+1jdWYZjNN1
UpQ86PMs3LlLhdJZB1rq8Sq3hxLiFoRtPnQpeLfu32uD4uRapheB1SMKEC+xfkhszD0FXqsb9dXt
UqAauOSovYmQRK7r1xRnbo90kUpEmSZDAQYWWzu3G8MDfYBNxcLbNgMxUhpfSAIcVcZqscVwB8sE
Xx2ocTh8BC+iYT2G1YNd1pyToTO+VmENDtBrXPvj4y29PR4MMmVrQ8oYyq29fs6wcJCYEnXP8RgM
DLXL/FNe2Nbp8Sr3dlPqCYH05ibgMr9eZSSDisvM7gOv87qXajKXvenOsGscs96qb95459epssWI
xyRZY+oMm3sVTmg6ZaY15ANg1UrfZ7jGXPoUPAT6xarzIg0CznSRXcS2hl746PQh3QYnQPkWIRT1
X5FO+FVbKQG2o5VZHE2E3zdiwJ3teMMXY5lGqOHLvN6OeZLClekwBE03ATAx0/w02KDfsY7KPj/e
+TvvFxIdHT4w7ySD606LWfblpE9qHyBWWRyqxa18B4Dw4fEqt0HtbQyOLYBBAKUhdf1APW5lix4R
OhFT/RRi8JwUbegvjXHMchTdHi9275FobzPT4rrgelwtZlZu76Lt1QS4pZmvnRK6p0rkW3H67irY
RcDlkMnFWgUmq2M0LHWtCdxlnj8vdon/oNl3G9H53kkgoaCSQWqSxsyqgx6by9KBbWKV2pt2qTP9
QE0x2TfO/OXxpt0uZBPLDFq80G/Ip1cLwX/EBB2ZtwCcenZO5mU4Ie6sHnFq3yJJ3R4GjjSpLTLW
sOjRfr0+DApzSIkLb4JoioojOo6TbxspgDltyQ5eL7ZQaPce7c/1VskfinkNyvHsITayzXcT4Qu/
r5Pw62Db+cbEw5Bpz3VswSICITHpIGwBkFilRQktklmfkha+VKk2v1IQAB9sI6u9M0p/XgHCGhdy
kMgtKUoqsuXfAiayiZjhEqanlKJa4JKeYATem4q60AcJRcdEXUuTZ6dE0frAwTfcnaHmjnkUnTl/
j+ipSPvy3vukoasEhj235p96XYggg+mZ+Yttj3+FcaFyu/dV8QNnZ32SrmBCe/eHx/XrUrVLOyLi
qnH9YmvRZgtzvTzgtbunIhPjXhC29o9P6m1vGBwwrQ76bExXbghB9ahHWSGqIsi12fgy03b7KC28
Iz8cbPXUu2r2uwLd/f3xqncOLVRjDB9hLdIKX2u24bbQGkusFAGjZWzVBwQgFyDaA7mp35ZbDL87
KS8IBGZItMQQOOMSuN7KKNMrry7tgso2yp6pFnEmBnXz0fKU7NRn0OLiBtVPJYEq13WiD1J82umN
l1mx8VLvPjgFDULXDhXHmqjJ7VB0FPMFY8lajfzUjI3P1KjFoc9E6YDXVdSN1EqmFKtvyJBRlQGa
hAiu47cyYKVhhUZKN4XNjdPiL9TUPjWFBSC4/6tF5sPXPfM4Gsv7e3YSsUX6KCfVsoFxveuh2sW6
tYgssK1BnIoFW7pU0Yp9jzLfARHYaCNfvc3rKHvJLMh7JHRg7bxCacZkA/8EtD20Itk1TDuQH5zt
XyF95HKnFalAYRhjos+TNmcbJ/r2AmNxLkiqOMoMgvH1w05TEsJ6NLLAQJblRwTS/VnLs3eLpZE3
WnQRqLkp8hE3ul6lUJxFmE2SB8qgx/umKauXxhznjRbyvWch7pgYacANugGXVG6ZuSOcnqAFsH7o
Qs14joVZP70/BkAQgBBLLgx6cLVjkT2409AmdMaxAjup5pSftUZox4Q+85PXpd5GpLtzcXEwJHCa
vpOO0MH13nVGuwh81oAjvYnL2ENW+bkD1msOI/vr+58NMgazRCnWxGrXa41lyGUG5SeoawXHxQqU
yDHKw2IiulnzGcE2hFofL3nnpUkaIgUbTUiSidV2enQvugUybgB61tu7RuvtBRq471+FhJOuDBNS
eRRXDaYYeFqdgMcP0livfch348fBENZG6+fOpfSWoAHjkgqiawRQ5CzqmDTknKrR5q/C0JRzr3bz
y4I/1Ae9VuNnFamP8+MNvHM+OBwSr2ZywqhDr98ZFsRcg0NZB8Ashidyd2sP563ZF6H5/nKXTNrA
khqAM69sLQTYOrGld6pVBoOhhrvWLH5jxWdAcBPl+w+9LBHo1NHjoje4OhWJPmUIt0dVgAB5fhjQ
CThl8MpOedJtMZ/uvTSOn0q+xjwNi4Pr/ZsKIWZvMqFFim7cx50zvDooU0G6Scs08hetGo55L7Ya
q/eWhUOKVRT7yVWzWlbzIh3qXFcG8pvfK00W7WKn+diNCUM2T52Pqla+mxGOyhs3DU/KyqiZrna1
nBByVtO5DEo9/ZSh4LoT/exuvLo7qQKXGcB+eq3SzmEVQ6y5QyQvZT+VscnPTTwzBXIV9Rmbr+y/
NO7Exjz0TieUuba0NKI7jTzr2gwOJjdldNlUgT0W2ewTuLVPRjyor5B7omyvVLMSP6XNCCWUgKaf
BzeeSh8v8i3wwJ1Q9oamgoQMDuQGiwMfzJri0a6Cvja0Z9TenWdk5t9NhZdqyNJ1UYolSErD9XnV
y2RWBiw5+N5b76k2+uLJbrry8Diq3Duef64in/UPdsZcVkbsVXoVOHNkzz4g4vZgqwk9kCIzz2KG
zDxCeN6qp+8FM3IuSP5we2VAu152YPQf6uAog0iWFog8gZ0uBkbclTmJrRnYvZPq0FSW/jD01dZZ
iYpsrxqrTB3iBMr9ZMDFTsVY+aLG9LMmsd9Iou+cDz4H5mEgdYig68qogSuIw2Q5BsXkmTzbXO9d
Jd4aAt95Knp1VCnsInrWxuo+0I3GacRQDQGJUvOUCECddt2H+0RV8l25bIIJ77wy6RtIGU9THhia
PEl/nBSrA4ydVM3AiJtEfcAx4Kk14/zodrZ1fHwobzZQXnS4BnILIRNCSXu9lOsOSWfkinnO0PnL
+NIN6yhUqNTvzRZW66wOfwbGup0bl3Ne1+nFzoEFhEkXbnxiN3k/q0iuGlUyyLEbZczCKLBRJYk8
q06RW89VaqufOntqcbrWivZ5MDsD3HDUNN9mq002zuK9xaVKspT3QRxg3f6Er5EPy5CaZzdSi59W
P2HEWDd2pu37ZPC8pyHRtadpmLz+KW/yvvry/jfJiUHrSiopUBlcv0kVwegB9STjLHqBxqU6K75l
RP+f9whNipyFuoOu8upo1i6MdcKocabeEzszTq0DCqXGxmm5CZV8Z7AAJUIN3jDQlfWzWKHjVU54
tipVnOYocV4Nd4LnnTdvdjViN2RJ//nxBt58dXJR2ZTH4AoG4hpzqEe6EdIIDs+eJaYvSsm3jVij
OENQ3mrL3wLbCcckKjRZwI6TO68esG2MrDGmwjkPdmX8jZPgcAKpk37TCkt5UaIo/xA2qXhB5b48
ZVWjnBJh26fMy6tj6qnK92HQ4v40xna78QXdxgN+GCeI30e7Chmp650P+zl2BjK2c4XJ/DETSfVx
me0tocs7Ww2eRg78JZiXBun1KqNutr07xM5Z0BH6Syxa99zT/v9vSXt9I5d5C85XXY+3mw91L/Sr
JYdgdWKNwXGXrtJZS+AfbmcJYa4DONLtxgpXXX9UCr3zVRAmv8pIbV4tzM2nHXJZobWjma47/Isk
esHvpR72OFSL7yyTvzLFquBAz178G0+Rtt7xf6IrtygNGmxeoU+489V0DFtYQ0aa+BxdM9wV3BYW
LEA9/EGXB2qVyPO+8TEAoQ+UQCrwO+AcW43h23yOPZBoPdgw5OXADlb7bXmclNSwz4vSo+ns0Bv5
1ndzlfi9ZXRH10vzJ24180UT4/TPoun1gsaoHu0ff2H3DhcFAdhaCcQn07r+GYnRQ3LLMQgTmABJ
LY0EhtsoNla5hXrwtHLuiiyUjk7T+vqcsrgfI/ja50Xj+6AbZfR+mdcNvipxcRRZO30NYZ0DJ6q8
VwSi0xnf+gaD90XXfZ1CLwDlI/59/7NLBSSEgWXwXDcesyxRtTHD2VWPQazrZaMfmvH9LXke3SV0
UUuiKw9w6nqHhywTsWfNOHQChN0ZS42OXu12u6T3tpLmu4eKqw6tGCZ+DO9WTb3ZWuDYFLiBNtng
tH5ewpCcx9kKukHFy6uNrJ02zAXsHNfz+9RFI8Hpnfbp8b7eCSVSKJ+cE0IErb7Vr1BAVFZ1WDAH
cGrzJ/4Bw2dn9pA6AA0W/3i81k0eKMk+UtmZFbEoWK81ZyGuYIx6SJaaDn0zVzsgj2ymvugMa2cu
2fBurThWlEYtMKDQbwNic/0+DX2MWg9RSEBKyN5EVt0/dWn4E5+idysUshKEVyBDiFiCPVmthIBE
5OJhppzHqcNvGykIBY76YCg4DC3a/+Olyc43wAXKdL7R68ciG3LmJdOVM2puxmsXFuOhMAbzU4pW
y8aFdu98yBuGix3IO97l10uZuS2U2vSiYMLs8eIoZnwaKWIPIcbcG4HnzlIkf8RXug9c7etWXycn
3nmeRUEi5V0mBYkmHVXQfVP29UaCdG8pim78DEAc0qGSf/9HhWCMI1xkbxGBOmvV0+wu5rMrFu/F
BUC6kdbKDVrdn7T3ZEoEN5moujoYsWtVemJHcdAPeDe7jXBOqIzUul+pyvilU8vyb+CgYtiFUz98
E8LbarHc5tW0hWH7WG8TG8La9bP20jJhCe04mJcuPDqSwCtMBMIQ4drPCsuRYexIaOzDu792RzaT
0CNHxgZwzfW6VkEa3ytleK6yNvk7iRrzWUm07EOWLe5HA8WCjUzlzjt1AKEz58MUgVnt+jm1oVfC
rlfOUOB+6XEdY0vaCXLQRDk9fjJ53a9fKRWCpFXyFaJBdP1kVEERLDW47VrrLt7eNDqvflo8L0cF
JzP0r6XXLLD/uBn/erzwW6JxszLgOrmfcuC3SkRE0znhSO4aTHaq70cQ04dF65EALIdwnyX676wP
PxG/kYeaX1FgODiuckAyElyOJorjYsUFfpvRcIx09Je9wos3XsK9005zVJPcLI7a26X3x4dF+Via
xmgQcL1GC7JImH8Xo5H9sPtBPUWDV/suijcXmFrhpypGxOfxBt25YYA8MZ4CnyIHIavEOOczMNSa
M9e2arXjq8g+47bXPqNck/4orVx8f/d6DvMPvm8afRy6VXTMXQyzKPbCc67i71QgA36A6Z++Ju5Y
bBw6GdNXr/7PpdbAxhY/2BTtiPA8ZhgdudWMfBh6fu+PwaxCGU5lRU99jevwyokAnLCKo3XRpylX
3f2iKOXHecLz9vHe3aLT6cnivwEJiHdGArI6zAXN+6LTi/CcLEp11qew/A8KHbaqXV134J8SdMHn
ZDnR4i8pMJr6qczd5YQVfYedae+Ic5zq+iWsUtNPQB9/d6LG+/T4R94JnsAmEIOkiyTvv9WBUoU9
NqoyhWd+ztEsQTSMZfnJmcZAxdWIeW/4WnZiY2hzL5LB24OvQ+4CGmx1qnr2KqrR0j3PAgfS3ijs
zzGwiGcnacz/z1L0W0A5U1DwOq5DWUubzIPKopyZuX6zrRSiFVC+Y6eHW9fQvXyXkCVRVih80vNf
JS3LqA4dZmQh8VlfDvGYLy9aASSxcHLIgWbUvapu2T2Fop6O7pjMT+0In+/x67z3EUmZFUkiwl5k
zU2dvKiqanS/zrWDmh3XcriHfL9l5HwnCkHpghQlOW6gM1Y3kVpm0C9T1ztnzgzwhWl39dQy5DyU
Bt/RHgHQcuM13nsupMXBQsiUkOvv+jX24ZCAJa/hXAKA3uNPiAuUULY4t/eeCylYWQijxQFD6XoV
aDvFvADxPo8hDGimzumz6gzpecrr+EtiD8r701yucZhl+EWzmWtJF1Qsp6QCGHZGx3D8GaV0eUqK
zE8jQkEb0fXeJwdXma4Dulka+3j9aHFdNq5iO8q5Nufy2a7S4qeDlcge54itpe69K24LCIbcHJSY
q9PRolaK9mcawdqP7aAXcRtYWbGFRrq7Ctcw2S00L6rZ6wfCc6gyCgQgghHjnl3ZG+Jv2DTp18ff
kwzRq0sJbiFLqGTuyBatklu1QI0Pgwj7bBbO8twqnndwml6gqF+a46cuQ8SNfCDf+sBu3hbVKvcT
JFK59g2RKqw7kZr5hJpLMjj7qY6Mp0Sp3ENh58vGwbjZR1kYcy74SGFOELuu95EyJQlLoTQXN5uc
F8NDwKauxi2q4W1wlL4HjCuojcE5Anm/XsYeUSFOh6i5hJmm4aSLAE+1m4Vex1hH5dnEFKMyPmCU
mww04Acd8L3ZRvvCdJX/vfOV8kvI3SQTi1h90zvuaM17GCfzS2xr7PdkwRPOVVrqvCZzI6aTkTge
UPzYRlvw8co3uSPje8lABqrnkBWs0eReWZEDLGp7ARaP/mOcqDoij86oHdxZ159atw2Plprb/zPT
VnGObe6aGzDJ25fN8NKDQUHMJnddt3+quG/CxiyLi1ZU3m8Q+uaXFCbHRli7BXrTXZNNLHq36D0g
g3L9smMu9yqqp+JilF3z0StD49CoY/0DyI3h27lIPJKceSC9oIf/92y7FIeehnvU3Dvd0e5LiASp
0jyDA8+hWWXOxjbcOY2UGCTx5LWEKaQyrn+gMWZaq1pReRFwIRExwDR+Dyk8/VIJfoUF/uCvgTHm
hwlfgedZF+MJINe7E16H0lEiIKS4HLeovI3+KCVSFwN5V1TlpWu75dVKezfom9h6L0LrbZU3d7s3
QuD6TkNHvZy7rrwkilPvm1bJXxphJPvHR/sWNymXYRZJI+XNu2BVMtJR7bVRjOUltbT5sysSsZuH
WAmqcuRTXsrhlA1t9Gp5CCzVpjl+zaN+fBqoMt8dz6TcEVUrVzhsMHsVaLpK0/N5sNILzXsbfWRE
HH9pVtX9ePzAd74keP6AOsCjAXK65YJRYaBpkl2crKOrb9ce0jSbXqS39wBZ1hseE2wkw+PV9ZOE
blq5cZFd0gJ3VR/SpfaaTbMF7bfIpl+PH+neYihe8iKl5yIB4vo8ZqnaWfOCGE0x6843cK3KC9mY
9zRWy7DxAd7bPSIDgxAySIjTq+8vBKs9VqNXXjwEt425q3eKCzXw8fPcZHNSoINBAlwB2U1YgzwH
t0id0s6rS0t3+LcZ2dqxm4rpf8myRHvV5Eg+Xu+NiXqVLLAguGh6QqTgdPCd6w2cI9fBLkZklxD3
MQUsv6dNSJiRpezS2UgLH6U6xDDNuHCeq1D3cG/PFiyA8nFsEa4SonVwU0K0JjLRFPSXmRkg3CYk
v3fNmFr/zsnQA5Xoau9nTcc9qJvRehqasYv3mlY3SPVFoZP6Zj2FAaOUGtGAdkxee7dnNJoJk7bt
XC7G30k5wDbB3CukNZip9Qc9Y7iIRkPqIQat5HG0b9CMTPx0sBJzH3V9ea7HuqtBescVZL9u6ed9
OdbTF7s19OhkjEP7y5DicL4AW9b4aj+6KS7JQh3P/egBbs1Qbq0Q2W7G3ncHtdL8qRYx1J9wrCNi
b178k49DmH9qe6cS5403w8avXgzERKxt0Tpg69bik2aDjLuIkQmtuLRQhIc27zhpzlhtU8nuzkdE
o1wy4KWML5ih6zOgUFyIEdb5Re0T5+BVkA6sToUsam7xB29lSR2iDwMW5LPJtm+ggQwP1XFpWcqi
LN238F+fhimzD2HTqwFq3m5QK0v02+2F9tnywuagl6b5OULj7lflttouLwe9RYUgiZ5Qhf0/zs6k
OW5sTc9/5UbtcRvz0NH3LoDMJKnkTEolaYOQKAnAwYxzDqa11/bWi17Yv6/t/+AH6mt3MckQXR2K
UIWKAxLAmb73e4fyBhevOmlEHcS6VRWH2zW/RLyg36043+7doHS+YXTg3v763bwyS2ng04si15mn
5m9LxR92QZ9w26jZLFwzw3M4FljlbukUtshp6iadqD7++nKvvR/o/bwamuoB4+H55YbKsJAkmyxy
Nj5ns1ONcduH5sFI27eE6y/BzABOGk5qSBVZgdB0P7+WQ9W6esMgj27H/h+HWbCUO6ma6D5bV0vu
w7ZT7UXIOqjjLprDMzPKlymmOjV3dg/Dk8jztAwSFej0PsKD50miUAdJWq1hrz3R6zd28VfeBfbA
KO03AxK285MdoE3rYOzUMBxFG84/aNo5eNSMGPexcpnrVdYEb50bXh6JXTgpzEgACzojp8LRlfEl
l74xj9k8WHvch0gEmMZl/G7NdL93NWzoywr3sItiCaZ3lp/K/vDrAbEtyidrwyYZYtPjNdFCOLnn
FO3lZmNnHj0V7BxHmocwl7fCLX94TVUeYAC8RZEhwfrlNdmO0HQggqQTdFq74r44NI3PNfO8Inui
VwV8KhZ9e73Mqtzpd51PIO1ZyUg4C5o8ZaBmoZdiCe0QUlf3ioPNCoeb2SvnyYtHOG0RGhSv+Ib5
XHlRN/0yx66fp9eGL2ZxZjb+8vtK/FIVpzMYW++TmAGMgo9CvJh1c8eSvt5nZa3v8VDX6LQkVgCO
V3T0UQiPYxhMgTGyU4Xy0fXqBdbZvH30yp7GO3+Mxm+dk61kf6BpfvByEMe4X9vpY2VX4nMg0ny9
n3xDlOw6afnQwEv/uExufo2mKnzspa2++pnbiaQrJ3HVWJkw9oNOo69r2flF4oxZhr94M4/fhyyQ
U1zjmXK/lDU0HN9NH9D+S/z/vdX9miGlZYs1LeNoiiL9kpu60fGYL9BUrTSrMewX01jHcwVWFdP6
9t53UdHVu27Ixkcn13jlw9CoYl3kPBxUCZAghgLFE3QNHhW+tAPBFqsVSPKQ6gg0N6SVbifFMKw3
qg70d+rcAML70KibwDSydO977aTPyinN5UE3c6iToawlr62V0RSPKNbULshT64x9FdeReg7wsRTC
oVPey2lNBB9owi9nIksgleP0zahHullsY/Vw5WV1Od8QOdAOZ6nG/j/RpqjYfFM3XBNqa9NmT9dR
c5aPUEohJvYZowrn7DpBM1d9Dif8x2OntILrqpzwlYF7xv1bsy9x5l/DYi+80vrM8aReqMeFrxJ2
cdUmuu+KLrHCrrT29RiKfjc7o1cnamrqS1k5frtLSWTAiddWxg8Ke25WFqnhI65v7SLJ09l9QhlY
17GR2mZ6ma+TESYj/9FxI335dRMC5XGnha33MJ8qO04L0fgxmJxxFczlUhwwDRvTgzCs7CtEeV9t
yqzFTHh5OAmbTsovxxRGkQkXLn1BaKA7fhDYc02J5rTLgLVGQiOKFr/8OO2WVFxAg1H3+EdXn8sw
KL+N6+SNMQcrXb1xPn3lEAwSwFkBm0a0H6d9y34jOZmWNo8DCrekj3JxmbZvrrCvbHhIMFwc6RCy
s8Jta/4f9ld8NadoGd31CPjT7ql7112F2+WuCyz5xlL66qXgwQLyUP1Ac3x+qdZx1kWutXkM2buu
6hazpaiUy3kWkX/w51ftzSkLKBgGwAsrN/xKc8kJfj3adt2/q2gh7NLQHPdpU41fgzJEw7V4/Zdf
X/SV+4M7A1RLH8zfiFLP769rwfdXFrejMM3urjGg/MZAWO3v2TK8RZR+SVIKAOSAqTaAgG3iVJkf
sEeoWprLkYCfVMYuOwZLHKkbQbyu9bAkaKKMm9XyCgyywzVb4wI11g+yXKwlHtlUHxRLwA+3ko3x
xnt+OXBhQm70IYiJmyD+5AxVqyyTK2dLNu2+/ejhn/0OL0J/jH/9uLfH+XxnRs+z3TwjaqNBnqBI
SxhUWZaF+igJgE9cl05029ZN3PF+d13OIv7r671yW1yPczROUlt/8OQkYJYYYwxAckczZYvpcyff
C/IR97++CsD+a/eFBxr4GJYSHDtOhhH2igs91eHY0UdeEtuejHdA8eRnWYao2v3Cpk7He4qEvCrt
PHunglngiuCnnt55Q1rUCSThqttFnprngzdb9tH15lEcIKYGj41b2+8l/qTBzqw6ucaeECmNe6ls
uctgh5KdI9vgfeAOHXbkXUEHZy6t2dxlZp92SRG57ZOf9Z0Zj5MOy33fGvnXNB1B6aQTdo92sKR2
YphdtBz6IDCsuFN67hKfgE+ZlLMRzntFGPZnXWZmzlGitutYFD48xrkZyUtQljfcB5U13TeUuJSZ
i3acQzPMUnCXpXNds9XOJOFAzN7Zhq6+hFkhP1d2Lsu9XglKikfhhuQBuVFZ7RSNmiVRnFKa2JtD
/74nzqpMVF1M6pgtBgBfWhVhGY98sgJZJ5mkN2W0DvYDDx2hg1H66tucR7ZxJvO8f1pqVXzJukG3
sT9kAy39uVacwdI+MGMYCpg4B1vdjrdKNhGA5rRtgnNLczd1MHwSWiK6SkqiUTBc0Z1xzC13eW/A
hPk6Wd507nZLlsXsRvrTzHnJPuSaREDdKKM6RIXHK8iHFa80YzJNjZV1hE+wtarI3OcMqOCsmEaF
809mWOtxLsuteFBYM+8mOIxPaWUXEufmFWNJv67kueloPewgb7bfGm8oxrjyFcWILtzqnn1VD3sT
36vHrvCdL4yq3t5h02HYCfriskl8Z6VYtvDO5u9yjLBZMUZORL+eE9uCcTrTaXjQlYfNvXkUPJ8R
2p0tZUX5dBzyYt7lwCYXVFOij7Mxa3d5la63UzoU5F3+J0BYiHqQTS0UMLyYU7OtIagmiwyi6Tg1
vRVDec0Ss1dvUf9fWcpQ93PW35ayl3jXiGN+VNqhOjZOWlwiTRjunA0DEfVS7eA5qze2x1eWMhA8
SAfs+PDkT3FDcw0nKy8LjZBCeNfrNBl1XIRp96exZaAFWAMQKWCHcGvP35tRZuPYOUIf1yWtjquz
0RZc/J1/PTp+etadDI+t/0Y3bNvvISk/v0wfBoOUba6PONjPThIhl7jGDtAdYhx+gyFGcTwfQ0MP
n822GTh1zjYHAGZAncVGUPmfZBWkH+FruTp2jX5AHbDk7ger5kibrB7GMvFKRdIkrtkGBcr6VTzZ
6ZDLC5doxc+N3YtiT+rGWu0mZVANy3ShHmkmPaWxICdB7FIJuxt4TA96XwUT6RFK9JilG2N2k7l1
eDOZpXrS1Zr+cHVfHhiIvYxRFxfLIR9JgYmzooiqXWjiFxvbeiUAiC1ORyRIAAckHCE1ARqo0N6S
6b6sRTceDHyFn9olTjUnD5fQLVnlpjrmfSSJ8tCGJKimEBcyt+09jlL1j8Ydwodfv9OXRymuCsub
881Gojq1KRz6purHwWFCuGX6mC+BvCRH3rtCSTm/cVp59QY3ATLNVDoCp1038o1KP1pndaTM9MXB
prS/czH5u8NDOgLijNqtqnkLnXvtBtHTwTnmuULaO0G4RelMZZoa6tgB08xxanbp1Wo71Xsj8+yz
Xz/M104UFGxAgOifqW/d03mYDRVtXHa70Om8OZnD1I1HcP5E+7WR9FmzdLHhaBkLM+sPbB/mrVrm
8kpzgk5sYUaHtB/781IX5mfgLAMsoqpvCAKYz4PSjr66lc6ueuL57gI/ry+ZG9a7vnPrN97UK88M
DGgzx0SIjJnAyQHM8cci1Ksajy7JMUfq0vKckmx+N7RZfv7rR/bKoNhYuBu5mAM2eODzUW8OJEJO
th6PttXJD4AQVbWjHAQdMMHr/DI1drVr4W3+68u+sg8A92BKi1UhJJZTkn8e+WoRahqP2oS36A1A
AWEq66PfmuP7cmrDN27zpbiFMRxF/748w0M7RfQU3YcirNzxmLXS/GoLb2WtM1pfJFY7uZcDvP8v
havkfdWtazKRyjouZfi0AQ6AHC3+UTGxn82n0o3G9zotZLZHFaE/DP7YXRPtTup0D/f3Q52nutvP
qd+/m1arvVGFYTwOSqbXysrVB+wrq6fCDwY7tgbjg1+AFFDxWnV7WBr0lMmvH/PL7Y81cWucbf6F
lCkna1oYzHnlruV0bI0oIH61yekv228FMr18mRubGwLPxhqHV7N9/Q+VdeZrZTp1WB6rejzQ2+8Q
NkzyQ6Y8+6KlDfHGTb0csvhQ0WCC1A1lCPOGk8s1VefBtxdHneYz28t8EGbawYytqlik1nuIA2/R
UF4pQjlG4D+/4ZSIjk4bJ1lJqlXrB9Wxwxy6Snydz2LbdBEQouRYy4NNTfylz6b6e09R2Mcu5sMf
0VNheW43Exoq4i4NvadZov909hs6ITj0KL/pxG9xPs+fR1hCuANAV2QcjmAaiLI2yPGtGfvyqT+/
yklf26oIWTIXllY28fBM18YiqMGy8mhTL8D00+NhinR99usB/AqDgp2KXjrMAF46a8XzmyOZuhgH
v1BHrTHUFZzZ76zBX3ej0dYXIc32S9/NG5ijYrpwVGCd92Gx/G5qy0/G0VRn0tTesYrK6DbtiuqN
T/dynd4+HHU5hKifkpDnHy7ifucgyNWxhKcE4d728Bg29T6qhj9t2c9L5g1zeN5gAEJ+nl8qMOZ6
XYJOHVsORuSMqRmYV7/pI70t989PmFyGFvFPCuw2wZ5fpmkcW2YN53OXwnMHGpn+3tDpvCnGucUj
QuCNm0ZqT1fEprM2ir0hp/n9IP3yDK5b/594vgT98e5BfwAKtuf/h4VFZoailrUoXvPVOKJJG28J
VBwOM/7Ub2y5L1dKOuSQf1ExkGbCGen5pYaB6p8sESaRdFTMd8kkaGex//VwfrlSoiSAMEqjcjvv
nXZ57FAMdWqxsYN3F+eU+Tp2wLN2A6zEfS9X+UY9+db1TiZti51SrqlNjotXqQ8IbfTOXTT2sZ1x
NdvLWyYDr5BfGDqQ8sGr2BFo/z9/iiMpwrILIn1EjoN1Chl5bRzkdn3eyS7/kDZyBvrI5+BMTn5z
qeegOeJCPiSm0vot2d0rkxNKNR21zRH5paOnzNLCCloP1IzWT5wZ1XqJnSoOk3p4KwjnpUqZIxT0
bS9CrOmh1NpG1x8GqhqisVVhqo6p0QePJXL6IpFyIKI9GJRPY0sUy0NYE0ieGHqpPxhBOH7AngTn
ydIBVkrmjvVsv1DzEMMH2P9WDte2TJ7MaxzUMNNC80+D+VTc1dTB7OgVCNHPvODSrhbhxT0awHe1
04+JVVnDGVFKQ+KN1vrw6zH/yswifwmZBjFzxFz/XOH/8GxcXK8tdsTxaNRUlllaO2d2r94qbl69
Ci0ERJ30a5EcPn8DflsvpSXT8ZjjnrCrhrE98+a0fGP+vjKmYEPTpt24kShMTt4zKXxVk27zyasw
2nQy8cldhmDn0fp545Dzyv1wJUoYfKMQyp3aFadBZk0uDbTjtBIR1UzduFOkVr9xlZebeghsQfXJ
X4ScnC6wCx/cDBtWPZY/VqHZtXZIB0iMcpY1oZGizorVeMsj+bWLImrnIVKjgcucnFcUEL3oBHWo
AfvpIPWSQzVtu10xL9M7Z6r9+6E0zDd48y/fHKod/C7giLAusac8Hx+Q7HqBlInEZGN+UB1Gbb3d
fiQbonjjQi8a+Sx+XAQVHHeHf/7JEth2y7JUte0R/TCMn1LVObhH1fjJ2JU0HguC5stDV1fBtcAq
5TKXRr/79Xx7caeIezcgAQoixIUX3YLeAEBFQN4fZV+G8VA6626wpZMIDtRvDJ8Xg5RL2RtNwoFT
xDVP7jU1jUgbQdYfVTRVSTYHVrJOJLX/6RuCj4ApDwZSCIp/RnX9YQGZaFhOkdEUx8BU/gFp2X1A
uvpe5dnjry/0kqdCa5B3BnqwdSMxvXw+SMaaTKDUFdnRLmENEa+aBx1pVjO2B+28tE1CrmgFfL4u
ZXZYnHC5iZZ++YB3V3FTOONYEc/eEhzn9nVQk7ahs29eOy6bBLMNXLTsGGSc//ozv5hM27CmYwmx
hjmMfOn5Ry6JeizcLDTeLTASvuBBJQ1STP3imLtquiHRrvCTzuzHPxv9xZIOR3mTvXBperbPL+tH
E7YkbVYcK8drcEkadNIVTb8nr7t6ixf1AtXZGDGIiYB1WHs3otfzi81pNueTuzqcW0T1pUBqcbc2
MxW5nXlkuUeVVYnzZV2ydym6ojGBX7vWH+W49veWHGzjzsFTx73VRVZclIVRd7FpL36z89zam3DA
MXoHqDQyokTg96mwVTUDFaelKb/jfJneTJ6ADWDWCPNiYSwLFMUaQzGoAlJ49H+CjGDfshbmbu3G
zr9UUWttvIWBSixI3a58p7ysvMuGIGiScmxTslZ84QwHiasuDv7tOu7mbOq9Y7TI5UPEadraGb2f
/pCjvdwTuE38rqUoc6RayFeLUmvG8ojwwM9NNxrmRV5jf8KEEO6QBEXmVfFo6UInue1XXkIofHs+
pWZKdE7W75g3ztfaFfXm61EOl6ldZXaSVXWXJkiCvBnrRcKxDiMKJhJr1gIORz2P4TuSOrOvtGIi
75D5U1dQ0qLvSiq5eOl5uRpwNQqgousmKGi2cd7o5a73Vv/GS/tVnUfuqtbEc2EU7P1Ci9/Dtuzk
OTxs3zwsVtWRBim1au5dLTq5hwSXfTBMDTtxII+AWypNbe5Mh14Yz3yQBdSV3PuaRlPKBEMAjGtC
5QorDmXb9mzOdv5UoSQgdYjcFPy8jJVYz7RW06eqriWRJpEkjWeZPeN3py7Dg71K62OPtch0WIgE
vjEHozYOVVFXD8SkycNSeOGhXGoz300Y0d7ypN3PViHtd73ugws7mqL9qK3hLpqm5j1VsnuIpKjv
GjVDqg+C98vaNXw8XGM+LL49ygTjPYYOshqc3Rf3O2ZHLDTmqj4F2I597gIoyAPhfeWB1HTAyNZu
9KfG9vP1YIQT2eldXuS/17kSTwDncxTbggVu13TBgEhZd+AUuGhDEspDZ04We8hd8ktrGNo9NhXt
zm5kWBNg6PgyLid7+N5vEBV6WvWjY4JTK6xl+2kN8/x3WrAtP1wiNto7bZoWsUGo/a2MhpEIt7X/
RE/V/uKSmPeJB5aVtOZX78ERRdjsS7ud4MNWtVPv4OgIP8l7yz2Oq8iipEht+8xaMqvF5mSYG17W
tKSxKyPa2rjyK3HXAbBwhC5dU8VdiF6rl0t37gedWe1rrOm/1FG3vfa2LWcUDIMOY18YPe+6hYKf
VGHYLBcpKjk4P9ocvhh+X/0+rJFqdxR8VCiLAeB55iBRvK1UUQ1xv8CgSfohlbR0V1HPibDm7XnP
SouLBkaenYRNmD0VZWGp/UqAcZZw3hnfWywmNQGt6XidGW7zydP90BzQRWUPRbE2YZLBVoyuO9jB
11HWL0e7dqwpzuEr2YQ3RrMfNxGR6nHoiWXee+TeHyklscuQaVZeTZyMVtTAE33x0W3h9PTuWH7I
Z/wpyeopVPmOKlYWgsO9h7WCtzjuvmMS6kRZlb4obekLFFSzfT+EOJAnqrLVE3mAnsbRLMfCJxs4
Ex0ktxSdRYbq5z01U6V2VhfkD0xEbZ6vtKqvpV/UrIkZhgYxceD61l3SZdrV3FQUS7lIN+mXNIxn
kU/joaM6ymOvF2G/n4VHdkmH6CRuy6mb94Fy1j5W0ywwc07DzI5DiNr+fmF1xE5bydDFGii3RqhP
omMaaFbfOIwGiICIlbPHqROlHQsNPSZZZxbYxFzrsN1ntQPrOBeYqdV5ablJZPje18wV4UPPLpBe
jaMYnyaG0J27GismyB490CR1xHBddgvhOe5QzNfmELS8U+X4D2U3qn6HAUgJXu0b1XJmD7Bmd8ES
pPqqqzCduVJigVRupBY7LyT47jpqrObjZHVEpoui6z4pw4aGDg6AdcAAc07GiiwI1DWIoxFQpJKU
9dRa6sSpRafo5w/B0S2dNN8r1uddZq9Znmg7ghMfkLf2cQwtGLzG7IGFdVsHza/Rdp/VVWHe+yyr
R4c4smanQEuv4de7NT73YC3v2sU2S9Ybt//op2t7UTDbabCT01DFRt4uxEtUuGwlkMaY79rO0hs3
JAgmNlVgnpkLx44knxaLiSYn565tWl5LXnW52hGcWvkxXDt133elow+cs21JoP3gfWf77m7BcFf3
3GLtGWIezfQNupEYDjoFKr1xddS5sR8Jle2iKmU+D2GwtrvBlPIHzXefLxpz2G15q1ACCr1WE9st
xNjLUAd0yz2PzPsdZPw2PBMiIP00WGbjR5Au/G9b8OeAVajV75qVvHfaplWR3+YC/8zDlJIfdLY0
1iq2MBP9HTs8Uxx6HbVegu+h8s7RjrEdZWNvBnsS75phP3C2/zx4ZnlfaHf6YRnQSg4rzIwlcQoD
RkKgUNb32dx90XbVPiG8EMRdN+jtkcDb5aG22e54dpnj7y0vX5q9Xbei2Amro+aLetdwYhP3LZiv
3TzfuGZWLHtwiNQ6d8j5pQKt+uGMgIaFJZJeRR+PWFe4cdd2eGpba3lj+I6ms+PUwZNcRfRR4LX1
uZ3W3t9ZtKGag0KW8EjaFqSpusNGIjf7CSkk5u/7iPSCQ+eMwBmlkcEWrcRCDKpe69RICAhw1I7W
bX2LPFPYyVrAs7Vlv7gJMY6OTCYYg3nidw6GWpU3OB7mR13w0bEb9xqOjhB3A/yYctdzCsTZ0zXW
eVd7fQohwBcd7Fx0/9dIQtjaiHpiKew6q4frkdPKTda0R6pf9Kzr3hSODUqPPro1MRD9qFRkvPcq
6fVxZ0hrhhXk2iI2LL/7oXFD+t2UYeVAifWny8KzeLizVMZ1r01s1qtoMb5YpW3eWE5tTTtn1kua
4DSzHv1hLR/sxcbiQmoHPmykutXe0ZLMfpTjYD2u2iy/GmYRRntnILYvVuHQ/vCBVJ24pSCs4iEo
zSWG3ksKUV6NzvcCkk7FalYsRdykus8SUl+7IxzTpd6THxI6u8ajMkkm7TDAndbaDnkVS/FO1kU6
I6uvQNDGxS4/NqPVPhjLoLMkqDavyqy1jK91VkHGqcbUP5dpIL/Wwg8+LWwyjH+p6ZO6QAB9ogfP
SpkRy9DFeFb5CBRBvkBEwdq/5+PQ1ucTLbQfiEgqBm+qRvt8KCKSIrwlUhARoLg+GPW07ElA4Hes
ZtF0SVBnMAGiqWnRt9YOPuxW17ocdqqhuImQHNA+m7ISzpeYx/Ud8hfsS4BI68sxd6yPobHYuCGv
o3dhLr0KEtBM47ExYd3FUk3VU51OpCu3ZlS3ZwOV0L2npOkkXdWwCaYqgCY0CXKfzqte6jtX29pJ
tCzzj55qJxUTttANcYl94Ds6peKp0Wse7AqsPT6JPByPgydKsLEVWC8OEKN6t804kXMwp51XxhlG
rp9D6dR3M0ReI55nGomJtLPeSGTA8Vwsi0FiGMGA1jnmtUYiPHt2d24ohX3mEyf2tQ1w+dhrdBKf
S5Lko4TtNz3WY+uXd33qsgbkclUyMdEJfp7BHx6XvNbh58ov5I+2aVSRWCmmjJBZIdgkS4XTWBww
OgvMhwrvwzBGwSdbBVV/nqcTpSj8eW/du1Upr6UIlxB/XXZOuFSr/IokAp+GQEU5ci3YZbfBEhpQ
vcbOa+OJRIBHOyuEAUtYiPtKk2Qau6PoRt61aT0CsjvfNEYg3aG3g8zbB/mCLBxAPPqHhck/Pc3/
nH1vb/8dv5R//xf+/QRuMhRZrk7++fer4mloZftD/cv2Y//v257/0N9vuu/Ngxq+f1dXX7rT73z2
g/z+f1x/90V9efaPPY9RLXf6+7Dcf5e6Uj8vwifdvvP/94t/+f7ztzwu3fe//fbUgsVsvy0r2ua3
f3zp4tvfftuM1P/pj7/+H1+7/lLzY//7v/73f/uf//qX//U//vXf/tt/Of2x71+k+ttvhv9XCGTI
jjEGRTEJ6PXbX6bvP78S/HXzFHKAFEGraagB6jTtoPK//ebbf6UpAWwFko2lDhEyv/1Ftvrnlyy+
RGcXhhg0Yyxjot/+78d79p7+4739pdH1bYuvi/zbbz+pJv8BR+OKyvnCxByERghKcMhMzyt60TZQ
AXXj0lIq5J0UkcVRK3tMQ1Xsx3HBWRRAcg/7Zy1Zu70zGifFtYDSh11y2RysYdqFnZ8/sG2450R3
XYdToC5NlPV3sxW8AUD8VKGcflqeCzIpgA7ywU7AjinsUtEajcN8tyRdjMoKkg4bicfOaf0pbt0O
UqCILmy7m5gh8JruWSlr+P6BsC5UUUi5h5pQH0TuhOccr5y4yiuF+yUMLo7FxQq9CWft7+Us1LXZ
1+pa9EFKHe6iArJdsd7lvm3sNKTrB+xGsyFxI8NZ6XazTyaobb/JDL866JnRd5Wm833ee5q6F8bP
rWWnqACqoLOTZkirzzhYcsr7w/D7x/t99j43lOn5E+KdolvboCiQs1OfLJbgFTFMD4xAIEukI3mZ
l+14yeG8kOf5ZLJ+dUXA7hdOzkWB+7wZyyGf7ruOo3WSNcWQrHzDvjIxwsHcobPvir6J0EN4Xr1b
XOdNW7jnMO02AoH4aJjDsEH/xrt9PgLBMnEZ8D0rGZzMeFBNWl2YrWc/qQrbKnQuHo5xdpe+L7yM
3S9kbT2H+/PDTQkdSPp8sYZEVMNVIHTWs2z2gRFPjrl8MHtHfUjrDnhEp+XE2T6V+f3YyfluHrVm
o14XJJ/LuHQJ0H/q8WOz+LyK0h/QgFbGXmHPGqKVnKwhZsDk3yD6lmMiRk5psTlRQ5JxDFuS2L/u
bp2U2qMc1H1CNmw576YgfwyaKf2oHUqZEZbSvSoCzp0mtwHrRdgktXb6nPR3yBNzHRqfclsP54sV
ym+yorxSwCp8+BZqPXJUP7pyvMC4naKgu6HJUhUcd6zi7tcD6GdQxMkAwv2IriB/tol2AmNSNA8D
cLKVTE5fnA0BaVFxIHgkThWCW83Z4Jf7yUYEYzQ+9h9WFtFv1+69wHMMDA4uoi9NyMfDeEubOnD3
KAqsx37M5jWuQqe/yej9Smi8KvficMrEVbR0OHj1K/zGPSXIcqXT9rzLm2GKh67gJZluOiaz5Bg1
WZRnKecFDh4c8OPeYMPtl7za53lZfWkaQ38gEWlVB1jIYdzKLL9qBmSjMaE24kHRgKESTpeB2CyR
lrGEzbtJ2ZZFJi5xO5i4lbHVofuKw3Rp907umHvHlGVSSrs+GhjgXwW69fyDTSzT9WrAUYdiQ374
RNUcF7OqUC1Xbn+Z13wDbLfCuS1s/8aQRIs3CL/y8768s3WPbgszxIMJ8/rQdGnwu7/Unjz4rUd1
H85DtQsKBGNtpjdPZ1Ly5kB8Ai+ZL93aqe7tNQrfChx+Ze3YIm3IAUKQRq7AyeoKhIj5uEXWMBgI
xdwymJi4Rf51Dy/gbJ0cfxdyiP/arrn5Boh90rb990UAc1JstzfmEiSO54tAna1hWk/ULNLu2r1n
dPMnAeLNec8+ynCsLlyl+zOPqEYmHsrxyICGX+j8yqAkQ9PMUJmk2bzBWf7Z0DiZDLAzaSajAkY/
f+qfZc1uO4cVmixOwM4+d4PxDER0QPMVYJMipvXgdI6fWN2AggHPS9QwWfU+Q2aUtDnUVd8ZwU2G
1NmReGi+M4oAJKJMs8vJrOY6rhrnieNBn/QIVt7YCX4SoU4/+9YGJ+qGtgANguePlHjqGukq9WNq
uOLSbzYUi5J6ac7T0npoCJOTCch49NGsamNjRQ03Zdf9yGuR2nHpbUqiYKKIjytsiPi7rs0bt7R6
cfDnLtsD0BfXi9n37+q6tQFiJ3aYGFvUfj9Ylt4vxSqvsVHrd6m7dHtUENXvlRcsiRXhLjO1FnBw
0ZndsR2W5ZttjkMU5/M6HeVg3BBHdbP6gzEl9EqLRzBAZIJmGQ03NfP600QhLZJCdPMViAMbfa3n
oyPc9J7Y4/m6bgpGLmWdy2IVt0NmHQ3wVyM2pig8YmXoCiQuXXGQoVjPB7qDt64jCcoDGnuoUmF9
rPF+m+PCzrEmNfzVucf+pk2CwZsvqnXxL01VvCfDR30JliraWYv0sdne9g1Y3Pn6Rm/vJ2f95E1S
UrMc00bcTj8nbVot3KbET9hKnKlIH21tuedV0wBZoSzbSxVICiKiAWa20WMv1v5gmXg6lNnanxVa
t+Rqml8AWcQh78GdB3T/u6HyYHN3y/9h7zyS7Ma29TwX9fFiwwNdmGPTO2ayg2AySXjvNnZfbY1A
M9GMpEHoO3UVepfJq2LcvjoVFRVFnnOAbdb612/+FDthXr7L5+8KQcq+eETB3/5MzxvTZTPnjJBw
FK3ll743vTP2DQEQiL5rCsfZsZrMvXBaPZ4zOtGh79/6pVxPPv5ze0NdRMP4d4WThl1Lw2j3OM1L
f8bbHIlQWux0L7OeeyzRotH1tWhEd/7QZQwyfNy530Aci5sJ/9x97c71YdBo/P7+fvz9pMKdh4sR
feRFdIfq7NdtpeV54tX9yg8Ek7hrO90L21atXww5+VdDXbqx3vaSKysCXVh8mccOYqCgmW0RpLPz
IbjW/rTXP7F9OD75UhA+uUhRIOKP9amK7zzSuYRT68TEWcUdup8lvsAOIOHLsfT06pAPjQ/48eqA
1FPwnyQWGLu/fzK/Trv/+g4uahVYp3iNQGP4dN7keTHJHhFB2HXrdzu3HKx0Fh1ALVV/OJY/UYj/
8VGGa9IFGBcTms9Hmxw3tLCi0sMxldXdUrv+Cz+M+tt1WUNzon3NSThBb8WQ5G5kuPK1xd7xhTCk
dLhIMcZgsW3tDDs/nwKXqeU7kqWDr6Y0D3qoyQ5GJ4w4VF2pfdGaiLjaBUP8PQOe8dpwqIhA0yz8
Sja/a4KyHRj3umBqusj7k5vimxBbZvGHKMS/hqu/bC38GkzS0S5edUyYP4sBaeIWIJxehCtVT9RI
cGnLgLy1Zp56njfLitfUXR8G8u+OTHSKKRhX67ZFBlZHIxOOOrSL4bo2+ISoYRLz2FdangbOBiaV
rvn4qGsXj5ChfaqHZhyDqltaEMLaG771lvJeqBvs3aJhBQrflvklFKUZyDjBUrxYQYJ95GORpXcM
b7N8vTVr1X2sg6Z9AAblb2nreK/VWnpnUzPc93WyqKo76AZXZW84baC1s3N2Z7sFy8vKo66mimln
46IxMby32liq107qDRho+0yXtugE+Y7t3tILPkkkDGhG4/8oJv4/rPFfLiym/zes8T//23/9X//9
f/wznnH5//+BZ+j2f3ANIeQiI+0CbJhwAP6BZ9j/AS2bqhFKPzZuui3+E8+w+UMkHV0snC6xjDB1
/y+eYbn/Qd4fpL2/0qAvRvX/Dp7xiYQB9eXC9UG/DnUW7OQzLUy5NHzmpPIwIRfRTYPRaRALTlYi
iii3pD1cEw4gv+uyGY//9IT+Ref9a/HsXj6Zp8Lhe/H8Rv/9ibbqriO08pR+bRzrOoFrKcR770yJ
G6dmt82Rvzr+dJy9qYTKgCH4H8q9z/5xF2IugWNY3FHBUyz8dTH/EzdnskaYnQ6+TugDWrw4sMXB
qclhi7Sj9J8n5vo/LKo/I9JKXDHyqdPbPdistf/75/DrNXB5Dpiioie8GJFxCXw+mxfRVn2/aQW1
pbLPwgTatcx5xXRTan9COy50k/88Ef/6LFzVMCslkIax1GenYEZsq1o0Sp+S6fPyRMfmRXaZFNr1
ZBo8c84v+QcI6vcFxs/jCMa/4NIQfOaX4m3C5FkU3C2MusB0R2mXx2paQEgQmMj9IHNxkaEgbfn3
nyuuzTzfy1WPT+SvdcfYOO5mdDrjxSYZnBuHyNbiZEqNIbmWjn+i7P6+muENw58FsGQxEXnz66ct
Gz7hsoQkW1aVfR7r8aMg0HzeKXgB5qKXO21TgCLV2jR/2Ef/4gFzgrBzdZh7yEU/fXI344a5lWaN
atuxz0shyzhddBFhkf1RDxjTlpd19ffPloPp8zqiUaKkgy8NafpzgS2VmJ3K7Gv4WbZ4t/WWlVpw
Uv3hY37fGn9lnFIVU0GSd/IJ6WrMEdp7J6twtS+maxoUbRqmWX2ohkz6Px0IlwPn183B4+NjQNc4
e6kNf32FEG3KpjcMdOCFVby4S021Xetihl6cz2MsO8cqo6kCN7kM7LUtAMCavHBzpYa+vqFcrTO6
uT98rd+fAcKaS4lKDukFcL68in86pkpPUD+ArDCR7M0NX4N6C5vJL9frPIfo8Pfv9V99GKZRVInc
CIgLP30YRZyVybTiTOxW+zwRvbq3UzODS2Wt3dvff9bva+hyuaFrRpXEhgGW/+WHOZxABXukDdd8
9qHRrqwhwMe0+0MD8vvORKVKeQ33mbcqPkMS5BlLsP60xX+vWa7BqiugmdWOKtVfzAFsP/0ukKg8
MRFe/k3NOGcPQAgfCVBzCYr+7CQ30YFNsuM3Zmg/3/s5V1tgKCdPQ4dJPuLNzuDq+bef68Vk+wJL
YU3z26bpdcavTeLUUOiUvIMbUr1w8v4prvS3Uwct94WPz2QFcSz/+uvbA+ZQheIX45Gka3eeVSTX
Se9ZBAXPSSgtr3vU2bx/qOg/a9nExWMHvcJlBGRcPvUTnbIdtEWDUQSDpfIz/5yYqXeoatkF5Zgp
74BQYkv3S+lVZM20MwsKNlz6kTd1cxjFovxjIdzSRCRb6H8EHX5bz7xoYmHAQ3Gm+72eMdvSn7ZF
21Cjd+2e4VYB9uXYacZgmX7WxXjtjHdldpfUTEnJDGiOY7GkbGNV/shdHzGDLe2+Bf6d8z/t6982
ARJAMEqTEEgeHUO0X1/XInPlYYSi4FIV3pcB1s5X8FDc3h1g8XsFn0Nc55fuJqROpAzU1SCNeFPQ
qhoKxC+2uzYHY3YhhPg4O59cIj7W2BpmN43GapBb1KmOI7lk1CJjJKlLD4dmtYqA1+jIaOua8qMd
WEzhYpSL2m3Sm9YdLlNgvp1mUQBa3UYPJVIprldHej+WWm8kA3+nKHay7at11xm07bDsDASh8H+q
Uwr9K9+ll701CBo4iBWSL+HP0wNWdDlciqTZGXXOKErAO/vu6tUWinWtqxA7ECzHrYs5TADPRd61
0EBnADXwFyO1yNQiC5SKaIKOVb4VOLDd5BA4/+Rv+vm9cKpTx2MShPOCr/PPX9+LrEqZMStvQu2m
Ii+5Cc0qtqLW+VPmyOW24K/6p+sNu27+fnAYhMvmxUP+09leyHmY/CHzmMrhi/1NMzQQIIwU2zE0
RL60gRrglC6NnsdKwN6Kism8S/IhRfieLCNshcG8cmRq3xDOgutM6vjZnRrVriqzK5NQp4Dm2oEM
sRZWyJ2WPCgsM/rIZONlcVarKVQN5C5jrQ24xYkadrieflXGomlBrbBMGck6jNtureJcduLbiu1U
K/viVUCyGRgvlOtjjpNSGlDwMDHkaY4M5wxkRxvwZuT0/f3lSMx3hKtYhyRxu7teGd5ylecltnRe
6wz7YhLkAYJbcvanc2KeOA9crFXwFw0SSM6QgvNyFXGyeu792g32dQkDyEDV4ezmDPJulPha3+01
TO3ISNrkjrHi0CKe1NUXE5Y2oxBTfeOl66HFlM6I+kxW4167pFtASV5XTGEQGz8JwJogUfMYjl2J
XSei8nt96cyM0WujtljvHc0BYoEfL2oYZAWThHtMd7uHHhvPR8PI6h/WOI9MRbJ+dEEYbPxAU9Qp
WMilt/DQenM/VB5EFjGO/s+h04eWrabZrwk8yQ27dIXxXW7inD6ZI/F5gyvnO5En/b1uM0BwWCdX
TZ/YJ20yd87ge7vBlOaZhy9umg2+dmdhcIjcH4WGptvTEKdNb00HzHV/ZMn2FUByo5UEOHsdWFEP
mWZ3MCCxzgjanGkzri3m2yR6/QDKrIKmSl7sZjXuBqGDNynjQy/SJoaHC33VU5q+hi2zx50/VD7I
oOUa11vtFOe6tu0HaF/rEKg5xT1uKUyok5o9/JT4ZoM2apSm+8Wb9fKmSrrvbuY85gVWzPNgrNt+
QZ5KGLuCkcSwVH/p1rJJ90lqGLuu6MQ9ZhOMyIWNpjTtTDw+1PcBel6IeWcajkuuggtN8MGtuimu
Sr/fJ36tyoj2DbClLbzQYSFOEafWaIflzBMsmPnFo6ZNJyYgUx03CTYTYZ4P7hOuiU+ZkUzpiaal
OpaDMLMIeH7cG35nF7FifPpllJPiSZZ2xYmRplwjGhxa3BDnuxrNE7ToVUSA3rh9zo480WaDzw35
22KSRdgWw2NiVhMMSaaBs7nLhHoZCvuloHMMeKp2MGjNcYMQFK/c4wBWPgogAp4jR6vLXdXPuh2r
xbc/jMJXPRa08HOj0WzkbdeOSxKoLCUZrTRzGMMrISrYBgeqlEO8WKl1v0hdu4XPfddWUxeSWm2G
iC2fG+RIR9dPHzs8iu9nnJU+Mkz/jk1bXRXT+ISpUho5NWb7g/2tk+pb6Q5VgZ9kuXyl2vnwLS43
qS3vA5jqa7Epl/VsWUepjBI5df0g/fRWQwhzRoSsfSkS3NqluyIryN909TE0+bOX+h/ZqpML6m2n
TaTXHFKYDM9L7E7jvleQLn2nbyCNW29p6i8hnNlbCJM5PNduVzTq2XQnGdZCnlNHXjdpUnGbts+Y
PJl7eyt/zpsddZ7x5tvdu8jyZ9/G99NB8hLWc+9dsNlvSFNhP5Td9p367oFs7SdPlDjbjuAfhn4x
Iu66JmybGpHGmF51rLEqSwKoew99ciG1cvFetZeML72b8H2VDiKgIo0yR7+trI03pBYZZkV6RfmJ
kWjVAvN0DjFd7abd1BMTYijKALOWZ/IJwj5JJ8PJFvJDwNjKCrLmYkZitjdM74rA7ZM1mMyO/NTJ
PGgNTLbGLJ7S1dlT6sDSGuwLazoN55zoqapLHw2TPeQ17W2Jw6M/rTWVcP4Dnr6FEF/ZXjRcPBWD
Qrc/SgqPLihqTX5MlT1BeNObU8I+u7Ja1YXMeHZ6l/PVpeYftG65LUddCxcoyo+WNkyhXjfPYlvO
yh3guULt2HM+z6EBqVJ26kg1ca1GLCP9HrhO6R3+A75FEFl9XvTxtSmT0zhUyT6XTRNo1hxPFmDR
ZeJEEJ2EzDzkWdwt3nhTudWzC08KeFkXvJjafeqVIlRxnJ+LSd9pdnpPnhysXNOU8EjX+7LwvqfO
toScsemV1ttT3GnZd4h3ebQYnIhN46IJGVLMnLXRjnyjTK+LrvtuZMOpz0rv5CPXQkXS/MQzKQv4
7Pwn7SFpzVUiiKJos48pUc2ZsRWR4pZfPVr2VD1DOeWlYHtAdaOpWHRNxwGtZ1GZljtVij1V875b
jS1gTfwwah+hkg6oMY9bfp3XjXccuu2BechBX5fHuumuprl7QBtdvErZ36NSgtCQMbM0Ou+7vlVp
jKjKPKplMMCztgL1DBwCvR/ipEJPnU05jIAC1WS/PAgbvyR/lXvH2ULGyNdm38Mw6qzntqS58PyL
S2t6V5QZntj2lZLLvZH1HHTzcmNY5U3pdk+JWqg4QS0O5br8hNUAUb/brrJU59xomqvFmGGtpLgy
W5r4iYtct/FSDPOckypOqbqey3ZkAlobRmhUcLLHdN/XLX6FxuIeE5gwZsPqJxY06fHq5YXXKF7S
ZYxcae01DpwelkdW3gjsNAIkxYRvNc2zP9Xf6WwyHCDHVQtQlTCLBPhjLSr8rFJ3u0EYckKLrWJz
9t84wG1EaeorXu3MiPWUSxySOXWKll7puSGuLYmJlAF9pPXUfL8y0AmBLupgK/HIzfKkRdiWLMGg
Ji2CD08ocVLsFj+Pe1HuMy8LTSKEEAbkD3gDcZPbqwiHrv62YrYSlqr5EGS9MJPL/J03QyKymiyo
rWyA/2HeNtTR4bomT07TX13ClgMcmNsALcu3dNXPC/Oc2zIp54OdosotzLGPtE37gr4sv67qzQ3n
LrnBBjKJmf/sq7o8iuoJ2fAhWbdoW7rY6vVzLrJrNyti4Q3cxkxvwzVBz9uXfYsewIyXqv/Il+w7
4+5jenm2maOebEyBgk1Z7nEl3Coc64E/UQPDQXPXozLrPFgzDoOQfK+tVbGzB+PO01ll4rG3rWQn
+3HvmNpLQte2FowDDeuOSmMnfLUEVtlFIBofRrWcxrw9K6Ht8ZqE1zOXCEdsbZeW225xvTtQZaxc
ko+isXb2ZMcgR7E153Hbuo9Yjd2qEQq0qss3d1BRb67PrYeV7swNOzLmtRbLItxsKHcmsh7w02pH
6iahfbW5hr2JOiFp8oSKk9fh23rUNsV4UxQrBTtqqAZuVGYm68Enqy7IG3OfXeQ06To89v0YM17q
SC6z3cBeLgWP1r6IycOOV4orjAwfjNS9sfCGDh2JbUU7FRDbyunkbAxnmwVfs7ZKSUbMm31rI83R
J62B6ub4X3PQnjgpN0QRk2lH0t/utq04K6+5Kh253CxN+93d0GS4a1FctR4VOdX0F0bDGGOszS1U
sexgGzm7BtEEXOAA+WN+MLdEe87pSp5Sz3935g64iER10T8gYnmyYfFPOG2G0rF+5q630IaSr41i
7avwC1zlnA4plosr4Gyq69wzmtDgEqDEXt6A17/Nk+cGyeB2sdN4T86qG+QJGDuCOdReKlmcvNp8
KlPvMcs0F1ijv4ePeu+msr1hpgzzr1VfYUGdhgmOYoa1TlSZ7oOsFuqGMUniOu3utDKvwpGYERBS
90iRtsfBYNz5crAZethVBGh+S5aQG2LT0+8Yt9y3ffFeDgg3Ny27bdHmUPdJ8pW8sf9p6dV9PaI5
k+BIgXC6l1EYNZSu7qM113umiRa57pv5rOlTHRgr/PEqwaJ01kd5Itr4doITH2kG+Zp2WtR4P22k
BXhZ/62oZ+wVuuucC+zUKy2JTLqeiPsqF2g9RHnNusOuMl/epqZywqbeOOcoRxRH6JULmTqJat2B
LpO13+GzyhMyhil0s/y2n5LbZszJ+UKz0tVkByGr4tZB3RhrFhIgfejWAKoCUVylXiByVQPGrU4S
FUOpX5R/L70aDy52uRFW6nMgejfeaq25quxCBeAekZqb57bWfii79+5EOmbXwuu3U+v2xq7Oec2y
1YkZddb02lz6nSBfL1uNPYMh7W1p+GAcM/d+7bKDvDXZN5V2V3jNzkPVmi7TS+vnyEG29Oi6w57T
LBIT2R+jNK/aabxv0cYERtdfmSqJfQQ6hIU0NpcXRU5ZZw+z7z61hbTgnQx3vbBft8a/9WfzMNdC
Pw4ej0nz4LtV8xoX6fiMputZRxly7r32fvXSh15vH+oZhUWp8jex9Ej+2HfKtq6WqpVhi5JzIE1E
KRl7fXctxUBbQgfDVb3LJskZhazHmof9KmUMjgErZ9K5WMbmxrNbQ8cxodmujMFe4n7xj3md3Oto
KMIFh24QE1jNXY0WcH2pq9qL0kqPpU5TK0uPTln/OXXysndxw8yw74tdOLvQUnQGa8GQGIKeFT6A
R49qlG3UFytqJW0d4FuU9uo/0zBOj75IsirshVbWkSa7jFMFz1skYVgPqhu7ooB+cGBloHmcfDxR
7XLJrvtRK+9l2vY/x3bh8NOGkZKxN3OTPBQs50I9nyztlEgwHwi+tvEBkmO/aEstD5rI1huUcem0
16UrX2BKd7dd7okkFHqOj2tuzwbWS1rCZa0jPjm2ZoVM3ibvOWJLeX0kxnWOu1l/apds1q9me3Kf
nG7K7jB2SaM53W6VkTz53nYPNUa8S4l0ove+cd51YbG9m7jNr+5gogEyipODhw93fVYU1U4IMb1J
HhArbESlk7QOHW+23NtGPe9c8CxtpFkosutES5/wvghIYQB3ldUDPO+gUvOdkfr3AMFNuBHXEta+
fYuhGtDH1hbXBt66CX4mY/JuZ0V5mxVd3BZuiYhchIkqvGjrrfce6VpcG8l6rBgSc7bjNscfUojJ
ME8wcZDnlhnILVdmkcJ8lu0t1p3nZV6+lPmIvKUX89PgGm+N1724bg4IVzVA4V3mvhdIl+k5Ej1g
TKXOuT9R6bvZl6y0e9DHQSyHmrMkQAL1Um1e9Vh36atRs2FZG5AsSn6TpbVmRHSTGVD19QrNbDN5
AAc6jWeK9TPKLsj2ddoc3HE5amaPxM28nVSbR5k0kjMGhu9tWbR7FGnyMetw5MfXZ26+0Zel730z
eHdVV/Y7ifveQ9oZILu5DPNt0mxmCesDAGVEXtApWx11Jxf4btqQbntoGZxnBdJYGPLFlWhS+5EN
/m0c5F1ONX/b+APR9Z7flnHRoJ+mEQZxTRjsPG7ToI5ci9C4uVifupoer0Jxd+e683Zylf9FiQal
D0KB1Cy+WLyHc2s1bZy5vnrRIDShZLGyMR5HTzxXLR39nJWQhLOpfvYVAALaV/tRT1N+gqPjQ8Ak
8ygndNXSdta7TvnZdyQZznd7sZeXuULaV03WS68L75whJ78tUo063JbFNezmhVKCKfolBS8oeikD
fzNID19mTIHsC1d5jEWmM8Qf5ffCHa95LUzQ1uEbk+0qGuzufu3b9RuS4jlgx+xqCbXTKK3szHik
iYe+q49LM81Hr63qQ76QddR29vJsSkz+w8F3Xg3Yt3FPEQ3XUOk7y6+RgLlEDZR+XcZkusQ50BCu
FptxgFuJYp3kmAUauheJTT3iVpmFrWGWJyL9lh0bsAxyaEMYlFHIDN74um7rz8Jsdhs8+riiVgyr
GU/VPDPNqGq3kVCCpXfax3QQNX6ThjNcI6kDsTJhsj5bNrmtF+ZkF6R+8QZIgovnim4qZECvn41c
ij06GPAzbcPzYJrvNiIXaBGd6rjgPh1NtvCroB/kslsElgNbZ5MlWV8I9p1Racd2c4qboXa6E4p+
DUFHtrW71jHTcPPS9NEVpX3dFPOVhn93hMFq9YZMPHtrcH+QgT4ibq87V3wzsnLYQTc2f5AhrTMk
MOUSzGk+fPP9IrOuijGxYuboFdLPYdS/dxekmX6pL6I2wd4uYO+kViiNDCPhdkOiH2zUgpSLcusc
c9epeQFA8tyJVIoRpZl730LNgmI3WyzIwzYMIBXY2NJE0fvMYToV/jclls2hOUFRRsXtpV1y0rN8
aI9LgqMEKDXY7kmH0m/9mDDkZPdOUIfREKtm+EoQ5LC+koXJXaCXSErfcY/M5RUeBU5+hACLDaZg
rPAy1tNfUwlSjuMZSrQWFIbXiZBLglkkOhaAFH0W+r7vE9M+clc4LS0QjpmPorac9xSB4F1Pw58e
3L/GCUOPucaR8nSzKCia8TALbP3vq4Ui74QHp2vukmks10M71dOX1qlYVE3p8B/kIk1YaJtkyg8Q
4mrFKTMk3Ptsm00zg+stLXlaB1x6bszekncVmrxhZ87CPMC8dfxwsLOE/grcETx7qDfxXve1CKEi
ewRXG9po3W6LY9XkgdSWzajMFmmE96Mmd4Ns5/4ALF8jHcgcocUML2ucGTyhgfQsnV+ezDyZvLgA
VY0GzYhot/e60u43S4LIev177bp701j3/to9yLVcX9sC+NnXv2trAVA43g5lt1uGEdHR1HHc+Dp5
V0DM9wq4NfLGTD/ztt8yqlqMk3+Qm6bi0l0V7s85okPQyG30WoogsDs6LvCGeFvpfCa5EjxZALhc
mviMEOzOpdX8ilBnwAzc0RgbpaO+o4tPCBMxVRmmw0fue4dFW7/q6eTctM4CBdiXuPSk/S1/xHoE
Mi+fECnbL0LvisNsy3dvsri6M+UeeqrtmBYqmwMM191Ty3cl4dv1eMXAlPE4mA14Hd7EfrXH/6F1
7teq8tyo8CGKE5XkbPvRWvAWaPDHZYs4fW1eza5okPmvkAXLIl+sUz+u+JwhW2bcutNXHIIPxZjT
0Ft2OXhRk030BZA1aU/oG+cZdKfy923rbdZV3hcoMvoOSRx29F3exObaO1hy5dpYkT5oNPWOBeON
OwyApDi79ajZt8m8uM7BaHPNjS0NikHSKLu81pdUOOe1E2Z75PXm6qAvhqFgh058b9ftoY3BGWEK
C5sjXXdtPxnlPRWzTJ+maqvMq1IKjgJn0fjnxinkBUK0/hSZ3SiQyDbJ1YALx7STjT9mu8y2OsHp
4qWoUoayNa9qXW3mI6bMg372J3usDoLsvfWAOV3ZIZT+65ggw2auvy6O0+d31mgW9XXZM9aJxDqP
aFTINMXgxXdqoV37aLXyA38z0Rwoaaoz4Wk2aOaA4sYa6LAMt9xOdltzJUJnv2UNI5MZFnPSYhOi
wvqCS8BFJy07lEVaNh5qjTawqoA37krRDQd4ZMTlqPWln0b42Ek3+tGAHClOqTtvFOKxI7O4n2QZ
fOFKpcmiAD/3OJjdcnhPZyjB52bxqgP2Pc4eusKF+bGC5Zj2tK+NVsWZQug6aoMV6r1PbdRY6xFf
riwYLsP3TTLXCm1nRtXqFfjB+FnymjQG1iDAatlrPebZuhtXSEl0+cNQHICgqS2XYdqumqHLKOoQ
YBzs0ezPlWsCBGWV49/UcpMHI/dGmi4fNz7s15OYtG1sVVnLVO712IxPl7HKbsb86VUOpc8yx8ro
e6+VW4xQ+ypNyvIdVfF2r+m+cb+M+ZrvCRzEBYjAu6MS4nE2Gjg/tsh30DNIyyJDNgfzGpNww+Z8
p6UzmkqOiP4kacigMVc/qlQrotJP+kdjMOhqAOQsfsmmVtq/4avPS3vMGJ98LfNmJVrDH6OpsZqQ
LPRKD0Sr8Uy3HLFGswFvqUEg0RzN/NToibxz6VTvXNZdSPTIF4uQ7zxkUmu8V6AIDM7cCSV9SkxE
yaD1JSvN9p5ApldzBdhZ9dqLsSJK7hNMlmVcettdjWyMk6GtQtdoumtvGFzA+skj1+JiSr8BZweE
O5VMJ8dyOQ7+VO09p/TfVwS++25Z8UdYm/HGTAQWKCCUdN+2ETjZ5bTrsxddJObZ7eb3oTSqGKrf
0UVuf7WR4hhxY0w3/uSaJ+hFHROmofvmYgmTRHpvbHE5kDURMB1f2h3TRDOuMDXII8wqrfdZy9I5
1HyyFuKxrFlh5eps3wirL7CySDSDtr/I73wGd6+ZtU2va+VxTZjiHlMx89rUsVWaTSZDFBiNOgkm
x360MTK7wVpB7EatWT4sux/vG5WNd9ownwrdBTfSndU9ACiAWuHEAFCkF7aVhSVpmG9Zr7xg2rBo
MdutuRmtVBwGzDxBLiFXqlCfi3KPy1UVOxB1Ug4elX3NEsfb4RYikmBirs0ItsNHyvJmiFydBCfO
ME/TSuOMR46zJ6AUdxfsqtZw7WwBur+mOlvF8yID58pHUzS0AzAq9wwkfYZ6WWLss8qgZ3fh3ofp
2qidskR/nWrL8O5uhXlTlMuPWTQXN4ZeHelpsD1ACpVHZo32vqlbeewdClG79G08ZMGyiJ6291a/
5ogdVWLdS8Nd37qxM/woWfrt2sDk86FJVyqPoauw92m8GwAcD859clhsdaB/Q8aDNxXqevkAJ0R7
wk9suh+YilG+5ph557gvUQbiHFLl5pfxkk4UiMQ2j6nNSsQjoHUfkhwGgNcWFXLnxT90xZwcCMsE
ocv9qPBEe2LLHssmU2+w6UC1U7BHgSryXrOSMcoo++lox6J8nM1Vf11tI72xS5JNFtPIwHEc49aQ
/kuJezT8mbou9rOt55Fo4RZAx8NYhAKf3m40DmWuzH2SlfOd6uaKMqNKWP+Z/8Nck/GjLpsfVdGs
6Gbm+dtSGO5N31r9GHQzDFR3nPkcZnoMu2UoGImH3oo2ix64OhFosPPIFsN2w95ZvXaQSbMcbYwG
QEvtk2GsfWi6xKf57fY2GkURQyR5ruvyuz1BM2lR8egbbjB2I65a+yK7WxR8wcTAkUD0qCshBtXT
DscJ6htNq6KG+IQQXEVelXTjY6Bk9gAU3pylqB4WKufFq3MnakfaCW1mHIn+zj+1UrBY7Y2WOa21
LUMP1uc7f1nSMzyPiRfBmYjBFxdwDYZVLepRibWNSg7ReGERh9U6QqUSfpzO1pMrivcavtiO1K40
YiAYU3vpz5Ne4luVF6fa37524yX5kmfzQ2u5j3JzzS30qduz8roV36l8hTJYj2rD3kR62UlTtf8l
qbHGCIS75fwJHTGvtdRjEXkJjcG8cpMFvd1o50qjrW6XVXvCLW06GfO6nVOu52DI5vKABDwDhJfj
7dh7AEpuNaAUrrOzV2JQl0HUvPGqDgwd2HmzPLEHU6QJoe0KG8+E+ecvIiz6unvKhQZdiUM1bqra
3rXcgjtLGUWM4YUb/W/2zlxHkjTLzk9kBdsX1TY3N3cPd489UjHEkmH7vps0AkUKFAiMPAABUhwM
KIzCF+I034Gfd9cMqwtgDxukQAIEGo1GZ1Vmhi+//ffcc77ToL2cYklHCxZLJMEUqLLUG9ZhqDqe
giSr78XIWI/bOrZPWsQQW6JUvgq6sIeYAZ9oFGV3yur6iIoNI7j7kY5aeRlHzTroWZmGsqQB/O6E
/ikyVenQtaJ5rOO2/UI8Fg+p0MYHSargEynpiF85E+khNIXI4zxj68CajKVPXDnakEEoXjER0mLI
nbHeYMstSu5Be7V8GTbPwN5CGy6jXgl3Zsragoif9NgIjXmJcJzSJocWRuRo2WhUKep7ouPvptJX
tP/xOPT7daoDo6l1L1XXzBnA9HxYA1v+AlO1zXDH8VzKB31h9DqtyNz38ZywGd7KuJWcCak3FCak
xtuVkQ1QTb1bSz1sJBrLDs1ECo25EGBn8RNUHQasbEbZ9POi70N9WaxbZGg1wzof0tuSu/6xctIs
Ad9q66Gr8yJ2sqakbsjo+5VNplAH60J4HCLN4FFEj4pkrIOHN4FvW6p13UvUccVE+4DB5U7ilPc2
yp14WDpBDWM0FdkB/mc8qbEsfifmagVDx53s1jUjPjWa3l9nVRWeqnSUT11ldCFgwJesNcvTwoh1
VTKtC8tIr++Fci0JDMLx2utGS3sTZoGtJOQXW65STUz24rLesFuFpzEY0tOFjF/vC73ilNenWEK/
BmimusIAM0HXB3F0aq2pPlelSsC0y1v0lLRD/q3kkcVOReBZYJpsGoZB5GMDgw7geZXClYGklGaP
crNqsMg6hEg3rVuNO7DUH4a+z3ccaNzZCm3DA8bcOGP5NSS/HzYDPWHDyKmjMOfrWF+EhGnhsZw5
/fQVZxxJWcU8twh6GQYaqZOeVTwVXJ4yPQ7NqoocJnJdCagRWG2xKQmPLUnNykNdJoAsJGaB3EHT
iH+KVEuyFzWwaTVJHspKJX0o/dyGg7VxPmhAAItI2Y6NxQ4wLqbqVM9C9CJv20eywBXQNHbfucY5
NqfpMc+N5U5ZxNw3GmGmbvsG6FLU+ks15/1AjYvdWtmpNsa3lA85auKSUv5ZA7CuU8302kXNGWya
piQBRvceFEhcZx4mNE49btuBBCubsCvEKfZKWevEclTvKOaknJJQes3PpAsA4QSTChfd+ETGS33q
cna9ps1eMlb9qcimDoZiLrK+IqKAJRsinYS7Jes0ywdhVO5lhgZHWcxPy4gxOWCm3JWtNLzcejL3
Vh3FvVsMbRcgR7V8gTBCMOwKdJIt8YXXGx8RfrwDXA5IntVcT/5GEMentw7xeONNEpIBDBlbDOEA
A6l8nGpmT1cvZ+JplVCdNlXaLqYF84nlUixsIecqO1qD7TE3KEQv9qMqyyC75MNnegu8wz0Afu7o
/Jro9RzSLJBL4nfFiEWFgYSOal1ROlcT58mLMZb4yH/C6FSzej+zZvSJULAfMlRMWIv2Y1LIHPLw
v336KAkJmLCG161K50BSmoKLg1nNZFyF5lUZNRaqYJmM104T8Aoa3VqeBkpvD7O48Pfg0hex82Je
jkdxcoWpvyYKkmZfrGigIG43ulZRBv6yE/t3aXiGC7LHwMNFsloms6/5uwhKDaBGhTv1q51+M7t1
cYBEw3RHmMfUo3JF4My6TZ2DEe2hPw3vLOsNFsFD3xGQsZiC4Z9GBZ/YpcLgymm4XCw2ktzGsqUC
Vjkoo+w2xZAIP0uIW6YLMrWc/+Qf/qtyfY91yX9+TyD6M3LR/xrRaPezvsGA+t//Vv8Xwoxu7+hf
SP39w3/6r//493/423/32+Df7V/5U/BP/0UlsQF3SOa2TH7ln2N/8i9wZnCyW+iTrLZgvv8LxkiT
fiEF+EeCgqmQJDLIqPyKMVKtX9Rb+StZQRnLNNUd/zuxP3xkLJLptpeJCCjkBTAL/yZVIqrZUrSl
ztHHxZEVHiWS9fgyFuohYvq/8WT/FQf6778L4h//RAIYuPZF8h6/j2GkdVzP4Cw1e2zlJ1XK3wG1
gSTOHvtofJCt8Wo2Y2NHs/KC4PYpKt09xMmPteSq3gmK342YSm/Z14FCw7Z/pfm58PpJjz21N+9+
8y7iK1zjuvotE4i3hx//N15pTlpLlU0c038MA7GA//OXZ1zjSBejSLa7mO5mGKhATPUWlF9qYbrg
Pa18uluyYDAH+bHjaXHN03zXJTw8ASQ+YTNkdRVD45noCkSY63pbgdJsk8jDLqYkbxpoOTtTotVB
W1F+mKN17VTFVfSttsEByOFmnmPEDa/NFRSaBQoBw7o30YjxVFWzwihOk3MdpQGB74xLVbx+LPJw
txBetoUSCiBxps5VJOx6MvWccS8s93LXADbslJZrMDWdnbzA1WiwFYkjMntn1D9KehYg59yGnj7B
1VnpvekmWiZd22ESrnEU6/5NRvetqmF5fTMQtxtMtmIUPZCrdxC4TD8q22RywWcoP6NcIL1Zq5k/
xsLiDiRSbG0UMPUIrWMa6UNvdoWflNVLMqjWntDr66Y2DxrEkDqWINFhkA9zNc12GWDCnYHKfhQp
5tpnc/QsLfFki4u1cDbyAokWWXXVpAB07NLGR9vvCcIJoTW1IIpL8X6bmtkrt6nyJGIkp3wu5A8L
YvMuWpUd75+FpluP51iEWccNQ8PwdqOvZl9M2+WlsGh9ZJQbJbeylGRHfB8hGjgrgJN0N62zwmqL
1f5esyITxrAVqQdzLQwbjTJ5aOVK9moazgEwZd6AYZf7Q5Q4A8kQvoHqU5qXu2zNrb21ye9sCEtX
uk2j+ATwoyLUelKhXLQt7bxx2CqsheyG06Sr70C/8DTO6xbnPE3vKPogLZEgT8WK07Myo+9MT+Kv
eNHe+3Uo8MIWFKjfJsOg0cv6ukVUH5YxtldcPOw+TIkNPUtpJ5bUDJdaEjMJGp+VsaXvsik8zxj6
zkqf5sctwQIgN4JCOWr8DuW0eG31XnzAA4QFiWQUfEGNYZ9WefXUkZjzeFpCRdPg6jrVrcGji5o7
9v7NjxY6ZoDMg0poxoTvSyPfCzeJAbxxjos0ZX5vdPbUkvIIEyrjxdHKPal7aGYtBIsoGhqGBkv7
MNKt8IR2ZUk9Lp2vLhiNNYYBQ6s4bkrLCjj74qcW8QNcdcYXNC589M6gQCBBDuW6rLM17qShd6Ob
hBLTW9dBRMNXMUf3hSrnd9rYwHWr1PpOwBj2tt40mPGmxgC+6by5S5hz1ymJdjgi0BisK3LoeEDw
7+xSW+eTaq24/qIEGwEc1B3xWFmxFWH8KBbtrEtdBf2RStcBCS6S11M6M4+syhfIFfVoVTMVNLU5
elouUrojZ8NwncpIcRSMXUrHBk3U0XtmXE/ANiWZXXAKvwTjefs1LYDi407V36Kofy4R4YM1qVI3
ZknKOoX+WGSqqH5Wq/F9k8uGxZmpBkanv2SKnD21MfMPSQHMe70UnziCEECZ4bgZw8pGKJLPJBMJ
2oHnvZjbYv5YBdroUj6r16ZtmiMriOIio3ohcyWtE+na6slpjkE7rSRHjpp3+j77XZ3Vw3eU4NpK
VyM+3xYBtpoaOADloX5l3PixlrhHy3G4H1YWc0mvqYdSm0hRCOJ5iOdHQVZfFk181nJqeTEONjEx
jjYJcrWTddoSJ+m+V8QlpI5e2mtmxlWaA/InKXfjIPEFDhopGmdEVakjANXQ/kKqIJb2JWsOh/12
ejAGIg6ugTk2UIyG73VfTiqGoFYJRLa8u5ZrumzTmJFqdr22OEtaDZOisrSNW7fN+GYMJJR8EMHq
Rk812gYWzUF8rFecr5rRVd9qA5BlG2TFE6XIyI5GLO24JSKYpMWXPKyym+IOOqjNXAeLpQKbt4zI
IIwb174ioOSyeUpkPMIEekq2GmGsdZKDcWtwozrWTqaSNVdCBvlZLQoK3tnK7mNkICIOo/y5pSkA
bc0co8feGIm/j8mELrM2813ULkk4bH11jbNR8vhY7yXTIuGd93i7Ra1bfUGst1sCQga3j4bslZqh
AdjeQMQlmnWpu6i9vWJFOLK8q4BaEJ3VdFuxatOfEjk75Y0VfSPUTZcu0iGvSBVVhnxrfHEUtolP
/TyTY6LLghjEmGCF3QrrSKne9yz01nPd9ZYn8Ix/HyajPsiAz3AFCdt4oBcjb+6aUW92+D9L16jp
mXK3cirPDf0ZH8Lai2gu8xYs6vQgt1UUUmw6HmLy116TZptHlfPPBCLtXb+UtacbM6NyMYedQa81
wZPh0suq5fda+dIhUNiLjgGZp0GdBGtaIQMXlH5Xi4l/QmT1ulaTzjGxztReE2u51oI8eNRvI0fn
pnnbjbW391BY3jTKOQpN3GCNWb5VtmewquldPs/DzSlwNHkCnbgZkIFbNArWC1xc2ZhlOYVCxfzQ
GGXjg36bc9ec4ExFVn4/lGiefCGiozBYyovCvYNde8W4a7YqtFctKKecol3KLlcA3vilgno2zCM9
A9I+V6XoezQWojk8MageSxiLVXZetZx9pz3zSarp9aGVCus5Bf0yc2Sz2k/cnmxHFxIwm5b7VOyw
MJuxOISmgml7HRYk8EjBCAb9V/VBuWfu1hOmQH5tbVn/xtWF2Yl2XwtI03JZNcC/GM16Az0lPnWJ
1KD4I4b3+jShrGYgrfKRp1qjqTySdO1uJpGAzY6hETNPFNA2WAeEm6NDskTdMZ6W7CUW0s3vGxM5
jcffoZuWAZekNS6+2XZZiGWnoU01jQ5zrvc/heU2OCLG3Qy69Xya41XfKVrS3av6fB1mPKFVFT/M
PUz2iRyFww4A2yEakFOTBLXJgIiukstDYHL8eGMMpd3I6uyAXVE505WgO+agqEdVN/uwstZht2nG
JY0kyykotoPUnf/U1DbyNSEXmc6rIDeV1B9v6dd4KCzQmSyBS2mtXaT2FQWqrYIpS6U7aSle8klL
jwkcMCwTxuMMUM/heKlCdZK/gKLXYQ/qWNdK5bmZpuEaT1tQEGxyarH76uLBrbdOojIZpHYu5lzf
E+plhUnFdTON1/EWDbOVzTTveJJmz9PIw7NX4prTsaV5B9UoE+f4WFmZ/jNS+uZEyZr8nKax9WIC
A+WmsMITjmeckU1W6ZcEIekyKys0b+iICW0nBovFeh4nFNqsOWh0PSDhZK9Gh8jXyzPmWhNRhs7e
7o6mBi6EQpFxdtdon+Wj2gtkHyW2jKQMtR0qQigLawoqXz+1BXs+Te68ge3NUVHW16xPdBZFVrHP
JBoj605nrhdx0TbGAydd6pRGanmawZNsSrLvphs3FybMVz7q72U0PK41zEtmsVNBOWtDU/s668lj
zU4WH6Z8ys3yseGSHZZp8lqoCy0O/M1cNKac5TX+cEsouE2yYv6Y+z7283aa9xlpPUeT6B+BOjEG
uDM0v1zX0q2J9zhGuzTnrdxQSivTjynbwE+Hz0ZkcVWl6oV3ElPy2iFDis09dtHEwVMrArFvIGjX
0Zegp38kdiANc91cceJTIoK7DNNI5rQ8wOzshvOMlQgJt+qbRwgJCXbvSNhpeu6jn9ta3E57Aojl
Camz3MdExIjpEa9V6KfhMmrKbE4L1c7URCUPOhWOvA1BLBmznzVsIYq41O7npfki4C/b0TqQDVJI
LJKuthcN3+ysK+FUDOId7ZPIQSydPSM2fiD89cHSpRDnUduzuRj8ODO3Q9WoI40IAgVWawHWaVYZ
uPqOZF4huPFqSNeC/lGioqprqIJ6bDqlvCRpwS5nAOSNOXMI+8UY2RzC/H4ZekFEZt0wNyzmF70c
L1tRfYjtBna9ZcCxFQOY7iyL00ec3+6+hlI8yENM+rQwZT6oEHaCqoHWv0dgVUl2yaNLtQeO/QEK
jF1p8RiMrRXQVhWwHqoV2xCBYtplNjd89Bgxt2j4jnNR89ijcxynNCg5G4k00l/C6na9+Nb233O8
LPuJYhdksnR5m+fJwg8qW5+wbTZ36GrCldyQbKsnpyVJ8UJRZV3STare96U+OIRaQd1bH1UnPqA1
xaFa822AWEjTwmo8pEk2BLKmSK8LloFdy0jO/u9poKrFnrX0R1m0eMVvJx3wsIJei2jZUVI3emWp
mqRoLKZZm6t+fcTAtzdXNpBs6ipyT/VXD6z/IY9l2KOVxsI8zs8FXz6XJ8uGMwSaDGauCO4tf7N2
xAPdg/1ccY3Gq19RY8ywTmUI64ZZL6rNxrxwr9UGqShWbG+1nDMlQ0zYgbxNdiLUH9bet1Fz0fjR
LCkmQ8O8xN9v8tma8TKZfGGbpsvAaQ4lXzx+AK+Ls7Ap89LnA+TpWGp31sIVWFyOs0zMpGcOd4zo
3lpzilCqW3aIrhPUAP2pNopAjQfe9EjfjunG5LqJFntrzkVQPeqDUifCM3fu8Tgp+rovqzL6NBbm
dd0sxpBibJqb8v6ly0eizJi+GiyAjmFhja2Zz11Bm5sQ0zPGFFVpxKc+nZpdVGB/2dA39sMk9b7R
4agtmGV/bsrafNIInfld1q5/kkP/v4j4rxDRb+rS/1xE/MN//Jt/+sd/+09/9x/+27/5+9/qiLd/
61cguvaLogDnAsgiwvkBGABFgEjijZXOL8HOwnvwRxVPJGPzL1qiov8iaQDw0CAV+GKGiTD5q5Z4
+yV4ECjTgAAAo9B+99cg0fm3/kwvAzKioJUhvEAg0tgq/L6CNqLWJYN68S1xN9sTrXws76XXGyV8
cEw+kq7ufeVhGSbOdpQ4zux6N+/ywDhYh/Wndpy+hn1z6e+qx2IvnIuv7EtytaB4BBtgfM7PtFu0
77gHHFLJTutZgew0+ziAYnvY9hORXQy/NkuYsHDbaxvq78mFMFBQn7Sj/G4l7lhgVbPl5+5xOPah
4EM0Pw9u4VcuOs8+f5avzXH2omu2V/z6nuCfV1xWr72ycyanx77LS/mKOpZfnQljPM2AsAHiXLej
uVuO4/Owb++Fs/Iph1wx/Xk3HPUdGoFPENwdgtwTQ8OnQ+Q7u9Qhf8s7PDlB9FzeC5ZtfZrf9KjE
aGyTEwf4aFXMvjfXu2uGbRjxhw52d7Z8LRCf4uXcho11+RhPaVjy28Z3yWUNrfP6zEt45Gf4lr3K
j/abnYY85D3tUJ0N27Abv3iAgronju7gIXUeSwdfv9ccxVA50iXmiD4U+scoZO/q1Y7qDna5m39W
EaKrR89EUIeSb/nMbsF4iq4387pwiH4YAcXJD1vhLteksAfNjnxkr96h9weTQi56Ff88EQ1KPD4K
6aBUznzQ9qNDcMhfDgp/L7xIs1M65tvwsFauovIst7XX7YjV+9oc2h0jbbZvA83VnYyfa7ALXpZs
n+wNvwyw7R/ksHrsf5BbPpkX/oQX5sTIFr1kD8rW5GXPd+lOd417JUBFzr7Arggv+WE6zzvzez2x
yJ9erPvYXl6Uw/DQnU2d+MVuI+kn8rx1UMeFQLxLfckT3WZH2M0f382QnGblkAT3yoN0Fh74fE5O
mlTntAwMX7LrE/++mzqyHfs6tfK26Bu8I7vCbd6Id9jtdbqkLOwGW7njRQP5obtLgIu0E13pcYn8
hM1Q6Yup0xzpJXe4rZQf5Oncdpe4Q+bEp0vp2NwU7jMfPrhvBMWXPzzGcCmfZagc2QnWjxn+AAqd
2KRznNGhjsAjGI0UuWt/lCcuQf5wZpwEEZzzW3xlfIxEZ9njqVWls04AIye0B+Tb7kZf0l9Hg6Dh
8A2F0l6t74LkBCtqzVmUYFFOg3355BFC9sQrDqptOFQqMYw5ytN0XR+0pxIwOPnZ8sD/R+MIABYM
b/3n6GLLeCo8U3KCrva2W8mbgzNfLI4l5UbTaC8Dtx/ypvZshVxKkOjEz0XtHdQMj5XFTu1sXGfh
9sL9HZdB7LWuBEMvjD7rx/GygIDA1jPxY4TtniY3470I07P22H6nsh5wZ4nuDM6lwV/D6qjuqMQV
f2pPrSf3bn8eHxjSDdayfn+eTiuqqr2dtGfVRwhxCldfGHf4GNcgeg3Y9ODvgZumLOtV2GCGrST7
mITswA98IpWqNoY77ZTHLuQrbOtPoowhzZ7q6zS5xjDZ3IhMw2YhfVG/TAx8Hi1mDCYhNp5k2RvF
iebIB2Gv7yzZJ4re7pZvwcVh1Hovt92iDRg6vwoeX+o9Zhetp8rznddXfO07FyFMd63IKX823Yvg
5aqb75oVSgsWjUDVPULwIGeqD2LJqR4QI2awtbvDQgfoG5B9u/Tme6R6N5ZcPTkoEkQST8TS1pGh
dHV29tILGHaMJz/AonHLyWeyUZ/MkL7iKw/jhnf1skjUhIWylz+Dh5He1APojuqpRcB9GV/STcMm
YZtBA7ua8OhOPHXMvD8Mfcf1uX/OE1/XnweKBMWXHrknmHGjDY6Y4ktyWVhvr6PlatsOikK+X613
Xuv1AQCIGcwP84PxzGfKQXdZ7oZ7cXJ6nFO63YXDNXcfjL2kOWDJASqY/jp/JebxFpoimPTSv4hX
UbO589FtI/hcBXej4AQUC1ZP4K7u++CLKsLKLuHs2QyugvpunER22eNrex5zwk++Fs0nKb6nQu+M
qIFFq/phjE/QFYh7GTtZz9BOac/+zJyV2L2NULxPXfwbbno/e6unsxsyTpkLLSUBC3L/WjjJNTFQ
E2efL4fkCknIMqDB8nfSP1AgbDq3vIm0SLLn3GD2dyr9RWGAU3atPnkSCwLqr2ifO82l6nK+la1t
sAt/JlBcvlkUkwGMKE/pq1i9SuduwBa/NwZnjI/9tzKwZGk+te7JOmv5YQxL66iKO7f12EKcNXZG
i/M0ed78WfaeThqIbyJDta2+xNvXdJLAjTSN7MYclF5zmkyHw52R1V5wWu1yfuE6+kMmo5rnTBWp
eOGJVdn6J5CWzaye1VT19bx8IfyJyDW6+QPxH1x01uRVBLntLBz3s9s47Yd5b94hK6TucGrJf9PJ
+MF/DSfcfMforDml237Mtrbnj+JNbRzdK44mkwVMyKDZ6zxd1B/JfvzATz4fxg/lMgfqAePMzLSp
2/mlPhL7a/ErXqQAF60r+/yss6NIPgMG/yNhDxXQCBWhSeKeqpKAzyqFGpi4jDnAW2Lku7Zhbg8j
BNI6GLSXmeqRr3EfdS4WLEPwqjKMZDdf/NrYhbAOGJVpxzqpJXKIzYzvvptBQnin9tm1zXoYDRfs
lsXsLIP7JVJI/yug9P/0vf3/obW+wf31L9zI/+E//+G//Pvf3sVv//yvMF/zF9ISKLjUDN4W+Dde
7p+u4pL8i8iaX8Xvod629Pr/uImz1Rfx1tBkhLtYQ6jj/v7PW33zF8A2psjVXoFLAQH2r7mJy8bN
VfBnm2sZHYQtOr8Rf47Gb/vnm+s1zk1B12mrJydlPoAGOPfLZgW6pTwBeev37YrbeM1E1r9QIpxu
NN6VEi9gSlGtVwgWKz/zQ6RWMm1TPDpQRRu1P2LcU2xhUE9brVV3+ArIimQc9guPEb0y7gwI9jx4
6v3WIylPZHDjfjkUXU8riURAwCJvlBW2VZ+6uD6xFKIepj5ZWvmDJMYnHtJAHbrvXrBORo8lvTHu
E3nyR9VLimecvPVymKznYRMDLQrjOayy9CiZT3mrUAHGXa8FfySy38N8feOLt4r2aTUf/O0c+Hqi
nlc2jZVemZaXwVpcUc49Spk4hmk+YabI2e2NPjU5hx7501BXJ8MiW5zklIdcDuBGEz6zXHza9G0/
W9sdnijOtjIQLATThCleO2fd21aB7OCe0qzQjsrJjpMQTMCJKsEORcTQP9TEXcfnuGx2vJbIwraV
nhZyykPYouoPMHFYwf0UYtrh+lEmsYtap15WYvgwhh67+N3kHJKI7XI21kwuchZI7eKvksyaPrrg
oOXGR4iqE0+J2gSbGKsgOVTtZGz5DhrWZ7TEYa9QjDwtmrsu89EQ5zNWMzJ6SQBo5IMM4JK/1+Cs
uN6UVLGBfBBSl5bbNG6uFEsGFk8sRTirA+bCeC6HvayK2TXmj6WZ2cmVUGFhIz9nFqWb2uoQ8UIu
y8iAVcjxeGLZSyRWsge+dpxySXboZHTozr2Pi9QxpEtUaSRZCVZ23SXWp4eOslK71QhKKVwFqUrF
CruWb5TY1rahr9e4Ng/ELKloS002x5svDlTILaLqN7N432u8yFuevxIXHUCtMNps0rck/lQl7i5y
zcUuexb7chejOvZGyWLvpVF0aq8aktAasmuWg8ha5SdsrTYBcHsWsZau3IK3PR5YWxsqMjotXUV9
fdbXk6KP3xnOw97COdFprjnUsNhS7PtvZYPddJxdWosP6djTT3hYqa1pZ7eVB3fU3texeOpiK6DF
3S5GKvfE6dJD/LFr89gPAC8VhCVQU1XylUibDwXiZZDHB8qG9vBISD2T2V6JdKyPNYxRNdWuvdHQ
s1LsC1UIZmU+YRL+tArtjQKoz6x7tbYA65wbDcShym6v1s9GZ4QYU82yOneagb+O4WVBXy9FPob6
FJg56ZWp/E5ijXdlWDG20CvCp3x0N1m7G7eJeg+5+7S6OoSwz5sx8ADkTneDCy4CDzA9aUNzzd5I
qLxYJl8SqkO/e0v8KSGQ2qk5WdiROSailGRTdpCFgqxQ7GZxeaH6xxMX87qMQuuXGvwncEXUqc3L
g5HFILVwbJIuNmB8KTIGR3Of1Cr+CYqKSGUIsU/6/bygi7nS1D2tfI+6hbNBJEQGiq6q3rbGSzXt
ldBt0LId5xB5SIdPKVo3eyg3V0c6hErwIZntXQKbSZ5JOScjduu8MGonxb/viJG6nQtigsz27DUl
/OFSxddalvSvWTQ9UsxEB+SDXBjtA7LeMcUotedAV3ft+jRWObsheaJs1XhlPUERaq0+5GgbWC9S
Tx0Yhcyia8li9A8UONmlvsqgQCoMuPluwx9MBN8MYZ+Ovh43WwDXpPTYIun+RhgpNMY58+Y8/ZHL
/aGm4HOso7M51bS85EezVtdHrRRfumK95Fl2yAztjv5YBxfLKMSb20zpTzyG9xudw3Zq6T/hOtCg
AsjK7dcsCUh+U6dQmFnYqRiySzji06gJb8pgTdT6JmburBr+1n4llDOhLvo6MSRj5dukCtExmrfu
Lm3pASFITDhDLY4G3etBNGCK5EythruhVW8MKkxZ5KM8M1VwzCrCtJdpz8ZcrDwZuK33WSTqe3Ow
9Aeh415qdAsTEXBT8PbR64D1lmliSZ8BtswU6SbNlQ9IRidMnB6xM0BuwzPnxr1aB3pBoh90QeuR
KqNZgQPWbVc94qnIrruVtpPRWX67UV67CgitY7KLFcHhWPvE4DoST+pWe0zF/CE2Izp+xs704qSp
aWqAaoGw3QwxDRJCoLTcFFf5HqaQcoxUmoMxao1ex4l16Yz0Zge39OquU1SG1GSYPhIBWYjOrFXa
rwZeXO4j2Oo0ubozZnNz521qz72yUSmkPwra0uypp+Z8XMeOmf5buT3+YvmHWomim5gy2RClDEk5
L7vCdHmRG0hPLfmzJc/3sChVT0eBd5M1fxuWRPQRlG8dIMlLERf2KirHeGnGvXrbAgA9OalGln/i
QRdsrNdM4znJrLrUuPJnS+OuEkK/2pIPhwgn7fD/6j6vO9cCXabXlX5Yla2Rv+lt4Qt1f9FUYfJo
8SaX1QiDpzUEZsr29rsRembx2JXnqpLfFeqYd1rDgqZPkqBszcdZkc+ayLpVqbX2OIpcFIxn/EfW
botXxekyLttCvX7IWTNySizpwdSIstCruwYl965dz1vtCO1pXXYEe7t0+46HVHItocPQrHcvLMq/
sB9eAVagOJklp4FcnKQ1e1LSHiP0ekpK6boJhq8oFff88VG+mbrYUbXR9rkYVBi33NKE5gbpdNO0
2GmKudNNBqrFj9TjsrDiIPNDeXOY9trOIhqZpMgLNPqCznLmPglh06asQMZdQV15u7anWstDaynP
MeNdMZ/bXoMkJ9zhDNtF9DMLtx7kiItbr0qeAHoWvae547XnBvFA6ZUVUjtrvOFTg5o3bTH6Y8Ln
PxEn6VwITLd9SQbWLg3Aq3nZWXQY0zS3p3fA3LGhIUNeTbj8klpQ7GFWq9Qb2k0s3W22wNpuPVOV
0k9aEJPIdYSUTa2DJ8UK24bmMi7J+kcO14RFfVQfJmrznCQexF1NsvdKzy1PxkSuC7+fIC0IG+FJ
PcYLIWNjsFlOax64eBpuNh5MROq2w5Sowr1EGGU3zpuGFplLR9zY2Q+attr7mmpWLyFrCpU13aKH
FnwI1AYc1Lb535k7kx3JkXQ7PxEFzsPWB/oc7h5z5oaIyIggaZyNNE5rrbQToLVWejtJ76CPrYWq
7oX66u4ENBpdqK7KcIbT7B/O+Y4uGEaWzdhfHTzAhwa/316AsXyTNpl89mAxx9D7tF+jbyr3tV5P
z4JsxIsMHLVszJ2fwsCYW3VDdw90jXjnsqKaa4jI9DsP/CACVUZ/wG4eBArCUPll+qyrQT9YfHRi
nXUPpBBFCnxo5wBHp0bh09DA4xwkNhpbIlhQa+MOo0Oq0lAcZWpye3gQAEPOD8vaW8gzR9jXR5hv
72YLciE0Ot15g8DDdrCH+IeqR9wCd0RCExSIujijkd8JMjpf3F4FB1srZ36pCyYXzgsnHx46A4P4
qcwwc8xiUYyIInovrDY/WtYwlFAGZkrFevI+5p7CWGvgjHA4tWo3eIW6jKUm3mVA2M5oOAwXzaFg
WkGcev8157UN/UCzoQd2vx3cLhyIlrbxNGVfzMp/TANn54wE6cQQEiWNbyPNjdK1YxP3uKDSEfVk
kWjEZmlQqqoHX46v9pIpOQ0P5ljZfJX6cTxRvrebpofyCwce4X8W/bbsIcwNV6fLLs+pbpyDhBsQ
5MxBV9WzPxQvVj6Hoqu5lJaJRvXMvXq0Wn+Lz6bbjHLEwROLXxjyDLLdDXAx4MQaBFDbQbQ3XMnx
ulGs/xwHlzjnJTvk6JKb1aU2kkPQfvAdrNZ5NtTbwI1fq4x9SRFhb9NMCkC9PVRVkhyFD2IuM0nz
6zRwmkVsv83DMpuCxc3ySOKQ8D+DkYGcwqS5cqeUpfdk18+YQ5hQjLP9POepwgwOddhF4wf6egGd
CUTCtZAv0G+DxyzLmLmSLLjucvcIU3CjUi8OsR9U10YqoJBQKlZ+nDFk96KaRATtGHt2aNbB42T8
xjuztpj+O73cRToixm7cghQA1FnyZAT+9sCsV4rMj3HK1kPG04PHGDoVauWm5Vdbajsb4s1DYPRf
qmXa4VNhI2bVZZinfNUNRyfgruqgQK1cPjA9wJCddNgim7Gv4g1sdwUOcubGAOZzKqHo+ob5EGut
OiLcvdXQXVcpm7ZdHlgd2eHJrtawo7R2tGlRyYIQAmW5zftiEVBJD3a4qL0LGhnqK9Cceye1rDdd
ciSgBXGhpGatG9qF7jzkXclCoM2RZVkpwzYDXkUBI+pEK8dLYERmEZoxq+BKz+09dhRMkehsXkZN
CzArGsktZ1G87hLLe7NyNe1cXcpdF9UpodzzGLw1fjzf3N7tX4Q75U8ebKq97vRdCPGERE94+M6b
CeLzkvQN2rJSC55AmCXrpkKyumpBvdPODM0B4mLxNtSTfI7zsvgY4Sd99tQXCPoUpGkXTW+oGqN7
gVOimGSW4qglfv7bjTMwe33W9zu7lMgT8DgHD2T0dO8QsaKnTIr40VBkveFki6hzzSgtnhUZ87+J
CUiQVLieUa5GswErF4ALw5EdrU2z9J4dCaLNL7PxIXNqneS6lBYMZeXG9QrjKTIbbVOlUruUdsz+
W3rNw6KqZJ/t1hz1Irc6IkXnxj1z6M+n2bbp2nxHlm8dKTd8aaZp3evSfiI7JXkfA0+y8U+m9k0F
Tmfi+RzNVwYI44Elvr31i6zaao44zJ2WHkYQOATId9J8BFuMfoPFhLMxyynj0fRczH4brE0/TV5z
QZxYAxn9Fph98qPsHnNYG9sZs8BqVny1PATBwOlgvkamEc7KozP0tHo6ZUHMnRAAdW0BBAAqKLdl
01pbMZTnhG9tGoxQZ8Taglxh6UbLbJChhN25z4Umb9yzLeNJqoPIiQgmsaHSEJkKUppB/JDujVEr
1pSYaE/L2fgKCsLaLBkxVwbQjNyt+J5U2j30ucACVTBQpUHfYrZexZHmg1HK3qvIhNrusdsEjyss
zmwvS+8wDMmf9HEL1tmvsmK+TdL9uyyKh9phZokSN372bZkjCCX6ti8REBUe5vm6nPtTzhC/SH5m
ZiU2I+1e6W94xA6BymFOsxsx2x54qTkfobGxRc2t41gyCE8HXMKYk8+VmYc9BGgSYZlv18WGbnTp
H+++xwAZy2C/dyP2AlN/d+cX4cwEQTBtYJ4EyQNhRPKspx3DAauqNlSoB92r9rhDsfMNBvbuzmCs
XsPLuc4VlZaDrAax6ANTD3ZCGauvZATeqg1MMrymXrn+JghOaRNaZpPzDqUEyenxt8AlAkrxux7T
/KUsNNRtg9x6TUtZRfjJ3jBbqmyTfiqDPEcndeBRfuGoNLGARNo2bgnlhQmNTOTGIccZj+WST/s1
YWHQ6/dIm6c1q/mNQIC3Lis6ga5ZmjLBgN3PM2fnzkDhBkNxXGraa4f+rS0aetKgPimJGlbPXCNE
fLwjZSHYSj8eNzD7+01WMCRc0FU6ii/bP1s54inxqwEiHWf1Hy0Jhk2quDNjcB7rXIt8CBKVvePW
gd2Zl9lWVnDqkoQhCmBKa1tURbNveIXWYEvaezzDeEQkxNFSrGqjfc6q8Rwpn6oyq15lDGi79j+I
qOlJJCzTnQF7ssf8rZhKdNq4MrP5AiNulWDQTERwiSPdYlHaZXuEhfG6jlpnCwiQcUswfSJ2Oasg
ch84swcQ9e3JTvt5BQ0/2JZLUCuTXlDeyVlnDrR1Y1t8xDMSv5XboOaqxh9jQFU3L40nclWxJY35
IevsY4CTl2HGR86+4mzH7lmBrmBwZhhXVbrBZRwsMLit9HYDhA0zmU5VHW0VzmFuJedHxwK4yj2W
N3wPVp73BLChekV5DHUnZ347aN3AYwDSPvYsGPWFXQvrxzlrTJyeLItnEzck+3Zt9yCzeUeozL0o
Kemt3nyd6LXBogUPlonvZlHF6YxkCGVu7TJE1cu3JX6BfJPvgpIUQdeMKNjL5NDOVYghH1x2Mt4M
fPHPBePF1Ldg2xbzDF068YALNV5oVhOmnNLLV9Tx/l1Lsj8QgG7mbB/5SV65Ey8a67rC8z8CrOj7
eDI5CkEaYVVKD6RdIry0SceuS4QKWnVrooDxorNAnrN0Z0Y5+/eya7aY+E8BFU9DZMFvLisU7FCM
e0ZBZ5VB7iXKSGwGfZK3PjXqK6XBBevGyV3ei37AUkVK6j0LNO/YRvG30SfZtnfnP66Tsmg1ILuO
+cxrn1V3zZIcknJUYQw68u5msOoScK2QkozeD9tsNo+1UzvoBkHJI9RO960RpGE6IGjRJ8iGzRLD
yhgzdwmzSGsX2Va2GyZk3KZX1zcunh1plMHemH3n2i1YjZIz2HPE1XCLJx9h8tRbX309/+NW4jcS
TazCYX+vc0obHFWgBrwx28c2J+rUhbjs0AGam041r5b7O7WZRBOfYl0ThZK/2nhwdQj6zvUPmNT6
k185MFZdvzkacgYqIg37aTKnbOd3c/9cRiAbZ39UV1Fi1TGq7CChjVycRE3bVPi/lA+jntrrlTDZ
FWN2Dl6F4HxlDTnK9IAYF2LF+aRjfRb6mLF05m8qyHKnpI42pX7tTWc8Cq1qVpLAC9/rt2YPRkU2
W9Jt7W2W8EII1yJ2VZtyChWGsqo5QPM56IaGrhrRL8zzmhRvM32h6DVRpZp7GApi6wBQFzMNMWPX
N91320vSJs7KLjxn3TbKIB+o30nO3EygEI9stN0m3b5F4m3HUKReWCTvWdOhwm8qdDNVqzZRqux9
aQcoQphFv1R45S9cl2AN+4l7UJD8rDWbscqaLdBQ3Of1TNKzqZBE5qRPHOH2s5FwFqQN+G+4yqes
Kc+jG1uHTGXvcop1WJmuPGbZcChgze2FXmBhAaqWAaDJN+ws5tWgWuPb1wH+DKY658tj1wreEqDa
x36hHBjTtO0xiZhAZQIyohHnRCOMKGc4oxo2V2nkHVnTyLDw7X5jSTM+Fgb6i9xrn0Xkfiels4Hd
d1zEggN0/7BXLDGzOEB6IhSXZNnpxmbMivaz8Z0PSFvBOgt667n2h2e+BjccNuni8fqm+jEx6HdH
ayCIDsDnKe5FgdqYEXAwDem2hL5FyRFtdYzvG0OQJqC04RDXaIPMmQaS4IJLJsab6SFDieM3DeIV
MuFi58yxQDRuHot4yZJtqAXyIjljAznahTus8XqUtO3Myph0sh0XFkeVg7pUHLMWT5clLgn6SBQ6
2XOZQWiUV9rUjW96YTQthCvpoqRpWJnDdC89zVs1sjI3Bd0vM8PQr+XF1pNrbxt3pTHPTGS2BdWp
UdwEV8tDDzID1g2D/FvDz1fwxa/0SltXY5Gtq7TdW3p3Gzvx5HRFfHDUcDVkc5RkLqxJmHxQGWuj
Rv+K3JSTPk2dXZN2kC34P1w9FQ+rzO0KYqXIIcmtaZMDt5b6D6X23tP8cjNpKtQm/yloxLmc0msX
qa/STi3o9XawRAPUW5MkjuukxSc50cHV8Ma62NFXfl1xcT8UWn4P4m7FqHCdzgA7rGlfknawwSa6
c8fgOASAy3j86RrgFB6n6d77+rXmzhv0l2Zx/JfYRHCdFxl+UQfsfyHbJ36tKwolKBE9RVIbBbcJ
JtaqDjiZDd440tavJDmcFFYmj99mHDMQK2duDS9KvswkvhglXa+pmwyA8wr8UPDmcW2iNWPSiVzK
j2+oJLjKtTflEB2kT+JKnvW88S1efiWq+ZoavFKDBZk6Ux7qs857D5rqXvV8FvAih1KxjILxP6Mm
AAi+A930y+JfqfhO4+hk56m+elIHPYIGpBPm7kMQFJiakpA470uD+t5tkhBV/bYmtyM3fmEoIwLE
/RyS6HfM3ebiOZ3LLTCyZ4T2QFhA96sj++A1WMU9qL0r+dgnMHcNV7EQlIAYCdBtbiWzticXNiwh
MoALkqZh/ObSKuf6/BSw2H1u2tHB2AOVRbNi49nCX40u0Ynh/jOwqk40y0e7RN2AoQ36MY6Q42Q7
CNP5Fgv6DybUdrsBMwFkYcb7VWnxvjH8byyGtE0sb1cltioopyh7BPailcC0hQwDp56NJKom2ob0
FedYqzI/NLhIg15dsxS3saFPAXUgOOOo0u6ZkkctjxEOwrn07WuiYerFJEmGkg6dJuhOpuknx8DW
hnD047esTq6TJNE4lojm8tHbMr7zSElo1Vq0ef+PhJWCGeKLAPys64xUJ4++E0RiQlEePHmcgEBO
AIy3ZQ5R1LLrE76qvbBzyELzI+kOK59OBeqcLe5Jl7BACzQ+U51STJmBdiYpOSyy7jo3AOEnQY0z
77rpTxdBhoSvhVVUQcl0ipw+TrIRzqvQbM2dPZWPPlkNZoe2M/tquySkrMclnnGycHQdUrLMStXv
COkOU8ZtTdyw5cZTLSyqDInVUN8MzlkYi0MS1lC9SexnF/YgvLRznDQPqaltRoKzPQtHG781+xdO
ohZuaWavO5WZr1pHaiVQa3oZEhpggc6KT0cOb5i6zwTz4Gl6tfMpjBzc7HYcxvIg+k0+nknYRFv/
J6ANJ6dm3VANYIZjVWPiTPsx0Y/3qMuDDItLlr673Rha3R88G7pVv+dCfkSTdtOHRVtANEqP0jdh
ApQhje/OeWai1/oosXXVtJsQizhqQ+EiVBNcdQxlcvdXUeQcFz1sZhGsqQGPIPk2tacj6nXS6Bmb
L5ZZg8kdzjNv7apcP8w+rTZURVd/FLkXP8m4bW5lwUCwnnGdtFILdkg5UPRaMv3UcWTvCA/NWdVw
Dq2J4jC2bOox6TWMFtg/phBBMj+yFy3BwjJOAPTUqj1GVomst3eAZIO7ey1Tk+ZtbDnqBaCETQAA
YDsm9dUWpfHL8XiDAb93DG7z+Ke1vfigZxzRwtarN2Vg7aBeTZaQPB9Iah656zkX1zwGEJmlC5Af
S9d0HD2B+tVsbxnlwPNIUb+OS+xMRssiz3lv8Kh6RfUkpPbidcQUMUr9FU31tq50tl45h2hlqjtp
xT6X1SsLc2KNJ7wuoB6iVUGbAAQUCwEgVmbT0ZFc22aTRfkfU2Cz8hFF9/YBs+TP4JDc29akkhED
Q/gpvbr72Pn+MYiY69YYlgOPWS6owStZ7kyagiDe1my+6uidUx7jMYEHaW1tEJmseoc1IMmBiMl0
3pYh2ddsMWyzGlaa1d2nAY2VXxU3OXR7QgUe4ty+No73WzOdR4uYBWF15zknxM0ZJDMCzIyamrV9
nIlbXrkedWH8NOowyqzu3eZ2XU0SnkJnJ86+zjUiF9xhFdi48UfrVujJhuycy1hZ1pqMjbOnWNMY
2SVaWFS4jT+d7EcaqP50ivs1XSpKEka8VgZPhk70p0uYZ0UDV1sMIscjPwh+cr6eRorTvHfA/yQP
WHjufge7KpqjnTVmv1UAiIqM02+8qp+WjkY9cdOjHM0Sor+2j2J4XUMy7kvN2Fl2g3Q4PgYua5/I
qdhoxycRBa8Uhg+WsSRGy/Q2QnjKk+mBnFWYy864SoviLCyu08ryefvg37reciYbAKAj0HbDNEHN
YUJSNXxQclre69nb+QkoZXtcForYW8pgo5M7sasdWpao+z3VxVVEKOlaP3nSE5cMqMZnLxk9kquB
Ztf8XdrTwe7UtStFGDOrQAD3Y9qaHsZm8IwnaTW0TdiBlJW6qW9s1ex8gGx7byqnsCtGazsLE0ot
WcOrIbcfRipFuLI3EHEHVxRyTTP5YSQsZ3RX+22oCbJSa/wIA4NgKf6x9WaI7KtbMhrXKBgfTD0G
2BptXJhB5gJd78nd86ZHL/gMVJjm+gPrwnrtddkWa0VKAxOQ/+SsO3qfDJReLtJvIMzkLqzgleFT
7OM1SYOGZlxyFtRAR9Z+YR4Ew7XRyB8n9eR7hyk1935Z3MfiicTATde5ixTAiVmTOQjzJnwDYLGJ
qxlPzeRlWwIoHIhYCLVFiaV8bvNtY0RXkZI4RALWvJqxpyITTQ0myhS3eteOYY16FNIiJImMzj0g
nVAXOXKcwv2Cs3dG+vHkkDWjzUaBf6HHkc20rmsJFtTEhKCYuXnPnbaGevye19Mx9+yvWBLxEhiP
rNYwn/oXZhxH2tWJfRh7TfrLFdmJ1TruC/jODb73stqBIt+pYFFoCknKT6fMXWmYDNi1Hl2lxwaS
Mgw7QwWX29e/bKGIEbJemrr4jLziNAWwL8nw0bRop6uIcDdkBGtTyT+dL+6aYzOLUvLRB+yU9O4h
rQeUVvEZhydrKAJfFEDm5EfXun5re99t5r/IEXepARp5MArzQebNueu6azLM8K8lyTBEjq+DinNU
zdWpShhBViMSl1rk7xS5B72RH5Cq3oc2sthDeKdxMF6nvvkha5oAPAZ4jL+1Z51X22AAtZun79lp
FWRNTsnY9NfKdz8YH6OqTUkLS5Pmxl18NP3p5hO4RIGxW1QZXo5WNC2GjV0kEx8RBb7Pb9SZzLMo
iysjO28Nsh/vzFCDbUe5lGQaqQnG9JMq9laSSrUbwLTk6L+TvK03EPnPskX3XDIxW7WgAVhtpJg8
FBM8Yt0OftPrCPb5kxpjBBRfEHENCW2HNsWAOx1cQR7oZ/xvyZpnVLy0bg4UX/ucuw5BVPKsNG9n
pD3/xl4kWyvzk1OaTDy+mq1YbFoV30cDUjFKKNkQtNxJQCQR7yrXg7ar0fbspNvbkC/TH0cET5Ot
GE4Lk7ldsSNO9nfn4rMB1FuzggF9pjHUSzdeL3+Xcjzb9AlJWNvTEhGLJMN1XgMQqSxJHaYcbb+d
+iXotyTSVIoXZyQ9oBwDFLRm7nxaS8wXJskhMT6GgT6rqOtfZirORD4gPzbjZSH12bXmr0rHScvm
VBCYAwnFQE2EVr9/nwNkEpC7+5VlFudobBAypAc4Mzd+XSctQIrGSukmcntT63ybAL6uCXuDjwis
PLmq9hIkD2P3CrUEZ43rHoRZH+NZ7pumf/ShARz0mlfLMaJnp3MRRyhEMJOBqDEYjq41vjuicR+g
5HobNrhPc02WU4D1hEglSCjPjckjtMzQS4CdMBFbwRfTdh00US22fkXVXWpo3epgDjU4wWwi2WcR
SANVNGQktyLg626ga+zi8S1289/NnFi7bhBPBKv86REcRt434LxVy5J3cCz2H3ikOzTXuxq1vVMv
EBoCzfLL8lqIKsyTeR2LF8VeL1CPKfOAYfEcwOJfpTpLDhDcMxMRa0JqODEz6ooUE4+j9KM/ZOfE
QxLm69uXJFgbV7iI1PolI+d7k2CVTpskepQ6HxRJqn40py799rISiwFsme/My7NtnvTl04z88cdK
fG4YswsNUr9+iiFNHggaIF/MdMAUbPHRv2WItB5Q0Ra70tcnFAVKnCat8w/T3Fihj6H5PFECncGL
J59RCfgp0ehbrQV8abDODItIl3uNxFki5bLofXDjjyhAy+KID69hlwStBO6T7Fj0aJ65RQ6IpSeZ
JfQ/IuI8q9APRtu/tiWPEcCuVm0trXz16sxhOW4q62jkPjEyKvuSMCA5c7dJrIWzYW9G5UKFNq5V
m7xNfo+IzX0F85JsjLQksITG2CsB6mugTfHf5/VzI1ztrgIGn9ZHRWGBJt1bZUonVDC7NZmzZOHu
NQYQe+ZI2o6NcrFt7NkidKO7Nan3KBMfX4Jbb1Ajo5cyy/EIqdDckG2brLxcwc833tO0O1XmH1hN
67SnA2EzAz1g6NjHY4nNSIMd2VFFevru65chClb9cDbcOPTYucTurYLXyVJ81VDYebBlB3aLibYX
CreL1fy2xOccBMyQX3lv18yDA8RC828tJRRWQXG04xYbutkiofGn+cPyIjxHSE7hULhrwoNrqkXv
mHnxlknJQyzqg2OyxJ1iBINm+raAQZfupeFUiTezaLf2SNkkSuRY2q3y6Rg4+ExyCLDSFcWt8ew+
9FO1tXI9es/QN4ZWRWGNoW8c8gQ1f/WWlLu+Tk9VOt1J1+JvCEjpg+a3h6kN6HBHkDCyf8pVcI56
P8C0EeBo8dPxYM5k6sRiQI+dZMyk0M3eIl3zX5kMJqE1B9T9kDLXwaCHfbnsAdCtZXWGFNS2COn2
/K2RLTWLBOrT+Fyt+eh6WI3g1zjJBTN6SBLr29zJU9uhzS2dXToR4SFF8BWYHJGMV7RfnjEa6wnc
7UUstjBfm09aNez6fNplmjvTF2c+6S9jT51l4r6fR9JXgugLUAM4bXSuWtBfGpWcve47bfG0MZcy
97YzgTEZ8w+uXF6dAfVbNb6Xc7WtCAkDdwEdMqczHIKqBiZJYVYYfzzxR9bgJBj1XQaP+n9hSzhI
RlcORXZeE/hZ60BgozwXHCSDv02tOgE8AVMz514sPMBokaq2cRA/Tx24Dt+3vO9CQpnSmbfhcKqP
rP8vGMlf2XAnpGjkA4prp4CHnrcFPwVr2n8YC/5d1opr/V0+dfL7u7t81P+Sifj/hlf8/5Cc6GOM
+L9bLP7nf/mP//2//uf/8Z/+219dFss/8r9dFgGExCDASmE75APowd8Mz/ASfZPvr+54vmtYf7dZ
kHFPreIsVMW/wRON/2Dhv3B9G7O0ZXuu+++xWbh/81g4NmBPH6c1e1db568WO8df4YlZg2Q9YnG1
6JlZxwAcnhEbOcGxlEULfFaRJ/OXp3P710TCf/UnOqBEDcsxTQ97CWSEv/+JRAvVXVshAM5L6GBM
NwlWm4fB0BkxSwkIwkzn+z//Iw2e/l+cJHwuTCS+YWNYCZb/eDzov35KGMEE+ulI7kd3LuQyASyg
uI4Ro6rZnDF8xrW3dT03IiIyzeN3Qmeg2nGG/IyWzD+H2iQkGy3a+EZWLSSPf/7jLZ/4/xAal58O
Cw6llwlL08IRj7n9rz+dRcpWhNINhHc1gUHry9adwLa3LryHinpwBmG+KR1A3Jt//gcby+f+25/s
mjbfIYNtWrBALZfn9hd0JntvTySSU37qubIh4fjWLs4tNmqgF5R+gLnMwZe6psT3V5NV0qSKWKsc
2oyxZrfNAH5qUL8+OsQSaf8Gctb4u/+H54LdJOCHc6lAA94OAKJ//ens0Yb+6qKIrqNqRAgP4vIm
7XZcMlTwvMimSL29Jpe9geOyDViEHdVPBYN8SSrU2t/K6dJ7gRhdY4eWYoacXA3Dy7/xEHmP//YY
PVN3LSb3aDo9A7mT7v4LoxLKVTcYocSshBM5hxTE+5ZPI05ZloMxAi9EnTFv2c3L1yQeSKMrRSzx
x3vdVfplfp5E7PxyuwToGpz09q6NnoWqj1njSvmycQ8N2sl3C5J6sqlT2qcNylPjQ0lKv7UYsHwE
2QTyo4lpoTejr3XzbZiCfLzbQWp8zkTu2fvajJYmqlayzG5MKMqYG42B0V2Q8W4S/dJZ7KOKyse7
aKZJhWwCXDdhXblhkNqG4CAdd7FXYniK4oxpe8fhFiN46Vyve/KkQ2JiHY3+J0JHJp0ybbBoqVzr
wn5ijcTQEdPLOmJuArAbGeiwdligrrW5q+RBqro1iXMqo+kACclDlVd1Gul/kng2OvBek3jwh/Ej
JvGesEjgUQoTL2v385Q6M5tbzDFbDhz+jbQVzOJ7vbdZj9aFeZftFMOXzpxiDSclvdhgPuWFIHpm
RqY+8t/amFOGaRlhP0Qroh1EHoE+YNNVhCPvmmDsmEHOZgWor6dE2E2arn/GrhMhg2SvkGxiB9E0
DRDKIGeIYRtEICdD6JZJ/ty3LPH9drC01ZAlYroq/HNUY0tgl+Exfdkgv/C/cnLe8WdJsrEKQ41s
XoLZ+2TQQr6Rx4IC9gDKrptrd5zTKIadEzB6vM0o45i86H7LkVZXvv7Hp8rKQhEE0YXAIdymU021
WsQ92DfNKf1NWwUzs/SB2mScYvTuM133JExK3WGJOkdWrZL77Fv+V1oNuKmnFJ8xkDx31RaGcadW
7uQxwlFEmphwgvEZiRgefAnfJQiLBB98TKTKzYlH2lVMQeWbxsnS76GhuU/oDsgCcbTeZyhcxMPd
z+yUHcwY0/EZMkidLSVLdWgclN5a1hlHK/c/ikIrRqQ/VfYxd7ZmQp2KZNjqmfiahOMQVe1mHFXS
gpm/dVTJIrso1Wmal5ynbv4ycjT2jeranZWa/R9yQsVFl0J/9jq9AIsLCZafYR67fTdIaAYRTM7Y
Ve2bIxUs22UsTXQEMCp68nXSdhVhyD2ffxrJUiQLiwK3TRogBBp08iBLQAWUzH0EWn9S08eiQ+bQ
+jhMyoHMuTn2Jcm9aWS+GYSrMIXJAOEyHRNyLx1HsR7gnggN3ft2u1g8a8IOfsDG4UPr+OeDNT0s
hGsCrGhMQDOhghi19ZT53sZmM7110Kc/CRvtAeamUrxllZ5tUun38XZoTJacaPtZHNVAB/WtHmO5
KNqW82sepvnogct7smfhfKbjhH9qNEc2g7goYlV6B8rL6lxVrospgpjzU41iktFM41pA4LpMdKEr
SgeVq7LrcGoM7Rt/jrw03jhvFXQvOK5VlBwHe0osBuQq+6mA/6EEt0hRnhKNIjgbtOw2SkKSd6NX
OZs2lfMjSDZWtlCXTxlZKwjDiIa6TJ2mghMxEmDn+4X0qzqYYK2py209pOgZS52bi4Qccog0JHY1
2XrvCPT5skaIFy5mm3hhq4hi90sj3YkM8huVdddue/SU9yyeuw1Phtlu69trW1XOaxOQQUByZoov
EHPAHAbS7JkUmmaF2JQNmUhi0kfVYKdHAjWmnd7kTkceRo49qtSnHW5RpMMl3PZ1kpfqiZs///Td
1LoIQ/ZhUQDhu3fGDF/QCnzZQyU2m8dCJ/5vT1+v7pPlJjpLqMg9OX3gAwFB7rTtp3G+aSVtHo6d
lEGcTnsUJy1bXdXOv624tUFwVSzo5sBbbp+4sn32meQM30n9U/UhRVEOnMs2tOjQ8yoUm6Edk7Dh
G8u7ndkPrYd8B5ksWXGmTkS3mwBkzoTaaJhNj2Pu3Hp/OJDC+cwO2Dxn/TSFSL92ZmbuGs/4U+Tz
Y60H361RPxoo1tA9f05xfJXzEleS3ohptw+ObJurbUl653xpfy0Vc6YmxlNeu5cOyW8I9on1PpzK
sWj4X5lFYrRXWiub9N6twdv8Eg1k3zWm44bwOMW+n1rMLkRTHrjpPIZJqfiOaM63thYzu6+Ut83o
7D97u8Gcyx/hcfuQEiJ9nqPtW80rURIRwly23Mk0j22og3UgusnqShYezoS0Q6IaOimWndlK6oyw
kVygtrIz9UGcawgNUU8vbpFhmzQ0jEdeOkhWyjzQKP7A16SYMEe+9lSncRxyPicx+1XXotQC2O3s
oyjWYR34Ga57lL/tc6VzqKLoNnjCLCYHAtWix7KxZlK7CEzHkhzXax0NTXwktZFV1tgB1sGtE3pd
OrY7So1hHcjRSdZWOqBWHgTxbj5hXfIMN2vcpr2OL9G1dDaqQdPDn9YNu98bvnQeGqDl/WpiFe2t
K/KNQO2N3qQz0p/nRxHxzDkGHctY20nh/GJMlwRbs2AiO+MOhrOXxxiiPeqoF97Z5iwmHXZOqfne
yAChdDdiKuobSbFOKCxtKrd9G+dfftxZyzMiK1saiAisf4SANEseCDlTLI66oWjt9fS/yDtz5MqV
MDvvRbbQASCRGAw5d+CdORVZLNJBkDVgnhOZALagLbSjkNO2ttVahD5UG+ruCKlDtpwX8d6rCg4X
yPyHc74jyFs6hGuGSAA4dlvmUfGndRLrtRtbBhxFict0SJMk2S8eQuMiCIZtlBTu6+QLQr5crxrP
XYMYaJurzGtOKmPWuOnQDBxSONxHbw08mdbokzrr+gemJ4ARuE3Kh9CKpvfRrdpnb41OAdMdQjOu
6puQzhtZfmw7C8+9oVRMvruzIS4hdZXzIWkDLxE+d/KsStZAgwhe2ToRb08c6U9+s/JdOTGJhirj
ieHHg65Q9a4FmqiU/RvKTnY6/gQrEPFMCYW1/5rcZgJDQ3gMCqL2OLgF649iDZfh3acKwEYrzHEk
+vqjXdNoQnB4Z6drAoijmu+z+JfgGk9DbCoaQtEbIA2zmKazXyE+G9ehlvmbf2NIwslBC2+W1g/P
9t+gnKCd+CTHaDXwWBKb8+QU5kpcxiVLcn2u1pljvPj8wzbB12yP+Rbxjr+HC3eKiV8+eOEyS/yF
g7lvHHExa5QP8b3Q65lv6RPqJAA5a+iPkcp5KVJZXyrldPdz0M6PrPfAfEIujO4Kg/w8JvKFIOHp
ZAHk+KA1BRsVETkUreFDoR2SQxRUeF1TUWNFanM8bVLQEdEzdr9q14vJatSEGvXW8Cro1Y9YUTqY
ISq9uaZJHsmSvyT58BAscX1t/2Yl0QDgJbFO9Rqj5K+BSpJhzetIsXMoS/+JJdaBIo4YmbQZDiwW
u1VBWF77UYKcsityfBzSmpzOGW+LRYKTXLOc2jXViexglDs9SU+5bdEwdqQ/CUOP3qyJUCwgWyT8
acr+v8CROLfXYE2QQhA13kdrqpTxyZdy16Qp9Tdzak2fEgX58cbHYC5GM1/moVXnVhNaRcnloBQi
yEr/zbSK1ngr03bwAhFaw6bpPeS5SUeUn2iXi0FBuatH+UUqdkUdMnZ7g0R/X5GFdihi8bvz0Cnf
sSWCQhZ78QWKcb5JU7T3dTq7DyyImhcnHepbVdvI0LwkC9AiCKrpGeEv6yVzFwapusxt4G/JSZyP
RWDJXYu07lJ5xDSmS/EnMiFJaSYqUG5MEcE8boK5JmOil5FEeGiTvDyUtsKsb6Wshv26uVZp9WuO
GxhhIq0v3ppbELhwctUaZ1CswQYJEZmcO8NwD0vR2jTlSv5EHL9NBSo3v6byiBc6de3nfMRZcRjW
HIVxTVQI1myFCZ/WXWk65u5t3UW3Mcf/UCO32Q4rm9BeKYX2yiuMqAx/Bz2ek1HjXllzG07VEKO0
Ii3xMA9e+Bp5Mb2TUqW5WCXe2lSX38Ml4cyVsKzissYKEbn9m9MoApfi/KyaKIQ8tRIXF5JPATx1
dkXjApXR6ll1UBXb+6yblivyE+fOYOXlM5k2uH/ELk5jTDSR+R7Gkvx1Nk2nabYfBwJ1mPBzSTsN
W2/GiYcUJvRe/OVIditSUvvNvLNdh+NlBU7WBodkUdDGsH6zX7IsE0eLUupE8g2/zLoWP0vfru6q
0TwL1cqZuwBjrp1Zj2UCxJjEm9++Ld0zn7azD7laTlGWwchA0tt36n4uJ3PhLKB1M1b1jXptAZFO
SEDqutylU3Z1wTggF/hL6YxXYGfUMfvVVoM3IOJ6T3i9j4y+4juK4/cqMOkhgjXyVrGhvnWzprJa
QaGyXoitNwCmhyL6GqLwm6tbB6F+Trxz64BWc5BQ+e58tHiBNlBZxXUqwvxXzcD6zfzllk4rwjQ0
PTvppX4s8xLxvwkKQF5zS6iwwmK48SubooYM5KNclh+ZTAE5o8GgGZPY17jA2Gpo4KILuS3jKZx8
ciOqcYRUWCjNR8j6i9jLFdnq/aW3hgnFB6n1XzFk13JFvHazyi/8xeoBOVrqn+JulDcvAU+Mzqb3
fmCYRAGvG31vlXL+LCynfzROi2YE4UWHZUt+eq0NUdVHKHbTvu99lp7dPgJNys8dxNlb79bi0UP2
SoQg7YVxMvuJhlKe47CoD209tmfBCqvCfJE6p7qHAmrVobkhzZ6emhTScZdF/GsF1wDNn/iGvMJi
tOGZj97TzldlVLVjbz72B1kblNjFUMwE69VgP2AxRCQcBgP/oBMgm8TsCcXwX5GMok+1SHKMxnD+
JXjCD0aGOH6DBv3WQFjIpcI9t5XW2B6mkiZoH8VFx6lAFo7a2X9JzdY0Zai/hwqzvksuKqGxkqKT
EKq3htARtPD4Bn5r/Hpwp+KuexpWbLRY+Eo7gOHjUxxYSKN61oRlUUA06aboWDiO+NGsrOqklr9W
V93Zm6OBJa4IXijbvyHGya5dTke78cXyZEBmvqU+pWzaTuPRtu30q/CgaLdglJkLYEhnrnNoSns4
62qJrqon43RWRfsS6i58soHz73MemmOUr6vhHAft1OZ6W4/KRWSVWM+uqZ8IPk93noSC3bjOTxSi
yPJWPnihzbtjR6XgwrKVjQYBonNke9o+cCL1YHgbuNp0SahC7BVRXq2w8mnFlpumQFPt57g0+YWz
uQZ5jpYbDltpgUFHXOifibozYjPB1cXGvzLUY3bM8IBXsHq0MtbV3M/xc1uCoj1qESkWiv00saWf
/d+B8RcUKCa/tUnzrRLx1PxMFSR8oiddWTtPSRXomakO0AldlJJdluyMs5162zk7Yw9lMRgXF9kR
B4u3Txws5t87pk+r76C1v5yo9ZEeQqj4iCi8CqLAO/KlFQKDTREs7sVnIP2El43xUjiDYzjMnmdF
oBRb10Oqhta1yI6iDxLMaLqkOq7m0g8vstOxYdWFbfcY1XGkTkRWRyyfcb+ou8aKtbtxOumyTHMc
C61KSJfl4Fs4cPPhHGtMRHpoXdfFZ6cMALyhQIqN1Aiwwg+DV9C5Twtd+n+YwBUt8WKzVoCCs1xx
eG6sEj3DnagouVFq963z4PmE1XGw6CHHOTwVv7QjqheXhgCHSzk+w5Ga4kvgmfK7qvryO90TmMyY
OPmPpS98BHN1KJd7WzduBoOZIGYpjXc/8patcidXpjsyGLJqj6p+uSXNPA2nilkiogEVD48g/eP6
HLij6taU7wwsYV1dMVpbMzGRKbmMQVNONWvvdA2X1MlTKmOcPBwJqNOGNEMHXtdt+ScambnuHEf6
8tWJAlUeMGJypqeOW5KMQvZLQ+nkYNMZDGpTjBueaO4de6pLPk+4RwiY/KCAcOGzQehdlz9fL4D3
DwORGvZmGTowIQuywJ2f+J5+TjMX0900DPzxgLITxBSjvBei+Fw+MG2jzG7NgD+pWJSjQMOnHkrZ
uGeMl7K3zjb1auvWrOntuyZZpyO5a003Px8CdAlOML6x8DBHXaSlfPYbEKwle3diXGXs44jBNOJ8
k7UIb1TlLEkTFhBbMU5kjjZ4POwtCaCS3TbVZ7DNk8KgZhw9iAhOWADAKk3OFB0JDRLLxSkWNDqT
yhA5UIHtoiYzwdMiMi/AqhBn/kloNpRIfoV5TGRi8ZupO9Cr/lLABM2VTdQuRRsTp7yeXvLUC3Bi
4aUF9KlnLhDiRib/tCDWJtDDrTgzpqb9lXq9U21HGu5308fp4wB94pdiQf/ddw25CLodHlBPOCTH
gJ6GTbSubFGyTOYwilh6R+nHznAi53sKT03fM6dNew+BpjZyuA4dMdkpZdWj6wpUwqOuS1xOtvs2
u9NyHzUBGqu2Q+LPhdrIV2nP2Hj6CGD6hmIZMEBHmIfFpJxbmtxG5J5toKu3TK1Q7LAaguyPjjQj
eycNiHsdjEfJz/yZpHrGMEN0TbhvD5Hs4etlhC1Pd3zn4hMHM8JJgRGRJ36W2X6cAp4+Ubgkc0wL
CISl6V/CRKh7py+SA3MGHhmMQkG4I2EySY5KyaW4LHNh4zBvid7a4ackGiTzyNZBWl4J91BNNoWV
RbDLo+yCSlzmsi5hhPnSBVzsZjWx2BpZACCgZIrJFsHItE2dKrpM9cCoPpwtDjZVkCxQog8+47uF
vGL7VIl7ejUebpNT7+989DAfmVzLzszGBeCptBbbtBl5K3CqYpsOx4qg2UFz1Buyyz8RR63K2SyN
eFoUVgi8jgPlajz1ZMj0FcK4UEXuA5mHtstAwqG0amcfHZ0VePwIPW+l3vqtRRvo/n3e7TBJf4P3
cf29R5t37/JDil2r2XKGg9MAtBz75mOQRoBKMj4yyXhQ5TfmueFnRi7px+x26UQ2lii/uxSd8JqS
QnyHF0I66VgDA0DBj9gZSIB+CHn9/oLkpjdnxrCzQxxh8pOdmZrGerD4DoPKLfx9ih8CnVESI452
RWLfe30tv2LN4LlSHS8o8Rl8dOkqrDgERgLayTDt0BnUEdAQ4cU1k+5ZEBYVNlSveWdVV3aYc7uL
PM+79zCHJCSs2PbBKJRTUDgtfCVAdgRpOy1+elqMWJ1sF/UxcsdGQIeRC/GMQ5+yXdG19so9WcLz
sK00yTz7kh/HYA9cymA/Vm73UEcRZx6X8LhjzgHvlwanqq8E4Zjr4C0hfWKgguWH71XNzzkI5EDY
Fy6hC5iCYnoa0jqhPK2M221nWCdEVYVN92pU0GJAJCuzOM5WHurnv1usuXKq6mQvmYd0iyXYV4Mb
6l7nIRk9A0rQmu7dhYCCFCv5VuTadY/r4bn3edmQS6QjEdyQfUDuFqF6jjLmJqewRzG+z6Lk9xDh
ohFNQk3XZF50SjXjIhIpQ/VdyniZdjCPBIz+gmymbdNx1W3qzjPXuHOj9q4d6uggrZAhv2LKTyjJ
4HIzpH6JpC6p62vsuHWMID9C2ToGA1iOPFJdct/jhiIbpJoWdbUnjYZEMShxL0MR5Mux0YpVIv2z
KE/kQ4DZxCHYDnxAVf+nx+OiWJ9ZxfdWdPZ8MVPhxu8uaL8Op9EUlycxOL36tOE2Ld/deK0OQofU
G1wPOgoAJwVW982Lc+SPKdFkraMQuvqEAgDWNSIDpDMw99Fxx53BEiUD8cFvifbStCMuEPywiMm8
Jc3w9k2mr8ZHpvL58ER2rPsKJ6AJ9kMXiYn8uiEhG6eTo3wYoYtRzYE+CbV9KZDZPo9JXdz1jAbf
0L0tP5PMjm9yQc+JkExe+ixZ3jzZZFTYw/CMvqo5tjNCNZn4bHOUHx4LyqWHDsYh6kDHBnccL8GV
Yo6v5LZ4CNjKBt884aufRRUkPD5RFhzsFFUre+zyt9P2+s+wAE7irZrj3VLq7pkMljy6mLEKL37b
+f3OIp8oW9150dYk8Yx9a8I1m7d75UZoOIt0CT4mL4rfBzuIXi1K312geBSCIu12uZXI30AbQ29D
MKZ703OuToHGSZp6gjzYFO2CezbxDDKubADsZQ0pFBwG8khbhQ2HUUnz1aatzwE+Gmu6g76CFX7s
0k+xePnRKicmAKEhklt401mi3tj6jhWd57RiczgVwX0ate6erGNy26dqiYudN0nPYhESO4cKseO3
NLMIu02G2vYA5TDgChdvOpZMCD9dNaRbJ4iKB96gFphNWlJUBukw/jRQFJgbsopi6a3zqwKqv/IJ
eAxZS2c1SjA63TsddRFIdsxxDwvz1mSTtQOrVZnM9Upu0sgEu7j6tsgy/cMum8PO0XRsaWUDKmSk
3AK6qlIX9k2qMEl5ABCoa+uzUa2Ag1PgQO7KseFjJYM4J4YagLIhEiYMx3d/If9x7Mb+SshycgJF
xXLMid9kyHAL6WeM/yBwmkai3Df922ycP2Hm5WRr6ddAkuts4azZz0y0SE0M5wfgeQUZg2T5PcNF
kpDZwlUQF7Du6/HrnxWEI2bn1viS4vn+nEvTXB0kFo8MU3nwF9PVd6jo7d0kO56NKMHbCoMuW7Z8
a1FCfeXGpzKw8WDHGidZ4Ld+s4squ0u/YBTBNgEAGeq+xUuQZ/0hXQzMGYsvuEMLnWNQoDuGaCq/
4S2vrihJMECt0b4bzlPv6PI7Y1tNo//ojTNmuFaahgyNNjrRIJff2ThAoShGlyFbnbKnJwQSE6oB
DJHXY/NBUDK3GEFazatpw+A+W/L5PWo7dw/OFYkaA/q32rEME13FlZo1PQMLUdhZejcaBlmbviov
0uImn2sXyWRiu/3OWO0flKX6KOtWlbtVIrT9z0BuZj5qoOCLBdlpM3rKXSMUgxlOEkE3I9bwc54x
lBpcjPVlaOr9/13d8W+1OUg7QuGSYRugSHCl8MWqZvpXCpme89JGy82Zm3ec1KEQ8rLEo/5pyEB/
tHA5P+TkoqT/gTLn34qk/n5ZiZ4E6ZftULnJf/dl6xFG0DIrFto1olw4ITNcn5KZN0dqFdIcBLUO
/4Ov6dir3Od/y4H4qlFo+xiFA/Y62Dajfye46Qc/UlXJ9llpb51m5o3NHsrm8NqgIFI9jgszwvVX
LHEdamrEEGF+ZOlPxwftelH7dPbtr7kksp0GKrNpXoNhat+kqyTQd4uJOYjxKG/kF+tmauhWevmf
qijxcDQ6RKUi7Zr6YM4d9RPAJSugUSJg52aO6uooy6Z+yhlr4NkpF3GvnXZ8DelyiV6AJyKeyNJx
kAHZY6uIIaj0iCsPj9C+MHEAUl9J1nM5jVH3RWzlqiCxWoC6OFMZFHuR7bxE2cgGFbiZdbLjubDY
KuGK2ga+Xk5S1P7zJHJcmwW9wpeZDHddOpFfmVJa3QmL4nLbJZ7wwHxaC2WhVUHfROdk+0hfiSI5
hZmtYecO9XzyCa6JEBFLph+IfNozNBbk8hRl4q1WWVfvWtkQhF2HsHvraQqCAxur7J3kHxeBa65J
1PViZ/5ZhlNmby1oD92m0NNg73M9IQzo0sXfqZZJNI1mM3EEMB3DApaLsTuV1UqG7SPM8WQt9v2F
NFOumXAxOSkYYY/gJQmaudi1bdTTj1lZfUiqAcFc4wtR7XNfjUTMk6DKWMApIo5vZDMSNg0OWYiu
NjjJCbZsCyZsOvx9J/+flKYv/z8meKM7+z/rUP/5f/zTP/+3f/zn//5P//O//uO/lqK6/K1/kaIK
9x/osSVHWuQKqCqrSNX8XrN3XPEPTsBJF1EKB2wAV5Fq3XDF/5f/JMnXCVxHBm6ITpEjiaNoANi3
/i/nH7jK/VWLKhzUo370/6JEdUnr+bfnD4wPH0kL0ywEUGEUyn8nRuWpTQo0MXIHY4z7PWOpzuoc
R1E5LsExGbBdMoM5yJDg4n60whP2/AdtuowBZLyUl66krqu9+oM9M74GOLusLiUSOYxD0QLzC+vv
GiPhRyiu7ac6GQFkQrLFZe1ADDfeso5ezh1F/ibMLQivds8KyiKJrxxQ7kti985h3R/8aple2dfr
TcprLmJ/2PGnfMQRxMWwc5m2EYq/O1wdSLZDhYWoCqDwpIHEUEcI4FFX7XvrDaRQ56TWYHnexQnG
vnL5Lgvj7Zh22FfHXeDzWwRc2CZM6dzUXdihifLRgovNbIZLpUvcD7hU71j/QbnqEnOpsvkX7IuQ
UquGizZFWyBTN9euh8dck7fhJUlAlhhc4zqpxUmko7irB1GAVa+aC89IsuvtDptZV1rHIh5wUTTY
a2s7HS9TMYp1GpamdyH7vQOwcxfRv1gs4JqE0TICzb87EGI39mKWl7Jr/AtU0HhTQMne4cslt00s
pOTo5erJbPyjRoa4UbY814k+e77qtvjTuPRC54psgliWxr0K35nPeRUXq4G7S/eJCdReF+HvrnUp
besAi97YtJic03p67QrvF1Vnf1HB0KDN6f3z0sbtMV6iT2ktD/WQ6K3wChengbWW1QWYO5Lg9tYk
13w3w2B9acResevAqVzcLKLEPUA3kzdlPAaijE5zx2otBcK6Jeo5OmbLeBKE325iiyNRMxvbtetR
mDToQDqVXbLe+YjSztq3EMgbbyJ1fWEQjARgt1ip9TInuXrMUUl9AIpZthkb1WNquviSoIGDxBAT
C4UzhkQ3/zPHMeNhwpkd68r+fueVeJ3pNTYTn6Nsh6tJAQw5/jWFtZrU1ZuPkJmHjc+CBHd2Yhgc
X6cBEafHUJ7ODnUfXScQxqP2vOihqrN56/QOyGVRQbORZf1QT9nIuT+iTEMi4ke8nt7wXSH4Cbk7
GvtcZqa7ZJPVv2q2HSWFf8yrdSiUh3agjVmesw8MFmfbLR24fNyVmlzqdGBtFnbM8Yc6Cx8I0xQ/
cwtujYV2djskI64VbvI7z2YWuUnZVq1OPnVlJivOg+w8PFh9F4CFxgZT2YCaFbWqXQQFSPLcOXtE
1W0GJpO3HGDsU6mYwPGQwK8u5vuoUnu2sAyBRbODLujs2tDVO1vm9g5BG1kaKMVfvYZhUNUk/Q/F
4vgRwx2TPVfOZ0bnGbV52m8NM9UD81GSOsZRMweWanrk4b4Ggzt+YxwHm6kB/7snpv6HGxOGM9DZ
qXw8l3isweLOxP9ATY5xtqy7CYZn5zF2mm2xqlpLg+yEeFBIGTT7qc4h0gSfgd8FF607xMVZQTwT
IeW3vmdlAzwijO4CDx/IyHBwE/mL9ZS5ODuVXj2reFm2qYFag5Pm1U/n9wXG8Ea4IUjeKj4lGiVU
jejKDyNGypAbcrZUCFElkhdZBXdzaHPA5lNyzQZQRQAGAN7GiGw3fuJI2LwxCyPaSEyPMn5s8KwE
LocDBI8tGmkIsWn0p2XrUjGV3Oqs+ABWI26LRl3C+XGzGXMdh4AAMTBw0MEYLYutVfHkMobHFKXH
8UFXfnPNJYFc6ZTVW91V97mCvRRFAzRzLLavTgAzzmKMvaFSDaC1twxOoxVk2ov2IBiKXBdXMgDg
vmmB6kM80JWCITLCN9ikpbf3cpZJWz0zrEUyB6nV63VJvvXwOVQM60wF4Ml5qKLqfZ6BrizLS8E9
kcBSnVqqr5q4U+JcPHRlWU8CQ0Tml5q3kArCrfbpYvzhyw+YVMWYm6LsGjMcHT33vpzCxyTKzitd
tdMjb2XzFOeAmZRrMdF38mSHkgkQFUt7ocb3KrMelH4zUAAIXEbqND95Y69+ElnOFCHERhbzA05R
+UgpR7QLcRYWEhAOp+08er9sXGO588UE7TYTVMrKQC1s/bssfQpSYT9ETSOu7VIOmOKJ8t4KljBk
LVQIx6amPM2+iV7aJPzVVEgFAfK+xi2Td9lFmm/WQMSvjcvWi4UWojr6+1ybZK/s9A9PGLstmROW
I7s2u7doo/buRP5GrDxoFbxB1puXQ9rKiz5+cErNPGLgOwcSs6lE51xgqN/cNGYY4gwmOaLtzm5u
h2B+44ayQoqAeDIwXfiMIBp9nV84330AUhx4eQCEpq8ygNtk3BJa4UCZZmB/W+jEfqhcHCc1i680
mJMtOlP/qy9wm7Me58nBn/ZUi4lR6qBcebQQTZJWZZvo1PbWfOzqsntBBBMhRLLbh4HZENloRI/y
Gvr1Af1VxzO3/jfM37+bHgUY8Hmk7xHRySpMfWD1cjX4QwbF4QwCQJ9TRtXvzTh4u4bx1HFOU17O
sh+fenzJe1xoO3wXy89lAX7KydTj4KfvuUI+zT4MR/8d4IRvTTyn2zhUGD8TpFE13WxVsotw9eKc
Eqjwd0ET9XuyVir4qWl048H6aKTNMqVwk45CStrofktWLL0Mn9NqDO7LyMVNNyz+UdvZfRym70AF
1Wlql/daVkeWRT0vBJrrvme3YthFvBh8pidVROVxnOv6roaB/FZVjdyWXM586Gl3s4xe+QUwrE/o
08MrjHbCz1uutDborTuyxdWGJwgqR60WqBBVfwCjiT/Pbx9yOkQWEglbq3E0xA9GEGLyjBG7bPuj
qpryzUfojMCDZ6imu5k/Mx037wwDsRuDYiN9yAdVFg4QfYeUMUwuBoIMI1nuXYFUVoENZd9fHJBp
pWSnRwtxFRAdR8dU3yvHBaKjuL00Eg/kk2BJB/gAhwjwT2afKfH627DC9zsKy53x5M1S0HgWlb7i
z4JvJ791TfXRpVgo8XZndnCnlH6EfoIGikyUxImzEx8iWnFvNcc6Fah2e35ZlkK+jRCFqzkjMqZs
8p9hBwW9QgR/HupUPzZDSKIH2Qh5IWGWVJn6ypfY3C8DM5qtsR2gz21Yb8s0eVS9Lt4Cy5OvLPgB
l7UIhUJHgKlr8VQwim1eSn6L1ygh6iOTKNcaDc5vZAmQczCiD5YRWh8nhRih4+lXEYf2pQutO4aU
JKelICDzuPqZiGmjVuCNZHgeFOa+x34bsb3zAaC5hLcxhB42sm2fkY2f2Jv9aJLk5I8ipRrw9oMf
brPaO7t5+CObpjeWI4de2vcmYDgvpuRg+3rNfalJDZy9FOF6dGBapY9VnH7PfbnHFZ3gxhyfzLhQ
t1XDWWYoIGeMojGgDYNb+7As43PY+vtCgmk31r6rf9pjsBvSdWqNsJ5vpv+orPCD7Al2jGT16LB5
xdXwJ5zduxh1NLI2JNcmvBfICrfLAPZXTwcRqjP5z+x/kKDWYG8sdO2R429btLHwaZ8Tk1S/tSl9
zAYBiX/jKK9tMdr7JfXzy2Clzf2AtI8TnjlDhjVf5+CGrCSgSGIie7MS1oWp7T8Eif1uDdy/E5So
ree5fFqcdXxLWXlsEu+tzvpugxqbxzCCC6Oz5lw4zaFaOhv3wvwIJn6zDtfAAO1rm0lukQ7JrsCZ
dAsUxBP8wM4jGL/8WActkv2FAV9i7i2wTyKJnHfH6OZDSe8euVO2yc3kHmIY8TxHQIhKRyTPVWXs
TzP3wKeKnGQle/wtQBHu6wkLEDLdcef0I1zTOID5VkTzPsoBq0WLFA/IQu5FOD5NpQIO0ubOZ5CV
iKfGMv2dZ2i4OW7yLxhs91OtOb8CXh2t3+w6r18jp70zQOH8Oj1gwNiSk81QMiPBviD4LCja6R6D
7C+/dlqG2r26rxduUmEDrwETBghKAht0mjXkrYm2divvTCcCYmnKkLTxtpMXXBHinNXN73hE1LLM
s3uLRPI6uP0F7SMhK+PwleezOldjKfZOO/eHDGCPq/LkM4KmxCLJDPmybbw+3sbYzvYlO85PFvcD
qv8+u9Phsgd7DJFtXOmRRZmiNQjuTAAzYfUBVUfkmcdBNjc/WMy3ee6f/JAdYlB3T41Mv6VJ+gMG
6c3vycODY/olU3AfIOn3xoqOVt6cud5wgNtjdu65gW8og9sTx1F2SUXC2n9QYLgr28cIXl7jgcot
6sDsI8vi+MtD8Rb3k72rvMb/RJiu3nvPwUdT7BZY+Dn7Jzp4tW86tsqt/F5VCpgJhbFnxBGALQKk
Pjr23D+HUvJSg2tm1Ro2F88kr7rrrPMUzk9umX357EH3dhUWB1+3n7pxNvEof4ey+GR0h5x2QjmV
FS5ZH5Iyemg5imJW+ng5uNiyarqSqeVvuqJ8tDgn49gOQJ6Jo2N9Es3ABE8TEuL5x8xt8RtYj7L2
y0/2vAyx0XyfQo8AAZiD3CeJRBsI4OqYAZd4kauHzZF9eOcLdekHxcMVAGXsWFCxGnB/jll/EkFX
XVwWHPfeUk77COb7lgl7eDFu/w29brKXMepYdNkfIYiBY8iI9FhEsLMqBbq6yzFkhtHyKKzqVTp1
sNdee8tmkhD5ec4i675jZM22PVELR6YbTbHNaOouMEBprajx651e4CcQkU73jAZ1jYuoKJYr7zWU
TvkaDM5A+eVaJzWUwxuGxfqKfa/b9YMONqgU1ZMa567decsS7z2dogclCsXblQ5K5rpy08esBRnf
OVmzMyklB7hDfW245n9Hc5UfZ2WzK7ezGTCF/4qLoz0KtwSqA0DuBVf+Cv7N6t99Jfyzhkh3F0ww
r+FMV9tKsJWMYuKlhCtizhxR3DV+XfzokPy/t6IaP90A3WuWyd+rte2E9BSVTRN0dxagCAQTjE2A
MFkQhOzmOKD7PwQTtw4zzfZsh3ODuEsUUNWW5QvuhnXoLH/ayrlFHBQzin/mo9G7YaXFJnEGuWj2
J70dxw6SZq3ZN44kwOTw4p9M3ohn3JLsJ3trqo5KT7RS41Tzycz9Fu/y+CjgSj7SjYfXprZZskcK
aI9F/DnitnJbhBhE5pzw0W4aKECaZtlZKZrkemH7XaIPYbJs2S86dLJbXLrxrrKC4gblcsfanODq
GFV/DsM/5UtW+gdyZH1lSwXnym7s02zLb1nZHbKRpyXRMBTCxAeCOyGvZPTsER9Zuw9uD+VPajN5
exXkMA3sWdE2d4v58oKuPVDC1JvasdNj0Dv585guP4Rd3RIzdvdYYsK9aAqezCSYoEgr51eH8xwx
HTbCe196LNSLOq7p8aehhGQ8fbWFtUAX71A9DqLcJTNLGqyS8btjuUSQWDEzBJfeeu3pu0ObWtUe
cvfMjHBgBANXPriHEid2bpHAgAhjyu1Ak+7WZTfMYGQ0SAvPddMg9o3HcjgmvgIqy1j8lnvZu1cR
DZTF9lcsZ2Kv+PVcqDeBXuFU+lRt+S2N53cLu0wUx5BqJLSpTkO/TvwZDStGHHvAxKsZ54OG7ZIF
P0gYHHWQ229hYQl4H5ODGLq3AJV1yPeijQlNiPWSBaEzOMlumplcKG2HRx9w85sY/xd3Z84bSZqn
968yWD8a8b5xA9o1MiPyJJPJu0gnUGSx4r7vMBcjQMBivRUkU4bkyVhox9g19IU0M99Bv6ju0bCq
G107K0eQM4MGUcxk5hsR/+N5fo8Id3kEvknEYj7WHO6j34bRVRLoI9vqUHu0U/WKRQKqqqYkOgrj
2Ljcp1k+tAH5NYoBTByLroR0Ovecwnk6GVay5Ofl4TUkbPQ7M8Q0PVC0TehInomGA9i2GNo3pjTs
xcneOOjISnd+R9ZErAxHE4cODjcprqbMOtmUoVVubzTAcohBR1CHOYZsyjTX76gT8CqzjKid0NjW
i6WhQ2C6Yqg4UKs1yr4WNL5fptMrE7nuWipBvh4b0jkmR9BIjg2T0CLaJrnBxidq7eFCc5wNfhIS
0CqorcRoVapFvZ2k+hrlAbkVSjneptigLnD7y02n+MF+lhgpSvqQJ7R0Xtpq866GiHPMBlbRlL5n
UxUnllPpXWmwVp2xDa2I2LL3poFAc403+9I3K+2IN4THJ/uWQ9tO42WURtPVIthCfGHLrSyRJscy
YPip17sOm/O0GgprgzqRLzjrP6rS+oTc+ykNQTAlKAhZ7z6JVFN2pWNyNY0ZtqNQMJdo/Mbcxn2H
Gywh4FbTw+dRGmQv3CkiAhRAjGThYgjXUdnFs7jWx2I/Vs28IYDFRqZCUJQm7IJKr7p2IlKiQYkB
OL7E4XU1OFTCkxp4OhhLHhHgjUlr4b6Fs8DMugeONL1jaFxnvdKufEf9QGN2cFDENhapgGj5t4Ud
FZ+ZYaB0Um5zBBbUrVUAAZgvwk7x4IUgS+YZ+Camz/wRwfCB/eKNapQoMfTkcwgl02Pmnj9kYWmt
dDWvXDb2GB+18UXksb/xh+Qm94MeLa4/PJq1TE6trFDjxWljrfoM4JoIn0rGKUOp38ADwCZ1KJQY
bCwfpJM6nyvcmcxGsHjP8Ds7lIhz2BzZg9a09WV/MltCRdjIZgetJpbINi7ssIZbBq8HztR0O82i
9aZg+qDXCFbpLD6LusGNo/oAIa30Ip2AqyqDvR0YR+/QJVRHcPCK15fhYcJQezmBwN1pXcg9BbkL
ORnWk0V2zSfJlHPw53uS/Ko7qFXIGKJUE0fMbC+05uBEY+YEyIF4lkwRCQdYgLFv48XQ+0g/177D
j+soCktXw9w9XTSdmtQMb+PylTYYI5OGcQye5cwtp56E1ly2k1oQPIVqa5XiOWAQl3QkKk9lH2Yv
JuElDfDquAhXXdFpEkddwMo+xp2+DKT7YISHBELW1wyFrmAgqQNfX1p+MltHPxUsPhPU/XGMIN6O
7CfRaw02fAaar6NTO1AIofi8oIsZD7LBbY9EK5wYXkt6+iRvHyZjysi2HJ+xPWMuUZ1HVIKdQPEV
hwdb0W6I2CGzAwwPtwxmbaquXwBGcm5zi7QEfdRUaD6JyrXaOqcgaLLbIU/C45xF5MwpeCc9JcTr
0ftEHmp4AGh04KhvumKyzo6gzbPVIDyqZRtvSzM2944mXCOMbWAJkX4NofNoWPpzGRopE5X5MKsO
MkXN2k7Wp1bnUhpFwSxseuvAnz52jJTxVuj+SlEoxmHMW5sSCf7KnHIYycQIcPUqznquFzcmqQjr
qQzCrdoMz4NjYALuyW4pMzg/0xDcOAobKDZcZAByGyLSKrn3fYLE/LIF/c2WTFKBcXcdYrJZGlLi
8wOu3fTQJ3R6IiAZoFrMnEKbPOGn8RaXoOaBIypWcUvqhRFXN4IcwzgJr9EcOq9934wfGxQjCDx4
/iEcNXB9okPyTADArhzaGfxi7nfXWTedMwNuRKwtxUpinqa2HjyktlzFrPwHajmJ8X4mlQGiGv3N
PYdUrmvUToWmPoUSE54d3HX2vK9z5xrRifaZoRcSYsUQKkwjrqAwT4jQVDKOhW8ggMUZScSY+ikY
0LWlPR7G1aChRoAW7qU+oO3RKk/xaLyB/kI4p3TaVc2KRzeBSA2lygCaSACKAgLzwB0a8zNT99zD
qTtxtglfKqhGIBAquYval5VNgjsInahbmEusmz6b6y4qbmql3fuNz67IoWnmdq+h0sT0Vo6h7uE2
juHLzeAuq8I2z/hYiCr3iRMx+yB4YgqerO2xTjY6Et8PjoIJcgpU/3OXpEgumkz5oGJw4HnC43xa
CSvKb5KqSz+wdgOtRUFLi5wTxRJ9npECsbB7FSUiJo0Itic1jZ8ZzcO1LfJPNqebx/pKxspqhidC
chrbkyTHz+oX9NFEDjlbWv87RzD9R2/WooK0P/H4S72o9AFSzF5q+/llrBnTkek7yF+1qW91LNwY
WtWnFhvD2iDWcdVW6Q0+FEJzq5mscSR49pD62B6UFNjHQgO1/fkqi0v8P03TgEY0I28OQBybMF2K
DFSfbt2bI8ouCIqpQkSEBjczDROme6mdbqqsfrDZDnkJHzYlM/GbmuOzm62Us6UXmeSC0LMrOWY9
rTZBVxkkLUQZ02qu7eG5GVTrVpCz9DDgMYFSVsEUpEG4yTMA7eRE6svoPPb0BZfHqhG+4ISzS7Ci
ulal1pFgW1igt50dWilnk4+BWKeRStxGPpfpXUOh6GYkgLhj5oCrbJ34Fghos+Hcdci642lc2zDH
N5mVlbDvECKrg4mF1KxarOHylaclbvkYfKusWWYiKmf84RT+tq2iW41A7KOGBVQx6wSyd0+0exlS
z6bNQzAv0zdZuo1ZvUnR7kU686zPovK+Du1LNPgEiBTULwYZHkj4Ch/7mSE/dqapefVI7E0ciJMM
1OIViCHMeQsCcNCl5P9a9IJtqRZ7DmN+glVgHP2JB36pwhHIghufN34IMFlBoGCHBZxCuiq7Y9rL
XD86KazYPkPhU8aPbUXqAxEgPL+09hLDkH7ATj7sSsyCytjmd7SFxKwN8k5BQIQyrTjngnRDO2I9
EDiNsbboplbdxLYqnHHY1whbNM1ntpsREhpTyvKI8emRlPHV7CT5RXne+tdm4RNGp+Qq0RnFU2Iq
n5QuyPjTCJkourglya5yLiUJHqATpNTZEVfjpb7gBM1peGi77q0d8IQWOT16k9ISFMUHQoYmHvtM
YmWqNedwHrEPQX/3B69tfK9vyCYkPSBDMCzvqhD0HYa7qjJBR4h4mMkOis0TD/3Cm2UN8QfpaohV
umowTUaC+6lfk8Cx5CygkkeEb3LKkpZ9RK0w5Va0Zt/2Kb1Zd+30ZkK0ZnER9dUJLlN0CchTZSua
oW/CxKBshiFjEWzp9z3Lkl0wKPGVX+UoOeuY0a2S1ExFcYugXWSmjD9mNUbTU8bKIuAK3fMJXdmD
jtsG2BJNibaOZIZyaFn9YaP3d5Bm9a0I4w4cS0s7PQbtTeLMJTVrb0xeDJ521Umf2NO8sDAHAJ1c
RShmDQaCR9H0DKxbc9Pk+mrkyDDYxiQQUX3YRa2T9hJis+3Hcqe3C34ZRfXRDrsYd6BoqZAIA5qV
L3nWpPOpFbPfVszBrszEucqdmlQGnlchzAjXiVKSz4pGteH+6u0L3Cod75v5hIAy9YCG40ixOhYW
5hJqmctsrxcpQVdCBkffqg9iJtgvDxlQJvYTRmkMOmPIkzXuvTbxO6+CMrVKJkW7HOaU+3+4C8L6
UyMtPhHYLWO1jdv0xjJB7fZHBmy4U6c7jaQrPowvxjLXLz8IvqCIMDAnTi8Nm7CvUkA3Zp5sV7eK
wRQlIoldUxr6M6a/LexCOcSbgWxzv5LbFomd2YtTO9r4xXvAZdIZHrlcD4Pa3s42KrGplPukMRmo
9QRN9C6YeS/mOiKXzCtBoo6Dulz+LIPTEOxSMm2STGOSwHOsKblLz6hdK4jRJdlOkSJerJgcBa6U
2GY5GCwcSIj7uGnx3zEwnXnnYVtt5yGircRbaGt72gHGC8ohFKAMgdEy22dB6KdbQaG5nwtdXMms
Ixygy4rovrDGZNUpbeSlaYFnSSRnSCPktCbpeApb35Mo0neQ1Mm3gx3h+ioJ94OyDYsxPwdK1K4F
HC231O3wSnZV4ZYOwEW0NyBU204lX41ZVMJY8VIM8tlC4Qz5UiR7rg09uQAyXJ01xAwkBsX+vq06
Kn8s4Gu1aV5Gc8ECq8XVDErfVViK8tzW71ubxQmorvQDTwtEAnkxY3bznW1YJ0+ktQLXrb7EGZWz
azXqmw1z/CqySCaAztHRPEaTS3hcwMjaMh9nfJObIWWvxyy9mgiLLcpVHZOpqmhPGi1KUeRbPN8r
SX+BQJnUE5z6HcydFYPndcJt0TMKsVtEkLqJ30rY0Sf6Fq+uiq2lTaAnouYgSqvy7GQkfDzqSBVr
/FgyqvSTlcZc7IMziT3sJDbToF+Kjg7KLsFZghTS6+RcRMt9MX6bKmcTElE69GbIrRZJ86xqlxaB
OIQRkCrZhLeoUIytrCSgKXinl+jbN3irPETPN5ZQxHVDV0d3Y98kqf1BIQER3CdTWR/HtSFY18RQ
8Wh5nDPfhHJV0ig8ESVAo41Zwt52RPWSZN9E8jQw71m2MCzlyRFA8QVKl7aOFWI22ru+J/kXiIC+
T2LMNkbI5H90omJZAN+zCT82AUt8KXisxaDD4VPbILuV9NYZ/OzY+QaMZZOYN4Yz9GZ+pFDFgI/V
0mNAh1/EBDDH5pmA7isrqm5mJXoolX47NsHWrs1zpFs3MsrgDzL0W6t9EwHtdG4DWbGuwgPiCbBs
bNjC+ZjrFTonle8LtWiofgZCFy/0dmvx+IcZYJZQc+A92/E9Lp4u3vZhGJDNkTudc8pspt4wgE8q
iz6G1NY1Xoy1P5EJUnYMZARPPQcgPAGvWC48SlAHT6ShMoS2qiKEGSpJjSJanek9HKLZvHPqKXcL
7IX7ug/U+zEa49ilzzccwghjLmcD+s+NkSZc6aoJz7Gdi+vEzoIDlSTSM0dbZlgq96VeiOAttHzk
er695Bu4RZtKhO9J6vaVnnnWMtgUaAzWxURBpOj9yWgssrRUcWWhKodpwqWaK6pbOMR2YsjlFqu1
azxGwd4Kg/oyRO3oWZEzMUeKH9HGhW5qto/Ix2gJtG7GFpgF11PKo9lm6xBbOR7x9k1tKlT6Mlrp
ij155FMx5J81bWU6fenZZgz3qCnVbSaMu6kIzyq3obEdrmMO3Dr060OZFgvm+spKivtl/rlpsBcA
2obcBa0j3agAfQleaNlxFZFzP41j7VqjQvidJOPMZMQANKdhgV7fIDNjnTl7I+N2wBNkGAbzlZ3A
4TeX1XA/ay6QlBuhTB5jUQutTXqX5MgV8AjcYhee2RJbjgcow8dmRvTxipa95hnOwCyrGuVUEu2y
JQaxUzBqjFgki+klU8aYwBICCSoDszUBzUwA2uqit6hX82pOFtoZfj1rKm6oJ82j1akdT59cuRAZ
V3cqv1xSfbApdQJRSfjBieaMtzlcfBb4TJrtkUBdX63WXdgj7JNM6ks8MrdVT4Jh0QG0TwU8OkuL
Shept9xM0XigLqmOZVkoW7A07QWfiLXCG5U9BaB01tZc2hc53OZVVUL5MkHcxOAI1gppcK4aDMgE
53resq2zT1FTvfUsE7CsBuCsxig6Kz2cJIP7Mz431Wsc/xWAHDVdGOAnapodZLJhk/VL5apTlTGg
8S8cdXhm8drs0HTy+LQUzVW0HjRQrga7YcYgns4kCXbMY7F5CKjGHfsWv9DVE2I6EohkOd41Uy6g
NHX3kRYZ7hxOyhXm74LHaV75Z3Jxas+IuT/UslY3oBCTOyr9cT0xOl5JxjrnOozqa8Jx4T+XlEJ0
H/pLUKvD0VDlfElAbTCvzS6NsGeApyRqltKIeNJtLLqO1X8WX2upIY8E6wyXJSpNPPfoWzBhTlZL
1i1JSUy+puusSdpPA95s+ufYt++MXp4pI2eYdm2f4H/BAlqu1IDdyIcprMcWWnoFvD2dUtVVWAqz
rmAH6iq8e7eHLA5SqM4/F6UMq+cSe5qyThEFf5Z9ZXBTQ8q1Cp0JDV9pYDJbh8RhHButKaiPyuYS
8XIfbdppUX2kHFIbn4kWnBNZzNelxJlIQoNJMVaMgRMSLxnim8sdEzWthoeNXcAMn2m5RaNdJbav
1Eprw/VcuwtZvDSmlqC2kODWDJPcSo+o2gC5NFiKoZjP9lnm6Sa06FcIMnCuO5MoW4Sv6lGv2Y95
epT3ROPpg8CVbaMHUZjvueQRHX1N3pWFk5LlQDkEkuhi0J3yWvRQ5uO0+1hU+pWu0OGQwVusM1vC
GoJluhuBtq+zQlLrBYzNQp3fbDJEhFApLkUb7QMFUKpvi7MWj9OuLwCw59ZVbjN6t/oPITWt78D3
BowGI/uo8u1EcfWxcILHuGaFHYaNyyTgwjed/Uh0rSqZ61EbemU8mmAee4Vod56OsD9MLSCqvMOs
PuJO7pkQHeeGnNO4DQklikAmmOmgAUUyeE0UvMvOqH+WzbQpC9WfV/NgbURI0I4ZUAKBMFUPwB+N
mypkAboqQl98bKy4Q9dQ+v3DHCvWJUE/8UfggvRHU+tgptD81Ks1tVtjvgMYjvXPvxBp2X6gALvW
bELKKVoCe6cEDewhOpdVnBUxT7YufjOzKMG/UN4Ajx9pgaerUKpvhYG3rMT2EfcXKvR/DumpKvv1
4tCPav1CKepbH4Ouza6LmkKnb6yBUGxC21c2Y6yU96ZkN0wG/HyCTtusZZXUSHUzokUzwyv7kYc2
InuTrHd7hGiZ1haLAa3V6nU959rHWqmzpxGu/ioMFo8rWEGdJg8X55AbhK7l47kAkw+hDY6LwwTy
whwYPa9o7oOncF5OKcFBD8lA1koCtWDPxAR0Lr581+eZaA3tVRaq8h63DYV9GCH2gWZ+BM6ms1wQ
UB8URT4xZr0BflcdrJTLgwZB+ZR1hoLyOSqc+wwnFClIU3aQJc6f0cidtZ9p8wdgB4w92Bm/oaAo
LvVsiu8i5LKsJRRAWOAiUBCJj70BuNOh+rWjPL6Sfv7UwYm8pF2ZHlUp/R0S6vp6QvyzbVCxvJj0
CPuurKorVS31M+p6eZRmHGPeT+or7srsLshmY4LNN5nU+bC3YDi+tDXBTRnKDAcGGt8BUz5SGroL
MuBCEgKnzCOwDxhwEHt1LZxd0TrqYzxaL3HYt8d+YN5spqi6ia8Wp9iYHJcojuushZKwS6pUIw2v
GV0rKsJbrlegqVlOZ2mqe9TRF0k2fCaxktDtoD1Oag851OjjaZd22Ew9Qx/fhhwFWJSClcELvYHy
VrsgfT4pVt96TVQW105XIunHd8kTS6TXcEqYLaq22Pg4lZhYV5N5Gxf84gHRAYGqBdF3VvKIVNN4
bonpntyyid2mtbtPFje4Cvccbjq74PJiyM+QqplFuY0sKU9gMglIJY6gCIAV1djzDmbYvDVp5Lc7
BlCwCpTOuqUDkx7xBv2miPl08MA/xz0rxkGJuGxsW3XLbLovFCzSRDwZa8cw9lKxCUvoU/2o0fkg
LeDan+L5yQoRZLI8dhomLfmtJRIeBU1qTiASzGd82s5Ftqw57DHP77PU1FdzgGlg7vlS8wTpiWUF
3L+j/q0wtWndy+yB0SlD4DlX5YbJHlKsbkI5opEm7xIAO2+GRkV1n4WptQPlwPhl1JrcQy2W7bS+
J/unEGynrNl6ovdgY9yae6F1x7aS6KxKX+92JtHfR5FU+tZqlWQPnYCcPV/gMs30eN2Jrt9UTnw0
sNmcZNHazCfKbJ0M1rbJbQuqG2MdYwELm3Fon32QH8hMLGXLFTGzgpr9O5lScuS20x5sjFs7yoV0
N+OhBwyF6Fql4PqIBhAlpGTWazFVp+4T00WFXsqDIcFTMBCPPVjTrYYhGQUuU0bu22rwzMyEwsis
1duM5f2ajB1wSKbZ3ODTOzga+XF5NF4WVvgazRhDWUbGFyxDyS3BBr6kwybkguf0OxoclJ1N4rRX
IotY92PyaqTDA1GDLzB5EmRyVbdvAALvoKd03jgbYlM0050p7OlhDJUrFNgMpLFHdxGpCtgLn3oH
2ppPbbCO1EU8XDl7wqRPZB2ScQ8BbbCa3OUJ2Kx7TEDM1o17mFzBNs991eur4kbymL4emqTZZoru
eyJU452mmAt1BykU8d/pcC/z8hq1gQHnxCE3XF02sBPTWDWecCdryYkVAmDcVL+rvhyOPDduNFQb
ZA9Ns1eEVGpSMoEi2pD9eGvbynqeQDuoNb47lfY1qk3X6TRiKOEg7dFwRjtqbW475mw/4MQi4Qt7
7JIgSXT4ENlrx0xytIZENYSKYuyMOjYuwpYzaQfYC1DctuD4rFrLX9HPWLso0Z9w39EyFcmlirHy
1HUQ2MNK9/lc5LTNePZsHCz068KgokEWQluOQ88Dv8FhJ/45mLFVdYSrj2ZD2ngsyvMgK+2qsVHa
a8HE6l6BrPSAbHzY1X05XlB61WzUlNe5D5fZkIC/STJg2VTUOlOcMVdaai0QDltn1oYLs4mn0xcH
21/k9Pv/M1MCM/GXj4JQDLTe7sf242/ecHW20+lj9vbXf/X7f/yHP/7dP/7hX/75Kyff8m9+tPIJ
+QOJBqQnOKpNjpw0ceX9aOVbfqIblnSkAdzMlBiaf3Ly6eIHR7V026FtNoXA1fF/nHxffqTi8DNB
HEGW5kd/8+9+fGvnHw3CzTf//Zu8yxjq5G3z13+lL7z79z5iYTi6tAw8Z3DJTHzM/PydabotFRkM
SOtXzjIL7K7ZnPrtRx9fGA1Fk++YYFnjLY+P2NldMYiAxnEFAsXzQ+kaS1JtVm60wGRfi92mvsur
B618MKb7cLhX5xPYhq6l3NyiN0TkuUX9MdkM+F+xogfjheXfGOL2Lz+Hd/8XjtPlwL8WiDijgKv4
b74ko/z0tX/1HwxTOQLX3Vs93bw1Xdr+6VNfDsi/9oc/HaS7qeQgvRZd3i6/LWC19vVh+tXz90+/
I9Hk93/3H/7wH3/7mz/+p//6+//2uz/8j9/9r3/6L7//l9/+/m//87e/6KdD6fyAVV4AHBdfrOsm
Z++nQ2n8sPhHNeiydF0QLYh6+NOpNH7gqBhYPqXOgwxMxJ9PpfyBvEKETAI4sy4F4SR/+jz+FadS
0xf7+lfH0sJWyi/kojGAUHxrLx27vDSynse13tfwN6NR98FfZKl9KdQ5xRuWl80T98AAELoRWJjd
6rkz6acDZuMtAx6szqqjw1huuuFj0A7iHn54H7sEN+cGoglsbjz0BnSbLXIcpjM2OP0VRKXK3pc0
RZ0rYZKO7thkzFdH02/qk4G1yXedZlI/o8QfUv6p6Y9e16cElJqJkj4oRoNo28A0wgzZiDEO+bqj
HUCUqoYXOdKh/NGjxzoIk4uamR/TtdQ2boeBbEtW5Qnbt2Ies70PLXTwfAOw5aoIpNgh3gEjx4ZE
PdgTjI7L1snsmWdJUx/tfskr6JnreYHVIVrWU+dWzRyBvtRPXW4w/Fott/vT0PkoBCYNKyprEPZB
s9ZnPPm6udq2iSo93n3ywQ+C+phmhaKsKnNiShHRqICtmqdoYe2KnJG7hgKhJinrM1vtzD+mOp87
SlbFUWFfwFt3tSGtba/qG0fbzZC//IukBi67nvCqeAJBEN2IWYcobUsH/4uuAleEJkSseZgw3atg
dTg4fNPgEkuv+UzDZeOmAqXwWiSq9aro5Uw9mSfVsaWIIbUe0gRUZqyZUPazsOJZ62PXUDQD/IWF
Rt3t1SRhxpq1p0Y2Kgt2u8dmbIU+pyy026FfxULICzMp/WdZdz67GzrkB8kCj7FzWeLmmNJ6l4GA
qOn2Z+yTINM6zMuZHoHHjpktc12U97GVBS859EFWIn4BEqLKsvkxs2uxRDuUmeJZk/7lpVVMGSkE
TEbEqmqc5x7NoFuU3PoB+qTWuAl0oHpHk+VouiKTE+ea7ZviGE/TFKxKtETGqoxjtlqRGba3KIR5
a5XFwJ9FQbxP66mI9+VUdS8pMeknC8bbSzSq7Wk0ASmssj7AXzekxAuAbvBvW6fmTk6mTYOWyY/z
HqleClhWMIT5MLAbzD04qVhubDxS4DzmMwHY4HY0aufnJpAamcJjAykX7t8kkGaxQQCjSKPRRZP9
CgdBecTCPeGIVnrlI29pus4t6QMSmWoUEopJC4pUY0iOpZ+U4lIbentkfearsctuD5D3GJjiAQoa
c46kb9o7OYQkYtPL1PaanIqiOdTSZBhZacIiOgs0U3UCIT1q60k4+OjSGGW14yjzOUGc/RiNqXwl
prx+I9OhEl7MhG2PjPe6yYfhA03y8CFVZUKFGWrwZxs1H9eA9sthWzCXRkQimJ/7YCAcbA+iWWK7
RhqeUWAA2GipzbgmztW257ClA4I+5nariYBZAmBRpWtd+ag07fwaNoi7Vp0a1dj9oCJZ6Onm4M6B
OUP0BLqpQ9uULOptEqM/DSUVpkASqrmkLYAfljZmmnXdU0dGCB2IFcYwAA4sSJxrAhEkAUXloMG5
R7KLlQZRJIImwdgljXT/Bg7cyLfiSwRRPWkinlIlPolt00S0ApPBir5FTQ2ua2Dhb7MypNcz8COQ
+sBcTaTNuXmB7IuejRqV/jWek+GVpwRiHKOoSugvqiwJrISEt+YSQMPGVIBdpWKL8bEpZE42sgG4
ZNVOHXqxchgjTKNFONGZjtpS6jKxAXs4q212yoI6fwVHwL59GgbArBjJEc0bhXEjrUp9a8ZEU9Gk
zcwSICHwLJhbViEQzmdqalIm6uSwoLDGtQUEGO8rcwGUjRTjRLOXcTGtndIxuKMHprJrrLFGu2qw
RGHOE8gH4Tgp8GRKPH2XI7W7JVG+xqKGFQ2ZB36PEwcrc9Zm3cZ0MaQ+YKVu+JLWIgjE5ynvZQp0
JDNi8jTnND3U06woNEmo3K9DHlfOmglmKzxL4tk5BkT4LhBv4ShexyP72RksGD2CXRnrFAtc20bp
FHnCFTHfFAV8LNeBnWatpWWOL12e46LDVNDtisK3jj6kDzaOERgopMjDFRpRszoauUWX3jtXodrl
iDYVLidaqSRA7taF4fO7wuSn5/z7anOBQnz9VNdt3dZA1izBXhS+Xxebej4Au7KjYu20cXPOlCDE
O2gS82C1gSfJImFH6eQgZbAs/OVV4WX0WrOv/dz+atrdr/Yw/w8Wh4CHmPMzrYKto5MdSN7cuy/l
593Kv//nP/79//zDb//7+7rwF3/HT4Wiaf1AGJ4Ob0QHmPQuE08sPxHsCpfANgAl70AkirT5R7o0
bMZJpjCkBr6k+ZFEAnXtB6HhErAdB0iJMP+iSnFpT/58omyItV9+k+5YhmZQJCwn7l37wp4XW49f
hY/dYYKWvmo+zId3H88vnFnxdYf085f45tC2CNBgLPASrn0ffOw/pFecznQFP3/+TjzZ1yFqP3sl
+5tsstSyisSxeaXCq3fndP1v+UOoMfkaiRMxBB3q+88qyElX08mffiSLE83faX70N+pdeYo2v/5C
Xy7jn30p715oYVe9+1J0eFNxKcfwEYC1FiKtWVmbmg7zJdzsyTM+QF07lEf/3LmAGPaTW58IxKCC
du1NssdKuclgyVjfoYN9E1H306f77l0tn/67d5WCQjDndAofa3s3t+tktyneHK/btB4wy4/jQw8S
cGWK733qX9/zfv6y3zTYIbA4vbJ4WfUACedu3M8XLDeUx+a+P4oDW+VzA0PBWOWHg3X361/EL/7J
1jJ6EHjp0QZyZ3j/JysVoBudXc+jeAV/auOgeS7W3ZMdrvS7GlDYVbKJpGfg6Xj59VdefvG3J+D9
C39zWaJvYQEqlqM2eYAaRL2aH16L3a+/iPi6Sfzxo33/Kt9cmY3Wh5bO/2AzIDZiVT5RTgtyvZDs
IXYEQ49An/R07TuXqfbLr2szN5GGY8ov7+vdScJ7G9u5cMJHdA913rSbIGD2ONgOA2hDYhcaKEKY
tlzzpE8J3EH7zOI8AyB6RDWTUuFiEQj6rmaXNxaXuPBOTpskbjJaWIzrZ7j6D0lmxx76Yx914bjN
pfIZ2Tt2LVDHy4Yv2owaWeN58ziTQ+mJuQzc73y6y1X68+/wz3/lN7cLjOHWNKoyfJRb2BXn4BLr
0lqcqCAfphfxBGXm+J1XXH7jr73iN/cNlAdT37P3edRudRu+4kpZoUPyCAC+AoFrf7Dl977J7/2N
39wTKGMpmysRPlZe9hGBtTexSPPGTXqBngGYhuP1Z5TNbuaNdH9rrG0IORzQIFhHQ1Y6q2EXbiEa
7tIt/51cKa48+t+5cf3SDQS73DIN4c4tvwSmvjtts92rYd7yHuuL+YhKyI2/U5UtA8iffe42g0Bh
qIZK0Oty3t+9wtQWlQapMXpEYb82t3W/ukxu0Mt/amGurKq14r2i6K3u7af5CBHvqn2kk1W86Jml
WXfZ4pvdT2d5q3I7L9fTY+D6HmQ+dl7WXtmI2/FMAAWisLd47TwNK+NTDbRWeNeqy3TwU3KGXbEa
jtOK5AC05+ePcAe+cxPWlu/x25P1/i/85iynwOdVMr3DR7TSXrjv3fwKdf2mWtMFY//zhhs4qskh
vLX3+qqaNvMaBY6bbfQX2rR1+AyChP+vbkOvWzlu9523J76Gqf14I3v/9r45+HTziK+FHz4SOXcx
HVTySh6SXbfF+Ve4bAJtdJ4HcVAvwoN2di5K4ztvwPil6+D9G/jmOsj7cmD7yQlg63ihH8Kn1AVp
vK6PwzlZ31m72B2PtpusH+tD42KC4VBUh2rdHppLQBvH8Tp/OX98Ha+xIGyweq0/dGv8mU/ERjrw
4VfxZfEob5ojWtXyEofqdy5j+Us3ZFs6jAkdnbrG+ebzC2USKSMwo8fWbd18X0vX3Dqvxka4+Sbe
WB735NIzb0k1vIo+tev2PnA//xvuXXQ2BihzKmXeytfXkAwDZUJtFj1GD8yM3pQb/RN6xvaQAyBi
CpmtDDRY2Xf+cLHEDf/sXL971W+KC7QciaHlWfQYb8orMDerc3PRbolsPH7vEvruS31TS9Qlgzpf
4aWSE+lb2eWCANpEe1K7Tosz5Ts3PfmLJ/LdX/ZNBVFpTpFYRR496lv/MLq0oyd/3brjxehyQzqN
L8r/5u5MkiPnzvW8lbsAQ4GDHkOjyWQmmWyKTbE4QZAsEn3fY2aHB5545iU4whvwrm5oD37A0g0V
k3VJ/x45PJEUkn4icQCc5vve93n9+Ye8az22j864a69Tz/Ti71881T9+mL/9iqMdhjmTg2jm3DQf
5XbcVifLNnuKLqInDGt73Dt+dSCXIjkE5zJz5/bzqyvrrPTh6eqmgPTIsY5C2ft3qsiKSZBuE3/v
/cXLvOQCl+Zp5kWe5MZu9Tr+qL3eI0l2r5xCAuy8AyKp8ItX7Few9IdfQc8c2KxsU9w8OpXMvR1W
pcYY3O+e6OU799eHp7tNfF47hccbR7f3tHSedocn0zltHXYnXu76iuPvt8hjnMud5ubuBU5ON9/n
zr2xfWidZJNvb5hDos03P3VPziJvkzrY173dpa9xf4PzdBdurnPnItixCrubUxcDvkeknnMIuUTr
PFwdzM1puX24Sp0LkI2O7myQs3raVnauJi87mzaHi8Eb/dYNPDdz3O3sXb5sLn98e/bnCwsAjr9s
YudwIbu6o7ilczp4xv7ioPkPN+QsOq8pd3q4e/Bq5+YOsorzjAjFvTgQMrnLnZPSuckcru+Ijerc
b4Kd5OdvAyA2hht5/FWCLpgmXy4eTH7cVenlzvX57Pw8PCzcgncqef63C6dxzqhAO/rO21zt72Aa
Ogfu5yf5C5vbk5/hhpqmk7mVc3Lbu4H78z7w7x6CHdYr91Jn+crca0RYbuleMJbr2zGdPvE8Qods
aO4ZD5ez052rw7U3eIdd59xsJ+dh3j6cuj8nT+W/epi4KdldmDVZy21+ebu9eOCkxp7Ldje5uyVj
ZJMeOucbpg93vjT4K3g+Pb67DX+/c3xcZE66/odnX/f9reW401513Wt/f2446XZ3uZmcHye3/FTV
3Q7urnUukery3p59P78+zdxz5/IMjqJ7drK3XQy8nr8/2/vfzixnb3v3tXN60jvXjb/T/TMu4rLT
clxMBM7rI+HILjvShfHZ/tAcjTfukm7O3nKY3g+9c144/gnKTB6u4vbu+bXinPiR83PZ6Ayoun+O
vO24kfbq3lE2j8757eylN6HzgHZvazBw/jf+rXL24frsEufOdkwPaIIb8V+evZiuv6+2wam/F+76
y15Kd+PJvGzkWVycn3EhfqdbuYeL2PNffW+/fVk3Ov75z0Pv7gk0c26Z0GRnvPQLf/uyuMlJ7R/6
/dXsHgZv2Aye2HTeSeqcHFR+v7K/4+ueea0OFzeDt5ldotS827vDhe7cn+A7dwbP2spb/6TzTOfu
cHrFL089dmQ+oTrO7Jz2/sVd6jml96o61/c/eZPXz8h0XnPPP7m9c/3LPa5353z7g+HLnde7k/vR
YXRnLzl/PGscyzn/Ebo/5s3k7/3uavaAN/iDL21LL3KSU/pDjAuPonDYxG1OGOxqjz7e46+uf693
UWZ54GQc/9a/5dd1/j5wr6/un0bndPJgLjqmw5e3ASm6u7lD5c9O1GIIr0wvuyXk5qQ6b/aFu2+/
OEVqf5xlf5vf1jX2t90v0icDhyXzG+4W5146vV+8pwNeAUaxd/lgd5F70FyFoS/dp5tt5+e7Z8oG
9e675Zyte9fBx9boXv/f7QqR8HLEpaFqakcrbpUEAkVeE1M5KHbA/nHBbqsdHU+Q+JuOAtR4gcQH
uYevugUv3Oerj1j//Id5/7fLH63AdgSrg6TGdU+oXD2U59MOBbezjX31PDgxLoxNtSfJ4Yunsf7R
44vS8lV0WYVNhlzi/cOQI3qEljrG39smrvwIMqUNLd6RRP1YmDKEhIW8kZAotq+qfH96C9BhWMZ6
nscMsm4xf3sLctjCo5C4MJSmnfxqvWo/xnvlnhNJdTAvpRvLfRvevySX+Y992zWPWfxY/IvTNy+P
/b+Ur/9y3T12MYyh5/bTMvX2pVzlJx/+T/8PVqh1dk3/Pgv77//5f/z9v/8XcNiIGH6vSa//1K8S
tKr9jUKyrlLFUqnyihVr/UurACVbgb8m0FOiErANVAf/plVQ9b8ZNEx0WWDQoM68Hnr/UYFe/56h
aIQooPAz4RJof0WroLzfg1MCkrmuJqOWEIoCQ+Bo/ijBXYl2dU8hFGioQdtjLZCrpSVnICvrrxt9
GK4wbYozu9KCJxqWa5dfE83TlJDzg3SsVU5MgvNuEzGNHKokq3tEGlbdt8EaLln3AooynPsKLeEQ
R+AYlXTRNr8N+uWvT+yz1gzADJnSsMV4rTs942ivyfZ+LOUGoZouoDo0qOQcqU2Q4UGd8kpkEi2u
4DDpf/z1y+L8Z4MryypV/KPBs6eK3LOM1ABsCzBHAghANDTl/GKBX1MNw2FsjPaLme19MWB9YEhX
frvm0ac+TaOkVt16TaKGRUBjH5Ag9Y1a+aKwcnQu/XUlRlNTKL/yihpHW2cZTQJMbax5sVAho+EJ
yAcvJgaONmkxSDdYIrTTPII6grG5TgjFkzHzLv3c+FMcGqeSVOonFiHxsKpTBeIONHHiD8a4T0lG
UcSjrOegYyd16UEjkoxwWaktUoGKbPPM+/xJgZF/Nze/3Q0iMdXiiMtHqCtHh006xppSlIDukgQN
Dgp8+qHuGGDYs1UhJh9KNZ7eoOhN/EK52hAAmNfLvb1UZrwdRz07XcZBHAgJJES+EeR9OR2UkpdI
m/lioGNb15RVBS+eKQVYidbeJfqYSsJt+3afynrL8MBT0KRVQG8XADPMy6qcyPRdh2pcB80Ox6Xx
A0ZSK1R4QNnb+LbrUGP1kG7qlBxkknvWZzFKIw4Q2QqEZ2hWCB+e4DDOH1GuvcxIBSZ3Yf4o9zj2
SrKkpn6qPfJjJE+AcX3VJhxJLtm7vfCjURvxS3S2+orTbZE47IvOgpwpgYcYlAAvUaWC2QTODM3w
rMV0wx/PJyhaedsgYFHrxJgdXVMRynfhotAFFlrEw53VLvBSRYTJ9WwTeB7iEE1EoQz7EZuqK4xl
0kE+Kgr1szqfvhe6CRosVZS829hh/y3CK3Izp+rwo9YrmRqSMOv2Ug7tUcC/z/JvedaVu2gaSP7V
l3ZcfuoLghV/nJLYclAATzjmUpRV6JSlGNspNpJvpVUuoRsZs83L3XZBuDWyVOW0ohGkTWqpht0L
ACpE6r5vBHvTsM12vZ4XGNvDOG2hSCmE5MYT/M22IClGRy+D4qYd6MGjWtOxpaJuvVGCudkrcpzn
W/4pXhMs36HiwpJaVsCJ3l4bhgQVpA1C5TUKJhs1gTaoL2Ws68KrE6S9gGaH/pEeJupnUY4a5Xce
dBbWuUVSTAn+YqIumoChVtGXDEMNXoqnhu4kJ8sFoSMUuW1ay7Gr4walZAiO8L5dJ+mBJGbCg9ap
21gn8fFtPqeS1zyV0CMxga8TfrBO/e26CHDK767/Qz7rddrVDedDW7L9KgRcOoVyzL3ZlCiBKk0S
wZStbKPaMlL7BjwNeI6vvubjj9lAwccCaFiGpq3az/f7HcwDSGdMhnJRsB6p+U8rWd3lVmczFcVn
U9+wMinKawXMgGTT1lsagyAABC3Anb7NCwzl7KsAn7Wa8s/NHxMMv8kCzIFMln0YreP3v+mfAxOT
m4lh7u3mrZSkNpR3jIn+Nj5ZRwCxU6/DNq8D+DYwf2lf9v+pUIC19d/fhv3rf/tf//o//+vf/9N7
XQD/yD9kAPrfmPIJDEA1SgkIXfK/7cGsv/EeKdRcNZrK5rs9mG7+zdQV/jeFThmbsXV9/MceTGcP
RngIIgHYlbYmNPFX9mDvV3TDXk8pNOKUVZdqaJiq3784gD4QCUFlcMeyUaGioT8MugpOFnqoLw4o
79/Rt0utm02uIqPLRn79/lJpbAaL1oMVUlS+VS6ngLpu07PJHIqzSA6rLel62W1S4W+v4iHa/fZQ
/rBNW4UTv30jv67PPKGumlh7LTW/vz5u2znIQ/rXsZaG0aVQIgseO/iuTaIOpDFLMbJZhmCO2K4J
wgcwY4bi2lQH8zlMzOBS0ewGoGs2U7GEMl3DexMNpM0glXKxUZYkL7YmyJPXeqzNBB1ihPu4thjS
RspyfNekA4+EjtfF64QEEBWhkoAzDsc6uuH9sUK30ergCWb38B2/jnIrt1JxsIdZotFeZNHt5wMi
js6p/xgR4mhUSv88kePK+1zJUAUhmbhjvGrYe/pbj8Wg0xCe0RDnztoD/y5nbB2y1sATzawYk6NW
wpXC86HWPxdSLeFhRQEiriiDx93GYfXciqkyHUzkeeDqRWKh+YAbm2yzvFefBVA/sQ31tLsJOiZS
L0qy7EnvozrbSPCtphOrq8r7qbdw7MRGMH/TYSEBLraiqUdNLJHcZJPc9Jz0M67i1GxzX+IuxnPM
LtH5MLW1sm81nIMXUdAn6YbwsrzdyTVMVm6ITEAntyuj9yZDgd6ejjZ7h6bRosaLyK82SfMrSJPM
YMo4hTFjaG97Nv2HBWOZ5CEKtB4CUVvpCU6ikXP2gMJlQ5C7aRIYYscUupC3XiO9CcNLtUgmxQ1q
K3o0G7RvhMwo+gQ9D2oTUjeyM5y2LZbaT7s1w6Bq9ZbgdbI/qe825Fl6iR5bGMNASaycy0Fjr6oC
PCDcfJhkEhOWMVXPBimwzdM2CFpM1wRZf4tB78g+TvtCeAqo6jUvDx/mCe1wW3nmhg39FMaRQaOW
LIj4Cny5OR6CULKDzRJbVbxBbyqIguCtwN1FVlm2C1QVRlIwpK3id9ini4tEoFcEZZXASNejMVO9
LBHNhWIUS+mpmTmyw0XTDS44GNrgqV+0KN5oAGJDLFU4jhwyH4wVQGADejdTW50hyiJVxkCcNBW5
EvArpTSY4o1MIMfwxZ78T5MRyi+WcRXQpawfnZ44n83pICNEDpEFbI0InG9rtPVFCuEe0e3YTf4y
SOVmID/C4SwavH7+8a07/n8u2G+fnq2ZGj1jFGJrHNX7yagTUhjD+RrcKgkLv2tK7ZQAk3ivaLnY
lsJOzj6/3pGg5dcFdWphq/eWlWM12fxepTGAbJaV0HooLZj4O2KI3GYqkLw3pfXY1xM0RWXRvE6H
iTDXoMSzulKfyhEf7GaaOVrkgGs2CzTZU1VKwn+oDN+5a34/RIt19n8/IBrWnLXsYNqyoqlHOxgl
l+2proEX11JQXpb2jF9RTTR/lMlxJ9ozFvjaJuCwQ46Oo5wU4vI6DfpnLnXbtpfkL1arj6sFa7Ws
o9CzWbc5uL0fr0JqCxl3JO2IHLiDOyQj8FpzNYR98WDenw3XB7MeCbW19YltSdfXFfq38pmoUn0E
xCwTFz0OlyTNtYnPdKYmTq615os0rabPKeGI7MhN1AgHMwFLtWYQreyIfgTvkzbzeF/riwri0Whq
2SPbIMMp2Aa515c5lOrPf/PHl1dfj7M2HAxGhk3I+59s6aZuDsH6k4elehJq2W6DKcg3sVlE15zg
tO3n1zsSEpqyzBlDMRTs+ERV8s0cfa1Qnss+lJQVB5Zpd5AfbMOhzgJn0AoRc4NWA3GfC3LSEjtN
78axAeUxwv3YfP5D3r8U7FvYueDdwYuA4APwwNFXGy16JSqR1K5mSeNVZiGrkYd0vvn8Km+6lH9+
C78uQwVAJ8TOsEzekPfjK0YArwlHJLdk4i8cEUH+5IBqfIv7bH7utSrYdJgFMKpnA7k6hUKGKcR/
2dESI003pAKBQQJP+xj2AJu+OP+8nznXH0dGJNvGtTRDbcY+mkhwxCuwPrGJNCNhSrVuSf6UiWiL
F+M27NPEt6jqeUENjxSyQnv9+dj86erC4iVAlEft61hwEzfwVLUebLeJuZieVUbQfYmGAdN1FHLU
mkrpkA4KoWMCHpLfkArwRWnq/ff66/4VypW8+kzc5HK+fziWKUds8ngHBjIWFrerAjE6XVIDLsD9
BNo6wxY7t8Ov09X/6QS5XleXyexT7NURqfGFvb+uSsyc0lTwXchtWmOiIerfchRnazQQKIjXxzB9
qSXORM8Nqo/FRATWJtahRHulni3VhkZONHmfP473M8HbjzJZvVhIUSRTRz6atXlHZBWYc+8uQQb4
QQu7XS/jr9UybTklOMz6/vn11jf//ZfBRIC9HOcde3j1eA+vTgtJWymrmCgoOaS4iv1UpPhfGqu7
zitSv4FFzRAEbOOL8f/46a9XVjklrVdWjsutEAqKzErV3q0TtoqhHqR+YGJF+vz+jpbptwFdvYNM
cggGSF0+GlCAuEam183gZlWUn4QACg5qo6bgmUVx02dms651T30rzI2Wt5ITxWZ4a3ehfNCw6ezb
vEx3SaMVj/qgW198e5q8rkVHwy8oxjIBkDCLKffoHQSVDODEppLTVuNlWJMXhHqoBU4lZ73D9hu+
E3gSeD3dGgx2rve5T+Qa0F1pa0XplLpQLdJTzFhYy0KOiFQN1YblTV0CAwFq1hnPOVyBmGQi8DAe
aXSqCSxSRPdGBKXdB/0wbQk6zLa8+AuwV/t7EsrhGfZcEfipZGFJwQtksozqWDbY9vavOt24e02a
msQpsG8svqxXwMFyUi/pB0zV/AwrmcTFbrSU3UihbfKWnPACLyBo3msKQ2dKs0CYa/UoX0iVQJqV
R8ZAdQzZJTE5ZJTQ2LfFYHpyF+DxlUb4T20llJ1cwuDbsWeu6KTbijE6VlphWiyhq7n9SLSF02j4
h9xingcSFUwDRiGnA4DdBdDHdj/PU7fJ45Jkb7bP1usSWvIaQ9/Zt4boKdnVHNwmL2xTsPE6pbEX
JYjM3FX1XF+8KpPifZG07KZDSMpYRPruZtLV8j4L4vbFCtV6gZSa4x7R2yZ5iQRHgB3vpmY5akuU
N9yRaXxi20Y478KO6EbWMMJvjMXGzseHP1pOIgdpuEkshX6MKMV8UfSZeAH+Mj1ZIorOORwP6g03
Y98NbZFyBIhb7YCvv+BYXKI8g3FRlujqJ0Ul70ICv0NAWk56m4LdLvUNpEzAkULmMGesFn4ZK0Nt
nWeVGt/DzbChG4qZB0piFgSHDs5I7aFos7eLYeJwKiv4fZMoZoSJQld3RZOZ0PlnkK/sEKz059yn
y50WMJ8SaqUHuwkwKSrzkdgHN63mAfGiLtE6ULI2ubPKuX9MBiDgrprI8g+FfelPjhEzeiKYYK8G
cSb3URp1Bfj0SUy7OZuRr0VkJdw0UlqTcka8GsV4+0rKYKR58qwme6A9YQWomDEHNzDinS0oTZ9j
VANoIlXqbO64L/N5pUWBI83NlG+s1LADpJZBhVUoqwO9VPvGVyo9HE5DbeB4KBktiP52ksJwM3AS
aj1iiQx0FiimKQHrccnBM52mXQLxgAI0QE9uo7fkeE/1tEnXfgtcNHLjNAybQcSxVBhl/Wjkade6
uok3zqUiAK1pgnkkXHAK9auWTdGjVaq03HT6MSgvYnC5MFpJL0W5TQmKkezhj6Vt2FtYTwwNZ1ea
SrthViLJTSNisp2Odf4pgFw+OSYo52rPnRNX1M96KLZpNLPx6lVZpxpTTWRZdjBKhIOvj7M7DGv2
0FutanMcXzqFezftDK31evDSxTZueU+cVGpDdZMppc2L3ZXKPQf2MSG+MVDPU17WyWnkzshPFGOQ
OwRigJT8FaSteBpgzxu7B5PjmNgEz0uekeVxjpZBOfFxVzzBuDurpTJtvdCAkEWCjWbxB/NQuQ9j
C419TSBYzVkqMe5GKMLop7qeUlEG/+leU4khdEzJ6qVdSnf2oSo7aeWqleJ5MrrqShpqEBm9NJvG
VoolIu2UOShOG7iMuU/5xfxWGk2cuQQE8CkR/GD/UCTVeu1sO8CXWSwgALJ+Hddp/exUu71BRKvw
uyHLrWhw+PGOHoesMK1pST+EvqakdCpREg4RCSoZbVDFNiyDegf/QyiHLiRYzjcWhgbQWma6YzXU
FBEq8g/IlZt08LtWC/eQA15EgnY/XlczywupaqKdfW1Oevygit7wgixDfhbHQifiyuqiCnZCKZ+q
cr1cgq/LrmV5LJA7Z5CxYAQ3OmUcAt1K4LYgB9yeCvnkW3olQZwqBrTAkyHOqzJRp5VEHZ6IZX3z
izYJfxIkEWbulE7yPuaNsL08a4R2EISpZI7d5XbvmsEgSRurM9hotZnGKTRtlytpVIoXIkSS7/wF
7bWVAkhVyVQXaHabERLaksaxB5NbJi5JjStk35YGmi8ysAuqkUz0X9yCXiEcL1JPp0EGlYV+vbiw
lKoLgCgT+ePKjW18m4J6viNDYDBdjvXT9yErp2o/t7wsJ5jz59TXAcwNLt0igaSrmrPsZBKLQT0G
rBoNwHFcXpk5xbmNIIYKUmuhu+8HyFvekuDNcvpKhno8TiYbqqYGku7IJUgoSEJlWtG1CqtUuehH
rR/PoshoL7OIkA4SUkoDZBgQIdrdzUTYbVVU+UOxLObIG5fhYMS6sUiJN4hGm7cxxk31ILDgC4jQ
xN2DXtVMyVcVMlHdOdJxKltg0IJNKfdD52qVIEN0FhFpPrQ7VC+3jeEqLfV+AzTYuINXJH1bSrF0
uyXLiRObWlbCSIlQfxP73vdbAo/9bCylM2z7VXyiBWlN1m7zDV8poYjEOwBaqttDbhftS55l1XdR
j5fNwFmLPc0e2AttwC82dh8PLgZiC1UWNgdI+vXrTvq3Y35W8nniOSa7V0kJBChAoIUumXCIcnS9
SZ9jPYHCoCTJcpEoiFcB+68bgyqaFYSDEgka7jwXs4Q1Z+wTdzGj/qGpsqp1ulrScAzbMkGxrTxD
LqZSk/Vf7PSPCjTrzpQD+PrTqfIiOFCPzuD1JKo8mwiHIgIAOamlkh0x5zaa/kp0P2WzvtZiHWRy
JNJmR1FJfoZoON3E6kS1eJCJFP1qSGX1w3aUKoRGcYC+FxLb481yF3FUKFKQvLbNrLwfZChpJ9NY
qo/07qi82lVs0w1XoNLSPkMFVjVpjT1mjJO7XFYhw46WGK7somRTNYYy9VI+ZIPWbUrhlaxmEb3Q
zI9yz8468l7tyGpmTnjKgNvZLma2u5IU/Rw7AzI2+dUEQSu9wvcQqlX2VDegs/ZLYderFdqUTnqZ
5+UMQiJjZhjm4LrPBYDYsZzDm4DX/RHWw6QSY9Srr1Rp5R/ZEmqxk9p1jzWLoAZgzITXTF60aF3k
aoFlpwgweONOwHGI+NQIc+M2iycYwlGgNj/gJ2rXZL/m5GYWdGepTcfFFuenwv6u6wAhaxTXpVO1
TOB96GEPVM8w0tDJpjl9jdukRsYZsxdwRvYTSIRVDUZvS+oSaSQsTdbQLI9Q3xIwhSBmS8dsbRkj
j9YBQ9DZ2+V+pZrJzDzTsH1j71Nu9IJIQ1KAysDPwr7+3tvAHbxeNyvVzek3y27R2tlDCLiejaBe
Zr6k6IPYWmabvhKDF2gw5gZt07FpZCoisZBeL9eu3DhB2uBCWOsu7GWlW1MWys5YwsAX13JVkV6f
ggx2OMZWB/anuoBRKqXoDeyotL+oknw8GEN01gxiUhh+jL5HVYImJGJCboMBVL5VbhAGwSdMVNYC
2CZMl2iEPp9fPp7MqEVQPVVoJCqK8dbq+W16gVcq62NjMS0rhX5qkyrwnUSrfCOIJ/lK2P5xKtNp
onENqpUKNsGjMyoiDgDzQYkRVLSZz51O1D/QNHSVKZ1S0y58pQOGmiJ2OTdQKHxRhPs4tLrKzTKq
Gv1RrNXvZ1JB7jOJJlLrNoBTz5coqLYSKZAEmPSQYw1yOj8f2o8FHx3HocncbaqqkM2j262mxRrT
lu1FQeDTvVWBpS+Q4GwsNiy3dpNAm6H6cfX5Rf80xqspBsQDjn9kBu9vkrZQMySDQY66HVdnmU1W
dNLKw36JV51TIPU7eAXBbTpUig9VXfz1e145zQgKaEvZTLHvLy+RA0LpIeLyJayHNu8M3x7H4WTQ
QBaakahceSZ/6PN7Vv9w07zDylsxyUKpcrTEpNpgEr44tLgF2+FnwSuguWJoWGPGmCzkTSdBRyVe
pSEopDAmok6hWMyPUUcMKXWZLiYvplKaAoz0Em5qocNoDLK+P9iA4zLgDg2nEo0Eum4DI0X6Iast
+2KFQJNlroDHRQkSlyWd/bS01YOtk7MJ9Rf+LZESTWm4OhobXNiFNVUORMSMZFulCD0s2w06mnoO
DC+kc9huITW2tOFkaXJGOSaJvuzM4Csz7R8qUqaqsCqjRJH5Do+qxElOpCPHidHtmyL4zrqfEjKd
FUSLf/5Y/lBzQwOKVIGyr4zW8KjoI3FloBxBTxadAEjDbpZzhDCET0DjVaCNTL1s45vYUZrxq3v8
+K0b7CQs1C3yKmz5UHULER4bU0S3VInE1tan0Q+1xHIre+X/J/b4xS7nD9fT0F1olLY1RUa+9v69
l4emXAhO75Dq2Ms5y3gNMrGYgouOLz5GhjjH0hfD+/Ex0gBcVbawBfjXNyTAbzO32ZNBblYdTXgD
SG7UWUgReJ/xOX/+GD9+XJRtUKeqLPqm4ON+f2uiL9u20Zi1zbmNL/nmE2KMOfCFopHu+5wKh85G
fEddcvDVXEouP7/8HxYoXaNuS/2azRfnwveXl+UgWuQB9cUwYXvte4jeoq8mN5fl8v7zS/3hIerU
pGmgsEpRsz2aO2VykzKmZe7UXObrCNVbAArMJF7H5sxDAnB799cviFZ1fXh0qVDnvL83ZFWy1JRr
AimQ141FY+SElPX8pjYNEEDGmHxxPWVdct7XYYGHILeHD26uXcOjT7IsZqM1ZN6ZJudQ5aZ1oXJI
yAH01tButqIV9rJNx36+qQx9xRrXtnYnEWlNmAqwn8Q10iSqNoE+9OftZCNsMBOAWa6lT/23pJP0
xJMrIlmdubQr2RvDVnzVz/jD66ivdBQKyWxZsKC+H7O8j1oxqxSWQirA+6afUrKuY+oAtS7DJNDD
cL+qjeGqJSpJXlBWv/gePi7rTGpAJA0sEwIt+/rC/vbdhZTSkOUGvCVtQGCslavbSZ6r1y5IDcoH
4URkL3KMz9+UP3zszKSKjNkVxotyPGdXNimJbWN37gQHGi5ZSqktSpbDX78KSiuatHzray/h6NZK
sxOAdjvXIIXoqmGHBBbdrP4adODtRGjaqmnSpARMZL3J+38bQb4rk6IKYTiULx4oJTenUFMpgnPW
2MVVB0mX+I5L6r8UzIFh+UkcKecDgLNNCjorpBqYNfIXT/VDq5hjqgVfx7Y50aFr0pX3946RwK7j
dIKZHkrBhaURtmyhR77rRDVjjJJHw7eqIMdylcTJD16CFV3Yf+lAWi9z9IXSx6Fdx9qMnuaYrgMu
TI2IyONo2teaSXiipty2aa5c13PYmvSrWumHmZLXS8Vlml6sZrBJoo8j8czeWUEel1pW6H/+Wvzh
jUfxTuuaBqLCEB0NTTu0Vg4GCwmIFDwWWjjv1NZQ9/IwLb4dczIc0Tx8cUj/uHlYtSa0iqjf0Tp7
s5D99o5YmWRlUxj1gO2WZBcGYeYJjQg6asM1ngwA/QuI7bNoGNrnv3y32F5YVlW27vyCowkmnJiT
E5skphHs4WVEd/VCUuYcuZ0Rnsx60z1lRVI+fn5R5eMYAwAFzQSkaV3njj+9Ms7DtUbGp2eUgPUk
vVe6c/Y1BHy0rK9Aa9KuX2Aa2zRsAvaGPemegMrPSArqvpuTkiCWr7SocGc5UhpyUOCCod/qs8mh
uj0mlDMrcY7sDMBqamkvUaczfakioCgT6pO+WciUkZyZHa+xjcZYmVj72vmQL0H7xTr7cUlH4MCi
LiOE4VM/Lr9IWYaBwKJ2KPXQxRuN5Eo2VhiZg7jcfT6uHy71dtw02ZthdNFWRuq7yToNEhIxSwun
kNLdLLU0bcnF1qmORV8BHT68sKziTG1r55q2Cdbx91eKrZws8ZEyFxX92BtFHeyI2ShcWRIkGbYi
IFGnar+pStFuPr/Hj7IPXlZrtaz/InId40qoD6h6EMA/tY1MvoYikwGjpB7eWEZ5AqzGuMwKFIDS
QiuPRop63iZteSXgYzt9F5qgNuv2vC3X6ePzX/Zh1TL4ZdTO+YZX4fFqCPt9qZTtXCWvXGBfgeZ6
iKzeONXDVP3CSKi8HWrfTZrs8JFDr3pkk/r/sYVRT3slr0uFfMESzd8mBt8XuZ0Jv9E3ac/ed2ZW
3suTvqqy9KlBj1gkI61StQxHziUGOYUjbcqMlFlKMw7hKc2DPaXWU0kyH0aTYiysg8JpvfDHVJav
JakeLnKr7Wrg5jJmSXZI9eIFCrEDlA1lsklELRnRThtrBTtMGXaEKyNjpuNE5SnyQdzWzUYMvXWw
kzooKMtS5XbkNKKgOGux3Dska3A4TZeWYiHpYT9aIZB9KnmDmknDpIY9uJyXl77uSWwtoyyST5sI
/84+rFPq8WPTt1h0OJi1uzE1BgOrQ5bMhNJJAS075nrJA1HZtyc9bVHzW27NDRnmIS/Eq1qP+q1d
T8NPHc9JcRLleUJCgalW6AybZo6I25oqdcPBlYZZgyYZCP0wdE8BUaYPdJJa2xmkMGdr2U/U5QkS
qEl3JYDM4UEFiJ1NKXzRzXBeC8+EAtKarbXnuNaUElZn3f9Iy0B7peGsnC6TglpUatLK9o3SLgo3
n7PiQANIJPslScm3geYto+BRw+6axh/pUDKnPErikIZI1kTf0juyMWcqMtGW05EZ41/xplElq6jV
qua60IkDIggW4bGnDx0y1rErlruiKuTbstMgF9jTKjYg25fAcLo6wClRmdaB17djdUHA/PhMVMMk
+6Qpzg/dEqw5cHWV30p9beh+lHYW3EsjxRiTcqSDnGArcoAIboRnN6LwBTK1iJRUTiUsTmQESM0J
xQPSXNO6ErKnJXLd0dpjw+0hDUeQgKFqghVjdcor4TsNxAWO8pgfWRzXyHjJIpRIFg3hnnoaOfao
lAdEeURSkvlDwzPP0xErUV6s7QKow9Wu7qoq9BGwjTM6ob7XvCAqAPQQqWCq2ygbp6eKbq96Rhix
vZF7o9V8PHN1claCkDWdJNaa+4ZZ7rI0Iqt0wf/0BwRHxfckIt2zpztf+m02Bb3Xk28BxUlp7G92
rkQ3iT3ZZCZRg32SaSc+tcswKtShbeM+Z69mOFjVFoTziEvR68QkLzi1VetrvPqEH2BqA8lrBGVf
lKaScqti4yS3ZKmfOQD0uzxVVXIZc7KEvIj0jGcqqiSntgOB7oW2AFbudI2BGVrQ1k4zmla9+d/s
nTly7Ui63/ciHx1IzHBx5okzL8nrIHgnJIbEjMRgvSVIluQ8VyFTC9CK1NIe9DvVrRd1WaW+alMR
iiirqkjiHACZX/5HCRvMLZ6NqliVwIlo0gPk0HRh80pGUjXhN7fymtdiAe6Oemk7KFksUZ8E9Tvf
51EnrAWe1LzQnSfzdTUEzRDptKS4BeyXdlkbRRRNoYGrzS2dzy4ZIwyfN4z/cR+1RoUwD2wYq9A/
ux5fh2/cmITlYKf46JtNe/oe0hGw18EEuM55tne1US+/2o/+uBVibMUPBvKCyBPN2c/Lfh8jo4K1
hCQeRmjTlsflcyEWEcnYCI48S92dVQT6VDv1vCtk1byhNeCZqYqAuparKIwA2f00I5ixkN/sYJLf
qDUznituQ/uLPerPdk/ftwR2lgBG6A+H8A7cTcPumisKmvxym1il/1x6AYRFBs12gvjLSFP0pumB
hSd+aKCXD1SBpvdjmeTD6ap78qAoRPsCDYKh9B/fsj8ZYDjkmvip8QmH7PM/f5fMoEWJKWRcWSqz
v/RQ86uKiIC3qpK/GEH/eAICLWPgRbeMsvhKOv78p1BRVAVtcNgroXvXVoxon6kzyL6Dini3wxQ2
u2ogrQ22KLnIdKpOGob3F4fD60jw81buA5+BTFzDRQW0588X4dbUTtE1Mq4UjsDdONONHTTTGzY+
50YPtfjF0eZP/xz0B2QEXkOOGz//uUmDQgY+WKiW2r5JTKW+TM5CJCaG2dUYpvEv3o0/oBd8x3At
mHIY1/D9fOAEcnYZg65KvExGRXtDruqWPodyvpSmpOEhjP39GC/BQwcTtWnpAs9/8Tz94ZxxvQDw
LZSoFmUEHwH6KkjmkcTwaWVWfrVOB+Uf7Xbx390s+66JB3+lmd19+WefYf4mYxl4jWOhrvnwoU2j
kKTmV9MqTvMMBi2tDxOyEKSoif+LFe4aTPDx+RHXdF7UlhzgLP/6Pv3u3BiHsyEdSNcVpFaarlLE
KxNJEA4dxmPoDxR66e4N3KFIdk5G1vfGM9P0vMQxWztvtvNQy2R4SY3MeuyNBFUQjpOFWDi3Fs+e
ISjpmFL3BvtTfG/CtFM66Sr8S3bVAggYS21+oa3MSVceGsNdAdT2XNahfI9NK0GdxTn5NOoyvCxk
bsit5WgXQVWfqbuAul0deVNX+utaNMtucsMiXWcFodebps3K99kXMt0ojPRf3I4BF7J1dDiwOShk
eoMeIpI3lWmtRtOQ7s63E/0D7BmHr9XRd7PqR6LmL9QETc29VjJQK1AqP4T40ik7KmbCX8EGf3Yr
eMowugqLm/HxWAL10BPe1nAimgq6sj3rPCk+naFHpFgoPMpfPNp/8vdYMwA2OehBQv3GEv3u1gd2
mGIRx8yMprLHikZ/BcIsn6Ipg5VtzYNt/mrJ/OPqjA0IKpFKGCjFwPuwWuHbcg3B+4TqdlluJja0
KKnt6galTPde9TLfyqoTa98T8xZIrEVljNjcz73XOjTnPbq1YKMz06aqWGXtL9a2P704NnrB6Zfv
JfgAZBgN8ajkB0yrRkzpiy0h/bNe+yBYnrf84pz9J8sKqlvebWQecKsfnQf9oEZp2D5/K6TIL22a
5lwPi3lCZUqUF1W5uxh99S8+4G/xBx82C/sa0gbnx5zhf3QvD1UmU8PlE2oZYomi+M2LT2XuSWdb
Oxat6QMm9XTr07fwIhsD+ySV7GYkeoSQa0lH2nzmjWSbmzMArahNVP61DmK7gAjMmhckWv2jCwS3
rNrOaabtoprglt/p+BtwuWGj3SxvdjUp9j+QBsMRDobu/x5b808I+DnYW8QRYftyPJtb+fOSpnlx
pxiEjw6Iof2UgkhtAXAJja9FSWxY3Cr8eLaxSjTKNVnYCAVyoyfEb/K6c9uE7f4fL+d/PNVfr4cY
l5Azt2l+NLO0oo5DxNPoNss6T5li4WciqKPkF+d6DMkf1/Kro4vZB9YHr/NHEq/FfxrW3TgSsTen
+0GYVb+ZEcrez3454t0vEXHCfmXyfQEB6tfCI8wFOblK3rMJAQONGrY8UH7p1mQTe+rBZLbwj43D
+M2hvBN0shC4ew9yNL2khWG2qyUdqd50OmmQPWBJCuViSMYT4fyLszJKr/rGyVd8z63J5zBuuuUD
Ft7s7M+hvMsLpMSRZ/RdvA1ME412Rk76C0HB6LZyHx3bChmR96OIm2LZzrJJeDWszP0VMfgbfv7T
a4GqDyqSPR4mi1QB++cHJun9gMZtIktRM4tq7Rn4Yo0ltkckMYtGeeiLF8A564E2sxDRX65bdURP
rJ6y2Pcecu2UyT2jR+ds6YqvhrMRT+q9nHFCr+vcB6gIufph43dNWD36FH6Q92kXafs37+H/Dwb4
d5ANv3vn/tAY8D/+03/563/493/91//2IaDptx/7WzqAEdhk+rOTkR10VQWaVzPd3yKajCD8C5ww
cTvo7fAIwiz+W0aT8P/CGMbLxBYJpupfM0f/ng9ANRrOGPBuwOdrYP0/l9H0AZPjHIWiCFr6GvCF
34nL+fkhpJNiKFCNe5hASSS3aYp0XBRGvZnd20bnRIU3oazGnOgGKfV5L/HYeMclUdZBTwYbZZys
l1LZtA6nD7/7Lu/+9iL83jJ6bXL73YzIpWHmh1KGzoBpudZu/Xxpqd+NVu/oZLeMIn4rYsoSV4ai
O3NV23a+q8cuIU7H7dTBrxazONdTWFJN6abyYMbG/Likc71pwM6eDKZJl5byDqjdENW+Zhi4s/pe
nMc6keldVi19HXVt7OjVUinrS+pl6MKHKo6/o+VHg40piMDxOI/F2XCc9hfb8gen/m8fFVyawivu
gGAtuM4Iv5uJyLxBFZxM8Vaahvc0lUM/bpl1JeZy4e+9dEgfU2EshwA92641hvQNRZihmXpBayPG
tfRi9FZ2m8aY74M4DL4F3PjVkNS/2Ms/GJh+u1KEO4xuV/eS+INMVAaNpc0wlbuMeeouQ3b9HLjh
ppU8FiQR0J7SzsHzJKd2u7TauV3COjhkC4cYys4TwjoHa8LtUKFmXOZx+48fmQ9nY66OC0LVQUMg
Jxkcch++R6+avCLATLtFDtg/Vn0zrSHwgtUoCrWnMVl/Qtd0S6BSfOzQUJzdbhS/cGJjXP343KJZ
Y7gyrwdVn664D69U2RF85rX4D/zOM4pLOSWJfUxUUG8yJ39NMqdeUzRGYmWREUrgds4qMKscu8Hz
MhANRQOwOOXNQueYP5pnKKad2bC72thFoi7R1QM8Xu1GlTHv6arKt17pWnd26o67yRGIYLPPc9eK
VVuZ2afKpY+oq8v801XCs1K+3hV0qq5oKHuSnqwvzUgQgjOz4QDQDumTpNDJAH+0dLnTlf+e4ciQ
1EVZxTZGqVmtPK3LtUcFzrMym2JntuY5JZosQEOKXZtJViCDnxN94KiF+DKhGXuVdW7wMsRoa+Ys
7hGConVESa7rcBtqcxOK7Mn36VPvDNsSTEXO19FTxeeAqtp92sTggIJCJdtLzCZql8nnXQZ72IyF
21EOLUf13TAKwQCNRCot+H7Hvo0jv86AEDV88Scz6xH2Jt64p0Ou+Rx6rXNjkGF0Supg3vXWEG9q
etIO0p2qveE03XuMqjRTaXkOgqUHQtfqOFDLHmV2l3GYLNoDTaY3U4n9rZsa90x7fLarvMJ7EG6m
1rU26s3sabmTsyjPGF3l97Av8o0VNPogjPoRqIT0/Fa/lpbdbgM/HnfmMC+vcCA1tc9eeIuqo12n
I8F20dKF4ed+jN+CYLxbZlNjTx1c+wn/frIKAv3EPFSTfxzM4VM2GsGPpKgzecLr4d0ArCLqhpcg
tahMNpoiJmJPAeq3CIWmm8SSMCpGa6lHb641Clbh7dy2SnfT1D8Cw1bb3G/iSNCODgHAoT1KwuFJ
yixcJwWhHPRW6im6tuLBMnMTJ6uSiPMmcYjHLv2Odoy+KrOkdmsM3ualypjpxrdChsZ3QwJjqamT
d5jWPk9SlEga+JKX3Bw3HplR4LDhV2PuNw0BVoepGOnLnvsvogF5nUJGJ9gOY1VpcoqzhJ5YjtSb
wusbWOeyW6c8SKqbrJNejHvZZPdF7HZ3+dXP03rDocgXe8XbGG8p1+6/5YV754p42ZHXcqPIL9vK
Ig2+GwudehrPoh4xeNBq5m6zVOUroHLuGJ3tq6ujEetMLDC/dBaWj1j+QPTS3Vw1lGFkDNJ6GynS
jiqRe1sRV3qfLgWC02ppxVpeifp2bN2NUYff2aq7qHOTHqV5PN4i0lm2FLH3T7AktPxS1H3X2ISa
zYvYhFmh1yivEWanaG3O+EpzSIuScBB2jemzKqfwi60a55Bp6b0azOmfa1CPaA6d9BzjkLRXQ0HT
d5Qmody7HV1ZFrK4CQvkrkB3dRs05de5preg60jvAJM8Y3tM9sA58ZZp1fnU2kv3KGV8RCG7HCul
4nuqOpZzr0Z7hUkXR45OV1k845xuhZXt8zAzECllAWBGXcnhR847+hkVpBEQ02ep2yKZkj3nGX9b
9JAf9pwd5mpEVZAs2a7HzgTFnk31y3DVDQGE8boVzhHf/PDDdJfxpnLaduMubUnlcXy1miVooe7C
rjNWiNdes3o+t/HoH2THMhbYAEXYzJqj9BQmttzOT3Nn5DfBkngvKYVS5aoZp/JUxYGzxSb51oXZ
KqcL7MGog+aGEBjqrQFrZKTG8kh8nEOIzhg+wRi5oLK1eOgsigpMq+tAcCQjlDnFIUngk4TEStJb
pBP2tvJRc6OkotDZ0F0NSTcs95nTXVMAtWGR1ifaXYZPbofypz0ia03XSEPLFc8Eh8rQqsiBTQqa
aPuCcrVOrRtfyYMSTfY6ZiJ9NvPSxCm0jChl1Zd8CdMTSHZ9AHpxnyYCetYlSsyDGLMfuH8fB5I6
IxEOr8tvE5VM6nILudhckjkrD3np+REGQP/S+GKIEDLHt5mn7tXSf8qcCuuB8B7ZpmhksGFlYTin
QxHCRllVffTa8Zx53a2PbXIzzvYNFg5BnmblrvK0bQ/AQHi+nEbs83TxT06yHGNt3mM6HaI0GOuo
8sare6/tjXuNPTLKvTle2VM6rcmUlNs4i7+UcwwBR/DoSjVesU/mJFkNun5pm6R6FzB+zxzn6GNw
cLOEtm7X+eC41yJ5HVGgmp1KzyHizpH2npi1hBfUsTZTSGCVIxv/3ukDQo0W4owUYlyYXswb1Bk6
t4PKGqyODs83O5/eG6XGC83E9zyH5WMmlf9tsoxL26fPA3mmKzHHd43WsGAYGn/MjhoupeOpC4e7
dB9MbkkVYoy4H2Oc+5204eKHnwzjTaMbIu3rHruzQgusRWneTRkHcPzRhqrWVmMmECGEa/qHjlhF
0KSkZ/kSoGNDFCSTDs46qYZ2awxlF5zaVJfGpgzwMuKcmk1nk+OLE7tew9KTTt1Nhf04p/61kTSN
oVZ2CzY/8iHT0orcoactqXBFWOyG2lZfSzan4tIQp+KfPGWTrCKCcum+KXwi9Tp1G9NcmTxA1b4M
69bZ1ROmkMe69NVZIOVmfaK/NtKe2/c3vW9X3j4h5mOOFGKO5GCa2He21mi34/1Qzg11q+nEZ6v9
zj4toRAX4YzJj6Gd4V9CKcdHq2K+uuExHzjAtDVuWVme3bCbbnw18X1YOLDBlQZO3QxgmcZP4llq
vZDw8EItoHge2jrfOVoXN3UZsOjOLmLKVIXvZt7b+9av7M01AqujkXVB+NUntcw3pTvAc9JaDx2c
e+nKHiQ87DIXFgRmMlM4CQa3i4WaaqrXNaag1sJoupEYnTGsVv6oVn3fZ89+7hTGnXIGUqIGL7kb
ZJpv9TyqDauMeVoG076g3RNn3HDxm5+2HFV6y8/rtfbJi9xImbI2YWLoLgmwJw5P8iyO4M/xMbdQ
ipLt2ZWHuvTGR1s7zRGlXEvqvwlVLFNh7VtnmL/wDTCnDSUyQ1tn3kPVVPER9Ruz2aJGpqdJbOOl
1F/qzkqPw2LQuN5SmXKHBtJ+IU3M/sysbaOm18sX0MeFZIUEdKIyKv+7jWkf/yOm8UdfjY9tHOLk
rcpPCC8q4hVpDeF7A91BrmllN7nhvnQL7sGFdquIURQrJcDixsq7B91o+4x0tqe41V9WQ9qQ21Ga
OY0GXlM+0DeLdSSzlqDmECuqcl/HmpDQBslaZhT4wEs3xlDQVy6ObdnH2cbxB+Q5dbH0hFzFst+L
fBDGRcZ9Z92nSyizaKGY9BsRV2gXGC+/tYnRnMxAD+tSWOrQ1lbxKlEXVR5ZDhOuJZxiXv1kVJ4R
paR7HGtN7ykSrPDW0Fl6YG6l0HOuR+KzlhkXr2gnvfNsRLNRhmysj5ZlJinUssr3cRy7LwGdy68w
Kd7B8Zvu3OXt/K3IsreJDtgjFkoaPmWFBzHtWvnZSysOwEubJ6SQ9dY7PkJ1mK0mufQeNzuNSXhp
WvfZJnxmOw7JpSM/4VVohoNyYlpYe/VQvRu9xGTuGIX5XAYsayvIc8TY5PVAwBKKR8GRbRXZN1Wr
O7MwshveX3Wpkb5luC+Waz0vuMbaEIoMpCVxmW284IfKQ4oUxv6oa70jHsA8mpMpsw2gqn3JGZGJ
PG/620YoRRet4xKYAFiREKpbLFd1QVB/IxcNJaZy1lVnVxGaJiOM8qAcP4eFMtdm0N/bccKPlBjW
12aGqSLHR4vhpAz6nevw0vjToG7nqt6XmN7jwmdLlX5DOVxWxFGgNeBtGqpz0LRMnyhzGht4VbQh
bVy18Z34hek277ID+y6rHJ2yP1IyAnqSYnUQIuBxegztBsrxFeG21b530BRsimJE4u3PINSJ6Jfu
ADvRXfjOf5RmivKGpKw9CUz45myDFlLgUjjv1dgBmV5hwXsy3O7HPi3WeR68JA2JD07XMEza7XvS
oYYwMt4vF/vtUzwV93mWi8uk/PI5sJZGAfbk82uS8lYSz+3E0dCEausVxfSFFWXZ6S5fD/NoInYY
+XsFxqCsHt0o9DijdkMgDwkLMCIU5q81FBjAkZMTjUioM4OXwf6KVAsGTF7te372qRgJX8STOFLu
vOhzVSm5Z6TLT05L8mzTT+MT0stDMfXnVjTF4wxrQp6AImy29jjMZW1VPtfL1SNJrCS91LIjOq9w
DPuxn3Ii6hXKpah0TNVGE017JxKUWeQbVvNwFu7NlDnWKikmdOeWnbyx48g1TIi1A6Lut1WqUfFU
nv9uguDXheffeEgTv6hcdSc1huOGfFrJyNodkiJ7dIwgf4ulbtwd7cnJIWzt7GvPrPwip2Dcpt6Y
fGKwNU5VOIhzrfT4PqATu13mplvjE2fD5cpyeaj71HZQwtuMD0tlfTXHRMtIzHWwpRrP1yv4yf7g
FL44X3V8a6i16pRmVvb9N/jknwJySQfgn38YsP9/FwL7/1AMv7iKh//PAbD/8z/+63//r//y1//8
UwDsbz/zN4zXsv4SkBVmBnBc6KDRJP9viFd4fyF4k3+Pxw7pChTEvyG8TkB0P4RfAMIa8B+ufp2/
I7yO+5erxhizCQAbsurgn0qAFRhwfgKkriIfEwsEYgbacDE6/sFOUmXdgMiVWJ/A+BxPu+ubJeOl
3yMmZXGxCtTIvTK3QccUbcU32pUmuftLs858CYxVCabzsgrWWa6eY2v2oOoWBho/I0N0ZHXAumxv
p2wZN4NI7EttW/2+dr13O0izOz/zmfuXOo7w9BLvUnhv8+h+0/5ODfF7Syr7BnHHcEqqGFA2sJtj
oJFU4vOTJys1jE2ddiKNkmAKjwTWJXdTgkbB7l1rt2Txoa8nzt2Cs7sRfs7mkhKaejmDh5wNwWhn
WL2xk3Arm5i9e6sNw76QMmpvTKNp2RyvaZZxEHPcLGK1k2aXP0zgTBPn+yx4SlA9bcy+yzeNMoNP
zM7xHuLOEWvOYHqMWi+lbBJ81nyqDY4CfETjqQ7slCWeHNiVYyX6Je/wE2K37Dloh669D4Y24OP4
SRFNzWAuh9oPDcKfUmQKxlj342YiOmIzmL2LVnFCzkpU4BifUtKd140HzrASJpCDn3jJep5TwtCS
znWmiMbx6jWUelf6gDGymuvPSz4lBMZhSojSzMEqhAowf3QSzVpvVMvQbYZAWccZdWy4gRJjWkIX
aZzhMtCva1ZekthS4sh6bp2TerkZ+W0S09QpgDCiOhCUHw2+9aLnaThkclaHJm/mPWjUV3smbbxY
Ln26eJuicuYf1+yIKJfoLcFrsuYyLstJ1PdACpnoFf5twsarBooYLWYZxcOAZteXw/x6DYs4TYgK
3o3BPAlXRQsLNrtxZ3McwW8ezM7jnFQlRx73K0e8nWEYbyARB8uPv1R5cpu3yw7t514J9dCGPh+g
IH2oSWbvbkCB872j0oWMnaU9ti53z0uks556cyIclJTVJKclr9EnKws46AgV3jmqp3SeZni33czx
nmTY4YymQO0CYTTr0m2/YHLeIzIx36fQQGkCg8C5DP01ySnEJRzozAhvvKWcwM4Ga/40WwO/zjZz
Y4udtThDvLQbM2/ugTrrFUff4Il9Q91PMzkSpPgGkdCjwRCR6xtyi69buWXjnvTliiFsPuVl7kdT
sgv91joQmpBsMgtkqMiK6ZmTMMdCt0/PA3kum7Yx44PXFcnBiovglVxU+zLqCu1KNtTX3YcCjrJ9
84cQb3LdeahUsoRZQVNQXrLDke/TA6Rlr/UIFmVTG7oLMztYK4eBV7nVM66d5sYsk+QwWHGzzgui
WareYo+23fTsN/rrjOClJ46K60JhI1fDTKWNiyM6QEdHzLngve7TlvzmghQQArPMtVVU3gUjV/Kw
dPUElE9GaDG45TmXofcG8/poSMu/OpwfqQY5krNkRpjZw5VNmgTrh5YPAMiEaYq6PLiud1uV4a66
5sznV7A4t1Z1f0EFnq7tyfdOwTA2FwXrnIaPVatCwHzs2y0+J8/JfyAphGg2RnKhtGVu3SCpbuPG
PA8YkkAJHZpuF99/SG1g2OsyfaxZ+3kGUfO4uQJK6bsiSj3W2cRYzWW+ISOSQOkAhN+6hCLdNQHJ
DimKcXS8h6C0L3HP+9aNX6+s0grp3HYesyZSQ7LEhDnR4+nLs1vfS4OzSdi1m2UIc5qSlL+agtw7
x627tmfxvQlGg+yi8KhnBAphiaRQy6J+bkvgXrPzHhjjUyI0FndbkLx0rONg2U6eXX1zJ1Jiizof
71zFycpEZvCEt2+TltM6vZ56IbWwjqhPM96gqNUA+657LPXVVi3eZmGyVAT+qS8MB5UbCWSW04Hx
uoLUONeDiVATU3dZmj0plOo4BTi5OGpvrNHEnk5eBta+wCEeTPvPU0mIWB6kxgaxK/cgz6ZVNXSS
77+8WN1I60NexHvHXTwgxW+I0q9oe612vHTTPrWXF60Hi93BTdbj3AwvbqjW2q60S2jYFaN2Q32X
teqdEI1kO1c9XA6Y8KZf3FWrx+koY2y9fkHVYVgD2y3WzYxpv7cT4470svkuRje8Qghyqxa6PGJ5
ykXFhZEB7ePWpdTjbQTE2tQ96hvPatJXNyGnyEmxKvusPitfEeCEGy+yBh4eu+v1rWd0fSRJJnNA
DnK+7BvP8uwd0bILbgVBbXfS9PuigDUcs3znEsTN40EnibTqAVuiuRGFGeXDeQ46oMOyydpIBrXY
xVRXRJIUKoIs5CnJqr1E+xFlqn7V3WxFRl8/0swRHMvZX8iDYd9MkL4cxjbtkJ6SCl417UhcdHmP
kg52x+2PiV3uVNUVe1135rGfF+epFzfaysb1sKAAIsGy30gU9JvKDJxzl70tQWmsZzP2Ua1X/YON
a3UfzzxbQH8vssvlmodQ7AExwrshR/dPQhSCRexU+4IlZFUlFphjWadyxUfwdt6IygOeA/epayQZ
P03vtx2A9bjDxVTcmqH1n+0s3dkefIPTBYBOnJAqeRsm6ltr+eumK9g3ZPy14LuIhqB/K5Ka/zeb
0L6w0RCcl8avDcq5hyRg44sz06UEYxY7sILp3JtkJ5raaz7LCtA0Uksbb3wGsXSTsdyslyDdqyWx
V3KsKeuoeJqmZNiyrL+MyOAJrNthTz8tdXae4BEVG2b2Cql047nFLUecjTNVOwSivGzSfvAgUzr7
BaHdY5m590n+JSSYxQ6LbQKXpFqaWvILVq61bx+I3321BjZX3ZEeV906g71vKIGp84DgpWYKNuQO
sS7a/cMYk6jVlCQhiIk2Rr89eFny4pgG9T2m99BoYBI54jYPWvuumoiX09WGiEBz0+MB3KT1zh7D
LUTZ0Ulf58bdDmbY7kZVvudTcWt21rqorUcjHF9rUx5dUia73rltK5wpPDDLmALqtGG17mAeIEhT
+mxGMmLRX3AclpySxUzFgY6xIAqR3JAeticzAneewT0ihWpVqPJzkDs5AFfw2chHaNaOxyXo2R50
FQQR2Hk90cLiqy07WUXqWxdvYjtxD+TlUGWSlzvg9LelqTmcu7imyEa+a3yDHCpOxfgmYkqAJwcU
nVuZmzMCHDttHuqW3+U1dfI1pchcSp1tLKtgx25z90SwUrkLB2px/JKiadlSINvKi5qN7zL0L607
8nAZJVU47bdZhhdAG9wunF17uc17RrCGA6Sd4jCxr5cFZvHKwMbvMFdJ3azTgInJmOT8Woie+5hp
9cqDBnBt1C9FPt4Mgfe1HMxHxTHmxjCL70xn9bFCPfJqt/a9MnuuCvRylFfl1KOjxH2gOx4lC/Bf
dOMD8eMPA5ahlsWgI+COL9HeDu5U7mb+0N40gd5nTVFPCMFzSLPvQ0VzoAq20HnlZSmYetrCWw1O
N382Hakugc6tqCXc8VYVORWoaPoeeKfuAD++jSLbVI4wQBCVSa5gPm2w6BpFpC3bWbe4mc82Avlo
wB6+AQ4/EY1AeVbh+IiFA4mWJZ/n5yCt/S+ICIJrMnd+jkm8WyewT1Ez+8hIMBCsJW5mRvpmWItx
svHW22TH+ShiQzLgAPW8W5O+lw0JmYwYCe3ZlVUDauTWDSelYdNX+dsQxw8YSdO3uJVnn52+B/Lb
yJop3JNFc1Kiq7fsyASX5FyjqGy5qsbBeber2tqrEaCQoDDjUAUGS6+wBcshpFCE16A5JZwbDMth
3wcnUScLdeUprchoFn6lOEG5w7Ea6/Zxkkt3S4u1F2HKU0/GLPK15zc4vxLF11H6SXhgtwS6bMOE
mG9CHMVMgQzy65RCzjz8TGtAsu0Tq1p1rOkocvDOaZV1gE2BxnNboe8Iq+FYF2kRYRB7F/UYfpt5
P3SUJ9lDWTTmJmuAACe/p9vTlG+SuN2t4SXiQAx1SUjmgPUk8QfSxYhXep6ob1oPTok8kBDEr1as
m23ezaeyTlry1XIRPrcD+7AODW/lmD0C+cWS6wqD5wbOnoxFRYzXwFV9MhwX4cLYuP4twpRkZY2I
amiWcMDkaJ7WtYiNPf73eDX288s4T2Kd+Fe03BPFQOR4Pe+TfHqTC4zPugmDrEcJNTcXd/bi2zbP
rQ2ho/MOsd206WtjueRDF1KEVTe7uVvsz+FYWSS39+NRZAwDq8BhJS4aHIJovdPIyKsVKtgR02Gp
t5AyzRG63ziGmlMxqvBnX+Tmy6gR9LjdMH5aGLc/TTPQ44hgJGJ1VztYFrUHVR/wGKbFAyZKag5o
8zJPcTN0a1GW06b14+5SzHG+niCgbpuQnD2eo/aHtvsRRXBuXVq736WifJjCl6KUUI+9+uT7FbSZ
VATw+o3BTh5be8soymgpm68k7DnYP5KwjuI5HglylfXONyf7nM1uvPI64dylqfvWhIb7TB4kwOlS
FtAkU/IyWzUHGxLQyThX0CESkwWgoXuhBe4pa5Hct4QoHjB2KZ5W9dYrnq+4pZkXPuPoFUMB384o
P7dmcKLoPCXuMfyUk7h/T3jotDWbXKxrJ72zk+5HOfWMdrYqz5XvThdO59Ndo0W46YfyVbtdvNNO
Is+1RnJcWuPCcpSMJ8LApzPyUPLfVA49EFVL9mxi6LyBWgYVlcz6nVGPO3aQRYbXnEPLuRlFG79S
htbstUuyUqrpTwkrthxz9P09UnUID0KWotHD6ecG/dEQfJZYe6Dfju0ecPR493YS0iTla7WrZqbd
ddks7qvVhPN9JTI0obVwv9hB29/8L87OXMlyZMuuv0J7Op5hHsz4Wri4c9yYhxwUWEZGFGbAMTgc
DqkFSlRp1Eh+AUX+Vb+P4EJV06wyqyyT1WJVZiQC9wLux8/Ze+3ZlDkRIAvaq441nZUoc9+Mpo99
p55OKYwb1BMJ81n/a9Yd01zcdaP1NVUgMbuT3ZGCBthkRWI0r5o9/Vwv8OWiVtTHCOXoPgq6iLJT
FcYl6jzjHqgqvV2cWC+Oy1ZrdGnzlSdyppHQG8c6nNIL+jTmA8XyUNRO+pEPvrianaB8dxMGq9ro
vUMIbfSp8mgacy/tpjOXJ3tsOC5UyfyS1Vb0sVEj5xZld59mHHknnTjFZ6ZRIaVUYrHsTP28enXr
9qilhbYsYN4mu+qtjQoeBMyCq19eAQTF3aalucNbEPSbJHSW7BODB3/j+ul4NWZOau/80DAZeCIe
L2N3do0HlCjruW7q048uaOWS+r+Sn9K5QzmTmXP70PhNe1dyj4eKSSr99VSXF73Klnde01m3gtLv
lKO9ALESdjXRZV5mXduzcD4AMKtvZognVA+Wy4iiqginiRuVqEc5N2rZOlwy27Wdf0P0WfUCktpl
lm8sD/UwcDK1YHCfemL34B5nXfKUKYfSRXVtcIclyntHmkXMNyUxm1jIeEMNJZoSNPDBFfLr/NDa
kgkkM9yQoJ3QfvUqNNLIEgxsrClH6M4W9LkNZ6uthTm6DRjLKeDoqqAdz6aQxAfR0ejKK78EwRlz
hI9eoSnd1UlnP8MVlee66YYru09o2XC02rDN4YhN6IWRAB76aJrIYELrUC3DwU7CL17WniYZQT+U
LfFzRgNum0bAOZPmBCqsFdepKOaTJ6fzXHBgKoyrJnOeejRubmdrNHHdfuQ4ItMhuZdJII7YftO4
a6ArQ2Ph5L7M/Mo9OeXhcujda1GbJToxdsjEvucuTrY3fnRRNeTa3RVMNbbS705h38QFygp/+tip
KSbK6VBH0LgSH7sKBmOFDy3qHzTD362HOtwrlmiTE89Xsq2DeWXQgRbtKBWDcvCwTb0D+Rab80tZ
+fdCL1u7ZkigwyemFTtUbnih5qOq3suBDW1y1cbP/QdiB9snTobTwZzDX8wAvClkJ5wUIU67jXTQ
hllTt1z5me+fI1n6zFlAFJnpV5Vm746l9cXNy6OnPQSE0J1jbeNfyt3qhe5FuU7LFDhRlxkxOjhv
BhICHv+qMUPOipl3FTre15CYkcOACm3buGFEBW/G1Xr0dNkT7sts1VA15ju2RPKG4GM8sAPvAqER
OBQ0AgMY4oYn6HfYdCwz195TRN3W64LnVUUJuIaAk7Cx3A1kSlZIL/ziwGpjurGnu7erozUsEHsd
OAAIk3YXzwJDNzonnXoPZD5tC1oouFowrQ1vyP1vl9AC7QZyUkTPTbIw3ivc7KHnCLjnAf3S9i7E
Zp7HFqM+l9M3bao5m4TYCUzNU9EUce68D/IemsjeRR9M/bL6BcJ5VzntDln2o+vBmmL4aw/e1Ryl
n4Pw2OXYYbtpUwXR02KsvbHwylLJJpL2FizMpgfPs4RTQZRS+Eyw6kNnWCkyFhClo3GL0e0g2/kL
oOLrtOCOmalzFPBhJ89MbWuwuqT0QF5us/qmSC59ls2bIU/OquofqFRvSpcmcVv5xa5Jwk8dWtDt
otc1PX2YGomDMY+cjUjsk9Yt8JkwQVfooTEDC1p1xgEtFbmTvYVjgCMM2W1oxtj1X4qVLETncUui
06UwxcO8oPlDKMS5nzPitjU9QranNopzJhwr9IUWt+vwNNa7dArOtGqIn+9RRwBeu2uNpjyO6Xj2
I0gEjZl4VEttTNwQ6/WEjLA9qqC5+GZ91M4dnUfKfjIuRMtukqhso1VDyjwfDT2w8VyVnG99wgnG
IfDjCorbsUe9roVJBwuJaEzz705hzofIwrsGs3icomlDD2JDo+w0pS6iKfWwOObB7wxQ3gzUQw56
fcJmHr0FbXVwCkDsVfku+oSGvbuM12Rlmfc96PxtkAmW1m4q47kI0xcs8sydXTtHVSAbnmUsZpyD
vlQ2UgCXGahPcIlfs+BVzMcZJW97fKQLLTbZnLOu26LJ+9T3LxYpcVMU3Zqkh3Z5tEdRJpB6lvul
wj3fbRz3MckvUR5u2wkk35oLDD09IrBUdR9wvIS59YXiXKGY7XryQsI7sPPJKfXmq7bqeOE7uaBQ
RKaWmHdQm67R93IUttvXxmR4XS6nWqkPw9xfTP0hsoeHpovYK5Gk7NRASTA45QfASoeMY4ov+FIE
EMkq6c+5HNlwZ+PZsK9J9mWmMcc4yq/M2mNgvQCkBtCIpt6rL7psTkYeHhuY5lc9f0/Jk4MgqmQP
SfW+nQ5Gf3HpU1EEuecwag5J9UzfYVMmz526mQD4GsHyaNmSTv+4z6PDRF9UjAElqM+ZkSa1GcRJ
HV4zUtlk8qroPrAUAdrlhDgx1sgAkAGLpiKdXbXVPlT+xblDqBVCYbbsT55+LYdnxi0c9jgOsh8M
rLvtMl/1UEIDsR/Cj4NpAERl+k+/A+nHxh+bm9Gg5yahzzesaZwnP8zGgB2sJd7XlEgT8ohEO1c7
W5m2KIGZ1sSVHT7hinNJqrAf3EDq6w4bQqzspI2X8d2dg3NdtnB35G3FEW8foTc5u4JZA/XL1shC
C22iekLuftMVxqlfKR10ofnKsqjm0AjIP8MdcXGTfkVv4GCUwTEzOYbaCcufDu+JsfZ3vqHR1vkj
5zvtp1e2JT83npOn9MtkcO3U4xNk4pToPk9faGe51b1Tje9sQXQ/AioZN5MXyIKIVMp1JR91eJsU
I1F4QyTipaTxwfLLRONjkqYTabzLcK/M58Boboh32VTK4V3OEJwiqvFPQve0cOWjW9IdBtIfdB1b
x7xY2yVJP46jqy+B8vbU1szrpo9C6A0zUXD2bXux7bulZ6e1D2Ve6uOg5mgfOpaCex88ZQtbTeRc
mYV5K8SL6ic63PVTaQSAJsYtZK6QqBPrrAp3r2ombM3ya9PU1uk5V6k6elWY7GmFF0cyBgUtwEVc
u+bsn8pRXOcmIHzUm2DKHwSNXNos6bSJmghlZFVwlvFmfpZSzKDjbjriiC2ZnlKEyrXliARVhjnH
MFBpaZS912lyVdiePFaTTjmHJN0xkm1/b0XBxyJP89MwdMXW6vPotgmS5JwHZZzxKcSQloPrqKtP
xIrcZiixV/m3Y62QnJXgAlz3YExlEmus/fOGz9g6NvRWD1akyJcGjXJs/ZwCiIcwyJFiI+DfOL7x
yaM2LPEzHykexp0BZRKZvwViP5rmfRdSHKlxZ1JYhHK8SSmakfVgIyYxijo0qB/QKH6plXuw7Omi
/DA/kCfwQVfGDa2E59Irj4Y3Hy0R3i+gCrejKelYRRPdfe+M4OveoayTA7PaSsL2GB0s1t34TGrW
XYt/KnaW0aX5i6i6Ljt1bQ1rcLKrpp09zb9klNBgYcL+CJHvlZhQKkSP/WoqqavIk/lShF+IobgP
SFOi5cDrZOrrPHVxtszXBu33Qw6oiR3Atfac5U9d1Xkn5IMRYhgXtqDoHhNlwJQPwqU6D+A7DtGQ
fa1CRnlIthqLnTA1HxfkMs3CGL7Fih6bmqetaJsNRntaPIiE0/JiBI5miVHMEGqjyc7+VJxpsSV7
1U76MHUQaCOyCuLUdQ7tAmfM7/k7GleGL9UpbzsjXqrFfMZtYhEj499Mpkl144soXk8oEyL1DaIu
mprMWuM8XEdu3T07bb7JhI1mEhLOoWvUu5C0KKRftHFSEju3oFTCFWl1uxS02k1ZObc5BM4Tv1oG
hymsT2MvaphGDuuNmOU2kT1ZloODeckaP8MGFXsaFvYWWlK2NYZ6PxvWIy/fXZ/TqqGPlVFdkezd
LSOz3YVOWGKW80e/onzslVac1PruSlVm8YZ3oz2F8HXOSwvFcZ6kSwePtOzcyg1ckqa3yxeZ73tk
aadu9oaT4YfAgRpE+23Zr+Udnk/UaIDNFnyVzjwPcdOidoCwT8cob7odaqS3Ejc2Me10IQrYJhOa
A9tRVez3xmqmFR/x8co7m+PGNqQZ9RDOLrDVgKrA7ipjqwj4uHYWl3lFi6qoLmZjg3j8Ucv+SQfY
2aRp7N1+iS6UhmKDnIFfrF8ACpKiE9NKv245AOdh318ZqdGfLMcvntsF8e4ghXfqJf1sOIl0mLV5
Z6+z5EVUt2SIEYESje3bGLjyONu4c9D3Ra9aDcaHtmzmj+RWLAfiIyCEYH/fBthhLByzHHWWG+Fn
tzqzH4zJXpuy/AKApdrHuUMdSx4M5B6EdWCy+21kRW+lcLZZtCYa2X1HCEtN8ZOTtNGxE5B9y/Qd
4ZxbndyKIKjAVv4DuRD2tg7Esx9RzxR2iLrATabdMIfLEUmofhrnHvEzeqtn2xiua8vMPzNE6Y9z
2vSrGPKa8LNH3RJOMOXwKQIMb3HRF9eyQcmCcBp8s6j3NKF2zOGcXT029SkbtbXtHZWf2qzYtwmG
J7pe19gD+lul5BdMIdUO6QMr2rDYQ6wyygYphmGLRPkcmRedml9GugeZYe2NIduODlmzveLtyUiw
IapGOgQ2Rt7jYA7y0FZVe7Th6v+GXPlL6qxb8d48jv37+3j9RfzHRFrr9b627KF5mo3Dv/z6j6Tv
7Wpu/eY/dg0DM30v33v9wHGnGv/lP//mhV//5v/vH/6n91//lSct3v/xt6+tbMb1X0vztiE++9c/
Or3942+Av36kv/rnf/8v//yf/+ef//V//9v/+td/+2//4w8/+e9OW8v5O5+xZZqmzctgo3n6fzIs
WuB/90BpY8MlfJTu9cplbdp+zP7xNz8gvtt0Hd81+angV/Tg0Mpf/8j5uw2rDmYBSFfb93z7ryRx
f4teAJLjwxy0ob3b2BMjxBiItH5n8dS99sxEttMuYKLYt+gxdNHNzPVnnjO9VCCVxPCXUBvrNUG3
QpHBPGutYKLvHLTS9zIWaKwBHMHyL8ypm72lrPsGx9jdpMyfIXdXd+VvPt71W/ztckA2GIOggSPN
8zvMxkg8Wgs9bdg1EGYOQNvEprd50cnY9be/ewL+xBz8p5eKTBgyIVdDfPftp5nISpjSKoddahmI
dIIo8ziRknq8MWm07n58MaR4f7yvaIWWAHewrO8/xqEG/lxb7bBrnb68yZxeHohddD53THmYKJFT
0Vc2I1sb8MO1i2P7J9f/Vr/32+e6CviwivvYoJ3vHh328MSfK9zWKbyrKyGHBSRR31/GRRac+4y/
RmX/9+sxMYNhDLicl+bbDzfiyG/bNZJreDtM3fB7XPuzM12ZKgyvoupnIIQ/vT0u4zIjtzxiAb+9
XFfLSHngqXfkSwTbyKhIvhatzfQ69I4qCqufgDH+7Hpr8oITgabmzV///Hdv4qBF3sCnQ7cVzj5D
Ld+6M1UVXdd22t0qm6TuHz8+3z+rmNVwI0OjXlcgxw+/+/oqjwakW6LmglDmYj9kE0L0iKlWNPmn
H19q5QJ886h+f63vmBIRu2zRMCXeyaYhmdCXDXLnoUcvk8M9SlNJaW7fzVY734ekTNwINbuXBFKI
/R+4aR5YE/uzzeki+m4tILYY8WDFL6IjsOU6MEiljrL8iia9ev3xTX/HCXC5Z9u1TFJKbTgK/h8Y
xJ4lUm/Juh1RkJq4QU5Q3mLNj6NuqygeRvU15QfrXZZ2f40TRswW4R1sOauIF7c3TNNvHyVhEd6j
ib/a1S/5zrhBXC4/Ggept8vjj+/x+yXIXWlZ3kp8g4rACvIdXCZ1R3QFzK4JtMf01vIexWMSECoH
o5MyJwIPG5aIRjGyDB/FWMnDj6//h8/YAjjOcgDXBiCa9ysX+XfvzJT7Tm609KzcasqvnMwnk8iT
8yXMECd1qfWmMnc8pUsT/GTt+5MbZ7P02aNNIJL296AwWbmN1Q1ZtZuqpj9yEXo3TGDPutMmuoah
iREqToduQpLipJySf3zff7w8Rn4L0DRbGptosP757+6boSjm9GTIdsPiLXs7ZZyBZ5R0SIFlZmdX
Pv0dR9MF9ccxPLaUF+1PXqQ/fvJk0iILZPuB+xd+j/EZKvy82dgJYLRiVXAXb7nbEofiZ83B6qeW
gXQT7ZVl9vsf3/qfXxgCDhlHQM6jdVn73a2LXKYMDATC18Ki8RS1EQ7Ditm/6TQ3aSHd51lPD8gp
8p/s7d9XSjBPYETBI1srMpP9/dsLmzqxLOYi7S4owmFrzFrszbAeYrO2wYPh3sE5vPwM4Pgndxta
Lu8wWAs2PTT339wtOgugW71ud003pxeVIagcfHs6iTpCMTnY1oMKh/Cxibz8J0/4H69M/RlSHYJ2
JXHb++4Rc5QKMFdh6XNqj7ZhabSfUrN8IYdolYq7zmmxGNunpnfz4+/3+20QhAe2O75XwgqwPn//
SjNaNaqWLYFh32o6IyptZy6ecxVqB0V2ZJx+fLnvSTM0R9hsbVKl2BAgzfwB59IadtQVA1TVwiJW
jBTIbWBncFeCXJkYXpP+khgBeggxFdklxaR8TfwaME0Gy7surwjCdrV7EkoMT4bbY6InS/Un38Uf
Hj3ecddecTxw6UyODN8+BcgI+6xImJ74oMdjY6LH6tLxOYI9KI4IqICXDdn4k7WVlXz9d39fOXM0
WN0Zv9ZcKwLuu2cgCJNuBKbgb9duKsg/j+S1z5bTOtUvLgfr7iZgZDJf6jk3zKt0zAsHyWCx+Aes
Gk51EIuyi8Os5rl6HHJE7B59O+BCW1Mmdv5ZJtI0byLitq3HJCMLhvnqAJOLzHHPOZczwNtj4naN
93myNcZIOlFLuUWpglmNFpWZmrs6qJLlDFm4ro6SFC3FIBHEyt7APF7fOMoJvwzdUvsf8EZm6bVg
Pk8iWutolLdpDhG4MMbxlVapts9Glk4vix7QvwijJzq54VHPUVB2y0PqzJJG5uzwHNR2Wbq72alc
e5MMLSI7J2OuSxYcchpyUbT5JEPlvkPrnI+N12ATSGd0DyCyGw/Hd5Q+c0AyacvV4zovESpErx0Z
zd0C5USeDCj9JiHKNYk4wyIMolyMArfEWA9fIndyxD7zesXQl7Li1KV4YWgIT5zwCWfUH2mQMQrq
AnrT/eIln7ViGnROe2NGUTT3wc0cksy7VZyFGFaGwM0OJVi7ngUtCwSdA4cE7DascFHjAGa6OINR
OfS2zp14yO3hS9PXvYUH1RhpqWKTifui1kgkxh4FXQEE4QuS6OlGtoGv9soYk+l2muaO5pEUmdzn
OZoBUjaFVKhqQuNUjbl3sRYQ1TCDaNjYYRHc0OFuf4FSNTYHuycE/qQBo8mY+85p3KtsSY9JmNun
IOkXMCaWmemtzEwBMSE1jZ2JbRMgkeeN6d5aDHALjZ3XbuyN2keJhyX2JqjQndI1G7t8K2CAY+kM
p37aZspe6QpZFtp7ePxBec7dAk1TZuhhz6bvJLuCoi49OHU9q62lM2Ym5kArcHZTme2MDl87rgXS
SDCjdCtPhrJWnvDG+fne1iJ5R0SlbvzBNHEnRGWvdqFjpFFcBsv0RICxTja5EBTitbIzmN/k8NYA
oacWSSSTvJ3bj1aDAMJxm73L4OvJadKcr6Ef4c3pIRn3zpKP7YMt8Q9vrdFOi3tTOcPO9sq5vkIa
mNeH2i7G8HZsGf4y5GqHG2TITnrVUW49IqM3iHhvI6ZrJlLn8FGMTX8RCw23XcTchivQ/Ay3YzFJ
Rk21hkDSZDnx4b22ULA3smgP0nOTO7fqh/pIBVGglxMF0A2zG3CuerWA+tew7dW8VcXIBkMP9dka
ouSF/Qx/zZKZxFZgwkRGPSd02fzRx5lIbKrjMOKzJUOdVLevfjqwR1GhGu4mUJHO941ZdNMdUpnC
vLezqu52NDmq+1XnYRyc1hR7CE3IHioC3UY+DlNGd1r4XXTHwYc2uBhyR1wjiZof0Tpa5TkiRfqS
91a2Zh6XzVccnSB/x1lOyRbEPUkN+GlJNKdkK+IotwL+d2nbKH8qk0zv0uukESeJM7fbJqqlBqNT
echAkW8YjKn99K0YbXPZpUtoXxuVi4JmdXEfJ03HBtF+aN6O9Ieh5ed3Gf1mJ6a9mJER73F4ynCz
jLFZNV4Ug3qAI50auc+oXgyo9oiGZuITdsGY3Uph4Ziy+kxkZ+gqYjyRZclrjgIpCvaaefkQp3al
1N7TAiNLVUfejYxY0Mj7IySPEgTF+qEYAbc9uF7nTVsXRG1BQKwXvtfmlNAY9jki73K/g3Tu97O5
mYthAhrgiOVxBCzPzKWxIGEiJmkYBASYG9Dk46kpgc01zACiJdkIhtjmiU54cdto0VRb/FmpcytN
V74EZh+Yx9SU6j6K0uwpCTWg96bmhDU1wwCdk8fmSNQtEAV/SpiVZnMpIuAs0iVXI3DcbucHswKu
MDP12k41drw4mXKxsO8oAAe+zpvnMk08vcsJerjzoecCBegyHLthTb91J7qwfpzbULOA4gR+DJom
/TrA/yeRLtf0zXwm/u+lpp484bBvNREZEWn1wEx0eVjkOA0nNypDpidZwJ4+wFGLcYmk73Va4uEm
xDZPD6jhgudozjMmgMoqcR6GOoEeVScTeSTeQiSHqPRhHsbm7KNxXmgxARwVMwO1zZAZ6moZXBvl
AXZ6lJbjnC4HeNjIi5o2MD72w7L8AiFvRpVb2L51lEsSxsMgbQYwTYa+pNY9wwEaSHW+55FiWUrt
pbheol4NCO8S493KvPEeI44WJz0lyLOcAHVqQQIBtq+iQFieGaZ9RgPoIsNHr15tHScBkQ8OhRdD
DY4H3td12Ilk0+pVaWQF2TZUq8gyA52ebNx6MuQmzSk6eD+0/aqyariY2RC9eplXQtufmwhGz1R1
ey36udjObY3IoYTm+5pakyFiSA/gn4BsYalkpurfdnansby1/uTtArNkjp6CmBo5uSpMSjX5z1nb
vqUuZcXOCdoAVFUwMAKoyy8yrbLz4BFusF1U665qLq959aZqxQSj1LxmFxxg4086eG3djsiNqGN4
GM/SZmo9RpWL/LWsQcUQ71mCKBs7b9gVuh+uYaQtT2kwd58q2GRygzY67B91oJLoIDDQkluUWukb
SQWhfzBkaEE665fylkkIvHOMvgsjXK+yqUeNqvyqMTaeej+V/i7xEwyAU5tGT5rH2sUCA+Qbgcra
fCGavN/2/lR+TZICX4mwZJZuhhD92bmd5rXOdSh9AtdHpqEo4a50IGV1qt0Zob1aovJsjtb8SQlt
H0VYMuArXPR1ccUXDnBMN2BcJvQjzynWeJjVLC47xcDvPRlN4iJabDtqS3MtupsZN2fHJZhWsltl
wtYYDDQBMRgWXW2pmMJz2xhw25beTO8RQvNtDSHTlziwQFZd+5YPz6iS5Mlvlt6JUpwMIeM0t7Ka
9GD5RhbA8HEccWVYQ0NY+jIhvPLQxQH7IltiU/l94x4722JkFvFCEwu3TBrQNsBCfYbIEb0AfCdo
KHylmnRhnFjeOovOaFM5I9LEfMEF6IGBmmAmvzRuvhA31rdpSecwANA2je78bKAn3LlTHj6RTbXO
rLpEq3NG/f2mKERpCPmZ/dQYU/qEtGgA/DZX9YdFtEq8oZPHxOiOi7MHFjPX103i45+amNbnjFjt
uaS6TbvxAo2kuKB98cTt5PXduUgwmexF0AhWMTyH6kS8bEE0BblDx8WoAWG1GGQ76HfO6nj0Jr85
9ws5AbEfCDoLhuqGNGb4WPV7SCNGfdNP5pTtQyZPS6z8YZJHoTosxdiRyuyo04JYzrlz3fpUiXCp
47RWwPBowEFZS70EF2jW9OEVJe+YH4s+AvUHSZGwpcUOxy+RrpnsMYXD6kCAeXVlc14cDmXa11Q2
YZIemZY4wRaTpcaZNINFMpTTsq0jLJWb0rIGoC7S+iqAVVEXpegjl9zrna2STLthPrt1GtNVsp5M
pLl64y94c+NqZHa2WVC4InhyQTJgDJD1PvBQ+BhI0xlf9yEPbEC8Nl4eIkDqNQI+4h80l4HVp6TK
je2xDKfdrJNQ0k4VxX3RjayJdmc1R3tgYzziDhcTLvCIazbaDt/G3A00j6eev4KgR/DDt8bKF7hq
zLeZ0MXMmBNL0RaMe5ejV4NqBhjJWJVsVaDGrapJhdn0QeF8dpq8+DKVNIMOAzA9xGIyaq4JTwbD
M4sgdzbt5FQfCjosxIgAdjR2eSiDkk6VsqHDOCNlJ/EKqDEQymPpCXxIP2NfBygzwq6LGDeGitTx
oszAWkRz11AIN31xAkUUHEwGyhGSsNIbb5G2hkXsgpJA3OAOBlWIUlTZXs4ZlrGG0DutDSQqHa6U
DxN7FwyNHjeJdGdkoaRfVZiZEU8TaVRSZ57nypzcnU2ph6qf6nUzOWV3l9UyeCJ7bTgHjGqRDKuE
g55vzmrfup5h7iSvds8kJJcmxRl86y26jmbnRH11bIwBxpY0pHwp6YkEmyAQ0kZEgaf10FpopGOb
j5UHM1hlikh+hL8TeIzeCkX38ewazWBeFXk3OG9hOOqjO+E52RVV3ryGiDLcvYSA/LXgKeVNcaVk
r2gCR2xLxehv40LAw7/Rkim/GdygcldD23IIohGxCGLbFCFklmJon5u52De2ZIwv1NieDPB1y3EK
auMrnynGCi9oMEv2grPvpqmm6KzbWT9wipVs4AvGAFLAeMssw56LW2OJphN4xQh6YJcuV50X4laU
nWOoozEFQBOqYm7BOQvSp0LlRdnGk3wfmzonXIoBvbvctn3pDqy+pnoGrVWvP45IiF8JCYJF4fFi
+JXXxxOjIhPMoI0O2sU6GTeE8QjkEJ2zgHhbKH2zOakvkuYBpmFma89lbeY8JqnL8kd/V244x+Q2
zBWSmuOZ17Y/RpWDtm9RIyVdBkCw5hVsqFgszA4z5bkf7okomPY9Rzq5DSq7ymNM9NmjRwQPcQ15
bj5XYY0sEwBbSB7RMKFASH6NJuqM4TzkXhSdwpwFEu2w2cWoFfN5P4qsJ8J2Fqil5tH2dpYzo+Pw
coeWM5M4VWwCRwUd4rNyORa1P3S8V4gNECU01qsv50ztO1SgjyGsv0vujrq+N4lUINIpK2YqvFZH
M+iIcLS3TpCz6zm0RdJb5lH+kwt2SiF/A2fhDjJwWdjsMdpQFNQBcjkaF1crQLRFaCcTE5iTkald
q0c0ZWIaxQ22PUmMl7BVumfQxkeXD+ih8PfZIQK7LgtQCrTZMsVYc1r3UBd+hhcgjfwdn2iSPIZA
69cDauvlsSxqd9h7YhH9rfQNqJpVXqQQBj3JWr2V3BVzHtvhsCVr3fGglUMZnbqC7K4N6U+FPnrL
iNh4LFyz21XgMpYDMMmwpu8GWMDvMV89dVMCPpbwHv0Smhgj99Aw1YnUMEx/xkxBF88qnz8vtjCO
s5WxIvlpwZ5EUIp8d8thuaSGXFhGcBmoS774sPCHzEa0W5VQ3Lc5Zcd8aW2L2EwGBRK5mDUw+G5D
luHtAP/DOInQLuTOKafuPjFnsixbdo/htjHYwTeeg+AdlWWQIepjIzM2orCD9Nig/MdzWRpRt4db
GUxbIsiCfLsYvTbjhFxOSjMXIO8ktddtDWeuf4GrFlyLyF7sPRYQvhKzd4EluFPnb32OWOjqUzrU
sZPSpCRywBk+BbTDwl2IwQid+KAmICDRqIBnoOP9HC4BFdrsZob/PC+19Dh629Z5lksaxgUz6vtA
O2mGFc/tdexBDw22UJZHrGwhNtlL5M/217bu4XKwFBc9kr0WnshsrS5SfqbHP+zlhUV2Hps5zhgj
svfsVljCJ1hlnChGkT6bVGAGWZxTj1p/HASvSxmODOEWFWYH0/MzOCB1CFwj7QwFR782DYShOsmC
XYkyeeBo0dspJteSeFKL0vNUOvzotiiUvKaXAFiNFUTliJo9b96CTuhxAoR2bePeyNHpM+nLv8z2
IMmwJD0mbiEg4nShnZYi0WW/5CDdVxgd8YW+WDXxRNvEmucLdivMC3h+g8vikgMfF75IfslZeV/r
0Q+fe2OYXYCOyPyRmE9MXJZQ9I9c0tNnRHXti9NmPSGafpa8ZRqSx1EQMmMfM06S7CiDB7SkEV1w
S4W4QE6e8nq+A3SGhIzZpBAYCaCIxCUtENaeJewD1uVxuCmGNAMAgPbylZjPFWhBZfZu6Cp4NccO
r/QySLoWM3muHKt9MCZVRdflqqVxk+2czPMuRcqM+Tj69pKfYJOYLyQEjx/cCdsCqTKqfMbHbL5B
05ztG9E1tMimLB+drQlf1D8tlUoPrehSHyBtVyBdTG3G1vTKEGYu7ldGhgfBdmPHUwoiOca6mx/k
4HCGbYmhBY5mWMsdKdXuSZMQ/ebg1Y3YGQzrleVDdg/U0Jl/HBIdhCg1KSC29BlKnneOY9kOZzXV
CK0hTWeRQdRbSt4GASKjhQCfDpm582CR9bshWPii3cU3Pg8cDTkwR1gxD4FGrncF77YzN645YRqI
FEUUkkMxbNnIF4fj6WC4R21CJBAyF2RTO9VMO9HpNbmNYGppsDZ4x8X/Ze/MleRm2ux8L7KFP5AA
Eotba+/Nbi7dpIPgin3fMuFJruYCZIwzlhwZuq8/5h70oDkRYlV3VImeDDmf8TFIFBKJROb7nvOc
woKFNQEOA4qQeP1zYRM+vIZdVqa7UYzmt4Gss3RFCZO2mESJ8j6FzeFf4xlERmg5PQZDkeYTMzbg
IHntSt/cRc2Aa9vrI2zbZuT1KPPt5Z3FpzZe8WEqsh1zgd5eVZPRGpZ2dp/bs2IfU/UtPOios8K9
5RulvQOJPBicylxOUSPl4i8sdTj3mA/RXQZK9Cd5ijFKVLNL0acZZcoja7xh2iOkD8wVWcsJ3CFn
hn9iNMTa0b+HrEF1awyGLR11MA88xnU1IEu8EI3NeQq1W5hvm7GHopq1g8g5YjdoFovcI1uwGavP
RpLC5XbDcXqEsjlqxDmz22Ka8gEEeLFSl6IvoGVHjVsUF1lHHY8rdKxDEGTqTxGWfHEZjCz6UEDL
NtgWs+Oy7aGM6ezGeZBAUKI+plIdVBmsaBHrBME+gS0w2kLRsj+tKkzLFs6PNdzwhoMLHl6bjgBU
zT2Trr83Kw7EQpLYDSdJLJ7DeQY3FNbwCPQcd1Ru/XlxmbykVVLgLe7ieogpRcVy/kQth+YZDPWc
s3xIXcPEHP1MEgyVBsuNn4ZgGOVaptC41z3nkGYV4TmBgZ0vRo6WqvEC99MwtWsIPj9SFiyKSp6j
99iHEDx60m/2U9Y2HxkdCHg2QVnXNa2qYOWNc3/tQZ33V51Vyj0LAieZETT+sK6L3K82CCgxpnPi
q1G4kurJp7R225B+iwUElZ2FydZibgaxU6Km8l6yfeZE46e+Qp85oyggVVF4azqg43DTZ4m+N5KQ
cEdNOGi3Y6EfqxvwKYW/92c3CC7UaBbsaqLex+crk7bfWaJuPlPPzTgBzcSlb6KxbC60x3RZT7Sp
xr3RWPmHHu5OcSFlhEEA+c+CCx/8zxnVXGcdGmb34NqtrK7T3IxuGftebVIkJPehrOweGEE4heua
YFT2L1FaUn8mf+cm0WFkrYhk4PRlOTBQtlS54nkF2pXH4NN0XzKtitDZ5ebifE+iKHsEtxFzCsn9
6WsM8UaukjL0jMUlMH5SiW9gJplxRauZbtCm7v322YgqjtuaukMIAUl4kJ09CQA81fAGVzV8jOGi
Z358aXUrOA6NXVne9ilkglUVzNZ3a6zjxRpX+t/drLE+ONgQ8KJR6x1WoQVonNfcynaRju2fXtcC
qNK4qp5cXJh77FeUEoPQQBZce4VO+UC6IZCnGFsmaCh2rSiZpme0DeM3NU3UScIEubfRkZ+3L5pZ
0x3BL+pg++Xfh+iSc/4fgjx3t1VZQZPtDTpce1gHyVXmeui2g2hu/Iui0/Ix4GSUso4Obvcu5qQs
KAd10QMF7vlRBl0ab1Gow3LXSyrvLbs/Tixwk8bw2oFuEz4m9Ce6DV5vc/rVGDhkWh6l13kfabcE
cpNrWpH7CmqFfW1olcYPFokP9t2g1KjvfdLMgsfKajPvxoH403+RWWDjfxEp1WW6lN07IbMCbawj
avecrOpV/5oOLZoIl0hI33Eg0Bz2ap2i1i6HRrWxw2S6VD32ERNN/pZFzt5h6Ol/CzH+Sn/7f4c+
PKnS/X9Rf7vkKZ7gH/6X//nPf/tXVLj//t/+F/890N8uf/O3/lYE/+Ap8MJSRnaRMiyyut9BN4sw
l+Y22goCXdBYLAFS/6G+ddx/SMcFSshW2uVpujS+u9/qW8f6BxEaKG6E63sIPb2/Ut8u+qj/02Bf
EIiLhsVHSeNZAgnu0vj/Q8xiUvZURgkLiANsB5ZAp5vIooD8x7i8+/3v/RlZYx/Oyd+XcZGtMAQu
pEX3SDNDtIY9kokcsT8Rw6ML4OlT45oG50OnaR9DVQ0fSYCfrgdJsRwvY0lywmgGRrtivdfGGua5
CdxI48mjT4RsXujWRVxk5ca1LN3iQ5zpvLjOJAmEsMvRhATTyBInyxw6ajWotNra1gi1h6AU43OB
kub9xFnxE9GpaoAN5WEaios+eJ+AOWVHFgFAA+qdXsNK4PvgdJl/7w92MKxPj8wbA4O8gbIdaire
dmt5Pn+MP9CJUuaAC0CTkdJWBnceHCyn/BjJr6cvtCgljh70wYWOnsAcZ5mY4HshShuedF3dNdhs
ICFwYrK3KDOw26irvs3P3N+hcIQ5tUjPF8Km9IUlvWONZ5Qkw2hjaV11ulgkaShTojSvttjRiZcY
wUXhMffOSMOO1J6/r2o56JI9iwJW4BzJRhrTdcJgopQx20NA3sKYcIqjbjPpwnrX4KKg0+e52W7K
rJlI6r7aK006Ss7LciYP1jlUsPBTEO5avPqUSwJE9scphrTh5QTFwyB4u5Lgx4dY3qLJx6yb2LSz
V0kFIG6lOye486NoUhuHneZtkxCqfBGNaAR2Zj+YN0KKnm502OqnpJrCR6fJcGIPVaCvACgJAmAz
6gSU8rShSQaFZEBf0+2bdTpr+7bj/99KvBfkh4buO2XY4wQIOnV7Sm+e/LasNuYO2JfAJ9KyT9+2
Vaof6wiK/hoNIiIzT2q1q6DGL5u73FTbQHbpFzC9ZnNmsVhm4h8z9WXEFlMBmj6yt8xjxRmltWiu
NAeGAvppvaLx9EkTW/UNUrY+MztfFNvH1/Ko6fuEVZEcfBzXW9CkplaTGFi6sOzVQU/wut8N/Y1t
1MRfodyn/A7IsfMs846MKRJo0O4+SExBF2gMSwJiJmO4kXZcwQptwS/Z6VKDd4ghOP3+Hi0UL6OC
AAqlPdMIUdry538sFIT8qkxX7IB0aaC9oZ87rruZvRULZv1Its9UndF8vTU4DnGN5hLgjADFP9Ib
DnFbNz1wKjSVXvAIDsP/GVrISr7Q50RwQVy5alaNGecX6G84p9HQ0GJtl5147olxpH9hhPqymROo
BFOZZXI1yWL8mLB/Ltdw8jvrjGDs6GO2jBHRnUjKEUkuiucjldqsxx5mA0+Tl+MRyx17VZvt7rmg
1ldrGlJjYS0OEukSuf2y+vzxKPRYZdS9EYfMjqPv+0H120Bb7xtj7t/lVkc9BwbrmeX7KMHrZR3h
nUBQ7XmO6VsvLOM/LsrpwzasoaDma2rhAqPV5L5IyDMVDrWh/uxAzpgpGXjs3T1HcXjptNnzTXHt
9MPpqfjGMC8eCITlwqWIYh5NRUePM5uKyljZUTXSWS4QhCVzsjt9FfHmZSy2PpJdiskUO5zxoGUc
SNFUuSlsmJe5i907yyYYPLEdAiLDh+p8wbqTX4ZW7aBy8RUF+KyIv9dVndwRxg6zlz6dgp0VW2c0
om/+NnZuHsJznFXHuXS6GjI7puO6anLkERLP4iVbnOjvr0IGosXRE37Z8jE7HAGAXqRsBy1hYWCA
33kVTC6rhnp4eqAPdbYvM4u3G0cXsXC4BI5fc+oMrpiXboKw4wLwWJct0o/iIqQ5cqfcLLqwHbpR
M+3Qy9NXPtqTLO/romZeykmISlnrD+/PShT0HcjQaDU6AIMJh7pkxXwzCPnRwcboVXWL9cd49hAR
AnWoo/Th9C84iu37ffOobyUlXhJq+R2HPwFEjjk4WFIhaiAZSAzEPi1clBWg1vTRGKb8om77aN8N
9kiSRN1eZ6kYLjKiWjdz7vVXIp/4skZk7fR+R2vr9M97Y9HnDVu2ECaeVRp9h79uEFUylAnoC8Nr
xT1plMND1LGNWOc0q28gMNd/J27/PR58B5eFja3bq88MHb7ELm16z6yztHeLbr52sHB/QzqUrxEH
Ex5me/at7nz9fPpe31hVcXGx07AEUY8sL4f3GkR0ayiZEG1FKWyTtzYTsqZTG+CASlZZ5xJF14F1
+uurMgGRe2N/ZFU91tQrK2rHXA1840y6h+bURJ+nsWjEtkUWoGBlLtIoNc7FuU/V8vE82nn4mFdc
3m4OgZwAD2+3VW0xDW4TrROYrxDkDd6ECwSGzVVUVhBgItesDUpGo7iqh9Qer+xiMH7pXqOMnGh9
RhcNTc1fiRWm0QXhn75YRwB1ivUgoyVRCOvkt6SwZws8QtOFKwlfgkys3GmwjECUn3Yi9/0PfoTA
adUpNj0XwhmkvuysQjsrBYpi4aTSAbteHMBglKmlXbDiB3pDp9b9aPnKHtaWYXl3fkx/f0+Am8WK
W6YuuHePGCLa5nmMjB36HOwGNUhYaMXU3Z5+gkf6+Zcpy0EY/xjvMY6Y4OhzZGOMG6Q58woHVn8d
RtO0TQUqEnay5HYPC/svLTJMMWM+kRpJ1T3QCtl3kFJczxo883qoQbTbwR0iCet+pLFjnnmR3/he
sHwTeglvEiH98UquLRmhhoxBLBLy9IPyGzpxoxm/nB6KN9ZTH8kEyxjD4b3yajhkwmiePhuvmL7N
WPhxgXTPBVjt97hR/LDSN8LnyLTxe8qoSUYf7/QvePM+A4574iVm1F/+/I9dCj2bIUGSSFBmaohn
QVoUCmMrOhMl+tbOlKOU5J3FlCBZIg8vwwGuMDk3U06opbtziGRBdklrMQhBwWiAaPSPijq4rLBW
7qXVJju/UeQudXNwiRUfiRrawvJTDDdglZozvElB3CBKRfRBpwfk9ceVl5yYXhyVFsuLeTQgCGiz
pM/4uJJFyzeitONtWZvpE2Kq6G7WgbhEp/SketM9820Vy+bgcIEBiSiWjTtXtsiROhyj0myxJsUd
At+0kRe5Fcn7ElnIpQkg7CKYDRIEktH9BT3XpsMSdVepmU53NLxpEZUxfYfTA/F6ZvBzHA4vjAbb
85ef+8fM0ALpp1k0bBoN2W6KaurWhUYje/oq4o3xZupj3fEZdHzey6j8cZm4Qy7qTYBkVGz19Msn
mmmtJglDNKTZQLOe300c+D/PwoTh1aaIJSL0o5suwR9Nsd0ut1gqA8KbUllMMKzib5Y3e/uySeB+
FI5/5pV9fdjFaPty9LSo6vPiHv7eKUuKqu8pD0xT9c1JK7hduWmQGiUVjK3Tg/P6C+tQ5cNtS2gV
eTjB0dhEhVOReMHYzPTF74e5RY+S5vbHRpvuRxoKbCsgt347fdE35yEBMCZeLtYWErsO77ArKLsh
xGYeBvFHqBbNDsAZq7OVmQQ1kuOJZaFAEWFwpIIRCP1mZcPOjRep38INBON1+he9NeScoCl2Ul7g
7Tj68pZ2pQZ02EwR0qNocyqKUKBK6Vmi4jhnhH1rQsKG9jEyUQdiUT56DXGEUhdAlbCySsN+HCaF
xslOVcNuIzDjILuoLMPONiR7BhMQ0pB4w6IogYLFOQIFzD9S5RtCG5K9586xeoYTXUMWc+M+vQ+a
ktSMfi6KZK3RMIiL0yP1xsvkLDOFgw75G9zG4aMrjEh42cBv90YxPYzo4REiabTopMLtAQbmt1Y4
pMiSLOccoeH1p4y1gjLHS8mcgTu6NE64lqoESpbBt8n4stiCferTArE/RPXEeOjB/dy0aH3kT9Oe
5g9qFIRGn779N06g/AjHpixL8TLgW3N4/1pmoapHeNrglpMPU5NKqi2EO7RKfvS7trsYQRetEtPu
CTE0IG7lhIzS5dHpx2bq1DqVAZuzsI7NM3ueN0YHN6ZDiSxYKvjyaFKR327mbkR8ZxeJ+fMw9akL
5csSt8lodAT11vCT8U0142UYaDu5rDlc1B9Pj84bCzrPdalcO74rODIcDY4RdgH6jIjKNQpNJki5
gb187jzyxsvqEvdEY0JIgCPHa1bpa937FavH5AVRvZLAyNdsMz0gWJWrznys37wYp1IqDh5kNOdo
J1kWbtCTQU8EYTWSHdyCv4KT8zxZSnz668GjwMmo2abJNzo4eoCZlyVSRMubVYbNZVwO4zYz8+RM
8Vm8MU9cTOn44+kE0g88uoyXJ6OGR8lSF7jY8bBDfoqHsbMvk6TqvriFFeNgy6xgQ9M838yRSOtV
ZEQ/rIm8S/RT+Vd/AB61Am3yq0giqL0mAtY1/xiqJaDuqOK0Z+bv/35wqHcAoOAXC9s6+mJQVUQJ
amNNyhXe26THWqPN2jmzuL0+WztUCakXWpZwqQAc7cyQc1D2iLiKURIc1LGi7nEXio/Ipbwb9rHd
7vRdvXhkjzZkwHQ8HgMtMAdEwuEL08SZ0bEZNhBnUD2tVWM8WfjrNjZCqSUohASdIlQ39AMz2BTZ
iDBazekqmWyLwIlkvhwmSdRLhjjR7fwItlyLu4Pj8WVl2DdO0JewSPuuPbPZfuM9d9GsQZJgrgYc
tA5/tkWooKi9kFABDkscS+FQGRp42unRefMq4Cp412mSYrw+vErct8Ygc862FYo0dP8SmbNo+zNX
eesFl5jnJd9+3u/jD9ocZQmBYey2cM0GKFzcGvprYKebHI5Nsj59S29dDPu6YH7R4XOPW3tqlqQt
5hoxZlzEBK8l7WXVUUty8MFcnr7UW6O3MHgQ81Ap4pN1OHp4MJupbJhaM9R0uHpth6u1cM4Uy97Y
P7o+rRIK0AtwQS7bhT/21lmMNAbtIhMYkdmarX67q+aeWK3uUXXlBnNlc+Z5vb4vejO8Lr6g9s1J
72hWyC7BC7AwqwGXYalyVH0ve0OdmeGvHxRwAZg52M+Xfepxi06IUlDh4Es2Dma+Mw0PkWuBj4C0
iDja/+2TWiglNFWEyTrAUehwDMkXaGMDBNlaOra5aXwD0VXTzWfWtjd2nVTwbCaEu0x2Sy63/Oej
0ojNqrCMMBZ2xvcWwiiK2SK6mt1muhhSTMFdCiLZJILiDuFRcy1TPVxQbsbMERG3lqVusxHt8D2b
yuC9glt2i78r/dSZJSip00PyxvC7VkBT3rVR1nNKOPyt+VgRCxgwrbo+pqBuQGFeeT0Y/pxEhc+n
r/V6ClMtgFnmOLz9XOxo+B0ZUhMRVEg6E6+5XdLp0wa5s6XdYhyCJ0hgiT/15wBgb+wkD697dI9B
Hw6qqpjIRkQdU7b21xSH9Y6fMm88v5AfMBW7ewSJxqWne/c+GLOvWMjnCvEW4sGxh82nwcp/PT0c
fOcY3MOPEj+MfhbVM7rUtG0OB7/AVUko+JysXTNu6odOY0L6aNZznl+1USHT9yhMLQjFUSR++R3v
47pNcHxtvLZP6wdZj2WA8dsw70q3zuUujYeG8wGJt+9p87nOBQ8+9/bI16xPqWx1SWVQtXSrR7zQ
7IwDCY8wrXDhmbOwYBRVKL18VF/G2ofbwxYa7mt2NQbzLDe0s4j38Xx8zICMZpFuyLa1ORxMrvmz
k5V8HOC7YkMDXog51yd5roza8vtYiaS77gdZJ+xkavImQmUriYTd13LdTEzvm9yj4sm3dmnc9pVV
TisUIfoJuGQek7Us0DcjhK0IjzCt+praYQMcmahjgLxzNn1XQEOosiE0AcPTBBJYt9ED3sl7zZ7J
mPIHVCrTz9ZcgvU61Tf6RiYmKZOkHGFEw7yKut+ElxitzKrTT5LNwmMoIGZPyrObvQ3gB0PsXEG9
7jvb0pvJHIOHSURJvo0bxOTrbmTPL/wJwrdfc5hemf04gyIvLfuz15TOj66rcwvp4+hcRSFmTOLp
RyIxa+LElDBrMtpNIMrrqPMISAy7fv7e2EP9hO2diEwi62QMKH3JvecoaLFjXbV4+gPc9zaJUCTQ
4Xuw0hb6PoQ0J1gJEfqPU0zvh/NSTBRI4scOqmRiOOx93BLGUkypeu4QajwrHCh2M6SXbeLCdvDD
ov2Jd1V8x+9QPYGmmN+BCq6ytU57+cOH5wHfM/PS5q6mo1AQTGKO5tpB3txdhTZHx3VhuQUN8ijq
P4hx8HCgeZ34VOZtxHe/9Jg7Hho9wvDCrBYkcU7ZdYgdF6WPbmH8tyIBa4xJXT+4hOB8NVtXo9UQ
vvHUg+D5ntYtLr3Sx7iAuYSuN65r1PRmODmE7mST90WXvgfTIqjmd54Lqbsw0IlPPcGWWxMExXPT
5Im9IUUZTIPnRz38WQ5t7mqUbvheT7ll4YSMBEhgF/1uqsz+btRJ/i1Li+mOxKb+WwaVJ730JpEC
3mUrSGSmy/zEd/ieEFH01E274JOpxxItntlKXOuqQr0v3cHKV7Vd1fHOFQphKiLrNN26KEGqdRmG
hoK0PMQkKvQgljZTU4dfHTUj0SVXe9BrkhRp0zD/cB4WdbxXhspcPHqzfC9HAzUzJpaWaqo3oUN1
lN/m+3RIxx9ll6IYaTpClmYohfjMRUkZhEJX/Skv0rKCud+NzcqgUfkNN6AR4bxNWhTDWKHndVeA
z9krOkGYhKegxEro4o26TswGVkoToAfGN4Ylm/dQ209Z21WwUoS2r3VIZ30Ri42/MkSwH8TAeXM1
WHIa1l7fTVcwzDycnFaM8WCxkf2sAjHlK880wme3jKqbUvsp0XNYob+YVTk+OwBKWCJmCt4EusER
WFFbWxAjHPfk2gyISzfygigvojZhhNv2/DwsZYqhdUlXiElvCogWXmB3cT/3n8wG0vci2u7uZyFB
KoeztD57Yxy+S1i1h3WMRf9xsVg/BDoiYqhEJgLSrZltvUeiwBc7tLUzXjW+k9Q88hYVcSxKGNhE
GX/vOxGPm2nJIZY1MvwNwebTw9wm8hs+uO7enCqyFWDTmN+mZsg9pu2UgbcwG3gSaPJJI2qT7NfQ
SvOJeB98P7juogfUXAkxEonsXOIqJskQ174J3LaagZzgLM1hQ9mUFYUaVbpOk867UvXctxuncYbb
fOjBNkucRdM1yL2CjOU0yT9E9tT4e6pczgdh9ax6+L7TRxOw8TeObBTRw9Dxv6Jlyp4SPfTvHWtU
8wUJIKAGJo/S5gpFVf9EsEj4svzg3p1YKFospIQlx+a86KuN8FelpH7qkUsQOGbP+TOLd+DfmA5H
ZUghdfW9d0NsxN5gNGgRJ51rJFz5Rz8H57MLeU3VOzdKCIvQKNysezECFtwZJDukaGJs7Ecptia9
ThVdEHyffnFj96CcGubyzUQgACk9UYOavxVOUvLKDKV5aRQpmdNItDwebjVgDu9q8jPx3UaYNbCz
Xw2p1fIlMlx3k0L6uOvzlm9VL+1OXBBAHbJU2GF2T78asD1KIjRheIAc2DbUJiFlEKsLZj+R3u1g
ZIm76hsTzHZGhhoYwsLqcMXQQXpfNE34SB8UikbvQmbcxX4vAI+1dvxx8mcw8iHqnRYC3CrnNq8I
OkvYqpCfi1EoLTrKdklt0TY3DEGiSDySFObPxl3nBvCjoqF0v+H0IyoYT2ZzL2p+/hbff3wh+5iS
ms+MwS6nBFCeOW5nkC5p3DxmpfCTHctAwg7CK/HzFY0NQ2nMvfB7xAL7aebg/sMxvMy8qAITO4d2
J+sdDiPyfhxnqKwtn6XGhWbvYx8sgxxRXddL3DIc12YfVrvjP1vecjeGy4djRd/Ce6eEoBerzJBk
Z6PEOrmqQs+8aUFd4IQ1jeo+QkeerBMle3Nv6XaKLgYxBs+j5Q8J8YjwmX2mAJlkcV4Fd3kpik1h
9QVRUy+CoU6Wzj1ZxFrSxKzR5kXo3wg/q83ZXRE+MfiYwaRfAATvYTU2DuYVQmMoem6jzs+HmzDx
gh+y9abPVDFBYGB99d4H/pySvNKmOHrtpiGk1QbPgNIB5z6BD7iOVkJO9leNvZ9oafZ5Bh55ZSa4
nZQEo2D4LLXhEBAT6QapBTJoCO7hwfWPdRjHhDQ3ESR94emrsuN1tbRNhFlBZMUjZg3CsdSYkhxF
8tWYY7snwZANn1+vauA06SY0Jz4SpkgynKGNwpDI1qR7iHRufc4aM2OVmnXmEHjgend5h5EzcIaJ
bnZsboa6CX6lnWt8HSx6mibOIDC3RgMtS/DRDFdkKpc7C37auLOh8V/ItIXCH8POXlBSCWE79Kab
R7czAXbI3hqjR96PuF4r/E7VupKsROTbGP7nSWcx6b5pWubXueOMhKMmg06vvSJu0ankZt5uwDCm
2eVi3Ya3XVRiXXvNIPGOUzJbWagL2ls5NAQ8502B57LB0GNvmqEp+71laLK7PKtMapJ8UyLzMjNt
gW2Fpkz3wdg6iJ4GogYCY1Af89ZI31fw3Qito5+Qr3IcYpLA87Ilfc3O2APNchRsVLKCZagPoozM
9DSDTTUG2ROKqAUZFlTmJ1l40QdZKTLOLU/FV5UCYYE3DEh4nwWowHumyrvWIz8X1amfXgTCntIr
fxym25IyGW0qhZRghWJjKDfTPGLyH5WXD1uyZ7xFgtbg7oY/AYEMtE6BJVQxr7U0vJtMmYIopLwr
vJu8srFCs5ka2K/ERhCtJ7IxHkXhTf4OIkv4Yxz7yNvNasnGbnNpATAYJDrmsvLjX6OHY/siYHdy
m5favJMhBgcujpABkJZvfedzqT7xMsF5sZGIP1T2JKmN1MW7GqdueFlbYfvZrIPyHm12Fm4Lc2r2
1YQLD5tPQX+yq8Wo1hG7+W07RHTR6Qd0N6wl/biW5CEUN+08GNF2NvF0kVOsyK9wK7wjzsQuYGVq
ac07DFVet2vdgjTbCk2a5A0jAIKdYiSGDfgydv91WJIMQxXOJQp+yFn2HTBjn9DKN3cS5bp9QUyH
QaxPgG/3IZtiotd9MyfROhJj06xC0QBkQMbgYGq2NX//P0dzm9nRgJoHyAgNX3aFmMj70QByxj7E
OlPhfKPVR0nD8xdIJRJ/5xjJmYFJ0iPG7nWmobo5af9jiB3OdjpGKOWLkHHwJQXnyfzWtUN7RUpJ
d5XXKvzpuir++6rOgg30MNl6iyT0qFqlUXYtpLiIpqYV72sj6356hGPDFiLP8EwJ43UtmVO0j+OT
RojPjR81iqQdsp22e26co9gqHoNuM3Up4YqGJVe0va0z5/Y3ZGsSQh+aMIRSi0T3qDBmN2gYSHCM
1o5Lm5iTXsmHEqBCv/Jz9SOMi+mDK0uWQFHgzjP8mhxk8NuDhDPR4N4DehYGNbAVQ6l9Nns0t09X
Ft4qtLjo2CnnIkcRx6IcJJom5Kl64Z7wKxXR6QCPVAo7b/SNd32N5mIhLp2ZgcszPapmUFVAx2UG
XJa++mE1w4v4OvJGcVW7Gq4NJbC3Zn0abFLsbLvOc6mx+/Ywr5tKZWdqbq+vzeRfdKqeKRda5lEN
1oqCMPNx3K/bOdVXVTb5F91YdJ/xP35lGxy+UwXFgc4w/tpiIeGdoe+gQ0ZTm77g4U2DvgzsapJs
ZIxpuOK8U1zZxOJsZ4qekBl1/kwzPD0z0q9nPNJXFDi0ZhGmAgI+vKjRiiCf5xcNcAoqs1xOBjOb
H6gM8Q1/kJ+pm74x41lYYPXTjkYpQZXl6IJmMqimRgrZGVW1q/o0x9GIdR1HKV2DMHBDzMrK4Uvp
c/7GmRk0nGmQcsaPgdmUO6jM5pVQUCJIjw9ikqQcdsWnJ/0bg8JnkBUQ8QlV/2NN35SOfh1bKmIT
UrurKaNAblY3cWrvzEb8OH2t5akeTnXk184y0ZG6IBJeSud/VHgnwqgLVXpIoEbinSAlEjKaOgaY
DDvGEwjqy4meCHg0AEXGZoBr0/dL/0x9/rXRhvIN/g8amAAOOU4c/Qq0ddKNFkmJRV51cVVZswtL
NE6c94Vop0ejacQXBS8uh7owGs5G2xYbK7wV/g/DMINzTOg36qz+kklhmb4Nrxhx5eGoJDZoqRfL
wpi21rbJZwcLEBuMes78hyKuKGoXBPEuiI9VisWUPFC72TVDOF60aTp+Hqn/bYe6Czenn9brmbH8
LlpOiKBwtBxrrFtLBQQYMTNS4O8bNSNp8BKNFyryjYt8hgFw+nqvF6OFYIw+HtPRorY6ei69MZoN
E5FeeTn5T3oJnkl6eGvsHpYjQaTZXacZ5UVb+tZ05uLLP344NblDFiI6HSyJNNoOH4I7pKldhxpp
K2EC+7apYVVyRDsz994YUmYeLwGmGKySr5R1rpvOYpEawstyPmRIqN8RqiF2XTl3l37uwlw9Paav
+xR8UWiA8aKgUOaje3hb8D4ag8ROPMhNG93LwvQ3ZVp6a6dHZPbXl/LoseHwXDxsBDIcXmosrFb0
Ds4bhLW4uvsu3SrUMqu5CdW5hfX1QsIVmCzsb+lJc2OH14oA9aZjbPKRVjHoh6GsnzDy5DW9xNK/
jcdITavQmLqbIjDMi2m2flljUm0QVYIp7ikYDyRiXjktokowo/OWEk24cwcHxgol2ukqR/d65je/
8SQWSyn2Zj60mCOW2f/H2jcGCu0nSdlrilXpTzpG47WoJrFLzHm+PP0kXq8oNKN51gGaQl5hdpJH
18Ifl+V+GZPtapjFfTtkHdzZqlE/0rgtO+xpY/65dFEfXaUAeOkiWUk8fm2sOOu37dw2xdovUIFt
bFoW1kMdB1FwZufxIog4eOGQSfgswpzf8Yugvj38jXYPUyA353g90w7UT1Gilgx07BsBODmAoJvI
GHW+d0UZT/seL7j+iICISL4xAxWrPGmqNSII4uPRxTi7pm4qXH51AyHZzyvE43R+jLso7612N2ZN
P60aJ1xgWBiS6pWC/TldFQBybgfQXPjy80htu4iI8EsDBhQ9ByNT+q5TFqGvpx/Py2fu6NYxBy09
b0YAs/vRWkN+N8fVCu5wy7ZuPxmNQcaz6WdfqD3Y1Wb2QdJuKRjClsu0k9c7vqlTtUEVqG8x9ih9
0yTkJKyqyfXedwOUtS/wFdR7O0n1d89LqRamATGfa7fn0a/YfQ1f0qKyKDFAXc+3KXzUjm4iVK/T
d/ZqEaVgyZGCRAusEI53vJ1sojDP2G9CPDE56AUtOa2QmaczWsjX2yo0A5yPljAkn13k4jP/81Vi
pEhGDXuEoENY36QgvtS+KzVhXnnhtPtkBivxUbfhkr2WlMVF66fApyBpV5uxpqO5jksZkBKrepzY
VDpCazv6Kp3PKJlejwamNwSy9CmJ+5DHYh2X2rZQtPFAvaVqHy1JPyYHvDOflLeuErAMkjbAngZd
1uFgUBORKS8rRaTYI0QUTaS5HucU8M/pZ7sM6uGkRRXi4YxmBfOWA8vhdQz+v9UVLhnHdR1vIBGK
VUilZKuJZYNvHCn3emwFPDnQTt0VyLhM7k7/glf7A2wCjCeWbMRPxPAcHVYmsxztZuYXOFZl7DrH
hOaC0+yG7izZnIXdq61jiGBv0Rd8d/rSr77bXDpABsU5CUUsPfjDm1e02omWNOinTg00Qpwnt0lT
hY8sOuJBhVmxPn29Nx7qcgpd0s24WQy0h9cLecuR01Js6evMvFS580PjsT/zRF+UdIePdDFtcxJa
vJnLjvzoKpyE+1yTY564hXzK/BZ3OfG1VPZbdg3xNu0yIKxQp3Db0Pgtx+2MdVTXKMFA1LsIMCp7
vK+SbvhuOCKHxEQD8dobCCS8oLOQP6EmUd/ASQ+sA1VHVb2zJmIBRsO6yz2v93bWlHhw0eaKyGrq
zt4XVYvA2A5ZRqrxzDvl8vIYwGga4iWptkmvGu4rDbBvlSOIpMdfGsb7BA1g+NPP7WYEHZi50a6Y
lB1s6cOGuHhRCecwjBEFbHqn6OcthefC2QCXjojqHWPIrUiv3CdCdMFrtmD+HjiTTNWHivKPvlZW
NqMyV2PfbJFdK44pncrFqqz7olxlY9Q9z8ixBNzFGopaGscYTBOXuv2+z+aAHcVsV/eGEXr9ZtQd
naqOl+UhQmhlr7Bt198D7C8hnB6sMJ9rWs2X0gP9CYwwntvfq8X/5578J0Agf7xjS67hf4QS3n0t
yCv893/5l3/+1//+z//xv9k7l93ItSw9PxEPeL8AjRpEkHGVQpeUlFJOCKUyk3dyk9y8jho2DBR6
5IGn9sjwyAMP/U5d9Q7+qHPKdRR5Wury2EBNqrIkhhjk3muv9f/f/+c3xJPlZ35LHHTIDmT7Qvxm
cGR3UU//DXmiuMYvhH3RIsFxSceCwL//yzzxfqF5SKmFCIt6ngYkPaXfmCf8PsgpyNARhfIsIlb5
RxIHX2V+f39ZedIJLHIoHembeLidLD757ze9klNFa3qjGdSSIGDPIv5Dx2K6m5FH+fja9JNS9IS4
gvs21mGpe7eesO1LXpIUMICa+TocsDV0gD6g/wjdSqLhWhWjVHyvS8hNj/k9ER1DUqjGcv+7e339
68d8w1J5u3a/fnrk6ChIdcfAZfXKWvld9avlCvS10DOCnPzW6yIOE/Qo4IrWhISTwFpaT7SfVcjw
KegTWp7xYVrKGENwYFtVZmJtUzcuN72abGZK1mA0KWxqFEaHthTDarC7L21c3VIx1I+LDRxgUel9
CXNH9bXUSAcfeKu3ZmIzbgke6Y+oB0hPmKX0C6+FclXG1UntCT2tKqXdpI7Sb7KOMIsaMPyxIbRi
9/4NOWtCLDcEsLaK0JmeKDbx805vmZdFREK5FnQAToI59bx7mXO2r1xoqULQdnaa3He6gqTSvn9A
rZAdyP94ef9j/Py1IOimHUOxhkydFtXbh8pq1KLq8swI3KYY73LBUr6au5rBrccMhfSS7LFWZ7gf
XdN/ff/SvBi/qyeWG8DjvJRvBkFN9J3OdvMqFjLrR1cGQ29oKwUaGU7W/IfiuA+mXsx7PkCyev+S
b49gr5ek3vboPoPqwDe+fKTfPYRwwcJOkuoQuINqM01wHwtAPq1bfnShn28rjUYYYAwUUO7+dLYp
RR+V1mzLwExztFRMaattWFlyg97V5OzSwCzGKnJI+9T6oOg8Yy78+kdSpPGOWfydOKbe/pHAs9tI
CHisWQgiphCEjbl2mfluGwHBVJs7gVpmNZJu0GrzQxkCQn//Lv/RH78wBoxFnorN8ewut6gFs7BH
Bl1Z4aMaVs9jbT+mRq6u6kGiJtI2ZWnfvX/Nt/XS6x9NsCtrNnJMzrvnbxPKEKrDLpEQ6VoLo0AE
FipzP3KP/Pz8cLZhMcfZYdEzPQdCdRS2LQlATYATIvaZTcDAmWS7KjPzIx32H3yNXIvWGzGhyP15
Sd9+jcQADVndWg1fo3nsaue+1qzvSlxSrKkqfY6UGC1Sx3czHghdtp/fv59nZtXlhro6RhmL7ZC6
nq7528u35rxgiri8NPRvTQaVcGy+OKr8wmhup4XFBk8RQOMRRUfsfFIV78uQeqBw4Qnzv1pbYqoh
HbsZER3O0/uf7Q++hTcf7ewBl20R92HER6PvcdBL79oz5Ve+mt37l/mDFZpbQMuGpg3LE0v121tg
KwVnQp0KjGSGTyiutm5lPORG06zcjomxkm5iNb5kxhljCwTNzKnA/eBV+vmx5iOwNyzRbhjFnbMC
PUG1ACeFsNHMrRGymMLzB2F8FIv49nDz23dN1xOSEAwDHri3f6ha0d9FdMBVUuc+mpw7mcuHkt22
Gdtfy89fs6T/oA74edFfnNr0PrmqDrjgbNEnQJy5htU1gTGLZjdHzmNSkdStM3Ld9hYS5sRFePT+
F/lHfx6eHBYHyB3L1OHtn4cOFvBF2jaBKbq7yGOqYMfNV2k6hz42vr1/rT96benx4Uyjk898wzl7
bWvFnpkqNE2Q48v2C2RYa8KOiHGYiJyPRQoeVpJrPkj3sYqGNSpA/f/lucVTwV9rohV3z/uwHRkz
ai0Ja21s89KjujjiqUs3MpzxunXfJ76WC5K7Eh8J8Za69TbpobV8cB+WJ/NttYq983X9pxHMJnT2
RWce0wqdpIrAGqtH2ty3k6ZfTpq8E5p4oLS7Zu+C8m39MAGlo41+/uD6P29CXJ+eiLMgYjBdnn0P
fUFXKGqjJuhbKLlpr1x4mVpt0XnFgbRKugdt0JNItSHBanGaSbxCsUE+lKIDsJCGyQxSW2emk65C
UJo7LMKq31RwcN//oD8/nIwHiShceDl0BF+l7r8rSVS3dGI8Nxobl3mfdIZ7SD2kNe40rOZeGdbv
X+3npZOthK4CudPmgmY5uyvtoNsdQ0ht4aD137Is+WQhAfjRKx+Vt/rP95+XnIsxWl6sfOczrZSo
Ithfphpotb5XcvE4Gxls3LK9HiNK2iREqRohrd/UBekUEW4+AC/DDswuAPwMIrEDqzeNR8YVmfNF
2m6/kwO0A1EW+g6ZDzDFOL5pkNIQ5FG4K0sfG/Cxk98bnbl21PElIuHp/bt3/l0x3dA5gPFVvZbM
56sxCSgxSZL1HHQcoALLKtybMaqslTuboZ/gZfrgTT5f/X+93jIkx0SEzX759989G5Ad014VzRyA
WJ+OFfFDNy2BLB88gedL8nIVcA+MiDyeQmrWt1fJzUQrErWYAz1k4jmL+Os8Jl+kKS7gVQQeRu0P
Lnj+aHBBg3MgmFDsRJx9zurDET42rcxsCvTIiR4FqpAAA8Yz06MXLc+aVUGaKEGVZvnBdc+YKxa6
Gl40/MdLkUh2t3n2l9Imlal0CWfMa1JNBLuQXhl3oYTLBXLBOOi9CFIrvXfnH7FNOqyaXNlueRFS
Ac1V8ahrkGJ6L/5o/nv+UvKxOCiwRmFRA5p67hofy0i2WD6mwKuZ0oQj3kgRkmzoCRLC3n+CzwZD
r7cA/cPrAWhRe5xrfrJJ6eh5JyNr4KJMmzFbRUSqIA6aVxGnhGBGvOPbs/ZsDeEG9WO7hE5iMIAz
wePhwm1Ovr7/mf7gccDFtugCaOqDDDv7VrrajLlWNtJttOUGh1exNuqWWDRnftaN6THtCGnCMRJv
3r/uT1s1A0Q2SU6CFkvwcmh4++DTs2E9H9MhmNrsR27PWYQdAKmj741lEpCBNV8MZVcd7dyg8ZBm
jbOqi1p+e/9j2ObZTrl8jIW1gPKCKdhPX0mXowaOOqUnjHswvlkifMr65GpQ9W5Lx/A78Dj7rqe2
IZBA86LbJhXTLs9npLhefKO4zR5IqHvR9Vm1GxsHAbIT0Z8tyX851ubYbExlrm4cpYmvxKxY+8yc
IcCXqOorkNhPpLpYu8qY1S/ImxBIE6O47WJS8rqmRGPgANFsR2j2kyAKAWnQifDDbV2XBOtNTAlt
ohD3o5l+LRXHOSwmz+dWIqWVRcWH7GiypnpF+o7+gFlgvJ3yuVy5Q9bvdLu1TiTWYhXu8+qqwLmz
jT3SWOIamwvFaB760TCMl3lWmyfpMrdc2SrBVyOpfveZU6XkJDjSmD8qXJZv/feFC80hehHEGi+d
AuenRUIhijy1uoX4Whp3VmTec1O/Vo740rUZ/D50gtbc7mrHCKJJefngWfj52pisGddzXR0lxNnJ
Zq5TZEA5xPih6HAM5XV4r2thuStmtK8N+tn3L6f/vPJQBSxaGHCACFDOTzhFMpdubOd9IJwofOg0
gc46cSy/cNTwJenJffJzHN9rNNbjrT2Ew+dcAcwY541zjJzK/tGnPQ9iOipHYnZFuVKwB3UMD6pk
pmxiNcvUabxVJ09fe8Bo1tLhF6lWq26RHmons+2S7ft/08+rycJeJDMUXQ9a+XOrKiyYiaTFgbcJ
2iekpSa5brwEDLIYeXaIE9m7/RgFUifZ6KNHh6/o5y+QpscyiOPsbLBp8++/37EZSkZhSBsijKHm
b7KUcKpFAr/XK5dEUSFs8VSR8Idjilw/MsMSi9ydQikA7xflt5F0pc8RsSOcJZNkX7bWeD2HZJ2Q
N9iZx1RU06Nrx8ZeF/2PvBu1Uxq77VEnuPPkDhonpzosLRNPjuvtJOaUngSrqbqGTfBUatpJdXIM
F3plHoVbNWiNi/vZK54Nkjh578jGMtpW/9w4BU6wyhPMbKr8shyNcZ+HjbMTll5fy1x31lQs3i2U
BnEaTL1112HdFQWRHqaxV6DO72JsjHeVisbC7xUjmNlvd+D3xVMsVW2bhmSLwK9z8LKKmtES28xj
DF3pnr4NufRmpjdBCLptLYgFJhwWlIYXCPSBCPWLprpIWvw/ozLx30OgF8cwHWBiOSRRPStZh/GN
beauHQzr2Rrrrl4rXsaujXa4CFKpiacx91J/xkN5k6VdvkHnOO9VqSRXeehON1qPmL4XSrhSWt2h
T04mJ8HBjvMc6502rOAQq/gEXGu2AlHKyvDbusSrE9FN3mQ1at2Y3LlLIKBAqdCo1JtUxFCLCBXQ
bcJEJffCHtq7QpJPuxoiVTzNBHtt2rrAwaEZinfSEk1ctsS0EAOSlF9cUl6OVhzLTV5FDnBBWyfj
IkxWPQkvKdjjDGqooKP8RC1jkU3bJMMKQV2KSossIBx/XYC4tD5MGTQcPamzb2rUd9fTBDl4yrDE
zdoQn9DmpYfJ1KH2pJhVCEdN165KtlgLZPmUTkZKYph2GYcqEXtKlcW+7D2A5pCPFJiSsfV9ZDjY
UkioiJVnTrxRALONiWxiTS7BCHpTb2UPonOPX7Gih2T3zCqAtRCmKYw8Ik7Ideud6o1eQEgexg7s
+duMIM69W5CDY+JiOKmTnRziNHJ3pCTPt6qix8066cFlr6IhJz7ImaIbx6ZomS3hXWRGG9JeTz5p
aaZd1JYot1I0Kqk9RnlMbGEFZPuEm7ZRkferSdkdxiar/bq0vQcCaPsNyYXOl6Sz691cmiMBZXMW
r8EaF5/BXM5sr+V0GSrI7XVdke5KBeh3QNhaL/j3QJvIMpxHPB9GqSW3qT6Kg0ly8MPU917QhBau
E4X6YjVXbn1J4HK4qfCdiH5yuCMSq1QZ1UQ76uZlCOB6rPH9VdgBT5giyUcFoIjJRSbbNik6CSul
cu0Vaj7lIKcBBb6dNp94TZ46PFC+7YocPGnab2WjO3sPDcpBdRNlN1uEJc6YHO6STDrBGIXe44hk
4RYc2fxClGDMcoWzQbBo3mb0ly87VUi/zDP3NBW5fek4YX/ZdLPzVWcXePGYyWL3KtLHxTSzff1O
iZe0g3xszVNIStSSHjVVR0148bhzZMaQuWg4+k1JLy9Dc2BalUA4utOYENwyU5Y7ZJMkxuCaPLoi
IjUFR4pntON1V+jjbTUayTEEl7/paexvdCecAoUUH1ItPXLOVMs9ksdkkt+cPg/2SDANIVvKGrez
sctt68YuWjYjQRyOntjpNUqk4rqMMnxi9BoxHOmo1JfUb+NykA4p26VWUSymmYUW1Nagoa3IXrq0
E6xAKzsf7kuFuORqnj9h4tNOuD2MPZdo6Jv2Ashgphp+0zQkcr/uglKWjLt6crE5kCR6NZBvNoRP
ucPPlq0rnvSuSY/EMtnfhrEs17IeqqPhiGRbuAMJPiUUELg/GWo4pt7JY6USvb7CjFaeLAbxBJxj
sczbvYjd6Kr33GZTCqs+IN8RpwSZ2A3xOZ1fTl1925HM82Vu2uQz4pXpBvjZp3KolO/27MCZqxJr
TQ9NOxmTWqzztC8xSM3dtRO2sbaHu9VNl3hfwWmKNiXys0yFc4UJqdF2c1+6tzRTxGHGTrKxJ5cf
phRz7nunHxNsat6g+wjRe6w3ZRPdJDmexo0jvc7nDg8WR0SIFz5d2nT0XQM24VBPdr/tbHw2cTaS
sVAz3h0xM/TzXsya2ISiLG9EZhMF5NakYjZpc5+P6rCOm8a+gkdffU81Zfycx2iByq7thw16nfCz
oZgEyMdKFW+Gtq8eU7rjztruFbsKYvyXm8XdH6+GWHpH6ajf5o7E966XeJCseWVga4EIF1qXbTqm
nz21zLdJ6KT4M3XXXbPLDNc0x/svWIWz5wyA610lRhQLpWFla28cdDJ+iFxLWMWV+UkxiffxzUy6
Ys2vJ9IHg9llqOb7wTPyG+aj1Y+ZGKs1qtNSQynbDff2aEzXQunpikQDIjnTqhaXuzAOWpzWm6gq
u2NvM5PJxBZA8hCMHE+eB0Ckp94yxnsCicS8GTUlPoWVaXxX1eSrcHrnKpJW800ROXVil/fW/Tiw
pjCdnUaMSSNVTSZc5x7FIIPLylJPZLhmey9FQDeiI77jHORgTcryI1tq/tTNKvmvZB6tgACR0xkV
a0J/P6lZf+S8064Nos7WXhsdMQPe2BaBA15fexfKyMvaR6qxp+voGoEdcsDZalJhzC0GalASSm8n
Nde3qkY2WcwE8gvariJ5cNr5aUrMWN2wSZcRR5yluDDJrUrairczjsn+HPVDRNm/w/dQc+TgzLNt
Zus6HxRytR1LcoCJ9ZpdzmgNlmDTWICETskcgXvijtfDEMag+ZYqyOuieAvV1NpXfZvNqzFZkr7G
5ODyGS8pV9prFlIc29J5KKyljmly74gaEklj2t8snIQNW3d6HOV8VDsyN9HcuHfgmNYIedut01FS
K3mvbXCq7ACqFSygCll6ioWXVXc+l2FBaDSzqU5xSCqb9B8hzxSpUMSeC8DFgSucoFA6ewPtB8xE
WJJFWJFulHYIvNuRjzwQKJlaWfzAHcrwMmOwz0rV2WCPi061V1Ndux4uwn4MXJy4V6DI7H23NI2a
Oh4/2zY5R20esQI14fSgqrk8Vg6vSlVUAVkmYqUNauXDZyDEcKyctTO62R4N1hawQr82WgICRLVL
xDj5ZpTe8TLn6yyaT5ko3bWniixoJwOv7KDy5mvmjUv+IL3EUa32QAu7jUzi8iobxHStz6ItNk0j
4tOksYJaDAxvmjSutjOqOrCm6RV7G/hk7gwV7ES9UTSUo4PttUHiwFvxWOhurLFjlpoXBAG2SX07
GJF34WrFC5HL0zEnl6vx7c52L8blH1SAI9idVOwDWhVpQayY5ipOWjdox6zZcQYiq7ivxwMhtxb9
sKi75/cce96uQ8+0benaa/I5Kp4nJ7EI1cgGn1zX9NBlExWZEcbb2sxN6uQwvcBhaLNiCb7DCCdN
Ehan0Sq1k2LybKbUGEqHDzFsw3ETt+TXhuii+PHhxQCniuMynk4xHArfohjcq0Nm3CthVV/kZTTd
9omW7A2ZqddRF9bbXlc55MCTV2yfGNux8BmYjiyf2nThzHqxrRtzurcHIRGiVumtmdrIOmpyT3F+
YGtewSOwLo2ozIjIKhy8vxWZt6TSDpTxnlMfmZEkhFdNkwG4MDF5eTrQKdNaK9Vs48V9HJDhSXLs
AKUUDLUxf7dTm4BpYHgZvwdUCHV6Le1rwjANHh23qb6kTh596onf2st0HKtNFA5u5NOy6G+AjFDZ
AdUdoCmHwwlK3LgBTSUyTM0hy1TVzMUdum3lIjfwrlrdjCsrrTT8iR49TPQ1PlF/YhWiBb1QSXm/
Ja7Teh774oeS1pa5oZNl8KWrja8nqoMJ1h1EiyplEvl2wBJxQStKOUSzkW6IYkxvk9wmvbfWvKe4
sMvPRa/IFTPhZFste74WEwwKeo+bOjcTC690KtfvdSpBk11wr2Biu1LtUlJiz8kOyiLR7NISwZgr
9WksSIzsLY+4SnVc0Yhxt7imk3XPLGiS8xSQOovm2FMI120l/lIo884OAJwM7CkXL6SC1z7pitYm
dBWHVMdMMtuX+EE5f07KtUXI65Yzgrh4FdNIEzpKNhcQIqBtq8/VWJHK2rjaIUylYDIWu2tBn3vF
AYfw4bkkoC1BqVQvSrnBoqgzRmIA03B4Bv3UbKCMEOoy2Ifam06M9rSHWSjfiI2MHvrBSL72UlU3
cxcVL0QrIu9QMxgspixvh7yLDiB3YvBJPWs7RqUlI9xYWeagR6R9eNonDEjENorZAgywfKTWptHT
5xeubLAPIxcv153Xh+tG6euL3tW35Nhhb5Wk6NYC1FypO91BpXu9HS0vPJB7mW/x4QpfK0PVj1zB
y7pk3epRSXAUi9VqFA3nF6X1LmnQz/oazR86EZquYAWwH6+oGABHglcHaZPVoGH0abbjlV1pw7Ai
OaIOsiHHH26ql55Kh7YxrINmD3JL5CblbWR03EWjMvfDCB4xMiZ7VSVG/9nUs2EvhFLrhOrmPL9l
YwV02EqikD32u0b3+/hutsz4oKhapQInpmAMyX6md85+uurdhuquNDgIpHfRkIR7ZKuRX9KSoAMx
fYraxD6QxNL4ietF09JD7vahofUbUqdJXlVKNFYqS5KXV8AXVBWVJTeNWCPMGWuP2j0gqDYL1ZXr
hGKiYc8elbaac9FkktA6jotsO+veM/qXiEn9mgr6ydPb8TTlNs0oBHvXuO0IUMJFsqrs3F73YXjh
OQjObNkOG7AbXmCQzDnPDVu2qTyOhLG3dvwd1EFO5vhyiBsq3Sdc0A7G2Sali5DybSPFnjxy7Hhh
Pd/1JT9sxOm8lqOm7iMtCVKV4RVnlXXbQ0QEml3TBpkg7dB3CETsKBvIURv6+xEzx2VHQK29rcds
uADYAm7drKx16IYQ/sLpbmrIOVedLAtUxXYuNYPMQCsRF0aZERCV8ChYsTYFLsReunfjZZmCH5mj
/BZnpyRgu/B4xCT17rjVbfWeL+GZTMcHbtQDrNjdgGB+Qrs9dEV9Cd5HmAFMJlH7Sei26G7R0VKi
AP22Vp0zlWvXVMZrI0/bg6ZTBM3AHh1WysVdYSnEYRj5dA1rY7wxkxpfCawt5dZc+DZ1BIzB5UT/
PfFscDNa+XlmRknmdtYOQI9onnitgp4caNQSqtht09EzX3ifvFW6LPukNumkvBq6XAmaRSQH6Nuy
9CS6Pfs6zO161Wi98bnXjDt31s31UBTiZCHqA7jRfCYbMfEdb8rQe2nzsWyIFAAe4+0SELTrxDM4
mXl9SyVkDOtcizjPJ4b3Bfr6PRGOHCU5tbOLpjRapvQbzYlsXXvJvT4qHWLMGB5SjnM8TDesdjxy
Jodr2pv6NeZlPUhST72MHdO9MdzOPSWxhpuDhARCSrziFCnaPuOUfFq63phfhy5nf8iTh3CaKrbv
zDrJWOqXuYjykwogyZd1tFEH49GNsMkbJbVDiGr+0h6bgpdrsHe2lZqPRBCPO61r1z2D8lNPaYCw
UI5fATuL2yodmRrYHF3CWZsPtJmZH9gG3TJrdAReqLrdQaMrTkqdhpcyzr2vTtWAO5MJkJIVN4Bu
Wo6gALJLXSrsFDGY1XtJk8emjTOG+os1Ex+9yjVbRMsB2Tj1qklBDAIY/kgXPzv0RI4178SNw3dw
RFpfHkvVmFyf/O32u2dPQEtknDKWmKTclekUXTmOGE4We/K3MU2VT6Ixsh8hLPQLUAviCdpSdiul
Ck3CUeloOTUD+2mwtK0MnY6Bf6tDr2LWAv6Fh6eKLN9oapdXUW8eI72d7jTYTduRnKr7djarG75d
qa5ll8S7MKTwieDNXzhNlAeM6sWxrFICeznvjCtKH/sYLmhhWUuTQIuRRG4StmZf59KXkowSJmhN
B1hlzOk7pki3WtPdEAmYIgvs5cnLbGMVERt63YVK8alo+mYH7YiqxkWGPwV1qkeMIDgfjbeJVkL9
Bh9Foz3TGus5mhMaFSgqUb0X0HtWHSVDetQly4vuOvlXr2Gfmp0Bh9uIB/KutmMwcgvoaMY081CS
Z/75FctRTV7gggTQVzTnFN+t60oQhME2UcyKh3vOMR6S1qCNhu3iE2v8LR29tWpyJGbkT2nyKaP7
SKFmbWq73o4GAWMMQPdRwgbmuqDmtFhdaxqPCbmoX9DQs0FB8mAIofwwMlRlaizocJM0Os+dGdDW
3sUMG9ZjUpa+4kY0fV3euTqTD4lb73l1u5emo1nT5Hgaq9ju1ipSYFHVdARDhcZAnFgHXH3QMSYC
vBtNqbYxlKEAPof08z6T+5gutm+xyX6HsG+uJXHvGxP/wfdpJF7b6hb+EIUeocMUJoPXH5OyEheL
AHRPv16BiqRbfjODcluZfQGowCNlLebnDkaNxIJbR6ePFmz7qQOVu6J91V+KiIVCh8Bxl3WdB0jP
sIOpJ8aAKhdqtAYjJ6Q6AyONaBVImjG6NzVtrYvXA/cUl8N9FJfahWFEPQF8KUiFqYp3bppbbLuD
e0xa+6Cbbh6vDH0zuZKeVY22fatXevdJM7Viixus39CszgHdx1W6hUvk7cyhGwPdkOIpbSrnuUyT
7BFnZ/tAX41wsiEh/MFP9bg6Fv3YfguZEhxLhmr7UaFNPFHxXODSEddwXNJtOUXXk1umvlFO8cP7
s54zOPEyzV4kZPwJYG6Y7Z+LjAaGUWQU6zXZ9inUshbwEl63+zKjJ52LqzLUxCeLT3XPzOU72xNF
i16oYKoGI7ee7aWcHiLX3jo1R32gOPfakFaHtppBzyVlTH/N8j74zH8wgbdY5xGSGMTnMPg9E0aZ
dJjCwchQb1apeT8lo0fEsBFzCBDZOjcRarXLiqN31bfY4EVqGRocgVOZl8LFuTnriD4pjpoPlAE/
z80sByW2Bpyd46B2zmMw1LKOZieqA52Wd4vShHnUTcgBcwU6yvTNMAtXdfshBuLVtfB23IpfEFKd
uUwhsfKdTf8da+aJljB450rLD5gia+hX2CD9MHbuRGo8o4y/n9ATQ3PDBB7HFOoWA4OVrN3yOp9F
jmrReqb1kF0yiHRPQ2JWe6eeDH9WmLYVs14hn1WXIRV8xG02aqPPsONHg/h2RUfboVITLANqpL+E
TX0KSwA4mtACbKfeFnglAj7G8xfeXBYvC0Pad/JMP9hEybMvzBXHbtu+ox0T79V+7p+aDCRRExbd
Vklbw0dPlFPNFE8kwgLL7lPNfgHZV6149aojiUjT9/dfip9kqyCOUe8yf0TbACHwXLnrwUvsxgG5
qFDgCQ3NtIUg7J3oxGdbwqLpBtW2E991rpKw3GTfEs1W10ZqAQV8/5P8JGxAWKED90DkwwgHvsTb
YWjPv4ikU6tAToZ9Y4eRy6zCGK5fr/IPGZruqoL//NObMOY//ROi1JdKTHCJY/mnf1/W8/Z7tbiF
2vNf9eY3t396/efoe7WYjN78l6CUiZxuuu/NdPu97XL5+il++3/+e//xN9vS3SSwLb1UXSmX3xaB
K35jXTKZ5v/bMc//+j/+51//25//+p/+81/+5c9//Y///Jf/+r9/+uFffU8YmJA3Q1xA6QnmnaX0
b7YnIqAdx13MvIvtkxWLL/hvSc/OL4uPB48vYoXF9MSg+zfXk+n8gk+Kx468FrYyy3T+EdfTK/P5
7+vD4vHn8VMXKSHXMU3rbLnsVCY4alPbvKpF43f21B5naV5VWZr5Qyi7TWTlxim2GmY6Zj0Gxjg7
y16T+aqKcMbJDMksz+wu56o1gQb1a11GXxUzeXSLqFnrVmGuC9u6IiJ+oDSk9SCzi36OV0qSNZ8z
e/AoK1x9nwnQyy7aG6CsBPAwjebhX9UJKodVVFQ/YitHRkWf1x+LHF6T0s33SlHhLMmYtQlUTdCz
LBh+kVtuXDc3r6a6TZniFgTbq/G1Ag9g5aoDbkGNJphhpMl2mQttPPzv27BOnVuzRk/z/1+e11fw
w5eH5+jffnn+8i9LRvq//q//8tf/8N/PM9JNfvLXN0fXf0E7hh1wwSe9viB/e3M0+xeXugSdHY8/
e+lSBPztzeF94y3jfyNbhxSS5YH++5uDJFJb7BaLx4Qd8R95c/jBtwvwApt4VdpzDayJ8JaWf/+d
GqVtp6zJc9Gz8xGa8RTG8HYINII6HCi9NmdrTj2AXSOSMZI1baP8m5uG9A46oER9V+2GJJua9eSF
DGMUpldbELrpl6lPyn046PVTNciO+AfNe4zIgHgo2O/WjTrfWQIvV2FN1PWjKO5mvF3bAf4FgCsn
+w7HLj32HBceB6efb9Mm9UtoixcFqM2dWnOEcJq+fNFN2jRDOfYPom/R2NaWchMKqVyIlFAVWkJt
vbGcodhREMXriQL5QI/vK5N9zCFQEL/ksbNJUvNlSMtrL7uOzQcBeOGG9LQ6sIyi38+LSagbzG8i
MopPZpuMqO66pEPmzSTMEZr1NYIMd0s3ar5x0th+BNaXlczRaXBDzpp2IE5taIqRvfd6W5JFBoyC
tVEehIGL0vKGFU1dZ612qbtjksZJROT2pomgF3tdVe8GdAKPXq8zFDdrbd0LxuDjQFXuqhvweuoK
ldp8QoZx3zmCo7RSR4i1gJ6PF0YthmOBmxq9QCZpPkfxRWe14Ta08zUt3RctszpfDtp4XTpMm3qj
QMma0eoITbrPOCqvmaJqvjTUcaPCLr8ZMu9BT0K0DY3qHruCigkyYr6yo7Y9VGEz+kJrDzZNFV9t
zG8cxOx90lisWnZ5p1iKdenFdEy7So5bVrryYtRh8FpGGn0eZhCbg201lB6tfZ8m1lOtRta1IsNw
rdT4ESqyErZhkoyrgawmVtqS1Roc4EuY0skjAd3YMf1UDnpchAF9zeq5Kx7slg7aGkrmjc1o43Iw
JIRVT/4Qnk6ARc6k+qogq94v7UpejnyuQKm71rfLWT3Oo9UD/TVlfusuYYtj3xc7J4vKbT/TJp0m
YCS9HOWDRjLbw9hz4/psUj8b9IOw1PZH1SmiY1+29UGAFd/oljL4UV6tmXkCcK51de0ONRWm1Uig
66M+HEJaiRsbKPoXAZVn28akxZJWrV7O8bJxyWTe9pgmAhMi7lW66EEAj3Kqk3VacPBNx6dSH8Ek
ajkW+HIZmvScTv1eTp/RxIRAxSDW78EgFKvWUM0dTRNnlyd0iPracq7QDzIEX8AjD6U5T+usGSaQ
zAU6bApSYBi6c+g8xV4rYhYBFO7wviDMFzZvOx1pYtWbTPGaFwkGeiUFRS5AIe3ejIxmj+RNpeNi
ueWh+T/cnbmS3Via399FPhhYDnAAQ87F3XNlriQdRGaSiX0/WK0xxpgYyVbIkSdzfI0i9ETq1jvo
h1vsaTLZRU5FyOiQ01EdLNbdgIPv+69ZZRwMvbG2RDV9HCTMQKEwrdFArm9Q+NyMnm30K50s7M9c
PU9ewoLekocGBYZazGpdyg2xCfj6IEq/reZiF4mRf9LLcAsE+4nyqiV1fkIRRoSXwS2SRNsc0v2M
cFDvMNhkQNuyzokWnB0yu4XkBEo1aryjub0qhqq5zeO4PyJOY01njkBz0fdn7BT5WWCKpF4Nhnfn
JEN9ZoX4Ygg8knxNZA2vnMDU6LOhscQsse2A04mnqCDBprQgVL2ReSIzANnsKEOmYlbmrRab5ibM
xDmFNBeMTPFHTKc3bZl+1HDawmym5qUUWnUeRWF00NLwdp7gX/BtX0WkjPuksRerjFt6ZSLtgI3t
O1S42CPs2lXrZkK5rmlDyPsp+QXLIT2nr9D19VDIZ5FO0/3YjjHqXSFvi3ahoBsda29AU2vSwR7U
PIjOm9wT3BMqJClh4vQtK4qrJwemz0ieY3MvhNZuJmlutU58CjXqXvNo7ZSms7JSuR2r+pkBUpTb
PBrOp6hL99QwIkcrtFi7MQlAuLLciZDryjqkGlHe0iMYpmdc01Wo1mmM5j5qSNnsq6E5NAQLr7x2
eNRSG9QIlUlsE5pK9569omnPh/q8RtzPBii1tWWiFAgNszh0Ds07nSpMKiLbW1RiV5NBTEhpA71S
M5NfQlT210MXh496oKpNZ2qf2npWqzG0XSREZN01TrGJ++ADNvtDbQ5q30ymdxyEtydK8KjbprqV
M9xclLLYDfIgVb1VoaafScKNt+SGTdVGDxHMhlMNtThoR4DzV+BiAGCge/I0AkC08AnlYLXRjAH2
Nq7RgjlxvZa53a2axp1fVF8nGHW5T2EzSaVAh4IjPz3XUh35qBmQsppbLb/+VL2SXfUxwmhM5klu
3mmIZrZ6RsOAGocvMZlOiNmNaN8TN7ifTc3+GDuxe97CPmygEaYVaeZnfRW6mzKAU18hw0ef0NvH
kkf5IXElOpE5rc/dqrsYp2Y6SkjDxjLec5NtDScaUvBxID85Xxok9F5hIl95Tq2MTWn26PvmAekr
sZbt1u3dbDf2otO3uGeI+c3K6BUKrb/HOl3tMzEMOzlbOsry7FPZmtYuhFs8OJBWB4x6r2gbkGhG
HizL6JXubVoFwi9wOfhtHYdnmttqu1bJVqx0SVpJoAX2TQ1tdRl6XXVNCptcYQWadhMlKjc2FPZu
yD3n2M0quMhd19nWNU2685SVZxFxHwcEOsSKDa1a5U1CrUgfIbcoh2FLNgFPOzXHKO30WMz3Xhgn
JZBm1X4R7jTTjTjV5rqph8mXPCeeEQHJldSUOHpLdH5WaOohmbvuGlUjii0kep8LFGApgg0RniV6
FgJhpO7GoUozHPpzaWbWVuTO3u5gNLNMr1GpTtVWmt1aJNGtXZXiM7GRfLE8sg+ZbuXnvaX6DUEP
4ybQ0QM1fPlylWWOs9HJj78ak8neI1Aa1+D37r7P3PBTiyRkiN0DURZknUxnjhyJytdwxulb+oB8
C7WYn+rBMY27Q50U+8ZLzshGMP165vAGhSNpPckQvA5+HE7WsewrQRL52FIlYq1jcoHPSzcnoqst
dimQ6OwF1fsJ7er7LnDy7ZgP5ZZAxheNQvqgGleUOK8Iubqe1FkMl0Wf+M6qlu6L8CNFCtYGS+EF
Sk3IpJGCBW06U7aW+CUX8q6zm0cjnS8IWqfcICeyWG/a1QQUD6vqk7v15KWT6Wtpr+3MFqCnrJGh
ZftcE4dsmos1sXPr2vNeIrI91oi40xX3yDbOmfu0hr5oNHSk0wzPtYZhoohi7lFjvHB5lFGJ1uSr
xptupsm+cYNm64x8k6iVrG2WiPOkS+8hQ2ffyco7N3ItXoupKyzPXEj1XVxceRNK1nK2d21IDuBU
5g1NMuTAKOR26yLsP0O/DGtrgDTXNVhyKwMss9x1KJnB0VLnB80MXsree7AhXs3uAsCegd8ykg0p
cDcN1jGt6c+sGhuT4nsOMmVx03DQRJLnI6TXqrKgXCovmP2J8k4Rgk1rcm8kdrWe2Seugkh9Rqty
NkaqJ5ssdzaDjB6UsEgA7z5ZRXlbquwzBOJrABlOrcA+KuD+Kqo3kXEQ8Z4CzFl2/B4QtPPnKs/P
Nd2ptlbP8Nv13Tl+eg9JSX4UobmNOjC6OuriTTswX2f8+Csntd1bj9+bjaD3K8dKt2H/GC2KwMow
6od5CpFDxZeIuHhgUvaHMsLhCZ3dF2Wdr6aqfgglyQvjuh85Uyc7V7j4wBuN8KBILjoadTJeaXM4
kAfE0UnKvlc9oxS96+dCozzEiM817maCSY/IHDnUkVg29V1lx+T0K5d4f2SSY5Ill4VdNEfNKOz9
FIUiIWDa9PC74T1rc818zebE/pSh8SaQH8l4TuIJxn6rVJs6bEGwHRORfHWZcimyXyCBsPHqgdOH
C+Vby+ZLb5EPHHYoosqaKx0/7Naq5byZUI8xwBXa5dAQA6Yc45lPdyQL8IKEGGctnba/0vvUvVcE
AfJmKBaXjR0wGM3uBgtzg8Sqq9eN25DqnXfto5FA0Uqvv8qNzthGc1buelVrZ7QikwmKh+CiRpR+
7yJnXDG8VFAMEtyvgvIYedsehx30itHQy0FfkgmqnKgnmhoJcXLXoOHbWXemcyQxq3ZSPi1Yl2UQ
HysittxVWKAgc+MdOVUfp0aVV4lC4l6mPQG+y+kEhrlNBywdA8QqIV5nrejrbdTUBu1fwlnZw0BW
kzVuue8uJtl9SuGLt0v4ekvz9mrUMS30Sab27Twkh652r3kMmCttDs7UoEqI33p8FIHBblEPX4ou
Gdl4Qn0lVHDsBwCevIH9HsKeCDI6E3aUQV0g8bpRdZZs2SQdbmdI9UHGH7KevqI5bylFcprgqteV
8wHvA3Q3R+paaniSI009Z3Hs+K4V8rkyS2498qzasbzD5/oAD85x7uG8Mbxbs0xveCKui5gkbO7T
g+vQvdWYsPwZ1zkUoOA+zqbJD4acB6/wAiRWvE+aVq3VoOb3OSETtHlmTzCLZEBGk7amRI0hAkge
MfwMh8vajzR4rWLafYfC3tGldoRgQUlu9PkGQUu4Ce0qfySsc4OtyUBgYxPJ31U8iV0O10Q+mAgZ
feK6jmnp+vC955E5MK95+EoqgxYcOXOwzpF2009ORAK0fZG5csMBFizZY85qyux4A4H7kW4pg+eN
k100JWr4PjZfIEoeGI6uulwPruU8vzft+Ixiio9mUot1VjAB5ba5dt0gYDJJjF1k6I8ilTgZRcFs
7prBpm6GgnWofCBvmzCyKNIvLCdeuoDMbMfYWX1x43w6tlY98CV2KFFsTIpkb3afu8SgeInbFGy/
9TL3MBVa8qF0XXVhSxoyZU3m54o4Pq74aoJMg4/Y4ctH/ZxnaXY0kzz4oM3IFmbMlivbibWzGNWL
H2KKXCdhVy69ZPNuinLv0DRzdW923GNB3lodl+EIpadLhsypN2jlSabYHz2i3HItG8S28+IPUaIA
BmZOaRhxk2YMqU/TpVNbExqUzLmr8u6lG9v8ECZlfoT1tX1EvEh/CMZmhu8b3w1NJCkwsOdaLMSB
9jm5lqqU76EuiexJS/3AqRffFbgNtmx52qU3Tzx5pZL1yg5Ee0mESAHUqWtP+DzV+055iNiFsl+1
nL0vnSfjwku88a5uw2Kvhxnp87aNzhb74ky1VFI/xv2o75U+pwduxv6KGwp9hznh+3YqI4ckE3lw
a9iBRjNm2ZYb5D/1DeXYCa49R2f7auy9HZkJV1mr3ZRePZ+5rAO+2bLXN1Vhbyw0ezxbAncb6oG+
c5NWIzA1zrYkPSTBqqrm6L1nZgyPjbPItI3yLNNoS26t1nluKkueIbTwjnyLtAtFUha+aHtedG65
EXvLQjBQzzzGx0Lk8aZyJ0pqSLgnLi5EzYaWu9mSXOqepeno6n7e0zTfahJ2PxplBx+dGlduVNWb
XrokhxdB259lse18dKZcv2gQz/hQx8iu67Q+piGC9iY32oNZjJLnURpsadJL7h0RPtXgd+9HOT1B
h6Z+KaS2q4laOthBaK2p+MBEEHFc4WMSy0+Iz508SaIT1k7YrdELXORMKOtYB6bDNVWWBTDJ7Js5
K74zb+G1ebPRnXCXVH8cQtXYGZ/tTrpHBn1vrUH47WOtdvd2VVU7OoT1AxJO62NRd35SEI2uF2jB
tNBisgRP066LFp29L8Z8kaG18b7RhPdS6mWFvLrRnqtuokwcQnvnNFFFtgN9U/fupOzbQs5fEg0N
XoHDYIXFzbqZdcCkHoQGo0QTXmu4XX2e9hr52m6Dp3Psr0nfr98Ls5KPnC7Zo9fb8V0YBfJS18do
V5qtdRN0IWdAZmiAl0hoD3NsZA9F7VyaIiQ0UY3FgCkSt+RtmgkmOtcgTZDxyhwLhFtJfmmMlfVI
1oRxMbp1Thd3uJSSlEGiH0RRG1ejJQa5EeGUnqdl10g/EVqykxInX6iP5Y0AtQEWsLPu41AKhEg0
poUfBh5bS/0QIELkINkmdwTdHjCTFZobywnVWWbhQvjjBMJV9aW4Vc2XL+riqXrLnP37SLi/S36N
SJPfpwgWfu2f/gVy4E//6Z9+oAj4m18pgoUIgAPASAzLRgAenN3wpVX/8T+Y+rtTSBcpcMaJJ+NP
vlIEtvNuaXA3YA6oyYCB+yu5ZlvvXA/LrmfbSGaW/9xfCMav2Ttwk7+bxWN+n9ECt0ZIINmEhKlC
sTn6W+e9COwM0RSjPf4tkoWqwhAc6IUwnwB3Vbou8356zKqov2vG8VNGXrOvz7FkWotnMkQmAmfb
dWqr/Kxvk7zazHTjLAOshvOKciJVbDqSZzysVPQonY0YSqZ10zrjLyQV1g9EhxB8BOLrqN4mVQgb
zfdEh9tiq2fV6dfOMEcesULsDDt3JmP9WA8N9ZSkYcefY7PxaEDS6y8xwKqDbG1g9IqrGEVRI/Gb
8Vyf6wgZdRXeqxznsBOI3PJnEvJYjA0alwnDVzd6qGgoNKBG4wN2IDfdciyaZB5D64V7TTpjvW9N
NYEk6vpSYDOEOOiAhbIPQTfoxyHvSbZz24GhAHHUYKKUGfIH+A4Oa6+lmwkNcN0A/bBLvVTAFhjC
Qzlm6yibAMwxTLABNDFgERWLkEmoPbnhN4Tm5xk1ej3+xFyzKNPrCdkn6p2iNAJJEXVeR0DkqEeq
dNlBJMUPWwJFhhrfTtSfj1K57x10h+EqlBYW6sSIPabesm2zlcrp3tk7XqgN284dmvOiqyf3iJUk
qHY4a2fgUZlVn91Y1sd69uyzpHFzH51b0Rzo7Gw+JjJpBKWcocWXRMcCMVqU/UnfY4vZ19QUfbTn
QV33kbK6bcbm1q+BZ/pLtIBMfaTPDtHa1BB1bAxSHVlVAarmlTaFHW17gZFc5XFvuQR0FPNnPLYN
+E00WK912ngoIMtsuAM47zU/Y8X9Epp1EvkR7lrUCVpyaUQqMa/KsTDP68EZqAPNSu6AgXecAwMT
Gi8T5i5bpw4xtUJruKGWRdG92uaTtcVfTR9hHvPMM4aZUYtYXJM9t47tc7e1DYPimtIt126OiWdr
NMJ+KErTfYmHYHJ8R4sioqzbIjVoPuD69I2GVFo/ChflrZMaWBPiJprCDfWR49WMMEWttUJP6jVV
aa441zRCSHcjhjwiH5pkfh0qHiErL+DJ4+sA/u2WK1Ffirc6uvtEP0RPQ5WDBC7l6R8nh4pAxmEK
UFYFMRLBJjSqIaR60Ra3puoX2bCDe4T11VzLcRg6yrXIy1jNejSVW30iIIlH0JRh0s0I8xqa1N5p
4H3ombAjJX42kxzgCtEMmyZ3u2uvNtrS13qlHgPm5xsD0n64s8w2+ZAgs6X1wR2HT4KWxxEbngZS
URVNBwpHbmB0mLRRByQuq+oVOsdA5B8BiMxRAR+H/9XdhbObvRb2pC5ymZZ3jtn7aUtZBrcDoYmr
jJv4TA+a4TlnlT7auUjmXejSOVi4LgZq1233czQFd5NC3Y3Oddk5ykq9ZBWVWwevm2i+bk2NFiiz
ShyacaHPCKPDfvc8YVoydgjR3A9ehyVwH0WjBy5YVQypnteT0k32r9xQatFTVbkwshj3AgDHjnhg
QBTEyxPm6IpEzLqtRw4pQ5OvKE3oS+35vtfkNZTxFj8XSGtr49eEjGvKaaVxdlPCqJtIGNqybuVq
9kKcz43I2mfTTttHm3Y5C8wIIC/sizrdoYSj/rezhMKlz5qCN4dn1Z3SUm5mKgg7TKFzCL1BwSjt
quYgJyBNsyw2wUiGPBKkkGYyg+x8g9dLfW0ojILwPzR0m15gAKKLj4uGOPtGPcLe1Z6fmjH9NaRw
MgppdiQJXo3xbCxkWr6BgGWA5v8H9D4GS1HmoE2AaFkPkDPWrBQVreo3kYeF2Tc6XLo+GsmiOPP0
ZduNbEy9wNoevvgxhuMA9LE6c9UARGKXcPDUX4eBIcItXjdaGAnDy8EdU7wMuD97IfFvkoSEmFuF
l3Ez12qvNVgAkL0PBKzkXoqLy0Nj+mSaTXTnWiwdPh5o57PZeeCtep/1/bnDgZ5/duJoJmR+IUnc
OVAmL2YRXkXhrTcfNY0wG6rMHTKoKxPXWDiYbr4eXH18St3UuIhHVXUYqAfxQpyRGa+WfXI1BR5H
VhmjCGV3VuatFzvqbKiz6T6arAxbHOGU79l+3CsZpeZ7MxjbV2z25vPQF+TApKlls/UPXQoQ2rYy
Y2FNTY87bDEcKuwlhNZxcHc8sKLwKsEYCrA0sEuvHK4uvCfA+fABqn2a4jklVqDzgKlci5RYdqgK
mjNWUt3H2HyxHLQzXZVtT2XBnuADmrPKIe7qrTv16lMd6XiFpibBCUblBHFEAbzdS2Tb5GcXvdtR
A0iDA1RInYm7OFicRVmueveoOnTKmJAtAx4I3AqHq4YmFcjdnXzNVB0K6sruo1XIJbaW1PIpP+ti
kvd7GxfCudmU3vXQKHU35nqEh10NwfUEVoTuxooy0zeA574WDv0hidq/T3/201H673FIXgba3x+S
//xf/oHA7T//1//853/8l+/kZ8tf+0vs9jsGN9tkQva+5m7/ZUTWvHfEMoEbkfpvYYRwlijbrzOy
NN6hC+MvEpJDXR4k7L/JaKT+zjUlLllpuPIPDchv8vGRtxFU5rik4yCOI6tMf5NUBotWtQThs83R
gO34bTmFBw54sW0dCc+ZBcBIIb0yoK2QA5d1aHfxmT7ra8xRRLpnzDk8FxGhW9hvFUJw/D5qoLId
h3mDm1h68SP13Sg2ylgOnzIjijGzq2WuGZPFNDoakEIrdP+dvrLsXqGumHWkcJV17ejx+Ip9YgaB
NjKcOABpXtfKeDcz8NerQlTFUzKrGf0JPe23CjGokhMVBmnc6vd4DkP037GXnw2aPjdrK+Kwbefa
pMq6SAdrg/k1OiLaSF5QmRzQnOLRJr8iPFajGHt/cqruAWUgpbBRWCNniIdxS8ahke3w5Nx5RZxD
25nIBMY62guU49tCg8phqpTBFrTPWBLf6IPOSYllOm7Np7FK1Ce0QNW+HATYkcrz/f/jdfXv8R4T
RFT9/j32p//2v/7PP//rn/7nP/6whfLXvm6h7jtyC9mQiERyda5o9qO/bqE08KHxBPwziAv9q1DN
dt+RO+uQqk8hGQjMt1uo/Y6YKnhvejDQsRncl2/Wzp+tob/1Pn6r8WQJZRElL5LMJMkrLXvqNzq1
FDSqkG6CbpN14jX3lPexyGlhXZdht8ssLfySFj1P7C4c3Y+k0KUdbrduvNAZkcSWTj/x4DQzALZm
aIS0BYkTJuTdVPMumSvEYY0rBSruOJXEUeI0atH9ZFmxpm2vBFN27G5DxoPjHD2ch+CBXY+lgNlR
cq/YwUQW2qSXWwIWAvMMD7Qz+EuR6R3fmkpRh87jyyjKRtvltlDITiqXJ3RY4otmJKKCGygf6wrz
SVwnG0wpxjaNhD6s7DHQSQXKs+SDlbmMB8IhxQYGpG6qjWVFlk2YhGY9ZfFImXcxOmzncykafW8O
qXYMGBVXdjvM170XFK8ttxQMbZmv4fPHG5nNzfvATqmEIb+9HSmgNrOnHAS+e5yMDl7T6nTvQpn5
dGmb0wSPm4jpYZrwgW/GroqA5Qg22cb4dD9OBQuc71Si95bohPlDQ9VFtE69onqCkW3wH6cawvzU
0pGlLAEGjHC9hu0X/ZL83AwatqhZRQI2ksirC9k5WCxqHu7hOma0Rz0bxg+h4GU2GRLl1C9aiXCO
zTliM9EH7cKIPDkfk6kJ76dKQF94+TCD0WWYk4ouskmod1tSB6gC6XjkqzZ8UHrCiNjkwL07eHC9
XpHC0WBedRAuHrEwBWppHiajtMgiNDVTauiVH8yFPAxToZjAUOt/xppjHWEXwZoHo8Fy3vdpd9kC
i5i72uTj8PNa6B3FEIz2tpr77jhRwVv5TdAtQsQgptfRMPM+WKtW2vhjG0X0cV92xgdPuTWjkmws
tH1mv+5KbSIzqILMWE2CPqu1brYd2X4W9DP6cN5DL+tw2NMuPT1bml18EAxRXDNuOT4L6rGwWAul
NZtOiAibYCfGAJdCwKXUMLSRtdQVxXmjawFsQdyCdGoyfUyMWS/8MrPTz0OASMHnMeTc53kCG5O6
CylZY95MN7BdJJO56D3VEp27EmHm8CCQy09fUscN9gMmS0lK2WmPYqpTB4FBF77S1zRMO+RSuQPZ
18bp1ainFHaXnkm2STFW0y6qEWX48G4W6kXG64dgDlnbE5EEzS5swGtgDK35oaLwEOnEZC5hclNr
VL7WNAMrSm7KaKulosv8XBgWT8pkUOekSQ7wruHQaCuCftWnsautx8BtmmBtGbOI/KpqgvbCctM+
WWGtlTka8TShFDKXhTiEIfjrgdzKHFsOJL7rEzdkq12WwIddsZ90lMvRQW34bTvzmxOZYra+aIIa
rVLmzbY/xTIc0ITgYdppGLoowvHIl/RrjKXjcTSi4A5clztZn0sADtCo/r3L1G4cY01k9n5sRjHc
jpWeGp/iwhJUUGsZnhQKaMYKCd7cfmi4EPAQ0/88wkVafQ4zkjS1z2QzJVjrCRwiZ6xq+YGukOzY
wXsWDkm+TKC1/dpUjTecg6Jbxi7vCxFdppYXvypnjLDbpF7vcfQAE66smCitXe+QRUjTqeduPFan
l7QFNtoODqLYNZG9VvgstF58avBQfe47ZX1uolzPNgD9YjiPu552tx408qFQFCGUFefIpnEMzd4R
55w+GqXl4OGKejaIBpb1UWLsqc87Q4/ZNypbPRZ5kFEMflov43FMy004LmunTborLn/41nRjBaYT
voce2oAYVsUmR+v17PUGS2wzWCy042m5rVzs9sgmYutuhhlp/U43upIitmUtLgFT0h2ET3BUpcHi
zMu2j4RttM/WkCoW69OSrYJSI/XhtHy3SmMRb05LeTAGnbGRvy3ry97enFZ4FC7ylZmSxT4mFYq2
+tPCHzgRzSg2Yl3wyBMogFgPgMAVtdy4J9jAPUEI4QlOsCPs/fumEO6HmAcAgAMOj+fmBEMYJ0ii
OcETEavnvI8wMniHfkEw2gbAZDUuuIZmBMFdewI7QNk+ahL8Q5ygkGxBReYFH7G7MjzrTqBJcgJQ
bKCUjviGu0ZAcA5tm7+CApJXrS/oizoBMUQBGi9kX1Sv4wmoyQxd8jAZsp7lypl5kg1Zko8riNHx
E8c3cI/kEv1gK2EMd9qCB82uox7dE0jUx2N3LU/QUbqgSOkJUApO4BI/kL2TJ8gpWtCn+QRETSdQ
CscIAFUhk7FbBSfginUCEMsAzhIUst+C6Y7hOj/BXXg3qBLDxLzoLBdErD+BY9Dl0RPIEZBZWaHO
IoRxgdLcE6zWnyA2jiPQthPwBtsNCDedALngBM5NJ6DOXTC76ATfQeIB5YUnWE8/QXylEQD3xSfo
zz7BgNEJEvzjU+//n/unxyT7+6Px//4f/wpN8+d//u/f7p7LX/k6Fi/dTcy+OIvM36bfv4zFhvfO
QqtAaTMLi+Rf+Ss5I4x32DdpqAUqJI+DzfPfFk9LvFtS9/kjh/5ZVlLzj4zFb+KJJZ4sTBv2kmCP
yYSOzDdhsNwwKHgcm5rociqPwejMV3QnRHuNsHok2+ybQg79e8wL2k51XbyP+9L+bV/6XYqIz/lN
GO5v70E6ho0mmxRy2+TDfjuZj048WHlTU03eCWPP7llfSmbss2oS7vqbn+YrO/VtQ9RiRvlmCTh9
XL5XPq0hCMnx3uzaY661dq+TjILmIV87aTEwLNYtSuJfvM73Ab98Jk9nCaJPgx8LK47F9fDtZ+Ls
doHa+EzliA4aB+e4d4VL2lOmeudykHmCvhjDlcWJELvK11G5aYdadtOLbU8JIY2DfReERT2tLaep
CJebHe+OPKbR2IO02YZfD4wqywYQteBqPfE8juxP+R01lcYTGTVkIaWYU8fYJH6yksRN8zy32k1Y
q4EkG0cSFTSQ4kzqNEh55EpE3Caj+bShGxQk2wid6qwplJi3jZYngd8NkYw2mG8qcZSEyUT+L761
t78OHlEDIn5xM2EFPCEl36xoI8tDIDUSBqNwfHFq8uoCkpR+ka//Q68n9yF3o4vuF+Mgpr/lGvnm
VRDiDmaMCt6XYWvstVAMZ1MwUhvA1XPPY7DZMCksZemwCnsvNIwrKC8emdibsM2pbp2zXPrKrUDs
ey6mX1w6zpsvgXZ0eFLoR/AlXYq3rboIrhV2Kt7e3JruumodrAaVpvcoiBt9E5EOdffzb918e63y
igIDJAMrDV2gn8uff/OFjPloxxaRSgj8+/jeyJnGwfhJAQzLrH4JU1HxkCNw4FGaEfiP5fbds0ss
cryh3wN5pBzs6Ggqj76ePsXm6GcNUgL6vKvpyQ2wfewqM2X309uWGg69qmgY//lH+BvfmXAgq/Hp
C3ImrDe3dTcTR5MuMfORTthwk6kdqFq87hR+dtP7/PMXe3tc8XWBZFCWxAFs0Xz85vrR4qbIZktq
K5FaATmis9jlRTZdEU9inf/8pU7dmN+eV8trkTlKdxnFPBjYIem//WmiIiD8DNYGyizG45xnlRdv
ySd0NjzmtWlfu07A7OEZi0bUFuGXmQTv6zGcyJLMC8xlK6A9vd6SDZu4B7IH0/vWG+W1k0iCOQjM
sWAN2LPstS6gLNe6N2WXIf3dixoo9npfSNJ+/AHzynVpVxCVS0xWtulNU2n+FLT65MM019qqDAvz
Wgkn8K74Q+f9ME/282hTkoyGUauOZdEw8JLZteSIEVuakLYf6cuKO6Gei+po2P38u3srPDCX705K
ifoSTJWs9Te/U+p6tTk77GQiwvDPdlyRKeWaKO9W7kiuZFFmxLHkdHChBUdAOfcG0p7alB4uJtJ3
KC+zYZo6q3kGzw8+tHnhXDt14lxLp6eUyyY2ytw2CIceGqIfFPurmz79/EMYy5X79gLgCmBEJjIB
dGi5GL+5N1XWpD0aHJ4jpMDkW3sqkFaTmLdmcY2RMUUwLLaDfFLZtVq3BD8g2WE1b5war1ZPvSuR
SL1zBOXu7i2nstaDxmNnTTe0Ef3iLly+0B/eK+jfUpfMc1x/815ZeDlnloM1oRCeQkR0VnYrk83P
v5Llyfn9qwDvEuYgsaLyXH1bZFHRBkYyXAktV7HnkhI5nht1HFkreFkI0nRAHAx3zh+5TnP989f+
YVziomL4Yl7jnOGWtN8cNG0z9ThFKLpXeTQ9144VE75dTZfCjsJ7gMSM4DYeDzx+l6g/zdLGeG3q
dveL9/Hjecc7cO3lxJYUt9nLn39zVcg6sPFJMcZo0dyRs5jU53ZZVyuacVM4x8JwfvFk/lsv6HDE
CnJMXVpI345otNr2lo6QxZwWPmsqnb1yEFeUGA9Y9XC//fyL/vFSQq7EqYc1bAGH3557YFhJ1E1E
dA1Z3a8rAyVryzj3hy9YXoUx0LaBEiB63vya2egtTCufKmo8sW8HchNpL5O/GG//5meBJyKJhcGA
UPjvf6yB8iXcpnwWz6vprtPI/dZ0XuqPf2MSxSr3HXgDlZffv0oecET3AgQ0raGSRD0HGyjm7Bc3
39/6LBIgmxPcALNc4PpvLzzYHLrABo4jCUveQ55Y2R5/9njz8w/z4z1ucZvRpmbhVKS26s1Xpptj
bJNlzc+fYokqrdHaVvyrO/IYHPTnzfTgJaLzybC0fvEBT5/g++PFYgmhdZHCLP7nbURNNQ4WIbIc
YhP1IxtdzeUdHgS0QtFUbMqZ9sEyRYo6q67YduKlzbw7hqDAx51a/uKmW87LN2+FVk8CVpjPqM9e
6MzvvuyRfOZIICDmy66ewrqUGHEEklSikH/R53m61L9/LZYVNlG+awhNBsHvXwshejPq6JtJbZy9
B+52j8LJpOulz+YgSNUv4gGnOwqfo92ksSQ5LgnOc6tEYWyEXfRQqUEGVzn/lZtRUAqx0m3Wym3e
RSllW8S2cyjOsSLf1moTbFP9RDimZpziz5GGY8Bq9F75eGP4HrPEw9CAv3cv3B7n6c+vrh+/V7Ho
JcmqlMuS9jaxYCSclzB+RAlhz1iNZNcgWUt1+9lyftVC9eO5earw5Np09KUs9c25ybaQjcJQlDzk
lf5lKCd1rin8g8r0Xsu6ULs/+smgqgUVUewOKNrcN1eMZ+e5hbwNE+gEnpQgaipWNEtQfNsCkP3i
a3yTAUSVC5Isyb7OM9h0ofHeXDN5LwNSFdGtZ2azRD3L4qjclvD1ioIBGA59O+AsechJNrnpiDMn
cTnV16lhp38oVur0RtAMsTrS7sRX/XZvtHo37kXNxSv7qXo0/y9l57HcOJJF0S9CBLzZAiApSqK8
rQ2iVKqCTXiTwNfPQc2mRCnE6E3HRHSPQACJNO/de248dbtUUt720TfiYBjW5A2MjdZGSyEq/9dH
vs7rJlMGh9bPZ9Z8hnBGKkKEW53ouWzhXN+l1MURM5164MeTr0lsFRlqrMJrr5Qu5sdvdIhEkhMI
OgQiG35ppamEkaPHJ4bQ36X835mAgwYilVWWwI3RtT0aQ+QNVLqo6FHVi0DiojhetMNHQIkIEICc
fLxwlkHLZVbTvWKXmFoGo0RzK0epWWGcuUSymn1id4HkdQ9B3ZbNZQMRoPbx9I3OLZMB0IjSKjDX
9hi4n8HBwUlf2mVCej40eU0IgKhPpSUff/XcF0dcx+SMqBKv++lTdDBxNAOY/sxZ8qsYUeN2lomC
l9WqTjzDzy/K0FQbizgfv8r3cbR8ZaZZx7giaRt1oj+TiuKF1aidSkD+dMBhsCP6hqXHUryeEY7e
1JxQwxkKHKcWjWviZhKwoZSdiIyVtjVdjxnZgYHqjcgyuhJmYAmrUfOTIuleSMIaJgSkPUIPAph0
3PtjpbSBkqR9ETTmJCzEn6KcwnqI6INOhkFXziFELgmGhWidE0vdp40190LhgaIBGCYyRY+THL0p
7QmmytqgB/OreaL92U0DKSN0tiCcmiy90tLvZE2QQZQARbZRp1x//yV/fmt8YCyzrkYBAZDN0d5m
EIUzFpFRA9wdiy3avpr5YonD/3wVtoHcIa9tvdDRRxyPpBJMVdmjAePMUuu6tcelrm5OXOWLm2Er
CI9HBYy2Kis+zhUJriKCY4o+EI6MADK7E8Yvcnvae3M05atD5sR168rurnZSeVVmuXyspW1MO7qg
8MjZmLmoxxU2QoA9iczskHHXOwKE1D9EX7SHaEGci3NwUeMtyDzxI2pHUiAQtyFF8hQLZ4jG4fyR
+vXYh3Md1VdqrJaeP7ZNdABN2z9XMN9Tn05E0QVxJ+Vhyen4BKmc7TjoprF4hX0v+z2YfSnICWrG
N1Ebyy8akyk5S4O56tMRYj8WMY1rLRZA9r5/ip9WOBNlFiGmZLmv7CVgSh+fIiAvDj6abAO2YtNz
A53gz5A6xVnaRO7DQG592OpQRTde6iVvkaCAUrJENEik6NOe+jHrK/s4Ma97CIelfT1/sln7+GMS
TXhLVloyMPQ7OIkBwvAxDtiLn4oy/uJjpJJGgdziO+CYeRwvjIVwFDGRD5hxK2u4XEwiQXy7tKjM
dm2CCHdKiJ4PWscswYiAJsxIIxCOfqMOsf5w4h18um3mUXAinAaQdKiEJHy8bWS1UYRHEogpsgHy
oiw6FowXmPxAg9LhT+dYndyxQIFGS9VUv6B9oVHxMqmKsASp6RP9D9NgfVaGE2v/5/HBb6PrydmR
6cLRvaNzuNCaSSO3twpi1GrDVpvTaCMzd/hj1ZhX92njkf9W4Wvztsu82hXBVPTDxtQi5QI2jX1q
jfv/Du/jIHGYWHhWDFtLZ3n4+LQGMWh9HMMVX/Sso4MTLRbFQ69YtK0sJhyunCDgQ5dR1vomi8Vr
1pfoi/LcUV5FOquP/VDpz2ZpZ/cCLtdGgph9LAad0FZPGaZnTe3kA3Wq6CGyTJEDNsZXqRcJKHJ2
1NyQNA3lwYw6Jb6punyGyCSItGFJMTKMHJO0DsShGz/yVFP+CGJNmmDUraHYeHhnn4hrkkw+NeKY
Tuu9X+ye3ZqlyZTGJiEAFyGkQG8duF7iIEZgv0TXwxMZ2nP4KXDutdmfdfqdvkMV7HeqN9P9kvVm
tDHVmDb81FgoeQxmlZfJm+JlSy5y+QNfBTA8tdaSyR/Ugmq3brfOuNWa2frVOB7cztklFCwE0N7a
W0T/RF3kFYowzJuuBBGCvX+6lCNZCbgTZuuHlUzTWpdLyieTDgbzVGyr47kXkzPpj/o0gZgfezwt
OiF62VnWEODjy5EWOtIP6gUhTA/vsSvLWdlh1K3vBqNqH7EENmA86M/BkU1mNhRVNORXuUz7J4NF
pA5Ht8t/14Blfrikw11WRCZh8lUHF5aOWMpfqgRAgxhLzHszBmnJRFXZXdhmTXtBUhnwtIYwhd9N
rzQywNu/PCkZTDYUYrGi7zv4NEOYl8UY+XpXuFgix2pRcNBOhFdai7ydp8i7tRyoP2jnmPmpEA+A
4DXGj19p2QJGvG8RiFklpP0sW5ZDmYsOItWg9lcUlMqXZLKz5wZkEcKoucXLj0xJ6bYmpx7O+zZx
SavL3nIvqqTJAijRkThUwIVkKCWx0xSwoxFP9SDElScaIlCILWL3oBZIbK6GwRBziCMahhKBZVkZ
Wk4v8Te5TdMjpeq4VdVePI3IXtTjYWV4rCyiG5zf2FFhNKD8mASl2LyFa2EPtg3njOL7tWPMDi06
4BjObnRL2/blrOQpAIUWHfxMdyBs8gxJYI/TU8MdvQKz8yI3QHoVmr4X0mvXh1cum6rXejXMLHVx
fHVOpzw0gSpdAIMwm60ickeCMon6hzpVRjo2IkteqhZcdjAty/gD3QpxQbaDGnaLfCs6TBEnpssI
a/gjwR1J+zSMUK0Cy6inDG2NCbe9ETnucSNxy2FTOITH+6XF+RvfEsLZYJS2115Q664fMYDi0tUw
HfFNLnp9WzgJQGz2aPNvObrORV53eNmdchofclG28Pxqtvr8HFG+9njHY7+XTncZA7NhezAKZa+l
lvNK9NvwImsEjBiiHBQps5X1fNhaT24l3If8YQA9Zl7keIjghuADvxwnQt12aDTpI4DfQ38xm+ZM
06JDyxZqcpCvlZXMM6qPcSZqzVRrLOztYJ7XdaGr57qK0v9CjWOLnms2GNtKugbq/DEv71Ldjar9
VCuSAJGk9IwLr/TIiuAIjHwrajl/h03Xezs8LNDdhCzqCa22LIYgaYyxDWkjwIAoJB0SbCqIj5Vu
EFqIFkfdeVqsob7OavA9rjsn7zJulnhTulG3VezGObdLT7nUDQqGwaxE9RtnK9LHI1S1NwQcYaCk
48M2OXeF/itOTHMl52DNQvDHzgRxmUwOU2G7mxmAuxEwTazpE3VSSjqdZRZhq3MAn+NKiBCLu6Oo
zwBgQdRHKZXAJhe0eJzIyA3cGwrYBsODMIHdDSiaP4sUwOicoGgIzT4nudf0WpIZI70x6C3XQ/ee
empckVE4GSt+xO7VM9nkarNpDKu8c5Zm/l2Uzup373vjxeznpAmG2GDxmLrUy4JO6p7Y5HbehQVh
OHjzxLxmggDagby6pGMeEpBrLjel2yZvg1O406Xlseid9a7ajYHVT/R4UoLFhJ9xSo7CDDQw+bAs
uz6El+XPUtkI3XSFg6wOvAVdJMAOX5uXMFbc3ZgNzf2iZtaWgOADlSgCWqLxwmmxoDRCvRKEyCkO
ZNfaeROWsoOgnmyySIaCz32FERH2oPgiHx7K1LmRffngjowZ+pP+Ul6D4notzHzPqXEz5flvNc22
umrurRGMH23myrKvIqxeQ+8VoYvkHVkakUfV4JMmuEPmdZ814rljcTfr7mLWouy+ytKraQYsZxdv
GfJ/q60Oi/ZaDQ95jDDN+KWhFRaaszf5Cx0m9qJPNqkwtqysztZJXSIQzVbjqYJjIcrFwjrAbYBD
iYwfccLKVdZUrutIvR6UAm9ioiXDXVQ67L0pUcgzeg0XVFL5bw2Ur6oF3acgyBMPlCNDFcV+6nQP
wyi2Kgkt2iCqQzQVTLv40Wne3Zqy2PeKuXCHAvd3+8x+46FTwI+QZDv9UEunPVNnZ1fNyw87sTYN
ATaxbl3w/u8MXTxaSnVmpePs571+ByXkNrOdvZU/uvHBsFaUL8YP5IoQvBhl/aae/hBuc+6we48E
KmgR949aHR/MRIfJK6dlh3Bv30nAmnE63YtO200j+L/aJEZXNR6jLvuJbTJoekD8xVgjN9W3EU0e
n8MMEAfjRSr6jZZQeyPuz1cr9V5P+9BDOh0gBKR+rUC1aJEyKxA6+iq5N5KBYBYwTQpeDrykC2Sc
IuZn3NjCehm16VlpXoxJC2Il+5VBPeqgrOB7Kg9EFF6uelkPYarrke1L1m1QEPKRxZrxw0158ZIk
FUOZJIl8ZRhH88W0cERbsnDS1feKAbRpiuU9NX5M9Ogna76eYuu54HvyBxhzi62exYPV3E0aDlkK
WnYV861PG9Wt3k0tP5vleEVJYGc1gIGMOKNY0LevutJVIf3QmyJtzypr1UPHKpbu4Y0P/7oCQ7Wv
5rLaDDDt2G7Iu6GdGj8y+l/5kI+gXpWMXqomWjZJiJYx1ZaHqa9VBMWRs2Vhdp9RaTsm4WGEeznm
mTt3Z2okjTO3bi9z7MoCI11joWPvK7hWSPuvEKcSFW1j6qpSeRaxj9klXf7OsTcJFtH+znTxgOT4
1WkTYBvdz3G0EVx2de2o+ymWnLYQDqpRUIL/usyFJZ/s0lB+6KhD3oVeEDukaw4SfpU9CNidLkMd
AOjKu/XcWidAiKMie0g2WB7y7LkBT5k03r7rE70KVFApTpDACAEU21ZrJGNHwDUuxn55IQFJi4I5
mdMyHLHPd0GbjPmV4zY21viG4llhrGtLp8cVPw8/xW9vimw3NDKUuoHXVuqOcDgIPUutaKHZael1
5FkEXxFxnCaoc1cF/OCuEiQCrPM3SU/7TVWrxvR76HImeXvjTKG+ymB0VrU2SR/FoaYEk240IycL
Qd6v6hKFir2n13zKvhNzpJtXhs9daz+Fapa3jZ7IO9OeyB3I44TCP7DOdgq0Io8I4uiWyUVk7Lrv
yZAlP3pzjBi7JAnfOiMfV9gQAQs6GH0301evWAGYxxmROnWhcxJPmo7RA/s1JDKHbWOerIHHqbPA
jamiHPRaVxAs7ZttQ5S8ZHG5cwHqLayDCYQzYvcWokSAN+WGAh2ssTFAgW3BV6iZkm2IJbX2Vw3r
jv9EuPadZzWlAANuoyFuWU7wDc8VcXDOWGvzNpnq1deNKvrPHJkGhku9HS0/booR57/iOUNoTAbY
ScVB6M9TzMXMnIu48wKoFnKwWRuNO6NA7XHVMMHmgcoejbhcIgAvvKxNtdBQJ5hyozJYf7Ky4fVV
zRA/m6OL8dJyiuSNTDWt3th53z4pvTZeVsCfVnXCAKPJioaG2146tfc7vNAHxxUs7XaGnh+esYNu
ucripQomi0ApDOmNYOx4dXez0MQk709qRBVlCKJCdBfRkwNu781aCaREYpa4raIEYjmK9frapCx+
gMSmib0Y4VGFmkEMbpA2a2MPqbaXbdlsjvF51QhvDt0BlCIjtEGXQAFXvaQW0rtnlDxywn9sL73L
J01cKE1RPTt5PV4BzObmZ6BpAsBwoazV5GlyMSar0JJcaJSI5BZaUxYcW/YZuIp/MHmT8BtpCyu7
O4xs30xr8CC/FMRSkitXY70TY/qC3NsYoeGmDpEQAnK1L3VjeFPNuLpR28zgwzYLspwgKz1NeYHD
NCvW7i5aG0wiRcTX6Bdx6b5kHkIdgq1gqYBmrKd9Z2jwe5EZCLCDdkooAoUsLbSyKL1V4m7wQipi
9G1Te8iuiej1cMBns20A+WnHq9YQLhlybTm9cc4gvNA11jzwGoXxQXOapPENoSRvNf+HFzs3HMEa
7OoETdNqpxQvIFtmBGxAw+Jp9zdaVJQ/F6+g2TcOiv6zsqPqgAxpIBJ1RK3tK2y8fylsnG9TTSyc
DIAAujtyQuB0tZFLZYxtZz2EUaYnPNGJo9i2XwZgtq0JJ3SrkCDd+x7Smm5TL6NlncU18sUbw6xb
iCDTMvyiOKP2QAsM796Op/KGPzu+FlrFUT5HjnSfeGxzw56DZA7Ooun/YJ6N7sg16V57RP3xZu7W
uQmCs8MhqDZBeVEp8sYD1ozkrG3LpIC2NK8WgMpkR4vpm7aG56WUPWZwWHVImAei/UxfSDl3CTt6
1jAEPUce8lffdBCYw/PLW/pYtrgmR7uY+PoLNpRKTYKZX1IqcOBEEJHoG73Af9AqCTaW2dUtqEUc
2QMjlnwvI9uAPcgTS3CUqOEb06RX3ycH10E4Wmr7XNVm1VNzAzwR2PaQnC95VJqBVCa4dk7GAPBj
BcBJmOvC3gkH+kUnqJ+0I5btCR0vrlBLob9huYdiZYzz4WrDr5SM5pI0acvC5VSyc+xUxcr8YlBg
WhDpyQcO6lphMm8z+cstZ+Z+tyRglnR0OTyxowXNq5kRu6x4sTBleomV3MxzGT/AGO8eqxX3imRT
TOaGigVjosGP1YKvot4R9piN+m1i26YRYD3w9oy5HAiWkDV2oSkH5VBZUIp2VuWq51qPMjSUnQMI
D2OQ24UThIGbBPdKF+jZDJVq7PPZ8zs4VBCovYr84cVU+gtkD4a5KQSHkRDOiHMgn1qJN8AanVdi
1onVRQmt/pyZz/TtWLfq64Cd77c+j/VbFAMQ2y+ycQ79ZCeOb0xxdDsnqafvCmiA9wo7iSYoupQh
FrU2CeeZSYzNjkP0WuEy1Ow32A+NwZA0KXEoHdUn30D381YwceEzLyo48+S6e2nYxQPOPasf+p1R
jEA/Jkw9HSaSASYzZdS69SPFBl5YRWV2SznAVM9nlq6WTzleul3j5EuYd2Z83VPzrjauGrG5SeLR
UMhKLeGamQ3rV1gNcXxjtTWDATN/k/i5l0KGWLO0ye1SVg5H0mrFi+gH611TWWRYnwadPbNRs4Ir
lLGlDoNnZy42saa5J4wN7CoB609ZmrNBzPkv6o/2wZAEJVYdHl5KGmNtU2hsp5/ulDeHMfYoMiEn
/KsHACH8H6U1LDG0jByVFANz7UEfNdr0bNEAWqWg0rqSAGMxyQOH4xPaiE+tFC5iOLhQiVLA8m2t
//4fsZU2enSRS06nHD3TTVvwoHJRJSd62J9kyVhdsZ+DYoLKhIPxWFqjA7htKfVg6cvi+gBa2mEl
6MznUlKJ0pNCu6gzz7g2Ssra1NrLjVKIB32Q1AnYHZ83yMTCGeLC3jTZVH1fhP/UO/3722zs6R4H
Ju24qizLygWYVtfBvJav9LJNtlYV3ZVuJk80rv7ioD4UsLkUiVXYJVx8E6T3fHzaKCQyvY3imulj
At05d63zxyOLLLAEkBfPGKvQWjd4VWb3Wxu/f9APefy6aC52WBTTFubFXr3siCDdDDIvz91epd6V
UXSoWj16/P7B/JUDHf9cjrUoyQ1k5TRhP/5cSS+80IoR0IyZiLM0a+iSOl63lW2n7wn0a7dJoaRh
xoRzbvPjN2wmhvNUjZ49EXvAbZX+jhJVzMHGUA9uF+uAloSZINh3oUdKrTnRaf1iNKMqZ/TYaBjp
E6yv+p/RzK4Qg/yMDgdcXPO7K0lcTGqt/+9X0W0DT+oaUIOA+ahXpRqtIKGgK4K+j9JLCrs9huFu
3H7/9D93wGnjU25bjSt0xWx11ZH9czMcPLzKwbIauLle+rWre1v0xO07wXo6HZDEO5QS+NPSJkyq
dWUfGsBCsFR1YWIs1ST4aTnGIXFd1W5WofIECznvFxT9kvOicLpdJ13r3rTniSTowg6///mfvyp+
vYXxBqkO7p/joU4kKGAZtSHHM2XvwPtSKFeiDuys7r8K5NfJhcMfhDIV0ROw2Y8Pqga7PPUTLo96
qZxtRYRDEAM3wvNg/6oGNT31Fa8T79FnYaporHAWoRYFJPfxeoOqcJjXSFSwrWi8ylicN5VpwmoW
VrtHmkNq47Cod5Oj1wGlMiIZHODN9KjFzffP+FiAxY0jj8BRAs4Osf6xZkbVZiHJCiciRBv634Sl
RZhbpnJrU2Oj7F7aJ6Qfn9+piZaURiXFHpqnx+pkzPZW0s6cn/Aol9e22ZUvwh6dy8nMsxPr0leX
YrVYp+b11R6rTFwloa4wUZimjF3BPNPVPsgj6uB+mXreiU/t87TBgZbHqNouLHtu7uML5ZQkSYti
Wk5bzFJuC1UoESwD37+tr6ZTnG2MUJYAzzaOG+5VPmVuZqQoZ2QPW6n0rOiZXGYaePpYLhipckMb
AiT/srvRFuhMvmYhDPELurBwSXOpsAesx+ZKX6iV+y12lGt9du0H2IEd7uxILBBtcdc8LaMKYuH7
n//FG8H2pSMX4N0jpTx6SEqdphQvEhzaDvRSXUrlKsU2fBlpg/30/aU+j2v+PGQ1gx0D3gD9aFPS
jFGrze4ignrKx7OkzZe9ool63xj0I/MVZP/fr/d3t8W0zjpnH03oWVRF9cAZMBiimZwl4KQ+LYF2
o3rCvU4XTEMnthxro/rjDAKuR6e7zqYLYZB5NIOMvYblvWOdKtBmcwrQo/tMd5uD02rOLu9yympD
3N/Pmks2tCjz4lRv/7MQzkaog67PWvcjHgbFoyHPCZy0HE8Edl+K9yTTvIusKj1Kww1WeCI48klB
Bitb3cdaq763Xmx2l6ImMMA3+AwTIh1jSc69UrvPtpaVks5KCyqqEQ4tEVetImjyYtaoqmcmLYKo
LZJfTpqgE+hSyDqbyjU7e0+7U3V9C9LBK/AoxfHNNJ/lIU8jytR064HYOGndysCJepdreJnqhENO
lBNacNkfEhDJxG3nk3OvkUeRBKjgQDQbc6mrF+x91wMqiiXL73WVGiFih/gJHoX+Z5kiCupZYj53
aZOOfjRk3Z+uXLo3wUWGM2QhEpJWjq8xEK2wf+PcBHHlGa5sQpNDsPc8glJHFan3FghGtYKRLcsB
2plFKuprr5fNK9WPnhCYiGx4Vvn+KRl6irJzldVIhSn56duqQxx2uRiQvOjZmPiW2HABoo5KC2Zv
UZjFS5vmyFCr1nIyalscueEleL2CXS8ZoAYuY7/vatd7N522uotnJGCbWiuXV0liNuLYfim1rTpP
FER1Er8ifJEjGSsRp0l/dml9QxGrm2dVM6dHQmhGhUbw6vluRlsjWAUpwwi8z+I43UoFNj/M5oLX
UabalVmUaELmcsEHjmS8yIJxSMr7nHoYdT+KlJfcXfYnrUfqgP1MnPKmG8z0j0JQ+h5hPSSRPpbJ
A0DLRfPzyY0v0hEQU15DR/HbyKTh0nsNzJOhdIo3rXMWAGnW+PD95/95+rfJ+kQPCr1bxXd89DU2
gDI9kSYYeixJTg9KqY094R37/ip/p/ePHz17RbZxiKS4EEGtHz+52BsFag56ugI8DVh2O/8583zW
yHlP3XMcB6S5FPVGKpEMyiZtwxHhLwrLugooEzoXmdvJQ89WK6hppKa+1sXqJRY4pBGtR0iBaAl4
GDSYFkrVYMynXPL9LXwxL3OKY8pi4wPY6Hh7XUdlbfKViUCkpXVlTBkoFr1pz2Oyb8PYYOh8f71P
fgVMOfituCIjlcuuIYD/boFJ9lAT12Qrp4XK3XJmvRRbsYvOlj/F+QTOT5x4RV+s0FyPAYA7h/Qb
/tfH61VZOQ7wXeog/LG/+3233+/8TXA2+eHt5J/Y4HwedB8vdbSc0j0TajtyKdk9y4q+iHfKCaB9
8bo+3M3R05tjZlGgr3VwsX3Yciu73e7P/cXtiRv5Ylyvd4K2FTO/y6p2pMqqJjVGcMtlmk33KC+b
YL4Zz6yLYisD5CQBcZ471CZ7Gv1xuNwoW+/1+1HyeWPCtfGXcxbjJ3zyzFGaAT1MTu5KOI99GY3u
nm+p3rb94p64188v7f+XMBggnM6Oje91NBhK2/Qp/hk9fu4QY7Pp9/6r0YHNKIgxFHwQCxj+x1ZD
vRH0aAnlZZ+YFg9NXFp3MxSfTZODcvr+2X1WQ3Itlyg7j8eH3+74jhZ7kuZsgQJCmDqcS9QyQbsG
qjZIUEiJN1RSIAW5fJlHBk9W6skQpnptH77/GV+9QqzxsLpt9t/ACj9+d7Tv6BnwIim4a/2GZuO0
N7PyyWsT9cQR5qs3SDuAUUJRzeLc9PFKmMayyk5ZSTNCqvbIlJd9LaE6fX8/n5ytvD6NMUkdwqOo
9Elbi9DH1UenywPWwpEMiyU2V3GJR9rnbCjDplI87QE8MhGJbi7U17RW3XtyIZN7Ym70S/o9C+UF
y+lQKhWrMMWir9b7dTR527hqyCr4/gd/8VhIq0ezzbRHEfoYG9BltM/QIa1lwI668urvdKq6OfHw
13rR0QqISVZ3NOw0vO1jK8ugep0201aiTT+Ky8gundvEGLsNlInssWV8GkgdZHdicH11bzaeBdYs
6ihsez++crdxFK8wKHFayWDtvcapw9mJxIl7++pLWos1Hk5SKqrAmj5ehgQDGnQkzpDBYGY6otk8
k0FsNhlnMmF3HuUIgGebyIgFrjLgThR2MlIwvXpWuxOf9Rffk46JGK2S57G7PT7QELzcaX+1zByW
QcASMxcgUZ13Llyw8PuR88WlKA5iJWRfSVHzr4r4nyqVgcgUBJe2BoE4zhZST+OjjLqg2/ffldu4
TsBUWFR5cGdaf9e7fy+FCMpiv89cZSwc1hdY0Bts0vW1Qs3nNhvNeK8vSXubt4u9R2dOn1Epvavv
7/fv4fNoEK+FPw7BzFXUQ462cbUtUdyQ/B5IOIYEoyGpPVjVbCIfj7o6VNzkTysTYxPH5OQp+pTe
8mmZ79KVRGlSheYfjRd2JAOEfDzmvl3wfoJtI880Gg1WMDQhcsSaRGs5K4p0M6qrvk802ZOcwXR9
fztffJIGWQhYasnO5MEe3U2kNXiCtXnlfhnzE30O956eJenZlL83mjp5jwAQkhPP8IsxgytZc1Fj
s8B9csDChUdyPLHoAN5AtzFo2WU3NAjp3EQ9cdLlUP150qGJsqZAwB5hVV1/zD+jhtZznogkU3zZ
oK8h93IkaypJOM8QWYXcTB0rOuqdqSJuQ/SdP6T54hFEaTS3ZdJ5CASMcPYG5bIdypTNe0pMUlhq
S/aw2Ksq0eoLVJ3DqurdNNlUdDtsvys1PqoM6zwG4/BTzyvtZ20vxluFS0dslH7Wr0ZU7gonRsvG
ahzRccRM1gm4HlqlolSTUjzOqSDB1KxBuvn4iZWbPtGA8WmDV1zhZ7VflLx0Lqq8tlBOR6q8ypsF
vf4I+OsKeTjhoOaoK0lA0mb9e7CHqvKl0CsE1rPTtWuMMXT8esjsh6G3tOcxlvWLgVy8WX2x9Xyn
OG4ZbUl0JS3REY1y3k81LUk6Btm55yUzp3UavncFqZ2mj2PfiFDwTO3oU/9ULBLmgYhsYrPXc3+0
YoQmOHfO6c4hw2wI+Twk1JSaECVOHYXz7HZ8Te5EXLySqPzqtfDiYoUxFGcryB1MNp5AORWw7CLd
syFnUvjU478Zz4QUgwRx0ms3tixypOaOnDmvm+arwZ5zYzsrI+J0SOMNKHkydJ/aSMQz9Dyz/WlX
AmoGGRcE2ToFJjHfLkr+qlfKBSKfbrWXCKZcJYQHqia+iEpg+YPS6+lWKUxOtoyuumME1aMMXNkv
/W4hTgioDiLwKtToFpxPnojmsK7d8RH+CmIrhT5ZE04yq4l2iBxxKeQIomoFRvo5ldV3agTLEjQd
DOMw7+3kMA6pXW1Q8w+HovFmfdchzUICJ1VE0UhS3d8JlRbeLbd26dSqXm/MYvAYq/BFyX7tRsLG
KF5AYZOTUiFlMMEQk3SXu+9UimR+3upzS0QAecehNdRrkBmAOWvjKtPySjrXIINeHac0TGkLIR4o
2TL6SZkiodUlek1EBi5VjMny4mu1nwFmJmZkQG2d2hmxjU4Xc1OpdvGLGYUKW1PlpeITcsqjrmxt
7HcgTnux0XJd1tCNJ9lsBkB/zVmEpYzMBfp/WUCXuVm2wp7MmqJANdpnC64syjWdVhuM/ATxOgOR
FI85qYyLZVTMPmzUfP7REpE7nlt6DZZUye3C2Qx/e0MkJtW1vxhegpGZyCaKTHAnraBJ4pzUsFG2
K4NTq+ordyjRTHroqrOzXEQT8pZacfSQCAyn3C/1iLw35vOdN1nrTvexU8XmGauU6fhpm06XFZr6
55EF62eCrabd5CySCLGE16ghgtBa2yixPRjX3pDD0kqlHmOeSOP3tFfLh6nK2YY7nWZVl2Y3MVG2
6sBgyWzKPBt3NAdE3G0UvZnkPz4RJqC7SFYm53fDvgO329jl04Zo3uRy0tJKfR1dWq++ptLaw1EQ
ea8IGSMUPSNxuwhsHhVD6neJmDhxq1NOaC5hNCQOuMWC0MLqtfNsgJS5yVU7fp8x0z+ii6ievl+c
vti5sVXHHoVfl7q5fXQsgAWcWGLhZIdK3w1WXuyVUNT8/furGJ8vw9/GUUQ5kNMQ9rOPK4TtxjjK
ey4D7mezhH1YB8XB2IMCCY2w3DYH7wpA5F1+Js8ApAbz1ttV22JDTu/W2mAw8cvDfOZu0DCcWCe/
aJt//GXrL/9n7WprZyAhnF9GxKBfhL9Bom1+o2Xx7/NtGmLoObEb+MLz9fGCR4tlRcNhStcLCv/t
zt+/Bpvb2++f9ue1/+MVjjYc6RyjGZRcQXFIZ24uY8BWTbb9/iJfvVFaOQQz0dZhPTi6Da03enpF
rNY1LciN04xMKIB1T+wtvrgVzkrss6lQeXQ7j24l65DJJTCBglwpSH/rLVKEMyluupoY9u9v6HPD
AOqeuna0VQsKwvGxNbdKdPXwXBDOVkiL4pa6dj3a1dsULfa5GCVmEuAI3UOjtMCNrSxWTg0N/dM+
Cg8gHk2ONxasrr9f0T9jEZ0hfbKOQItxbDP1DjeiqINu0DSg+XSy1vjMOLmZEJq8KolhnysjFvyd
Z8YNIe1oy/FCLOmpD+SLF0130HHYUPF08FF+/ECqxB1aCVIOPVVnPs5oTJBZ8Qwv7Kps2AcI0/w1
DUVNZs0wsk2zY40oVR3QfhsMqiF+Wok6vxAhbszBPCflz+9f2xdtFtiXa0ERQM5adTiawfAnz442
IqrXSGMvyXA20WZ2nYZ7rJzRSaOgTS3U227ktH4zd/07SHO32JS1YvWItbv8ZyPc9GYcyRVA+63P
JVvGvsYnri3LrtBzQ2CZtTCtOU2jNDvFS/K9DWCVNJe6wVLSDE3dnRiNX5Q3IDNZdAIt6qQ2FuyP
j71cFuIUOhjMBLPTzs/7/H+cncdy3Via51+lI/eohjcdXbW4lkZ0IkVK2iAkkYL3OHCrfoeJ2XX0
C3bMO8zvMLOndXHvXIwmKyKzFJJ4ABz3mb8xbqSh4ms91v09YXXpr7tM9wRp51j+yBtOV5QFS/NR
CQcbz/rGGLZG77nKpaUl4mNoU1FeuRV6gOscgoS5PT8PJ5Jzh6ekoYiqj8sinh0IVM4qMXh0+FKJ
mkHOb3p0jUysKydPHpsOM0LkSLUfUzJFX0NS5R0MIz1bOJVOPYUU3vHIYg0QC9asEiFK5HcC9GMo
EfSeck3wDtyp76boOTWIvdaJl45fh7ZI8G8qp6HfZtRgvjVTnnxf+B5y3R0msaRDZF7krxoX31xL
pcNI3U9o+K2tukWPs2yLFWY39nWgm8NVbJTOpeZW6jbJo/G+jcPhE5AbmDlaotw5ue9veiogW9q3
I/ZMItl5mm/vaWqbNy2d+oXVJo/R+bOiRwg2i4MWDYXZHlcRA6Nmxh4CERDsROVnSO4oxg4JAGx/
x7pZ+DgnzhRpKUihyKMxyLQfLu5O9LGDMRoq6rSFbgHslhdVOw4XC1MgsV6z1/Kcd2MUCjQ0heRj
/HKeTlWQeXEQpfh+pTR8sBpCmkALLOzuqgHzbJCODXLLjt3CI0vVLseqgBb8lwCj54Vj9PgLu6os
N4MxRCKCbsvsUZx0QIKaulwrPPE50gp326Tt+GxNFlb0rRZ9Ov/uJ6BNHNiAyjRqD5DA5qKcnshp
JRq0wnAKavwdqS3dSQwQ1J+xi//gNqs9+4cUHtdJHNv63oKy8NNOshpGly3oEqOTbt4g+NDXNIYN
5D8mkKKcrIUkXwHcqb4FaR08mNPofK97G6tVAct3sXp+HAHwHsigSIE1dGvmG7ry68Koc8q8Tucp
b2mDjgLXtPZQxdQIqjA1bwg6K1gOZrdpYyu+9F0H+/kUfiu2e0p2P2npeIFIE6WhyXcWCp8nzhuu
HipmTCsLGbWtw3lFwt7Tg5DGZpMUwFMNP1S6m7EIhpYbxzF+RqPSfGxEHzzXlCMBwNeKfuONdTEs
BA8nvpNO8VWi8lAwIog5fJBGV5t4GHVK2oNnXbSwrSBhteY1lfclNOeJuwlkHqhZdJABZx2hs3QD
0zOtRp6xmWJ7pw5ue5VPdvpoOUn0qCEqI1Zs/2DPbSBWias1d6lhBdeNZpcXTl53l+Bx89sEC5VV
gnv6paLE04VG3pUs1NyPz2AKYNSkab+oBAnzfnAbgk5okb9cj0avfjGGpoVHqLbXRYyQloNtN6Ta
rrwEsWouqQQfV/0YWqI+XGIDuj+zsESovlFPRgHAxqm7kYMcZZxdAt4TDtyAH8imcqPhrlWD6NrH
AIn+u1N537u46z95ateo2w40tQubLW8+5FGY55upyRx7lXYj4As7qDVj4RI4PpSBtzmUXWkEWYhi
zY4op+mmKeSkXBuJm36gihFsbK0e/z+mxLVBLVIdRlRh3nnDzIYqWQcvyQ2K7jHJHLi3XEyvA1HL
fYvpAMmw3+DqTTi+INDzDjI7vA9cbmKbPhdrgUNinoUCeE+VHgcGny7RhYUQ0HVjY9PXwsP6CbQw
3g5e4Q876MjjXeoBhsP90Kg+QWGw91HW+A9VMtVL9eFTj0Xf3cBYCIk32hqzDx/oXk13rkjXpdbG
5iaD/vNYTNRXnMQzgG7r8XeztiD9ZDqHWJ1rTyJRk2GLPJNz6VdZCRsvaJaw8ScOFOr/0lOMDhs1
3VlMoAxgK5MQns4Ui+kxo/6ypU5oXSYufbbzl9WJoUgi6W6glIO4+rxpZY+agTSL36wLDxGKGsmG
jR5FyU3R20t4B0ceyIdrQELsbMSi5IEAxPjwnMTVsfGr0GzXQ5maIy7WRbb1aCXGl6EWlLewwQUa
mGEJcUspWjAfte1DIG084yWJa+ozRTaFTxUAQm0VqSK8N9wiAF6Fb2y+MR38QlduPFVXjhOPL5P+
bnhGrGPBy8lU59btWsPetUBTvoJn1V5QWWleUuiZz5qi/dC9Un2Gcqd+re3mig5fupu6Kum2k9dF
iJfkOBQ2flL1K6Vv6mBfxE6j7vyoNR4aPHkt4FwqWKK24tVXrRFBPYJ/hMyKkoLWXitlR2euU7Kw
Ww2l579pPQTJfZLiFL8LweiIFSL7aN1g4uOlq6BHcoO6WhrQWXMS680D/voc+TXua9BXhu+9zdfD
iHFocX6KuunFGgdUELQMitaqUCOFcKG1K6B+vTH8THWOk70JpGWEWGqnT0Zg20tZ/PGxK4365DnG
LHO+zAoGsN2hZ+Hqg8mN5l+SO5sbE+uYXZlY+gW6JQGUxqFZONNOwEC4B1UaPFK1TbYmDxdV0g9i
amrCEG+ETWcB//pgwZK/n2LVpi47OPamgcgJCE/pLnp6Wxt6mdI1LNMfatWbdoDG8PGBo0U6p1be
hxz51IUI9B2qPFv50qmBxrDEABAazh6y7FU9CiXWzooLbSMts/ONy1J/Ez0GQxA8TavdhoNqfByh
wjyNbhHpADQ9BWkSdbDqFeo7A4p+7AIPW6QKqrHpSSNhs1F7jM9wKSAQg6p3Y2hdjMVZWSu41ltI
WaAn7RJTwszHRtOsRIT/deIHH504yV/hgI4YVEWe8RpN5GpYmCTxXT3a/o+mzYXYBZ493qHgUl1x
E4YmeZShvLUtfJalW1vu/tk3kiVKqfQnw4Z5OGdYfqYIWg1rB7mCraN6yYZybbzNAXZ8jQKnuwUt
7ALJpDFjELrf4YWlfEg7e9hP0l070QraJ+dPxxNLmu4a8HOpEQUyeBZiAmgMXN+ucGyaFLGpEN17
pQykbeos8FcxzTa6WuESXvfoSMZwD61DMHRI2ZFIzE5/v4ngoqBDgkGUkl36TtxcwdMjmimdpcj1
OJxkLFdHsw9zdyBv81Y6NyxtFUujWZ+jI4Vvr1K90rjQ8FQN4694NBNPWgHC8PRY+0dQs/hMUK62
bkJ90l5rXftp11hP4nE9PVmVM74hHtk+xLU7vZyfiXcw3MHyAFcBEMoyOAU1YrvZVyEJaJ2mrMq1
oWAjsJ+CtupxtcBrY2dq1RjdaDGEkk2plTmKBjVeQAgeDD1tTleElEqRcpzWOM+nI85fkSjusq40
FlKSd6nD+UPSvad/79kUY+aklpyNwewZkJ5HM/k2UK76OVoZ+Fwv0/0Xx5oQ5XUGe/wRlHH83E0q
gkdQuQl2ctDzJmbO0PbWqZNWQGK1Pgsu1a6EAdELhBMv0aEkkvfeU8gWNsie90O7JDBLUMMozCTd
Bh0kt9zqZkoDyVVAL+49o5jMhXD1uJDu4IpDrVZKzMHxnZPKTKfNnT4BRtN0mXmJCx59FwOrRTd0
OuotqbtBELDbCgpF61BQu/Sg0cK/o9m8sCyOYgr5JFJNE+sRYss5iavlEjVSeK8Mk31xaYaudKvZ
h7qCUXSg7fVu2IFVucRAst9UEw50Il06ud5P79ms8ww26CLLNPnvLP/zOT6LxpHPoDf9bR+AGFw1
Qre/2IHp+qsmyLB/o8q7ChyVhlOAREyvajikgHq4l/CSTRPm02Wf+85FE4TqjWfSh/SFGn6oe0vs
otyvENUZhn1aGZid+JT2aKip0PiTdGvj+LhjdwfbrKoh1TctJso5egiF2iJXXrj6tYvZ/fP5D398
SOlAIpEuIukF4i+dd3+t78QxApWNZxHYNJ7/NKlDt20L4ezQlq0+/v5QfFjJKwSUCELmcCiUbJK6
jWDTCbOn4Zzaw65s4YEDYS8WylbvaKnDqSQBA/7IFsYIgdk8HKt1lDGoqpi7NJ/Qxa36kZgNCktK
HWKjJSFqsIWH2VuK3NKqI8/ZQOAeMOehrNNrUjBMGbDqcyo15uK2v6plKi6nIoVC3hfVi26A9Y9c
ptMNNPM+CzPljuI3vuOeg/dKHJUXZtUFuyHJRIoUQ65eGvZYXea4iXyoxqJc6PG889Rm74uqPb0F
Oh6Q2eZkP21EMBIl/2ydOKP9hksbrqeoLyn3iQ+eZMdd3Sn7dGgEjGOKaNEFCTKylQH9YSSkhiB4
JTCpzDXfVLsYWhGEKy23rHIz9KZ6UWouLIOqd8IMAZLUetbb0vhxfnUcXdG0jvAD4g5j+1ERmV3R
hIT1FE4Jwj5xF91qwh/uSgzZL71JT8BaehRJpmjp2Dk5KLVTNoDkl8wFifHhaCMTYyVwpX17TxqX
IyeIiBjaf/bnKRmmJ7N1ywV47jFenFclzgXyBscKGdFZXSMq0D2kzgfp0EiKC+wPtIuyJqZfgVjx
rvzELNYT/yLBUNAhHKWeTa+GCFwIrYa8ECtLJf+jsgUPxOqgoATonyBpdggYJgKUfYq+pxUxVkWr
fy9Bowub8kSQoiP4Ll+bm+ZYpxvr1zL3TFQ4BoT9H5EUzeIVltWuvYnpd12NYQ9kIRuasduFxRSi
Q9uFPegdUQ2fCCiafIvejQi3iigByEyBO/oryomIoZKNgqgIw5KCy/lleWqyJJMA80MZVunv9kC/
FMCpNSQJnUsw4mPtfmiiLPg06lW6hswZXrZeY238JDNvC4TV7kcT0CQ6MsMHu+6aHVJT45fzj3Pi
uKbsQ9mfIuW7/dHhuSamqO8RcsvWWiTiL3acIQwe2P5XNfAIqc6PdVyYpYLFbchM0T+jCyAj/V9e
fURKgL3BoRJ4/rANI/sKbt2OanWPZkWTUxuOvrAskXZyUZDI0v3C+DKbmh1qug1U3uRYkz588yMh
TYCHIj6zrsY4e4ytKtyaqNAA/eZWLKe4fxlpbt/hACO2WlOa+wmPYUSyMv2p6a1xISg8sUnIHUBg
8C+2ybzCotRdhT1omJOggMoJbMW6sFBXX9ok8qPOX1rWbzQiEECkcwlsx5xCPew8esWkvBgeuc1H
fdTrz5oX0HzUlDZzdmqrIO9C6cBB3VBtwlVjJCl/zOQyS3I1iCkoZ2m1PT8fJz4A9zamOy49YmL4
2XSEwlXB0TIdgUVxsUV89dpOKuvy/CgnVjhj8H0RIAAdPGcLw88ZHTPCxGd0UX6auggrvDQGjI0o
wsLePvVCgHbIzEx8A0AHH65vt/DoEGNNvMYnwbsmAwfW6kKuezz/RqeGwT8dQAISGaCQZ8PgP4Fq
WwsfqZjAybqN6V2jTLPktXXiu1H8pFDOopFQ2VleVYSF7rYRJc5YC3IU4NRmayhmVgHRnbSFrXCM
+AFPSIbPXcFAAD1mkXJtIfgT0j8H7dSTHiiorWa1lt/lGTKmaaGhDDgZ08bNC+dGN/BSTIpcWfuB
6d3RUVQ2Qu0Ih2uvfRgAfi1VIE58ChDuPCBdbFp38+tMK8EswNPK0QLFm3tFz0p906fA/i4RGu7N
6BMzXsZQl2/L2DCLbZvm3Ud+Ev1NhwXnI+CkZs3KdQaUUwydG2tVA0BewqqcWBcQlSUiHeyFFBU/
XH5FEFEzBHa4pmZRXwodLv5kLF3tx5VxGkzUaDm/TUr2/KjDUfBy8YCIihqbrhpp/25AGLecxEbH
IRBUbRRtHKS8buOiCW8LtHLTDRrn4Rekcl8mTTE2NjXspTNOrvjZGYe5pCGFCWwCibnBT94VNWhW
E92kwukfSrOVEnRV8hMN52ln9qO4AES0VeLsDXOEbmsOXrnvKQstHGjHRDq4B2S/cpWAHT1K89XW
V8CEqpQXe5idNJN+en1V7JGrSre0t+L7murwxzyYWlR50SaNu3EEE9+/Jq7+oPdo9Lh1Z/6s1QqN
EbAxW7sqpsuhDZFKKR1n4T6UM3X41aB9gyCizM//2OKHM4nUrWeVOZOoKMBg26Zwb9BT9a5TY8AH
CW7ZXkl7d6Hhc2JQhPfZ6dAm8FgxZ4t0KvOusQTKS40/cegjg3WDGk+7r4ZiXFe+km8KOoTr8yfm
cTEYU14WCPY2bF8or7MIuQvtRDdFU62HOmu+hCyixwKQ3Ge37M1b1B6RRUMBzvtm2yECs1RbdG2d
WwhfwU7202c7bMPvDQovt6AIdIk5c8YvQs/tl4XnPPF1JDoF1A14HYIk+fu/REgVMIgKB+xqbXZg
nznosfVLNXP67Op1kHFn6dn30ozHe00JhpcRITpJPTczd+OXrbWNgOrrF0WRZfG2Jnq9qv04eUOR
MUPfKB4Qdj7/vPKzzVYQqx1ED6EjDmLzx3WKsSr7nMeNUqPexCqE6BQ6104JM+NTnzfGV6eNUJMO
QaKdH/n4SEaPw9bgVUFwwgty9qFSKGSSFCl7CmpPCBmEt0FLlUOAql241U8NhZSLbISRCEPWO5wT
1L2pCxpUcTpo7luEFL1V6cbdakTfduGtTkw/lwwSK0SpEiky61mEGB0GikrPwimQBwW8XrjfJ0MP
rhRPHVECRgkbLLhRYzr+25+TbSEZcAQu1FBnnxNJrxTBQxXhFq2utkHTeZvczJOVZ3bBQjx2DA50
AIEBRgFGB7CTUOnwe7p5DMIH8e41Rqi5uy5BZL/lNebO0vMUhdtkMEigdfiJ3m5wfKvfOpxN00WZ
2ijqKwpCmCsiOmxnYRQp6NtmdCntzA2DNap4tX4ZDFOO3HYgqq0X6JW/UdBP/VracV6vOqD1Hi4J
RN8LZ8yJuaNVLHnb0muN9XL4WmXlgaLI/HKdDFb4TEQqriUB9YOFGeFH0CXqJpvi+OH8vB1f+YRL
YH1J+slpwMoeDuoGVPbwa0HCpSr8bUk1cmXEvfr74RnD0BEAUgwJDMmhw2EGTfRQ6zxY29GoQ2EY
7Qd7mGCnQ1ahG0mT9hJxTViGZlldlapVsWBjrIRlERhFSSSKCK1WY9T4e63XKUGf/wpyWxweQyaQ
KgpVwF6knsFsh7qpSfpSqlB78Df4aqchhASkiTajja7rqk3tcH9+wBPxKjRaVSrIkRMx47MCh4ID
x4jLQb3WQ1ftUIa2vQ2eDpaHZI82ees47CEYhLjLqiszMJyd0EQ1oaVXpSkKo74TrPImdb6Gapbc
RX4jEKwU6UIp9kSoxjKTQHBkHqSOwOy7cOwHXatgq5oVlbFFZc7e6SrYihjFka9Ey2EMtbZ2sXw2
qysrHfpd3WDBiMh88BGgq31Na3oJBHcsBke/jJliloj0SH9nR02m5Br6wzrCPZj7lPAnXedHUobx
l9Aqp7cioSG88yjR+NukhISy7QohHilcZcXO910cFFJaKahHoFv5otSt8QrkvTE3bjNp6nqYwBJr
NCB+LEz4cYRJXEndgHWGXxtQhcMd0FeA3NRaVRBM6XAb6ZqUJtNoDZd6NSZb4L4mtMZw2Gm13d9W
ntNam04tjVckke3d+WeRQx2udnlugid7jxBo0B0+SokkLzE4YpRNUH6D5Ktde8L40Q9Vu1BXPD5c
GEhKXlA8pbfmyt//JRhRQifKsA1loLr315qWxHR96Vucf51To4BwYpWizCN74IejNLofh1VLMpQ0
IYuiy93tUKD/fH6U448GM51mAbxD1h43+eEoelegCWFryToKi3otAZM7lDCDq0a3Xs+PdPw+9Ads
g8NB2pYTFR2OVJE3S+l5rGGTPL/2TIuaPk4I2/OjnDiBAFSb1BFlFERYOzv5W+yoDK3y4eP2iXcT
lUP/FgAU2dQNsk09S/MlSNt4BScX12QxdetUE90G9dVqHeQ1HU/Uda7TIEIXPhHOwh1//LUBdWlE
smiYoPgybwLRV9B8P00hn5rVq5+kOgKYjfExdpP268J3ON6YaGBI9TsafWCX5xvTQP2HIyRRVkgT
tmy/SUtWsaY3V4A/420fD7jTK9xpa9Cw+sa3w+ZJANN5JnTWf1tlgU4f5HNAJxo6eeDGDqc+zkkM
expFXHcRPnfqNFzaepAsZbtyag8PAKJDjzQcaL/0U56t5UARI3gjhBhzvU4+eQQBq8ilP4P0MiAW
U42pUCCZn7SdeDXILjfIYHTfz3/34xkGGQ35hk4YfW0Ufg5fFRozfEeuLPgOdrQLR5JFihsCjf5q
6aueuMZ4RzIibjJoFwx6OBYOfpy5GR6GblhgB2QVqazWR2mrXXeFlSPWG1rWz7SYnGglg5ibceR6
XvuqCXjKxJkWvy61ox0yNW7sLIR9p56OzyCj5nek/nzS89Hwe63JMqougvCrQ5Fxr8P9fWpBWz4h
615fxWqnRuvAgL3kplGwR6f7o5u7UEhGEonLwEC0YOGxjk8hMMCQcGgwEBKxMw6/GcYTaai0SYb9
ikjBtpnZpY0c9+9eRWCsgTWDZOffckEcjqINcavS3srX9KWU72UaFde00ifa/Za6UIQ7eiGGkpxI
eYhTMp+/EPpXZpm7AFK8Hku+LjaCPVn7b1dwaU6Ag7WljASKj3Opp9xXsCrsEXOHoVBegLhCu7t2
nc35zSM3x8EGJl6Xyi4sGnbwUeE7Sp1p8NG+XaduPnyqksj4ZKBJ9uwYjXoJDtpeBbZaXwzIs6Nx
ORW/P2umYYPD4+x4zzYPZy3yO6/IbXIswCqy2Orl+9IVGMQUGDmdf9OjpAgwCJks0yatMYmcDoei
YpCFSoMOh64XCFdlq1zXsKi6ComUjXZJERVg0vGXJfmCmMg/hEhzMJDbc8i7FZ4g5Ob4RvQC0b01
1TQVCEqu997aSgY8JIbMCO5skWFiN4Lu/pbWVMhWbmGYr1EAKHAfWkH/bWqN8ZoesthXyKHq60yz
dbDzWc4VE5TWCPmf/vcERMebWg7jFFDnFGjiI9AHu4VBUqnWI5YSwlxBPgCoRV0U961QG+un0Ndb
a20GPaITftujdOfU/ZhdmY4OTjPnwFvDxkaNTQ0UjJjbvtPgMbdmEm1Cu9BvG8XzY7RAuuZaoJeE
BH4eum9ZOHYXdjmkCmZH8YQYPrhSyNKdXd9KXacYVcMew0WvFka4ppOvfIudqL/2QhxxIMJHBush
CLDMFr2jfC1QSXwJHF+niV2Pn4XTGK9BXChfSzWyciR9rLBYCT1xPM5dodzikKvgr272JYqBRCTV
h06q3WzKrkXhk3gGSb5EnZDxAesSK5eTGkb7wUSAZ58FdjitKr1EA9ItSsj+eMipG6XRva8ZfgO8
IGSxzyWmt+ZKFSpmVsoIi+uuDU0OBQ2dRMB42YAtkkhH294Kq8JrKo0ndJxRrmWaBpzS4x3d1PJL
lxWZjuh5MyHT1cbDU5tWurlxEBX4hA9Dlm+E12JYAvq2dlYFWPRqA+mFloOljYgXNdC2y1U/luJ5
wt7wCTV0ustxWbX5LmWVBAABy6HYengoFldTiXQRKr15Rj9AoC+LRwHF9U2H8na3YpXZ1gZdZbpT
uAjhcjXkJcJyJI/6sLElXW2TOFP6Gk/NwCZC115fBYOrfTE0ICerwLNwGQJCJZ6Fl00q2oIdUR2l
38TFyKwvXoFHiOHRU0X1nJiWCaYPGBQrhKzvAwV6VVu3WgOqOiJgCUFEGd292iK5uM5Dp5ZkeRch
jmwMS2l5niAiwX4KV4HfO59Q+IiLtRF67m051d0Hg6/Jj3MCaSpndOa0neA44olbTT1Q8lSaFLAQ
HYm1SzA0KwqsNajLcuSdP3iOj1guJk2TUbgs3c1vJhMQwCRSgl2tghCzpo8b7jxggh+qKDIfpsEa
P/VpiVAJboOrjMrKQgR8DEuUukuSXkY1SJPpzeHJ1yD15JUd5boMRQvobF6+Yd9ml5Xdu+AwJnuj
J3G3R+zXWBsurmGQlyneuECzNCAqK+L4aMsR1X08/2FO3KOUQA34j3/qhc8CA4BME116E9l1tXTv
ijwdHptG9RY+/3FUxOuTA1A2ksQSgJmHr08hRs/UMM7WSk/ro592vulhiqw+WYG1c3LrGSzRh9id
UIXE9HU0gWVUgXpXZ91C7eooUAVbDXUcKDjIc42g+fBBNL10216HxeQbo//dwxRikxdTc13Z+Bv9
7qdlK9BfwFWAAJ260OFQvVn1KfGndC4onX1ppP7PsnF+27qA9p5sLlFDhaDC6jocxfRGy2noKOGc
2Sa73gzMpyhqgoXc/8RnA1ojNdwcSlx0E2ej2AM5bkl9pva7BK+OetphbyZVT52FDO54QQLSkp07
kDwn8DC1QYfcwZh7bblsiiRyxp1fAsk9PzfHsBtmBFtMmoOoC0q4/eELCasJmzjCv91DgwS3pJy6
zXpSk8ndCj/3y1VRDaJCmAVfgpUSj/1LZdh9sR6sPpZC85W4FIZIu4WNcuLt2SXgAanocE7NOyhN
WKVm3fVIjNS5vYWU6G4TDeWfhbc/jou4dYiKqI5SJD1aNDrNw0gvpPlTH2FpMITJI7oyUO3bstrR
yLVuKRZ6D9pgYMOdW1DkdKUN8Z4orXtHS+NPfBvc06jXe09G6tkrCu39738KhN3pC3pSj4Rw/3CG
/GmI6zihmeQFWJ2oaksU7sGWOf8pTnxwfvp76Za4lCTpcJRErxrMOancOqmGpZwn+ls1TbWF5XZi
+wAxwlWJf2TxdbZJLZHYXR9rpTS8qVHHAWtnZVF1kfpmvjS3RxUQydGXkwtwAqDjkQ+AXxTc5xXZ
hNOp9yHOMc/x5I2fRGSFFzqe7vdCaMlD4AcRFha6/WJ2ifVUdWTL5z/te6p7mNfwJFS9wAVI95b5
DIYlqt9+BB7PRlssuhr9Sf0cJqL9Ti4SgfqCM9+s+qrP3WtUwYxnra/i8KqzozFdZ25rPvp0aj5p
SYEBYJ4IdZXqhbgcW2cItylqnT8QZAVTqlPkvU69sWx209Srr0nbY4tK3EpVPS6z7Kfr97W+KYKC
gmJkTvan8+95PLk0WgA30mnQJI17toTa2B5KDbDhGqnZeMPVbqJbHOufNRgjC0Md50/w0tFCJXkC
vYQCyeFqtSghQ2lpGcowIv2qVvXJXZVxYd66Bo2zC4f/gA3vrWrJU+TEyDBNaKxS5aF+MAcA23U1
Ig+EudCg9+1zHiN+jblGszOcyviqh8mwM/0qeT7/ZY+PKcpnODowj5xX6nvr8JeKM3LYDSsIQVR3
agCO+r1lvaDoZd00fjQRSiRLZORjmTwpNYv+JwUMup5M6+EHTsh51NSESZEkWvWYuRMmyRo8T2NX
Ba4wLsfACGp82gzlY6h7UAbdpEwfHS8XWJK1aXgf9T7ZTlEqqHpp4EgfE2S9NwZmog1gA5RkL+n8
VD+KJq8/htwutAGtMPqCY5OH7CduXPcN9Gd8HnMaSdhhKWJlCCVOt2VQJMmHwU9sZYUdZAV3S5Q1
lDBXybSNbQKm2ZCGmT8VZ2zyixg/aHNFtIuGbFVjVBpNyfi5VmonlNBGX1wMAWHCKidZF7972oGp
YNvLwol0h5oHe7WFKSkGhniTTU3zgUK/gK6AgbIJU2FzfoUcIQ4oWbgSrcqkoT/gyeP9lxUSQLVy
1agT1LSd9CbRIYZJja76Am+S6oKMO4BC4ei3fpGgDnh+7KOrg7E5zYkeqPfRt56tFfheSgCjEvkU
GGFXIBDg4Ome8Wfm8M8/hn8J3or7P8/L5h//yq9/FBjXREHYzn75j5voB66gxc/2X+Vf+z9/7PAv
/eOufMsf2/rtrb35Vs7/5MFf5Of/Nf7mW/vt4BcUDaJ2fBBv9fjxrRFp+z4ITyr/5P/rb/7T2/tP
eRrLt7//gblM3sqfFuDS88dfv3X5+vc/ZED8z7/++L9+7/Zbxl/7X//z3/7zP/7tP//Hv8//ytu3
pv37H4b2N6Q6QZNL/j5sQNly7d/k7+jq38hgEZ2G6gVS0ZXcjJySQMiI6t+wqiG0xFDI4G9LwFZT
CPlblvc3FBmogHFVEReCIv/jvx7tYI7+e87+KRfZfRHlbcPfZtn9cvOpKNuDapD66ZzVBmJRh8sS
GxXwCLkVbu2BksHKwsT6qrWD8JMHNfDPBXKwPn4da7YFGIvWHxc90SLAYcLaw7FiK0iTto2irUom
8l2IrEGBILMx1Mg0p11bSg7cf3ImrOrzNFlIp04ODnAd+AYJJOjdw8Exy2zjPNDCbWUq0TWiReW+
9ioDxU2/oOjB0K3rZ1c2jZeF3TeP4P98bwk45KhBaHoeKhtNp6Dwb4TbEikAhKy1aDvWo7KPi7K/
HXrY4ThOm/l1E1ThfswEJYrE0S91dIXWIuvHaumBZoHXnw+ENpjMJmhNzJHVilariRa4eCrmfvch
NQvcHWOrvWBJku9OVfEz8/QaPUJVNNI9OdmRh3oP3EXaQpl1Xm2Qj0JmCc0VQR30h+YawZOP3OZU
FFgpjEp8E+c5qPYoxI/YVkMIQwJA1j30dBchP7MqvnipmH7CRQ8QJKkDL1w56ojcZwimCsnzBLuL
X3byX9vl1yU7R/6/P59LhgdeC5o7Je/DZTMQIjejPcZo3fbRR1Pthu2UTeParl1ri51ns0+bsb5G
YDOHd425WhUUzQLZek5OfH8IWRnmOCDf5LA4fAhprhQCIYi3ktxxV0WluTGmOr2NRKNcQq2EGmNB
a6bEVicfIJcJHGLtvPuGBpS7Of9Bjs8LUCOGhPpJGRJqVIePAphVeHkTJNu8ifXXGgf53RA77b4N
an9/fqhZTPXnW//3UHMRmtIP/aCyomSrq1UDas1RxFWl+P5XKxvHe5FqS8nm7JqUA8qvy1ENRgHU
kDxCfrmiI43SLhiNeEtZEGkEo8qvTTP/65r8v56Cs/j0z1HIMWA2EC7CKjkcJccOTqFKyYrqkdFF
iQ1l7MkaV2bqmJB4rG9OYi71beZN978GlWYP8gjSjNkKgn5DfygY4q2dpdlOZMl4HzcchlmqtF+h
0GOhWIKdZQN4IBGlhGcfsJn6RHXu8ZfU94iJENfqwrM+Td3Q/CaMj+eT5Bp5DVoaom9zIhjnFK1R
UaTbpmj1fV6V7mZIo35vVOYSbON4WblkJTJY5yKg0Dm78QoOuh7zXTnLFrIcSBqvfB7sSbpibybH
CRZww8c7hvGoeVG3hsmBsNPhfGcDRTtgk/E2QR51l1e2tYcIS4O9VL3t+R1zaig6pkAUWVl8yNnS
ErBKR1BTKfKynrM1oS1jvY7j8NAPS23a99D4MHCQHTJJSKI8pZGLHL5WYjaYeIQVuzPxBmudmcp4
VXRwJ9Fr9mkp9CUW9NhoG7caLZgPIjHLm0CWZvzG935WmSZeImF691jU9p/TBvXjAjENe4tRt7HQ
gT3ecdxMCNCTmKm6zoly+KhOD+dP9f1k65dasetb2yHhCdIdx5uxUVG/37W02BZSi9OD8oHgXxDv
z6kXE4LDWpEDsYqaguzFyBL3ARdz96JWpvwnJNXwNjEM5fvvrwBKUP816hxcU7mIGKiqSLZYV5jX
kds9pGFqXyjTsNSyPD4s+ahwX1hlUkzVm601F5luRAR5P6OITS5Bz7zBN2zJwOXEwXU4zOy+6a0y
qjW3TrbQd9OrEMnMFYltdKEFqrZ1jVgAI3cKAUdKKC+l5VugOpFiFwBtk/BKDZPqQRlyf1P0ogTR
Ojr35z/4qdPEBqxIz92VGJpZ7Y9alDt2YYHFNsHthSGGYFu2rv0oQq946Xvdvzg/3omAiQ9CydXA
AABI31x4pVDL1sYhLNlOVuV8b1VPfRs7p9TX3dACFkJbqP8Mlzy/z3vLfaA2JQbEiCJqw2hQTeUq
1H31G7oo4DvtyLSWpEZPfQ881Sj9yKOBeOVwr/WBx1ILUS6HKtE/jlOPSbZVVMozh21yndtjsZBU
nNhnhLEOBXg+COXRWVwv+tZwegcthjjQ6NpkGvdHpDvJS+vw/9rYQzk27nLv4fw8yHU3O/5kk06n
G8VrUvo9fM8k1DS63sifJyw6hClG7H4G+OWIuxd3loa+0qRrtDpwW6eH7mgLy+DESc/w5BLvx5o5
DyLAblZZQy94q7t5uAGvUW+yskzWqTEOCwfZqaHoqLDiKMKz4Gb3pVUQF6eQoreNUyhwfmjcx23j
rLKyb5cssE5NJvLqXCeQyWBqzSbTEb6NohsSEJ4Pi9kFcLtLUtPaTGQOGy3yh70QvfX7L4gGC1f0
OyOEoufhVHb4GfhdGQXbsBbhx8Z3/E3U/2/OzmxHbptr11ckQPNwWqWauttux/GYE8H2Z2ueqfHq
/4edDewulVBC5yAGEgNhkSIXF9d6h3l6RBetOd7fNXL3L3YNWkusJVUYl5rTIlqkrhUCIw/DA+6F
xmXEwm8XZJg1WFEkIE24SAiOIr/MUfrn7QOj0/SS90D0WZZj2a5DQChXfCj047dMi9pvBezak0ES
hLJHpx8S100/y+x36wm1EhHIFFSAT+R4gIYWy5uZZgP1rgoPiulFz1kd/pnb2D52U1jsktIYNnKg
teEYjaIG0YBUfrHEPLN5owSUGMPMi96F2uR8Tee5+lKjBPERcKe+sbKr48Hhx/DuhYu2yKxrW6mR
Qx0UvxoF4opcVrvWJLsMewQ01FxsvAVvdxB0To4HpUCq3FQyrjdr4lhhH3V9dJiDEk0/dRIPIm0z
mMFqd1Ki5kMaqX8XkbVFedZXBwaXB1VEl03pRfEmzlO4k54aHVot0XvfzvLuOR0rtKocoKp/lVDv
isOIPIy1c3HbKfdpq0zpY+XYI1ZypIB7KuTRow7VqtvhE9b8LytBpviDkXhfHChsz+iNV9POsUxM
sadQTFhS1gXWKshcqh+mwWtlIR8hZD8ODfUfrUIvAbmDCRZAhdnp1sP/NuzRtEBbgBBr6ZBoFwvd
mJ2lF/MQH2qhZrB7x+pAZ7vys3FMfGRIEcyeRX8oVDUDD5MY/DcsTJTSzI56VmtYVuTTY6Ro9kHR
lS0Vr5WKAL+NPS7VYkFTLzXiEERP4gEV0EMFSX4vrFn/WGodZrtIi5xVLbJ34JsTGCS0ePRh6E5T
Nyq4UtreRlltZZkgOFkUk5A6Q2V+sf1zQ5vMKLbCg60NDiZa9NAEXlkXtKjMjTtvJRekfCqroUwZ
mPIy12o9AXK2RxYIXQyl3WmT0Tz0tJH8OI0tbefpIvmMXB6YkLoO+18KsvZiN4yD69v27D7YNeTN
bM7VY49M2TEJc2wc74fZ2/uLX0g1FRAUHXHQ4tens5+rLKpESNMv4bOUNRKbfRQ3T5VVuQcdoTVA
eM1WLrA6qFwVsnGIKUvplrB1e5BrQXjokJFEGkWponOqekDrGpTIvw0uh3HGJHfjy8u4fX2XyWL2
/x92Eddt6IsjtroEuWRILplroDrbFNPx7StqgMJ5AWPaPNSuVzQ09TKqWsJOjKnSxUKEa9+lMO3d
AOvdJimswziCaLs/6ErVD7tItGtRMOeFg+nV9ai4ks04yJjRQSuA1GYFLnGw8jLftpT5I+qZvB1l
ap/iHOenJeA2KhrO1naXm2W5wMQdykSSnG2oix/hVQEPF/kjStQfUSwcw7ODSvZ7OxPiLz5t/9Vp
hujBItJcRBzmlzLDa2ZA7O4BYIz+zrKmYouNcpv2wlNHJAgiNELEN4h2zeaF2TgUjkjEq0M7NsWj
4jnDMR5dh/ZuJZ5EkucnEQMHwe1mC+W8UkpnfLwBiXlcgtSurz9Mp41hrwSM39p1e8R5bTrmQCWe
cJ4c9jMc9sdyGjAdxzYi+dkCEHqHQ7TT+HMQmRQYKmPjOl4LfxBGyDMMTVpaLLINzRN1XzdNdBBh
PJ01tOiPY+h+wdVqK7Ssrjy78qUyCUlnsRt44eXGpIInoBxvnXHOML/3VNJOAHPbcQclPtir3WCc
tUKL3gf9qH+/fyZW7n+6RMDD6CRKdP5ypkZc2VFG4pGZVP+mOvhtFEX3aWyG7uzAgrvoNv4tQ9OE
P+4PvBZnIFHQO3Fkc32JbEcgd4QfwhJnajWcUAvNHp2ACvj9UeTyLQ+bNLEndtOlg5F6vbHAfchC
RxthYVWoh1gFaxy1VuOjwBh+QjM+34CprQVtqGkkxFhdIoos//5VrVmZWy3Gt5U8LtanB2tuVGOH
KB4UGPi4ymdym+yo5gm+XffnuTYuSDIbEjqWfkAcr8fF5HJWk0iB4lpO8anXnZ+RMqnPOKD/MZRY
O9e28ef+iGsbh1vCdHk9Mtml90ikOIEbkvIfGlONfW+uBTnq5HR+Tzfoq2bHPU2uzPsA32Tz0Kwd
T2BjTBesGqIEi/s4xg8PjHeKOkVSAA3PSwO1uyY6g/40NyLB2gZ6PdTiOizAo+IcC/RVgSS6c+3G
2vfA5/YiL8SxRf9zY8OufkieMiAJyDhuTIcpsiixp9XxIcjIg5vZdd9VgQ6aCDrlPk5VwMFT9kZp
Hcqn3EegUqGJ8Z6j0Hi9e0wMboZAZ5Kzie5y0uCqGcJvPvJGfyOo7v8NRecNhAbQOmuxnikwa4+0
icYgJbajHtKZnKowOdzfnEtS77/DSFwGJTyaK8Yiv8AJpxYmS3hw8rh5QF4K/0RXo4GmxHV1ztzw
qVeT5jtAnOqjY5baEXUx8UfUcCt06XVHEohBRF/hrKZo9Kf0IPZNI4f6r1vVRghe++QwROjUO4Cr
ECG4Xn1nxu0SvH9ywDwDP666sPyqsYxDo8buvq/K+YTHpPH3xgrJDH4RGYEGID+GC6bGOVpk+NPo
lLjZN/EBfyDUCfTuqyHi+csUAHVVJnY4MKHs3GgRHLFZXHpbHzaaxCvzplUNaACuJPC1l8fQ61jZ
igwzO/rnelx0B1MdZ9/E1PXsIevka6YTn9S5HDcWe+2JRZEG4B+tX8TEl/S41iitMGp4bVS9C6+m
og3m9w58N8qvgu5Unx5nzczfofzQv1e0Yph2cw0cPqZV+0bRELlL+S3SxBb+E4uwuHw7U8/xSjfD
Q2GH6tEkdj87vURrGVO/0a6SG375uVF9pcSMpQHjLo54GGY6rkYpptIi1cyHPBDRdyO3c+1Q02M5
FWGU/k4MB0Xa0PPy/YAMz+X+jlv73JQA+XCkeNA0l1eUWYVi7MroQOvJfCy60rgMOLdeslD7UyuW
sesjNLPuj7kSvamKMW0SbqT+lhANbeR5nEQp3RotTk9GEvYXJe7cCwq92bnDuuDL/fFWLkV4ZSit
vXBDYdUtjvJoBqg6F4wHfgHNh7g42lDJ95Hf/uoqc3xKZ5g098dcuQy5KzhAlMVIopfIeIj3YzIW
tFK4jFEsMgcLzXg1Phqjlf51f6ib5eTBArkGzQ1pxXADwq/ps8284tNDguC2fKG1J7UkWhYmGu5K
oNYbU7s9rGxVLiYp+Q2OmCGv11NTMz2vs1TxI7NrL9QirAOQ3KzYVWpa/x2n2nQRSHEiVtjD5MKI
9FOU4P5Z53m2cX5Wpk4jG3YiREWoksujKhGtvSqoUpXqXO1NFa3OOjsONKvKZkvSTN6BV2dVzhoz
DaR0ZSloyadOaqJWqDIWLic9fCc7n+z9VFVGtJE1rk4K/NLLQFA35N+/isAhfFweZULxk1SB+xsG
qCQXFgRAFLCQ0cUF7v7+ub2WeeGwVSWZFUQG5cbrAUtVE91Ez9Y3u6Y6WY2LdcbQxO9AxkW/UeFx
MK9N8CNSx/E7uDHxbEaj+T1XK+uIBpAOUccbdxWC2ee6dovvdeE0T3gqlb/7vuk2NvvNWZa/lYSI
djidIGjL178VIfDMC3CI8oN4xKtOMaKfc69237U0DOd9ZTXN93IqKhTS8i0DkpsjLYc24O7IaM0j
abHtrbyGgeHSsFCFmFAtr9H7VDzr2HjJ1n24stckCwUIGDQM+nuLLYCmUWoPpiI7qVP40GUJFmia
En+5/+HXRqGb9dLLAwJuLW4fNO5LEDeJ4ruBXqJ4XHePXVVt9eZXRqHJRANGh7jD7pJ34KvtnGhY
kFFgDvwxN43HusaBQu+trQLO2iiSQkzmxGfi/r4eJfZA0GAfFvheKNxzUSvJ0YV9svHuWNkCPK14
HwPwpQn9Urd/NRelUzpqWEL2rOL8AmTXOPaWm0njG20jCtwMRTkc/KJU3IMWzWv8ekJ25bg5NSHL
D6exOYymEX9No7mgDJeHv+7vg5szhT8bNT/CKE8NWmaLoQYMALDLHhiqSeD3agiWNymskIwLYA8h
KnqeAusTLHfdvz/wyhzxNeGBw3OfQ23K5OTVcjaiSwVS8Dgmpm78nBVB6JtV5x6SWXc38pyVoXAv
huTJslJqXMLNKlT13bDVPN9SRwAzosfHy+Jl/Nh5SbpF8VtZUPp7khIhG6tEjet59bZdh1Y0eL6L
HWmDtLg7PjYBGJ6d0rbOD5yyq68WrJB9Z2ZhthHO12ZK2UhFUAWkzQ1WJMVVvMq1NPAb4f4TBxQt
8zCfOOPgU+5/vrVp2vAlKXCSQt7kjrORoKg/TIBBR93udq0YJ1ipIvpodqhk7/MxMh/M3IMcDvnh
+/2x12aJMgEgEIqBPFbk37/aOrHVK9hxo6eV5TwA8sZxDkaPnJKhRVt4vpvQgngOYDLoZrBDqSIs
0scA4KlRZIHnt4OnXUZ17h+Qnm03JnRz68sWk+RsUmFA885ejOKOWjjkgD18Ev3iwc7Qhxkno3gP
Wks/h2Nrv32bIJAhdYFQzJCcjOsFtEAUNGWju34eVyB7oT0e6JYrZw8L5Y17Zm1qIO5BydElvkXK
pUOsRxiVur5CrflBlEl+TmjWZrsSkRzdNwfRx+f722PJLEaClwyT/EDK3zDsEhHWFRTHJEjQdwTl
oF0/Yf61y6YMX/Ip7D8i0jBYuySbZn+qDRfqZq64yNHN2j41UvPg2aVxsFt1S9dsZdvyszygSzwK
aHYuQm2vNEjtJAhxlkNU/KNyxfd+GPbTaXLH+cP9NVgZCwyAXHdqyTBMFmmdVZrBNBahR8eulO6f
huPnRR7sIryrjveHWokEL6g/MkJQpfqLL8ar04gwTRDmInD9BkcXJAO0bkcM10pMLIp0HxlN/8Xt
5r9aLy9/3x95dZJ8SzCm4J+ItdfbuCv1pHInJjknQtvVfVCfK0C/Oyvt6609JRfs6gUg+abk43w6
HsyImV6PlWKxY+mhzRHNAVnWZqtdGjMfTulgathK1/kRUYTgVJuAMXVM5NBBM4u332MQRolEUmVa
WsZc/4Zk1hBsFbiJTBOwp34ezIes0DTfKnrz2/2lXfuowGeo00ky9A3TNhy8QUxx7fq66eAzEk/u
vqP7DEc/CX01SSzetnqxM5M0fTNCmZWGNwl9B/I6ykGL4NToAqCZ16BXm1e/89kZTqHByDRa5o1y
19r+IZenygpQCOioDP6vdm5tevUUdsIl8cA3b0Z08dyn5U97GLyNL3cbBUEBIMhFrkPvA/He65EG
gHkjjTIXgxQAhCWujL41NObOzUr7SUx9tjHe7cwYDyEYGWpIeJaotc5GJBEbN8cXQ/u7wTf93Hfx
81ib4+n+PlkbiJYDKHswHNBKvOuJlbz3LFFZtq+BhDmrITG1AKnh187WRbI6Em+vl8OOMuRiW2AK
b4wDyikAYjR9x160zmGNXAp1MeU/TIo7iyc/4vbQsxdnHVJ2MmlZY/tRn/HYA8QPvLHP9zGSem++
iSUvmyBtYO8iMTDX6wcpS9ZFK9s30DjE/d2M9riNtYAZdPvw5k8FqYDXGCL6vGKWr6RKqSk7z5nt
WzX9BHz/Ajxg9KJ8Rglw+Hl/rJX9LotudPTltICkXU8LG12rhSNko+vjfAM6Oz73qB75s9IXNLQN
ayM632ZpUqsEbIwOoU32GK6Hy5wirAttsH3PadFfVnvvkDhZ/NaCE4GfT/UvMouTtZiUxxN2ogRt
U36gaYmvrMScNO0lSER5hgZBL+P+Kt7UZxcDLqYFJablO7IPtXTCHMlU3ANFDuwVxGy+jwcjPrRe
saWUL0/s9UVH2OV6gZ2DFiHUyOu1RHYsGLHetP2uyO13njcqB2FO2RkN5viYUUzd1/PoXGAhmZe8
mIYv9+e8tnMgalL3IJWA3r2IyTwDuzqJkT5SxjnY44uV7UtT5Mecr3oG87vlKyE/2s108Vqn30E1
BKD99XSHsufkGRMHEImL70kgcOBW6sF6cHO33KrurQ6GAjQQLtloX5YRax6oqdEyubHIJFk9HC8o
1E1nYJTJW9ve7B3OBPLDYHwlwfV6XoXTDXk017Y/qLGAfYROGAlD66uZ23zkAk8+ZHX5H645Sb+R
Fw/3DuXS60FFqPToJ3JC6qlNz/SKhO+NYcsfjbbvRaK+PXry+qNKQkORsswyyzVdYrMeM8lKICnf
2w6eAZapXDy1jDbeu7eFb7mgkjhFAZjqzDLGFEadURdlo9im4o37XusyE1ugOXgwgTS/d5xa+Tw2
JEYqsA2E+RpxaGLbPE28MDamvRbu2Dz8HMBvaBMs8l7eq2nQ9wbTrqaEjq01+KUTGRvZ0Vr0QTf8
BffIs2Up76DUbQRaorf8zMH5lhdVuksjo9+ZBWZZdmD1Psp5W4YTt3mnxDjSHYZ+SfK5xDCYtdsA
80ftzKjG/GQmOgj1YbSPc0LPRkzV4Idp31+8KN0KtmuBR74kEDMCi3ajHjnl3I1NbVi+5Ub5c5oU
NUqdU0zdhi4z9tA2VcY3ygXICxKda3JcWVW0+Zfr84KOkJK3xmT5II7C46SXCpozYksXcy3qvB5l
cW8FILPjJp4p8RVqd5iUFqvp3pv3cdhvgXvWhqI8D5CARAMrjcWNNRi16s6xZlEmx+1hVoN5H9Eb
OBSVtSlvfPsio3HJXc8Xk4Y2S2DPPGZZ6AoVPWMcOVR/HFMdm0wrcL+lRlwklySN9FPeafhaIanT
vA+QVXtXDW44+vevrLXjSCMMvr0UCiBFuP6KcWF0paZRQrUMKBO9EM67CJmQr/dHWbuXZYpI8xSY
NKnp9ShNHgRI5oW2X4pKN3eYFweP0OyGaDeIQYn2Zh11P8eixsYqmYP2AQMbcrv7v2EtJJAXSFI/
FHv8q65/A/diVqVzavuZhwtLIcb5aDv90PgAr6pTq2vxH8sujC3Pi7WjCU7oX0kD8MiLBTYSq8RM
mXL4OOKk3tBY2muRV1O56g0MPfVgUwJqbUSgaeCK0TYnKiwibFHqY2zHnY0QnGp/aFVF3Q0lcTw0
8fcQMdTPjVRvbQ9JWDEsMovgs3RpUJQ+6JpYoPg4Igg4mWH5fvDGYENIbe14SlswXtjgl/mG19+v
zkIT7UbuS0CNxj4zQ/fQ48ayd8vU+3R/q6ytIBVLhLo0KEMkztdDGXqZG/1AILejAEaupejwcBWU
O/G/8psxnzbuxFvAKuHz9YCLRK7UEU2FfWb5ok77R82tPd/ozHxvd262r+va25vekB5VrXXf1VX6
jzvgHGB7AUKwootP92e/9mu4nynESycDIPuL02qjqlN4No+tuS5qLMh5TqLfVinDPlas/Hc5GHN2
iOwwhXKVarnCLo7zJ2QrFAoROPCO52kW7ZvRLTR4QPeQ1cscFB2u649StkaHrSq5/QS18TAKaqGi
sZ+msXQO9xdgZT9fjbQ4QHVi6oGNsYGvKdrXqkmL0zgr9sazb2U7MwgpimwHM6HFbaNJ9TAjG3mQ
NVZ2NpuJdDMLBr8N462Ua3Uo6e8mPcRpzS5OzmwVZd91Kt+zSPCfocvyUKX1p9kYt3x1Vw4OAZ7W
CnIdRITl+2vAihzmPBUBpzHFMRt0vBeBvZ1dtzAPhpUkb0/zgOPQ4iDO0VpfasN1ieJWRk7kGRxI
N3GL2OikFeo5Stw62mcoTH121Ajk/f0NsjpNmGMIDfI0vlHV0gZPOGNBOm2Vs/sEvGX6QHmCx2U6
B+/Nxpo3TuTK9Um7kda9rOhIkabrrZ/UU1OYIfKRo5YM1FjK+WA1HUI8nAhpYd/lpyac3HdDbLb7
CPWTjfHlgV+8M6/GlxvsVa0x6Tts1wmI/mCa81lPlfTQZrr7IBpA/QZY8r01JVskgpVsmrYurAqy
E9oOy5zBVcOxMMfM8bHaq84RSm77tFTBE9RedG4xfL8YWlrtUWvSN87/2nTJicjjCTVcAPLvX013
SqomcwgrPuTw6MRNhMNhFxv7eCqb93Pa1ecur9+MuyK8kZ5QMKP/ycdehDcAHCmXNIc0cSkM8ljI
fXwWkycC6ZaCyVo8oEQCYYQtrPOcv55fPjWZgTgz8cAOYSD3Fvbd6Pcce7oIG0u5dlJeD7WIclNv
a72VOSR+M0vp1ol2zrQAhejKNHYWidDx/sm8ZX9JGACL9XKdUgVdZHlOiB47tTuel0Gg/K4H23zw
0sY7ODU+HftgjjDhVJvW6fbJ1PePpaHA+0qnGKPyZGgOSmw2X9PQsvZGl8x/Y3fhfLv/C1cuF7aV
ilKpLNjAU7xefBentQz5BcfH16t7IjP+NYR1fbk/yMoX5lrhCn+pQlGzvx7EVOuucobO8YMBfl9g
KclpTKt+V8XOFln5VmqAQunrsRZ1k3gSo9cFqAvZU+OUaK/PDs5ZdjH90iOv/R3Xo9CeIQ04Ocr4
cfrdHloTC5GwTpV9GtkgxRzaC84hHzt3JyrFbt5800odIppB1Km5AJeBxPEUtQtAxfh2ooiHQcGK
Pmti7RANtbuhIXL7cXldcCNBeaKqQ85/ve5KN6eqm2SYIymW/n5I7PlSIZ6/cf3cRkaqzGQN8rUv
E5VFeqrYwohmJeGhSpJ2dMeqvJCNUddJs3GC9lgVn9phMLAs1ey34oh4PvGCk09/8Pa3RrYCngqd
PEy8BTdBi/w02kT1eJxElvpv3cMMRbOM8M+rjcfF9VoGdZAZSVZbPmqUSCFGiXqegy7f84L58h9G
4kUhKUuuHPR6JInHHtFf4at5igA8jUUmbGnS2lEzNjL926uF/z/5ETkDGcsNkUAtS2DkqOT6TlAk
57CNvxPPxNEZk4SMPx12WZ1usRduY/DVmOYiJNaTgqZHy5iDpfS+6obxHvg9ppZjFR3jdMg35rh2
CF7Ncbk959ETA70cxkPP7oAce30MI8PbONWrs+KWlpV23p1Ldbq5cWajCHDD1Poh3Q9e7UK/7u1d
mc7jWbHd8HR/k6yOR60Gbht5LQy7600yDBneXTUyhJGaIBGAk/rR1dExqnMqmKHVbtUNVg85bUlq
MuSYoLGvx+tEnsXUSdkpqZsfVatFgCqaxmc45tFe1zsXW1s7O+mNkWxcHmszlfRNci46YDcvE7tp
k6FNPNPHfTU8N8nIO1QRxbkZ1eaiTcr3+wt7S6NlkpR9edsTovFQkb/nVbpVN71eAzG3fD1Sggtw
m/IhsMS8S5IBZSor6w4Bmoc77m7lp2sU37RU3Sr9rU0Z0KokzNhS/WwRt7lJp0ZzRt7flZMeaitB
ajl2FevSIkBxmZR0C+Zze0EzZw0AmENHnQfCYs5d5Q0RHW3L71pO/uzC+RZ2NR2aoPxxf3lXp8Zg
VIOk/NDyiVRnsd3VFbUMhMWqg9rHxa53EPrq7DF7LDV9y/90pdfAaLzTsQogdKN3cf05Db3BlAMZ
FeK2hGaFvXrMcxtD+rDTd7oXV5dMCVEhngbzGcGz9pR7kbo37NTbuEDkQNevFn4I9S9ZMFIBaMk4
9Wpf6YBDBd1Gi4zaCXiChvwhVM3vawnwwcTQOcPeUcTGsOv7WRZ38UqVyehiM2Vph32v3vFtG+FR
SG5a/eNgGdlFUCb5hfqx8j9rQmchc2Lzg+4E3WkclH6rKLe6w0A3SGocigtLJq4dt8Y4hxV1Ry/t
znmZRt+DrPs7zGbteH+HrY4kywtA1/CGWFKgYKhSDQhIR3LhGh+DqfOeOlNpLzMFjo21XRuKpF6e
UMqNdMuvP2mt2uGkqAylT+Z0jpETwHEmaY4TBs0bt9jqUDL6AhIlUV/y6sNKMdshJiolvML2Eczq
b3OKHnpg9/Gv+wsoN+Jyo0oACrkHwBekfq9nlWXCbWbcE3y4Us0PvYu5X8xoiwq6EgiQ1QHtChxU
YpQWa4dzoNA6evJ+MqDZb3eN890d8bRRbP2j6MJpY1Ir64cclETyQkijYrsYTs+GsdcUXGqzqYIQ
ltqOzzF0fyhlh3LL/QVcHQsSCIBehrwRhIJwOph5EbMt4IHAWdadB2GZPw1vTj/fH2nlVuY+5vnG
A10iExefShT0Dx2HXCrrKsM8dpYR/mVrYQpEs5sbA41iNwa26CkPcHuHjd2/FlmQ5eZxC+6df5Y5
SIunY9VO5ARogCfHITGbd20sTF9xFfEpSzMkFZykTfBM0qyHIumrA8T09Ov9JVhbbHko2EXS5X6J
Kh7LYHKbkWxZKKZQ97UeVw+JC8kEFAKWBfcHW9u0Umv13+oeddLro0FjWh/UIOepk3qkWQm9hd1g
DeLYdH2f+tZcK9N/2Eyvh5Rb4NW1MeIx5oqptXzP7MWl1fLxILTIfQ60eEsec3U3wfBDKlfaky9x
mcZYqhGWycToskBMledWfcIKWBys1HWUHYXu9HMwOs0XxR60jbRrbWyUDDCzIOBwYS+mSYdjKGsC
hl/msfbkeailhLqW7z27MQ7UNgec0vIfcVhlG590bf+webia6LNSXVu868ZZzD31WdMvGkc9OXGU
7frMME/lOM2H+7tnbSiI5VDDXijJ9iIGFSaqJ7NNOdouxf8KJ7U+5HbWniC+WBuTWtun+BWpQLZh
25M8X28aHFgTFPBK288Jrn7f9uaHfmxgMU6qVNxxft6f2FqSBUKGRj88b1q3ywLPCHQ4ySRCxq2D
6EdG2LvgiGc9joFe/PQo1n6aYOn5SgnhLFYG6698onWclnG70VVdKf/AviUcypK/nPwiIsZer3d2
Q36J+W24UxpleqpK4Otzo32vqrmiNG/Hj7XZhBfsJx3fU3OVTWZX1DhTFMLCjIaoZWxhE1eSP0Ik
bARISIDrlkS0oLSsLhi4vlMFtRUPCiGWO6GBqTQ5Qz9CTkOCckuCe+Uivxp0Ea2qDNnDgBqv5Or0
+9LR21MA8nzjGljbaxLFg+c5X5+K1vVeywMviIchtv240r90TmydZgFOwFKTJy1Qi7/ubzV5HBfJ
iSwxyUo4A1LeuR5tUvQBipxm+2pQajs1DvFuyzEBj7U+P4dqNR7CZFB3RkTtbwjy+MP94deOsGWx
AcAMwfVYgoEtL+kd8DOgsmIkLIM2bnddo4d7K46K038ZChgEkHHyluV7YUbpqzUlSFc6nZ8RUy8O
vPjr50Qzt5Lz1U8Iq4SKk/fCy7xeVCtIqxzNUXrZQ0xDpwj157obNB+hPuSjqnILq7O6iq/GW2xM
5BurdkCh3vcqJTvOsE/2POHmg6e4W22b1anROZeyS3Qcl68f153isaWg54eIgDxSp8jGXVJXWbjL
irp/Z5nxm6VH0TqgmAYTjzAEZUZO/tWFbecU7CJByR9ut7PPu1jf1YE977wkeDOVejGUnPyroerW
izumBNJhHuxdrHWd39ZFv1FFXjtyFJjovlNFpiqyOOBt22tNwoHyDcVrpcy8iy1roHkPmR6qJysi
AcwqL3gs47n6oXtjO2+kQKs/QIIhZZ0XJdLFbdYGwdQibo9dncDpY5ekAC6Mvvd+56WpYAfBebeN
XjkqSpj5mhtvCQOsbVcsOGiGcZWiybO4U0oTXWQSPBnhumLCa7XKhx0WpMbf4xwnwf7+uV+drWQa
sdqoWSzBkVBHs8IKGE1vtXHnBEP3PCOt6UcC0So7jnOkGpXwyak0+91sjVu9mrVEjE4BpW76VhSE
FnuKdqBWdBbhXPOiPNmpQ/G9UxPlb80KxFEf+LhpX4l9k7ftRsBbfU/Q4CRtwa4BAPEiLIxO26nN
CFLI07r5V2+O4kghvjy7Ze+da1TUnhylbHay1AE2FcoH1ZRqq5uxdmlKkwO+NN/cXhKDDKWFGD/R
XKaG9VxnAfqYeK9u2pmsxSVanmi+SlEL6KXXRzdL0ApJVPDoltr+MbNWO0YVzlZjZooDlYotzv3q
rF4uEuCR9GqWW7jI3DgQoCNbs8HIeKTzZM/TVullbevKDIBaG8RuksHrSSlh66UjRnh+rYd4xCmi
md41GTqXxwkxtHjXtnpYHTjo6K3yRNZCH1up8T+gGbmewbvTpEECCEmP65+BKDC2JxqVtkCbw29Y
ZU27fhiKB6V0MnzqRgejka46qjhQ78w8K89G1QUbQpNr3/f1b1gGTTWp47QFvRlPdJqVOWqesK3X
zynmgDsVQPz5ftRY+8BEKPzAAJ+wpRZLb3ejaTshJWOzLIdzaQn97GFS8Pf9UdYiIaUGtHyh2TDO
4oQOEVVLGo6WP+C28SsQtZnv3Dzr453XB/0WrmUtFLmmrMXDskHVaLGGWueIqZjJXxUjaWCZYpv3
UMVDFu3dyMCGSWgxtILCFkm4EwhIb1VsV2dL3oA8KcEADcPrfWQ2Q58pbUNpwRrcY5W303kGswSd
YRw23i1y4ZZpLdtS0onQxQBRdj1UOkx2MdO78WdLzcOdlgpv7yhT4QuwnIcYZVY/nfItDsXqqC+d
YSwWbynudYFoUS47t6mdlZfSTj+VsM5OKqIMj8qAfGARclLfvoUowlEIfgGYLNvfpclj9KU4FpVj
964J1fmz1sfiDON0M8iuHQqZ0FJ2N3CFXvr+UNschxD7Yz9rkvJYIqvzbtDKcOPorW1T+WIDCyXF
ZZcz6rPG7BAUtvyo1I0/VoHpu98gPn+a4sL04RXGDwLtNeBC2bDBTFnboYRaQPb8w8FbXNZmF+qR
BfHNH7uov7RRpu8CVuMhbMIt+ZH1oaAwkAGhsbUUm/K0GtxeSBkYLbn8MDniRzsG/QFhBLGRAK2M
xHsS2yi0+7mJl0GmGUY8pVLwnk4Xm3u0YoKHfnCtbGfanXF6825Ed53uN0xgiofLENOGWj/iBWL7
YgpjX5iagkirO72LsFrf2PgrNwJDgXFii9BnW3JxbRNClJFQIwnLTvmd4PawM3Q9+qdragdQbb4F
UF25jGl3yfiJ5i1p1eJGcLQhjVWbkKKVbqE8D7mifqoCZNJ22dBWw0MSV5l7HN3GhLU4O9lOGYfp
2/3lXTmAL9ZIVMJBh/ACuw5rbhYaJMtUfjrTTj73XjcfWmiav++PsrZhKOxD76SwQkthcd83M69X
NBBJbrQAlzwxxL/qTil3AWnIxltobSh4QtQdeCsTwxaLmpVei/ngaPquFzVnw63tD0VIZmOrm+pu
q0NxI7h0DeliLStZk0p1eYQg5jt9NR9CL4guaQeVu3PCeCNZWflMsk/hIRnPQQA9df2ZbLvpoJPi
K9Qb8XiM4sw5xQ5VjfufaeUAkIwR+ulgSdWfxTPO7FwgJfK24YksDpreVV/dfsh/eUr709VjsVGU
XFk/qclB3EcLn0ktPlXjOlmAMTLBP2+rZ7yS0OHFf/qga8NWorK2fkiOyFaW9IlfGhhx+QhLm2ku
xY2und267w51mJob67c+igkz1yMn4T16/ZXw/xUVLVyTTKAszqQk+pMLc+58/yutLhs3IxAPKAc8
A69HST2B21pNPyXEZe2o4MDK675X3/VO8uPtI0F8IchzPSOOv5gPPuilQHWGyntrmu/VYtLP4xTF
+9Smw3l/qJVYiCE7LFz6wtAOl16EeVHQy2nJJAst03ZGWBk7LVCisxI53wwli8wdfirquelG5IWt
lnz2/vhri4q6IARLYrFsTV8vKjkWxKuC7BwesHqCwvm5NEtKl5ExT1/uD7W2SxgDC1aIQlQPFwVS
NSjSPEcywDfrppVi8xPSErWnZxtTWlvS1+Po11NKK32oIcJxmqe2++5gb3mZJ7eG4Zhkx9qZxanP
K+sQKWWwG4d2y9pjdUXlWweEMnXnZTARSWUPoiXmz0ORPen4WPztqPO0swLt0/0FXRsJC02ZRsI9
uZGrG+eZrkms04Dr0vSMFa73MWp5pSOaa2+s6Uo+znyQCSGXlNA/+W1f1fNGb3TLrKXXh+JE9j+v
M9UHS6jpjxBAwwPqZvl7azT6/3DgaUrQv8VjHUb+4pXTApPIEuQ0/SlJjV0kaIr0RSDOHkgD//5S
ypC7eOXI+0VWVhB+ZIsu5mdoVTMbMCVrMfKYSYNOnOKyzB4jwwmOjbCqDyjGK388Nd0q66xdPtxu
NIYAVUE9Xgzd6HrVK1FEbzPVoTKWNHwKZ0533BHGoVWLZiOxXJsqaR61DElCg118PVUltsVkk5wD
2tety/9xdh47ciPNFn4iAvRmSxar2qllRmakDTEaaehN0pNPf79s4L9QsYkiJGGgjYCJymRmZJhz
Towo+/j6HLWnyog72VvU/bqv2jBN+iG8vcl7DgByI10QqdOG/u615RE+gli5eifsicCb56T0Va8S
B957zwyxrKzVUXB7peYlSjNLy0b23fPS/KdmvsKlKbTlIDLZuxGEDFKTle4EK7peTJtAJIkj9MhW
U7yry9y6NF2pXBwGwIPWtpogi5T64ELsrozniHOKWM+r0Vp9Y3S6mbIyuoLFadJhn4+r9+P2V9pb
GI8Rem9ovFOP236lWkk8OkmoyugqLZd66n1EOruA+Lzz06Js/KFOhwP/srMy+fhJtC/E+1cCvghf
q7W6KNAfrGEYfSdTm8d2TucDVPa+GQknJuQHUbhZW5rEjI4uqNczm0D52SxW8UlrnKNu+q4Vusbg
vnEnYBauj0ZSGjQlcpj7TmMrd3asLJkvhsE8OIHyx258FjreclofVTXgZJvFmOVYq9lAG85yMvO5
0pTvEVq+yNYbDwWIrLd9O35TZ+Y76KN7VJ/ZeXrQdKSXJGXrkSLcLFFrAEWUUSzF12LvseoEirJm
bs9+q82mc3A4do0hxyt5XbxB286qQK26NVPZ5ikX750a9U6oWyXtYnVo6jm8ffx3jbGbfD2YukSA
1x9v7OJ4AWPpnGrR/MQ5ir+YPcqwgzU9YhftHRPYrKyHgBag0MaS2SkV0ggR/YxStGc0SabVX5jZ
ddTT3FHKA0JLkUkSdXEcW7JFManU7gQfS21RrGwWPXkam6oL08UZ74oa/t6pmFbjJOyUGYvzGOvv
RgT6zym1+Thop0JAhrRR8T7d3urdAwyWmEIKo14oKVxvtYbiv7IOMHx0ntZveZsMD6TIzeCLeYjO
7IfrIU2DFp0vDDVPAzsvG3EQf+99bkqMoGxkJRe6+/VvqDMB3T1vgVuQCLyB2j88Za09n9tJP4y1
dzwrOHx0U8BlUhfbxtpaakWDQUGDqm3i3td9rVwWa2gDmyP3BbXAOdDjtPuD80yOLkFoRPKvtDbU
zO4cpQRUmHf28lmfmFzracXwrSSh+YN7Sj2aCpzL7DagUtd72QJyLlCPxinoqHP7kR45/+V6UVaX
QbSqeb59evauDwK9EFrlAB3ACNfWRkZmZHHM6UkAZ+fvCrdBrdoUzvIHNA0STrQYABBxQLYeYUD+
RSGDgiO2Nm+dVnP/Fcj7/Hd7NfLXbp052geS3/xSf96sJu5tr40ifJxKLfgRKXvtXQQdMEhSfWBw
+JweZUl7B9+krijrD9RqtjpXzG+OPUCDiB94rX02SmB0Wd4P56GKjuTHd01RwiGwpgFKfeD6S9Ga
HjUmacDgVhg61vVGfteOYgxrNzlCM+25FBrU/29qc52N1nTqVniIuhnwE3qbPoU99197pmmi6Dx7
/rRqa5iYbe+XmdMc9Er2jiRgPbTQwAPicDfJdN1nlm7R7jqZnWm9z2GcnMup7A+iwL3tJBcjVKJ0
ySeUbubXXKwgh54ysBX5Erd3S7Qwdh2I4hNy4tP59qncfTogFUsS3UtKu/l0WVyDmRcxqCKhRdZ9
W5DFBro6tp6vIMqJ7KqI8c9zTPn42V5jJqcwWqMWvr3Y2lcQ/fNFr8T0Y+pNpT74cXu7DacdMAC8
JjKozbfuIDEVmiHr/mbZfFpqMB6AfP8ANMOQeUpoQJ1kfmhc73acNJGbazDnh1aLQsfs/qlVodzF
2von7lNSIgkcQSBRHr+2REQ+W5MONBL9YUZZ2GWLwEGhagwmzakhHSgC7J4iSnWahrAWWZn8919O
kT5Wc6PlUnbOEsk3jzLhXVao+sc8KuyD0vTeuyflTqgcIECAtOq1KRVeRdKXEiUDkzTUyXhPlTtR
n9aX2J+caX5Q7ET5dPvoyv/p1qFKmScmgshhf9uapLZUiQmRhrvY9snTbDWOj2ttKl94nXpquvEI
FbdrkGiExOkFIrLZ0IgBC25Zz2jaMUwdARDN+y4ciD1jZyRfkto4ahDt7uqL8jEnQ9q93lUEchRv
UemwxQwwfC6M3vqkKeVwHlejQPNEpGrQI3p3FE3u3rpfzG48gtX2ds/MJjzspOpBmxYNjbDmiNS3
v5m8TcBdaGps6/6lYSt6IoUcKhINMk5LY36thcZ0ALWFEWfkhuif3z4xezdCqmVrLzkbHuV6Q/M2
70ZQPrQsE9N+7pbSCOPJdN7krpseRJ17mwgWFFoAgRK92Y2pWGXAyEz76WQNaZ74pQqOy0cr4TBP
2zsk1LUYukT8ChloY2ih21RpJfz2bqyZ8lHb/XqOtEk04axXDFovPDf0BtH/fXsr955hBwysAziB
kSNbptMApifOya1OCVSWS+b2/T9rm4HFSFLj0TIU+2yDmwjQlG/hvZregcPZQ33Tdca3wcukXvIq
A68LbVpB4NBhFMjaQbCp31kJo/p8pqxr7aldx+mpNxumopvDBPByAho/+c3gmsiEuKI+6lHvfQdA
6LgjGeQxZu76bKGUzcctZLRVF8YTeO74TMqcn7xerTJ/dYR2QhWoPtiHXatgN/iDBwRkem0Vlv04
DT1BZWaosqJYGz+zfM4eEXBcn+uU8hv0yiNp0d3N512RUneqJDZuHBOdKKZKoal3SkB8nVFp64Ku
apN3qL84QQJ2+KsHRu+p4rFjDoRqEytE6Re3Q37r9incu2WSfsRJAHJlbgME3UnskSk7bPqYRBdy
BSTqVOMog9y3AvUeDWHKqVumkzIXQHcH0nh7WrN7Q5+KJzuzlAPnJN3q9jmTgjacIRrmYDquP+Wc
KYbRyvzAm4qOqottX7I5ny9Tpq/3/eDUfh0hfW9njXq5vYs7KleyRQ6JitwEiN42bXUGDSXaJnex
mg/vdFdRg6gol8/owU9DqMD2Hi55buiNP1ru9MRk0xwNN/nBy9l6ZwotO4Ld7m4GHQ9EzlSkMbcC
hHUkkHXoHIfYJVq+G7Oqp4C9XCa06A3Stg+mFqOB0xrmE5KkRxpDe08TeSClUarY9PY3V5lJwZoR
r3LWQVQO2bPSdMUpqXTlbWzmYvyqJrF5tN69eyyzCl2lgiPHRV5/fGKr1Oom1jtFkWe90XvHea8z
r1B9r89Cf5cvfRt2ljAO0pmdlQLwx2EBupUEXXnyfwkRcY9LBqcM5XRHy94WOtdXW8vyR9cqX1Zr
rA7M7TwaTDMgHWU+hiaVga/NLXmdCwpQnLPBsN8VS8tAIYil3+yoMpZgGT3zEcUa7aNXyRnxq3Kk
L723XEozL0QDjvlWp3Mp2ljRC9OVrdio8ZUR2QI/p4D6bW0HT4ZU7vrj4G7JjHBzrcm+kbiQ8mbW
q7vVlguCK23vnOauST53YtQvzpTH72Df2D/SfCj9xe6b2k8t5buxGP0JaX79wE3u3CZ+A2AcxHxB
d2+73Z2dMV1hXqh4OtV6ae0GbQH4aHfR6pS+bUO9g43ulOe8LbMDr7YTcpG+0dOHN0OStVXAGErL
BiiN6aVMlw+ib9zPMFfde2313P8Otlqe1ldbDXaajobs12wBMqVBySNB3OQ0ek32TBjg/XSYvToH
XqIzYjbKNL0mGsjbZ2eKlcZf1ErVz2nM7/MrNevqMKWphKBiVya4ulZvjj7E/i/kJFA64OHcdo5t
ZUjKIU+R4Y2cpWDkTV8+UT027m7vxJ4ZymUSEcJ/zCq4vmfCqku1TjlzWpQk9WlJa9ByoliLv27b
2btP7DYIL9AFpJmb6MMa6qz3DHTJgHvlcaANmfiodnrk9yQr6LrEH27b210X1BYUHBhrjb+8Xpdm
5NXiugTVqbtUf4M2UH849nCEddldlQQ+ATZmTVv1666pTHVxUHEq13V6NuuMngcS3CehOP175CqO
rsiO70ebwOReUuYANrHx/bVLzy/LZufUTINSBCqaG9XZsJI+DpJ1KONLrQFeDxkGnXy5vZ+7lqlT
k8868q/NQ2c3rrV4HbmDq+TZx8WM4o+8FRxMvbF590uNimGtLKfbVvdeAfo8UjqGPuCrYuEoCMKV
jKC9GT1jABi1dm+aXI/fQuCDdatlhiLOaWokP5M29ZKA1uvyB5UYZKmBHUgZXvBtmz23V61C6Jua
udlpgmaTWsVfvSr3Ft+cxRGrZu9AUcYCAgRSliEKm2vSedZAEEd41RdJfmbeZu5H9iKeqjj6vpLQ
H+zv3ldF3YtCM6ET3afNK+sa06TT1HXhuBpPa2S0d9WgvrWWSly8BdB6O4gjvOe+SXJd5ADIB7bE
lahQ7JICIbODkBcD3zQJ2PC9u6DSuHrfajsrH5mQZB0gkPesSlUgIBVsK3f12h3ohcvYt0Slu2RQ
niiVRAkVK+7v4zXzvttMMwmYC3Uo6rL3NX+xug2WbSSFETOjK6EsnfrOQwHsPJfq8m2pzEYNCH0m
3R8GnTqGndrPij6YZ4Fu40nrp9VGmAmUo52oxie2sfsrzurlmSEC/bvbd2zPU6KtJScdMQ6QN/96
awxlibsaEPwpmeP1UntV9NwNc3O5bWXvcUe3W15ml6dmmxi1S6TmFj2gExMQQDCXlRmoua2eiOH6
8++bgo1BhZH2GnVx+VV+iVQ1lSlNXk+kqnkjw6SVzPQzKmAXxKfSg/uzt3dAFCTSEUHTV5MzSpsg
rcpdIL1ZkZ8ZR6WcC90ZDw7v3t5JAtYLcBMEgfwVvyxoznIGYhuyylYuPwHkxXd6u36jFnwEKdkz
RDpJVKXLEcPbKXuNqg1NIUCrKS2Nsyg3psCs0HPKY6L93/5IDCmCjUDLjrRp20er1jwrRgl1rCGF
PqKIn4c6uPMAqmJ7ENLurIoYj/CGLSRz2eoZmHpuwmEHPL+maYQu/ZCfa0rr31f04//AFBk5mDia
ELQJNl8qHlENmCDyEuU4zYXCfhI6KaoGXaYdVXz3ujHkf5KHI7ErCOFcnwryoETLs8Y5FZlaXzRd
KEHKeMlwGePBr6gxB3PuiLBzx8WPlhg6XamJS7LOlZ+ow3LfVVZxgKjZ8Xc0vJhiKiXAaf5unpPF
rYpWr1i+OqTi1NsjDKxaIz7W7TSwpuFIcnbXHhogcHRsyNHb4JUnmwFpAnhGMikK+FHNWsOlnY3P
ixEZd1HS6gdR7N5R8qgxmEwzh6W9HZAxdAayhyNRkDI1088sq+P7iUggnEpPHAB6Xjo8mxSFIpIp
i8KazIQ3m5lPRQRojydL0erRDuqerX1WtLZDhYve+nvGRdv/pXrXDicFdxr5K5E1ai9oVgn4gtk8
+otFwnhiXgrU46lzmg/EwpoTJmtbqn5neeu7ZgLjGDSrPn7KYEFU/hoXMNzh6yStXxDLJ0FpKtVz
VkjFEVUdet2PY8aE/Ki1WbV8JtoP9jkhqI8h3IqRmp4Q7ftibYaf+twWit83NjJmy1KpIlDbvl4C
IxH5+2mth+aClJ6hhlnT6crJbsv2ryzTrX9XUdsfkjL2PrRJ1K6nDrmxo57C68hS9vCYxMVcBfre
WzaUOSA+Ymkj8ARXb/7uxMLEnNTqL8KyqovnoMvZeES3fRZpPIfqx9ve7/XBldZ5nQiBpNDK5oka
GHkUNbm8u10Uv2FuQ9/5pKPWG9saOzOYEt398QcWQRYxBAz1Yl7ga2+RL5wbzYG07OKQn21QIMFi
G/U7zUmasGt698ATvg64qLOSqKAey0opalzbqz0r0ZeRNl/PfDc0TJL+bOhuH9TMBiCD1pZzBm/q
YFtfX0+M0iFCYRx6LzCNa6NensWlgdc72Z1dfO7XVKcWOVrPEcjhgzdZevLr24kp9H8oPFJMBvl5
bSrOBmVaIvLLhMsYlKkSvY0z1Tqo2e+dk1+tyF/xy8ufLsacVjbV82ZVnIdCVMOTkxtFkIyqlfkG
+kd/8tnoQQHng2jDs3ltMHK1Qpnw8GSwfR/W+loEAMvnS5G14D1hud5nTKL87ViAvZQgTAl+kz2i
a6OwNw0LSg99qT7pPthmGvlDNJbvJnFITtk7IUiBwbFAkpRqxCaZq8XQd4rFtR/MCrUScxQBWpK2
jzrMkarx3g1gUrIURkFJiaf6elVkFlL4AoBX3DMzuRotL6ApF31Cor15Y6+T5dtueURt3zswL6xy
qqZ0B7ZhVboKo111tjIFPDhdZi1t34+Fq4doBYg+EEaFHsFtz7K7TqkiwquIIpcr//2XM6qi59F3
LoBCIVL9ngmw4wmuongqF0g/BgM4LugS1Jc/MUpKLgm61Eo318/s3RQNJGAvXaHWkPf7b4NH3J0o
Sh8oSz4FeaUdLXS7t7CeJTGG0A6mN257c3YQmYGhmOdrSCW2OnV5zPjyqEqCpmzmk15660FpbvtE
vdgjaIUKgP8kdr3e2CjvPHUZ0zWc8r59L3tOlyyfhm95tIgHsIPupcli9b0n6ijQNYHGz+093lsv
S+Z1lIo7r7yp0wx0MuyZ9TrJNydr5/cptHLfNqf70kimn7et7a2WIg/zMPHfgIk3u9uQmq4JzaUw
jnRmHS0ieciaSq3OTbeIv1SlgYunLe3XaJiLp3529W+37e+ulh4x/FqocUTw17vN6D9lbLtxDSlQ
uEhPWPnJTPrijT1omq8swxFF85WMiPy8CAKiR0Yhj7a8/EG/3JuJMYtjZMKZzPtKu1un1fkhk7JL
N/RaaC7ldFIaRQ+HRaiPppYnfyVg1g6igq075DdwdxwAAcjcAkPdPJgzXY2Oj7yGZuEtpwkYRZBZ
WRFkcJTC2/u7a4qTRH4AQou6/fVy1yku9ZqmSYg2yvBsJoV67iu1+TTO1RHPcccU14VLSn5Jx3mL
Zlz71HK7jnEfwBrtD7ZRkhpMefZY5srB/m19H/tHxQRFKt4ScEXbsbFjnCnAN2I11As7OSnqiv7f
vCjfY8L65wypScOvzLI7iAr21meTpBOa8odn83orDSqgesW4sdDpVCeIUKHxI7qg9yI7nDu4d0pB
FHEvQE/ASdyuMOpZoqUpazh6ku0xO/NCYSCz70oaH18XIy/+Xd3FQYzX0s/a2rgqYjgoMh74op2N
lnqokpYLRuYVV4PJH4Pb9ooa9vn0WYlN5cGihoYoa7Wck3WkQdPD2TowurPPxK+yiIQQInwU+e+/
3NC1tApdLWItJD3RLlocK+fEmtMPM5nvwXu24/1IpugjABmg9rul1JUVlXfNzrUw0oQbuvx1cTVE
p9NSX0JhNMOT5yKRyCCO6lQPc36QuL9eqRTWgDXIRHPpBzaX01DqWVWsSgtbZpuc5jJO/o69oj0t
8bre3/YDr/2sZDuTdMmpEtQtNm4vLdusZYaIFpbAkQKnLIaHQdXXh6bxGt9ou/7TbXuvd1ZTGVAA
Jhx/IDkq1x/RdVvYhAilhzM8ML9Vp/Guc/p/jaHJ31la3Twqnac9qHxpf22q4nTb+s7GSnlLok24
+JS7N6+aHhVRXJvjFKIMXz0qafJfaYn4ndPl6vm2pZ11Ep2gRkWVg5FfW1WqxR4Wd3FxRXOrz2Ht
6fkHxPeX+9iqKHgvffdYx0y2VPSsPpnZ5B2UK174Gb8mRDTA8LUo+nBSwaxuMSmDoDPfVeMS2rme
GBfDjnLVJ+PTES234+RNRzHCCxjTpf/rNlo3nWVLMAtStc/eF6RO5duWaZyZn+ix1wS9lTLPR7JN
lseeWL15HOyyp4aFWFV6X3RZ1PpCuFS6cmeILkU5Vc3Bp3vtcmhO0CGmjcXa6FZcHxy640KL+5rb
H7n1xWzdOdQaVW4edZMiblK8YVTbP29/xn2r3EBdyim+GmhUtgWa1ipW03LQL7Dspku/DPOzt1T9
f+1M2l6OVfLPbaM7pxSssSs1P1HSpjBxvVR7UipvYZpCaBVR7zNQw7h3rGoO5861D47primHVpqL
7KBK5fLaFPg+o7V7Rw3TrjEvDQjoAB+sBOhIlgcfUDqt7YkkeiYnwQ7YnI0phJbLqk5yNSxtNw+M
NFsuduSmvqq49lsv8pTQTttH6vdt+PvbSTxHdAfODnTBJqqamKK2NOD+QnWGTmjrfE0tcRjqplnx
wbXbeZ+5bTzQ8omif7OdwdDg0QHPZEQgkGrugdd9XVavPZcVvY5cncVd3/btw2yAiverNhMBeMv+
YL07Lp0bT/YOJp68aOtiUye2oVG2HB+VGdfZUA4P6Zgl/7ZAwp5qgbjLwcO8Y1CqqEghXwBCgOSv
D5HhxrFuCLGEgznXH+M6o8Idx9V9yiS4UCEFPbD3+lJKZiMNJSIXeqXbWRu5TT2OzrsaunYaPyqV
OwBnMyLkGBK7O9fFPH5cOkf/ePsYvT6/BDtyWJ5D3EPnUnr8X8IPc+gNN6nZ1gHAUSALW0ygV6rP
SdVWj5BKvle1BJ5ZykFD8PUVxRfQZWJz+Zykn9d2jZygbml5MXWr897nfU6DNk+LhzQvkoMrurOx
V6Y2VzSeBzPLa7yB52YlgDZUKovYct+qrTGd16hpAs1Y+4MIZHd9wIxU2NpSUGwDDVFr5qEmDV9T
q83sb5DX5Q/H4j2ZktI7uBmvTZFP4uSkLhxc5m30PDV2bPXd0oYDcV+wUCh6s+rJB7NxlN/2q+Aj
OC4gu7mGKBtefzQENFK7a1egf1FbBCXKnOe6c03fSRXlw+1z+TrSkFAMfA13XspabF6LJkUSEd4a
phx9uG+msfcVpy3P2pxRDOE8+kvFcDw0cyC/L78/aBWtIdVEs5bKDzAY2HjXS52Gcq0Zad2F6pqK
+76a7c/J6Bg+xSLtudb7KiBI6u6qohne84iu5x4i5WkEblAE8UzH48A77H1ksO2ajGslrHvjjVyE
ndsIhfSwbNYJwZZS/URzhK6X5h4NZXt9X1yNd5OUFqdAyXRzdG0mQJfGGlVhbBlVgJDlj8luvIds
7LuwHo31Q7L0R2j1125I2iSylPGrjC+vt1stnEgUBHdhrkSxHAOt+7YyLm+WvBhOqZwEKJZFP3td
cjRR9rWbRwcDmX2+NtQ2GrjXllcwjnFZ6XVYF4lF5Kpp903mzhdlYBbiSqD0/vbB3ttd0kt8PSGD
xLle2yuyKqp7zaxDq5zcMFWdPEAKLA3dtTPvsjb/QjXzqOW+t0aKipDLpSQmjvfaZk7QTsin1mFU
z3qQOSIBZ5RwmdQ5C+LatX/b+XFzfrG38ROT5XRenWp1OJtN6uuicd7US19dVLexD2KT3aVR5GJG
Aw8nucH10mol75qom+rQFOboI/pJEaFqlLc5YhmoE3u/X8FjaaQ/iPISiEAXura31F2RkKOwlXMe
37l5/XPMa6YQt0hTtoPlHezk3r14QRUwCoK4eetxO91ujdwdqhChM+tzTMc/8Jw0PdXM/jp1QnPe
WF2bB3lmlAevilzIdWBLkw6NfhaDwButheuFmvCciwLKTphESfcWbvryZJdjflBlegUwwM/+YgZE
yLWZuGmMRVusKqStn6Lm3Mcnw2y7JzeK30eMJn5InDIJE0DSQRvDy0oydtuchumJOXI9Yf1sHtAU
904U/SFCP3pvSOtvvnDrNuTavYPC/LpMoch6Ea4dw8xVsU5nN+mPapa79jxCBIjRslS6OcHdYDPK
FFJO2Opu/qNUR+fvRtcnNRiXrsz9JK3Hf2+7oH2LJC284LKwuHFBdtb1pOl82ll0pt9S2wuHNBJn
zVxioOjuEZ195+1CZMiSZTVkQ0hzr79xv5jgf22zCrXS1U8MQXYDd/Wq+6YR/cF52vOuskzKY0Kz
CL7VtSl3qGeESFw+npt4b8xpmU6iqp2/oq6cnpD/wuctA+C32xu6YxXdLdpSKKtKMafNho4UI515
NOoQldzuvp5H5a4cgcvWBPzBUNtakNGtOjAqL+DmgkodC3QKXzpUW6XHDHRutnqFCHvNGalomNGb
vDJ/WKMxnBijMj0klh6/DKp57CatOLglO0tGyImCE68JGf1WzbJDjWidDKTMtCkagkrAG5i8GEF0
fcw/OnarBampHw16fEX04pVGhYgikCE1bF9tdFVRWbONxj0BFG7skE7KiiywGK3vxMbmfdwb0RKW
jI57W87ghh+XrI/+9uo4bU6zrSgHb892D+Svkd4ReSkggAxyuz5si0m7s8x1V86YXO6zbhjCtRVZ
aPVtRz8NFdOoLo9oWVu/jFFibyaiUrkBErCVD0ENVrGSvIhOTpJUn9nt6svSHjLDt4frxQoAJBC7
lFBfgfS0yKMGNpYRAjil8aQrivm19LzuFBnxcD+3Y3HujMby+zStH6vRPXBQW4chrVPRlDViU+oO
yI3/JSk1hsFiNLzpneKhWZ+SyngwYnV8aCaK1bdv7p4lIiLqNgARJCHm2tLc1saEKAXYb7Keybcq
SlI+dEzxVa3W6gDOsWsMLI4kT7+QnDbGhGdN66oDb7fWvAvMyG6Dic5oFhj6uny8vbK9cyLpt/8z
tnm/O28dFmUAUd72TQPk2W0vDjCZyx9YkdkgzRHCom1LobIXQ4tGibiFWXPW0866S9ze+XDbyu7G
AQihQ807wfm/3jhnapivCm7+hMxh+T6a4k/g4YbzwkTeg/W8KnXJoyfFMcH2kIC+akWhdOHoWWNA
YAWlSkHUKL4Js/ICHpHhsWkTLRARqtnI0HYXox3ddwRKv4tef/kNL3gOsE3UTDcRwdSIMnU78Pno
RaYPs55rvqoJ+x5h6+Wkxcr6oPTmdPByboMCjBJ9QfgAwI5L3xKoezszEzXNcGZ2M5xKte2mIKvw
pFGktxeFlPbgo+4ZJISWzUUKp6g0XH9UaC1RmqP6RAc6gu8koJay3frJXW3lQcsOZ47uHCKsAaNC
CJRQayvPMMZFkw2mh2hwr9V3TlOOD4m52GeHqP1gL3dN8UJR/cG1MHnzemlVNBZeNbnuKdKn6qQZ
jeoLytFnYcLy++2rQT1UCnZLnhlQzWtT3WyTBRQjq8rEdJ808fcGMsB7rSMRum1p50mA2IzSDWpS
jELZBjl9powas19QEGgL+/0y6u0X+sEpZDar+kgaaz9W0RoHajxF1Lyn+MD83p4y4pn3CEgjaO6N
D4jaRQDbBqlaUlk7a10rLpObd6d2mb/fXuiO56SYRgmWuhMa9luQSMJsImee8WleCb9ZmIr3Vc+9
5uAx2Dv+QNG4c1B6Jbro+sM1dmVbLZIsp76dyr/6tkzu0zgbA7Mb3DuN1l1we1V7nw8UqOxSwKtG
vePa3sCAUWe1aLwW3ThcliZWfpSLXbxXtcrMmOCTdBd7dKs3kT2IL5XTxUdjV16letLDSH1MyXfl
Ar4qNaeTZ1Po9U5Q8NX4PFltFERiKL4DLVc/tUlTnTMtnrpT39jmzECbrg8Zduj9RTu3ZPqPlzqf
Uy8e/+BgOaTWDA6Q+dAroYSIBl9frR6ar6txhj+z+K6B8pCgI3hwWXcCRinqBbNO6n6/AjuZsepm
qFJ4p1WgPYCna7z3SzK4mm/F1vDcZJ0RDsI6OtC7Ow/cCZyzbP2D6Lj+9vhZw+0gXZ+KOkk/ZUJP
7hCtat6KJLYvZEb15BuzLmelN2rsx6pVfUp7prWD+h9XyrvqUH9XrTI6wtDs7AcXjaIm+CBen211
o4jNYhgi4Z3cVqv9nn27WzsMJguFzkbr69Rvmep6vn0TdjwJvpkJI7LAKas417thNSKPc7r5J1iV
K9mC0YeTZY0MEp7X021TO5eO4gnoDps5MZx/+VN+CWQnC7S6VvLGTanShozZBvdgdw3k6rwPetKE
e7uoPpmiLMJyRcvytvUdR8Yxg0aJHyMx3Xaw6rjrM9tLvBOAReOuZYY7ueKUHDiWve1kiCdiH1Jd
hrzgeo3maK9GlPOuQp3/p7Kq+FPMGXxkTOoREWrHZQK4kjBBqYFLoHZtSaQinquSPRxBrgW1QMGm
Rl01cNZOzvIW2d3t/duzB1GeB5xUEzrq5m1VU1G2qtF5YFX6Eq56/rFj2v1FEXUVNEVx1Ep+6fD9
mtFzQBj3KjuAyPRTeNqsrxvjnI/UeqehSqpzmqQjksxOFwhdbx6WTlnvEuGOfss4SV+O+fVTRHPf
FAbH1ps6+26w7B8I7OnBbFNEZ/bedLAhe58a9+Fwd/gC9GWuP4A+gE31vMKDVpkaHOfYft+WZuED
XIzC23t/ZGqzFwWvZldWmJoKtbzPNKekaWek7yykKA4u6c41IdYn5IU2SL9364WSOBmyCeWPkzDz
+GKuFS3fVakPrsnOYSJHQjkS+QHUuraKGjGQ375hQCgqrwrftVrd2HfiTgsbc4K31Lv2f7d3cFs6
lu4G/MNLwU0FCrFJAOm8rpFto1kVMWn3k+ZSj3Ki4o3SpMvfC+W/Z8QWer9a0+JgpTufjiiNMt8L
Qgda0eaU1Hape5PFSuUEAxetA9+jmf5sxqI8qELtrlHqLWFQDgiUm/6Lf02WhdKpHkenEdGdnxAw
UFtLFLUSqEiL7O/FivVnp1Wi+1b07fn2/u4uk4HCkhoHymRLdpHDbQwHjRCC/Ez/LBZwRotrRYXv
1eMRkWjPFn5Pgi/QPgbLe73OOnOMxZ5tPINb6j6TUN2HLM8f3BV60++visKLzATpKROqXVtiMMNM
rtlEyKClQgkp9wBNHMayHoIkH9Pl4Inay7cBPcg5ISj+SAWna3uqlTKI2E2i0zTWlCu90uq/2no2
MPHLVX1lzaH0RPbntRcFw1hKM6iqrjk4sDsOgN8gIRdQ1GUh/vo3JFFsQgSrWDMzc76g/Cw+CfKL
g6XuBDtU92kPU7x74fZdW+HhVGq7dijcjaWahW6Z1DDrYNiIQTuZiAtZZ0XrtN+di4oboGjCGaWk
QcS5VV1U9TrPU1ONTqvWWl8tdbI/ZlP88bdPzZWRzVf0sqRaGw0js9FFUE64bHqdxOdSTNN/t03t
BbPYkhxblNsRPty4l7wro9wxhggR8qV8yOPZa/3B6YtPup6v/2iKnT4sypxfxGRkn2M9mwMgdk3y
0LltXfq9Chh+HJf66BDJJW4ebwIFqicUgsGEb5scypQYg7lq0WlItOxCCXc+MyRPDl6KhF+II0mV
vdMkFcbIUWWnfpu1uIs2WowYwJweJ1Hut1COBp8y2Tre0zFz380j1apnIBTdUZyy44wA8BG4c1+o
3LzqJlfm7MHUUE5uZAJMQvr+r1QUgqFZ+WL+fsTx0idHQlziTraVP0Vximkyeqa1F1oddLlQKQen
Ipy0Mr2/fbD2PqBsyf/P1MYLaJDr3bqbFKS1SuNUzN5wRp50PHvK0AcVSdqBvb1ttFA4A2eCOAb4
w2t/oHkimoS1KMjhCDrlkWb+0NP5S6kN9ufbK9u9MrKUjqguz/4rjPnoJHGv6XyxxauXf1YDfVDf
UNt/BoE08azb+l8ybUfTt0h8hDOcezRPTF+ooGM7KknUIU1xuv2b9nZbAl6pxRnQVLfDw42oVwpH
UZVT53hQuGAejm8F09n8Cn2He2i7w+/OZpeO0JGYHrJN8v0t0GMpGqGoS61QEM97Immn+24OYxMy
Det59azyD1wi1Q5UiCjiUk3afN50iGgoaBl77lblXVYOzJNx4b+kcv717b3cO0kOLB/uJCjiV01P
QvI8nzI8IqTx6FOR1X8DYPHOmhP/yZkFgwk5gi4c8dbG92petpapPSunddb/j7Prao5UV7e/iCqC
SK/QdHAc25NfqPEECRAIoYDg19/Fvi/jtstdc+pU7f0w+4waJD59YYX062LZw0Smedc04SXy8vY3
nYdToCsApgcqCNjT7Zn/yuyWlHXjkuN8dC5Uu7Ejqqg9d+nNvXUK0QoGNQkvLnulH48Sc0WXB98g
SZbpkKl5/gJ4YF14XHd72oEw/f5OvflU6AmDggHQcHpekXt+apZ5k2o0nfB3Lm3lg1laANLfX+b1
gUAhAzQBIE0gc73qq/gr1AoHSBpVMUvEFz4BQFyOwyIeOraO6kL29MZiyJpAhMJlhH+dnwmnQwfb
TUGrNejXMtJ5fvDjOi1tGs4X0v0t+Xx5KCBRBvcFgDM2vfVzsMgIuQEwMAi+qTlKn8Feo4dhnH1V
wDfSnBhwvMdAxiYu1pjkrqijZb7wVb/eQPyCjTwDDst/rLaXxxKWJyGbZe7tAjfza6f74KodIJr/
/v69PpbbKhvFduO2v+K1R1Yvqp04BfaGQoDKa/pvkBXlbcXk6H30gqEJd++v+OYmIi+F/PGGCTlv
VNXLCFumTlO0oab81K5NDS0ISSqGGcc/X+l4uL+W2h7+ry/bLHQWOZloNYmO73Q86JuxRtkU0qR+
fP+p3tytBJL1ODQh8oizJgIsBsKsZYZWymUwng6UevJp3v8PD4TJ0hbrt6bIOa/JSJIPCYPUq2im
/MDi8Sftqd03KQyh33+et3YJDWSMWbfc9xXoYqqjNYpcTcHXbOgpCWr/cRibXhR+gxbuv68FpP9G
ycWtiTvs5TYFWdP6TnveTia+2TGA6o5qUa5KgOz753EZlFW2ohN7BDmAczlI0kcjWzzNtlZIf1xp
RI9TIGE3FbtLoJm3TgQuZIB6/2tQnBvA+MlMA2FCVoGSqiutXLCp2cn9v7+7Td5g6/MDMH1OQyV0
SEndSFbNU5eC9p/oIoGnwSmS9FL0fSNUbDBStJjRY96Yoi+3ybqczZjwNxXG/fRGw1VnH3lzWsm+
5wegkpIP7z/aGy8QRBB0sjAEBBfjHKgLAHoXJDJmALmQ+R42OvQOXs7RhQD4urrZuEmwtACVbgNy
nTUaiedRGU15U4mgjkozRbZMABoG4b71PoQtbaoG6fOF2+WNV/li0bNoQbteUsvSpkomIQAuGOyH
znXTddqv83M2On2BD/nGq4S+MngXuM4wjj737jBzqMKQIqr3SkUldjI/QdzxkuXRGx2WTXVvs+6A
Kh2O/dkJacUmOwEN7mr1V6+q80yVLp3qSiCalEnrhSc7DPSgwQ69wobDNTvs5ur9U/NG4AL5G7VH
Ct3Vzd/05SnN/98ej3bVEo9sx1dhD5n2akwch/zrvy+F6hqxGPcz4Axnu8gVxm/gB7RV7ffTaXRe
U6zBuJZqyrILpzTDrz5LRzbLLvQ6wTLF5HD7879uMpD6wl4wDuMMmy1XOCbTA4xIuoPGbXov/a31
YAVvkOf1UE94/zHfOKxYG+Ag/A/GR+e7CvHcNKBx31Ue9ZIqWp0oICsflJHEJR6O8yVR0Ld28O/1
ti/2r2eVtO6XmGA9EIZVmbWzKDNKpuvQRPxCYfzGx4/uzgZDAbQR6Vz4cqls7rXPo7ytwpX5P1yP
Ib8jvH2QDUmHgqMT+B3VXX94/4W++YAoEDEWRNB5RaI1+ObjFtIblYyBncR/x48AjARXuTTswgO+
tRTC56ZZhIkzyqiXD+irrRiROfZubuZdTdvmc+gBzzBBfvnCUm+9S+Q+YF2jOQ6c1haD/to2MfV8
Upg2VjB6GMCUlWJPfViisMWS+3XuxCEBWeFC2vXW2fx70e35/1o01XHkwREE30Xqj1eJpkE5Nlxc
CWOaq8zqfxXBwZe+4Xm2egoEelD3X65HGCR9uprxCkS9276fcacbdkD6lRxqcJRLkWeX8oi33iuu
J4zTtysD1dzLJW24+InM56ZagDaGnQaqMRi5xvUOPOyYFQIh6NBM2b/PWiHUDA4QgBSbZ8/5V590
PvXycGkqPShT2QmmDl6e6htt4l///jkAhLlxAzfN5nOXaK8VwCXWflOBNh8fWwhZl42LTDkKT/0P
Xx7U7QEEAzTkNQYzNPVkU6maik8NvY/pwE/Aki/HxUaXRv+vr1zUj4CVIifbMEzJ2baZNsNMfE3b
CoC04QOgr+KGaHnJ2vf1+cdbi9DVA5iObHiLl4cD+hK2NhuBKoLnLcQAzD7JDGjpwn+WSxPt3t+p
LRF/eQthYAwldZQgaD1Dx/vlaipYh7wZgcROB9Yf5MqzPcA997HpZJEyOx9Vrjk09HR9iIi7NMB5
/SEAEYYmPFQCN5LleTeembk3gQMzrKvrGGJ+drmCF4V4IrnRUBWWCsjJfHp4/5FfB1BoUoZoeQGf
DOWr80F51rUpGbJcVSiBbNl1Sh1gk+yVcJP7Vwt4zNtABkERhPWA7z8X2HJ1zqyX274CKRI2sa2h
kBOnashFESZpewFR/jqjwGr/cUE2RQDE67O9zBHIkqmDvmYdyasZsLPdCm2HMkwBGuqz4bGvo+gE
oMrx/Rf61roAP2+uACDBwZ/r5brDBC6nDoFCido+vbU+b+/nBF5IdPaeWB/qw9BCqj5ccJTfX/iN
nQTyauO+QGQLw5yzhRsfvjh4sbyi0zSfAtutpzA1BoC0jPuX3FnefMoMjRUQKaHXfi4BpyMnE6Mc
rxR4E5hWmEAVqer9fWeW+07O8uOQ90vZ2eQS9u2tx8Sk5P+dVHBRne0rcTZE+93rqjH2kQ/2NjrI
enWnYfL7C0fozaVAzAAxBPELn8jLrYQhIKJoo7Y3mkWYhIE7FnsTvSdyHC58hm+9T4CLQAQGTBI4
g/PII9uct57gVZeBKwkaoTqMnhVgB4fBZxuN4WEJY7MDJeSST/tWbeI5XoY9XPobIRadMuRS53rF
ys6KdrWDdQG8hWxUoPYI4O02wk2uUCzoIdZW+zUr68gtCEI4DXJnqBRk57k23FF4Ybki0qtLCtl6
8inAPKKGhnMkRTHPMzn1QM/LcgAvdSxSMHn+TB7u32pYCH1eUnCMyjR3eV8okUsJyio8SoqRpBo2
pHC0nMulWXCzhD1rsE7D3HwEmWEYkV/q6LvlnexPztbZvAu1iXRpRvyXWKiDxizrgVQu5mnsjn7c
9arsRxp+bSDbPe20ZssdNCVoezDUeN/jJc6PQ0I7VQSuabIDxVNXoWnAmNPCmbBEN4qpimyxZZfD
cXM3eq0COVJNASBDeIUnXwnaF1A6gSjinEMzpVBQDbtVDSN/WqiuTqVuYd0A8p0dJQ5tGLAik57X
Frzx12vbMC+Cyk7b+icPWBrgPSwqvmIRaF0e6iXjT5YGUEFsKE0PHdHw+1TZmP8ioad+AmTVbc1A
za9Mq1NyPcqsYcUcJnYua+LZUzdGMrjLlsS/6RJ/jq6ZW+lnVAPhg12b+cfQN/wbJKunH4DSjLbw
VObnmLZE3U0uMNOqahUDslXHXvIjSFFUlFOazXTvT6gvVOAv97hmpvGAy7l58BUYyGVXW3kk0KGC
OLVuEl7a0PZyZyWUqgsfkgisWPvJ+ym9oTUF02MdAuM3ryc5RnwqckgbjKVn/PCDjoAtOq5rzedS
cxOllYvSARMAGGrCzoA4wP4UtIOyAko6+nPAVH0XLJ1udtNI9NeWeW7DvnYpLTNn+a1EnfI7bJEF
Fs0IlsDRAt757JuZdaUULopuQ0NbWG9RDuHOOOsGswsa0X+Bg2YtyiVf7dWkqB530CQQJxsNCSk8
vwZRd1zN8IlbCmEtJWuny1pL7ATlEk5lAE6Q3+hscWCGwCWeisRQ9yWpZVdf9VjsJ3g0UV/CHwJA
I9TKyAaAvFmeZ8g7XXeDTH5BXgu3WJfX61j1PVQGqw6qSV0VpUZ8UHnkpYXy88kvaKLZXqHNnRZt
HZs/Ibqev5ifz1dzXHf84Htr+FGnPSyXPDEkCu+k9pGZwkptj0MMdZmW0GYp05HnFNr3XqP2lFk3
7ea+D5r94ttBQHI47PoSEmdieVibdk0qPtOkh9yXSG4mPpusQB/K/0Fnf8B8HfDa0xyFHa7Bset+
WgmPzmLpe++aRZY+Q+lleYp1iJ4Kad0SlByt/RulAAEoweBtyE8/bfL0w9JB/W9ED97uSCo1qPxk
dLJc6zVqh53rxMj2SwtlZOwGSu5yoBYQGGMSeEUDKJN/I6MXkIc6dBFsQJQGSrDQ6Tzzkw2DEfp9
npJMF2CrxD96A9um/ZgmXPwBZAjQ3glCF341Ire/N0Fr/KEknNWkxI+oxRWF8HNXNKlm8x3tgtUW
QMXMN+nUeQQSywIQw9mbpvZr7BEALFwwDDM+JS89QVdnsoUJfKXKlNe1+mgdiZaDmKjpitlb49/w
+6S3UORLWARx52D5QDukQKWclUeLbJwdRbrK++5HDlLZVEBP2rT3GkYY2VQImbLgscvQCijXpG0+
jSbw8iIlje3g8BdYIB+gLAQ9o9GbAZBUTosdozyKimxhS3PII2u+xDGtkyLtaBYe3eohg8Odn7J9
vzQu2K8r1DX2C/Tuw5sFOj79b7sGtH6KJjaoR1EL8rQCng5jh5xocRe3Ydjc6gxamb+4VwfDNQQO
cnaX+o6HXyFoF2a3mR27YIcOm/c4jmzkCAiUJAB2KqjrRokLo5IsXdsclJ90v3Oempt47mZ9lAHC
zT4doSF7zFMhkdY3hklIVUmxlkPSJtjExlNwtkhmfYhYPbf7uBuhQNHXqfnNgsaPbuek7/+4RsQr
KDaJlghqgwlv237ln0bP6foqoeA678akyR5T4wd9hVlaP+0XYsSfxKRDAgAWWz552lheGiSDzQ3T
jUv2OX5PtFtNDv85sgQjvfKT2maF49JrjtwjkNs3GRR7ILmk1HVEmpj+WLQV7W4a4nXdEc7HsfC1
6sJHJZuBfcABlF2Z6Ih7sux9HLe7FJkYROebFFQTvvAwPyRjl8iinUikwVumafoIXIPnyzJRpq/3
Qjee21kowUKETHXTovYcDyNvR0WBiPUb0+m+hI7FHBXNZJJrtEttf8ztmub7xu8XhE3PGXTRajjs
kSqjstG/mmil33QUt6qkg8zSSpg4+sRTf55uWhpmDSB/MHB6AsQ7aXcDSWAVAxljE4G/kIXMrA5y
RblakZ1kDLfprU3H3gPVAJ7bOYUYH3P5nyDizL/nPPDtl6D2KKtavoKT7TBujKN9MvRrtp9UMvMN
nJpMFaRZIZKhNAW4Yj/3wSK/+hQCn17BAEXq9p7yLCS9BgK7+YNu224sCPD27W8kjdA+xf2MrraE
oZ48YBg964+J509LqUbJEBUhGRrs5nQQQMmztcOdFy0mxycfiGjfZiaVgOpN01gI4LHmIl3T0f+e
N1krik2vKoK6uBtz9AlBMy8RvYa5oFnkxtLBDwENaPhNpaUfdogA2ocn19ZC0csNaDCQ6Flsze6N
TfqlYqZe2G3oRnE9eZy3u2aS/CbIO68/9tD29stg5vTZtthDyLxlHQe2HoCosm1kiDYJ1yYvAACN
lx0zfe6uNEGQK9aQzmvpuFNfF0ia3NthyYGYnlJXl2ZojF/U4DGdHKUzgQhvoxHcbKi/GMtyAzuR
hEZF6/RyP1gdeyg+/ZCWC0Lq53ye4M8EXx1+D9VzhNwe+Ci2CxAKuiI2JGw+NL5GaROQru+Ljuom
34EiYWKJGKZDUk4kXPu9Vr7odtqbh3C/1BzFdAcNMb6LomW5V26YojJAO60pBEscgdi55rZEzzkJ
cRhXS+8oqDLsl+pb7XgpbN0Bs46u3FDGPENCHLTQ1izwQWTtngsXLzdjFityUoRF4ZEPrnHHWAV6
PFCv1vjtgJb0C6wzpj5PPspxSWSHFMioOgdIXaa0IG085LeSCK5vx5YRg982gt5ahOm6kKxYSOrJ
r0hX5fgllaOo7+s+p4iBPvL4mRZe3Jnx2s7hilZ26LQ+BnXS31FAN+gulR3TJ1Jnik47/MNrfk+M
9jE634OyOwtJyaFKPDgwFm2bITtDcOhJQacAA3SIgqimWPIeSn7Omkwc0ZgZvR2096P5ERbK5FOA
v209rMBm0MJ54TRVPb6DcR/6S/ZDJOtYF3DkFulRKgqPApSSjaqivK7t9Uxy9TFd0easSDqnYNEM
FM4Hbaz0dD9q7vmFS9L/0PoaXjQpAgQrWh4rRCIPqt23DukzJAlxtdhdMNXNz9il2YLvpY2/h3Md
y3JOc/qgkJOEO6AwyNFLfKiRLTzH4A3lDdNwHQnqEDZnRN3g/NXeIWrBYi1yDCjuVZQLdxgU/mzI
GOl2HTDTf+CNAg/LEbPSx4bM7pue+/ZO8ght4qYDd/6mGzlB/iFrGqOfORt5ZL6iIJMIMFPDmtV2
lwRdxCqokhFe5aMNPsUdS6dCkwWINpDEh3tYdYBH6nEy5SUIDOEH6cBwKMC0yvUBJZj8ta66v85N
lo1H1/P5K1QC89t2yWGoYyww7MgeAvw/Epsv6th06V51kXc/kMEgBLMoOxn4kf7q4Og6PGSzCe9x
MKMJhQP1noB3SBlSPN5dAfJQfyK916uiQzXxWHc19XekmcRHPBZh1ykbKJZpMv/eeUselIMX6Ns8
cX6IhFet9XUiHPmifGSxeJR60cd2SUS0U1EMsQ5Ub+sXOGbgi49ys5CDmmAneZKZ5GnheuzPLhP1
dN8uckqLzrQUqgnC4m37uOuu/Tn0fw6Edrhnocf4DE+u8JcnKEQhF523t05L3GyZsX5TcIvwU+FT
IF9bLvVQSZDjs7LXcczLBhVPXCxNC44fyfRaBLQJTtkUbl2kOaMQPIu4KnPn27CMiDZp1UU2uBEN
zihkt+O6L1rF175EU7YejvlMyACtAShnV3HYeleoJzy6T8SU/GTGA85ntVPfoJ5eeYcbZsQdskZD
ru6QiZmhoIOKg73CDQCOPYYQv/UiHJwGLYSQDl3c1c96NS1qBdNGcQW8fpIUIgRUKUKdS8H0YeFW
TnnJ8hSpLEC+CbGN6zFU+LuBevM5tI+HISm7deGH1dSzK4amj9pHYwP/J0wZE1NSmXbDvo8dvv8J
pXSL7xdCZrgXkuBnl+ac7kQcIMnv6mQIUNDHQFMI9C1dqRMe8l0LR+2uCECemwvmBktKLoAzRvPI
osmazDMA6t5AQMORKvlhmZlchWubKlzMXAZFkPuSHEQbh101ONnaysQp9E8aofPSG2y9YIPRZjmy
NhFtEUyTycqEUDbduZqPdz30sXQBrZw8u61R7B4t76MvAGXVphCzEgqOKnn01DKgm9HtadYd49vd
EJkQPqa+PyGtD1v0xUpnUvOYEBWywiSMtFeDxICxAPmbfIQro1qOamzzLyDaRjftRIPvvuIDv1kb
qI/hTl3lWM4Djx7CAX7pH9ohGX+0xOPDfkVW+9utuIxLjp/4R4BQg0iyrOnt3GPiVCBL1M1xCYXB
+4y8RhQANYca6h2iyQuVbVIFYUOQsQxr8n0cnKVXXA2wcUzmjNgSPLsYwzIS9yl0nZzCMYXpN66w
RPH8zgzzkqKdg3bLPeRbO1OAaqAeQtrX6372nfjdd26xZRa7HNmUq2P0hALCnreKBJcbIva8R7lr
f+EiCBoIHg4NJOa4wQtJMtfsY+ngKI5+wLrrqfDya6JZeA/wc/A0jLnPSt8u5oSJJkPVlKbtw0Di
xRZjCBmzIoFuNCmymKtPQU2a5zCayG/tdI7ZdD2Kg9PQICtRsqEUJ6h+Y3yCubzqstWqQg8ZFDUb
MfIa8TxYfiP2ZwJmw2b+Hgnf43j3hmLoq7vsvt+0JQGlYv1PQWY9H0ifK7nDO4UjSkKT8LFeRRgU
zq1RX3gCuu+HiCMXKPCOpx+j3w6maG1iXAFYhviYZkLfxCAMiGLASbifRMu/NJBi+92wuD4ik/Vm
KNT2LXIPlZy6eZVfZwuiSDHKHE2CIZI9+uVwQsXkNtVej4SxC650w5vmEPUhRW9tQou7gLmjg4xW
ThHm2nmam1MC9/KxxFwIOBqhfVQCfi/CO92nCwx/mLETHpwER7yMgcK+JyJjhb/DPsHNDiO4to9k
t6PLLHDqczY5pAF6fEbDJfWRi1D32CJ5H2ArBHWiop0T/1eM0TYt2NjyDIwlrp57MMKSYpwm1Kxu
ctndNE0CWrJ9GzxFnh98zzmbg9LpKfypeS4eWhz4tYxlaK+yhY5p6WlkIKfEQJEYvclYXMGjLs9K
r9VkzxbUtTB99dO56ILMJVU61rOHBG3uFwSnsfkKBR/+ReZB91W1PloPyl9ovNf1OD8ry8Rj3gr0
L1WeqHAXj3HyrWaO46Wh2bRisBz5zw3popsZMLi59JkHm6w1tfRXNgvkgwa1E+JAGPvfkoiNaGlR
S5E6zVLdJJBv81Cod+sNXJhXVtp8BS4rzEXyMVAtOYWd7b4OMUS5Kqbi5DfSrQVfoyeTJ5VCmXDH
/KX7ghZu+xzweDFggwn7IwDLNURbYUUOlMCPnoGQYYDygpO5eF4CILQLrXP3GQDOXpfQZklwSuEj
FFZ0FAGyp7pH7TYqZw99DS9dqPbF5CjThvoF78SCnkhmPLbr6mmL2PDSvZc8cBS9sjj76ZhUvy2Y
YaoYsgy+L5FGs7xMoVT0CBJrystFSfnTV4i6FY5V/HtBWP4MmLj43MQqRPehiZFB1J5AAOVcjlOZ
Np03V2sUwD1KpC1+dTcpP0MTAtM66Anm1tu5PJHbVZiNp9HOCAWziZr73KPQskxSPe86C+XI0pIG
l9CMguh3oJFEgdU5xKfe9PD9RZlDPusWwJ27uENhWOLC1ik+D91DQV0z7iDeCoXKk980LvwwkBRn
aLUwnCzZPMf3GHtCiyoyrMmOE7q9qO5EQthVhCYjrzRr+dUYOWv3ve/pvAh6P3alSewYlBl8MTC5
cCSxRaiS9AfAFxO2ZalNiJbNABm8AC3mQ94Gc1RSzDUgpNOx7prDIM27jVpU+Tsb5d5YZDpC3yan
MQHaoYsCZOU2E+iJq1Y+zdbvmp0RxOlC97lh9+jd0+86hFo3GDSd/qD7OACUbh2S+34YOT1x3PKP
QjALtgJD8l+B2i5MocBiU2CzO6SrQyDIVMI+IDhoZVpeycX2T5NOUaoalyKZr5F1TEDqJPmtgAI2
9ES1nu9A6EOfKAffeC1Ck+Bei3mcSiTP0doVvZrlWAToNj6Fw+yxY67a9hvyIdSBXj2mEBTP0ZQB
w7NXCEiYST/QIRLfmozUn8zi5mTrIkMYXmMukZVzi4qmXJWKr9KhG23ZU4mhWA7FbFE4JGj9wfVx
5k4Cnbpv8EkiD9RLu6aUuO3zguLb5zt/DgIDP+na3NLIpVC/QvMlKKA5gg7bkMXeN4fy4p6tsf4o
7dJ9EN2I5GrIRPYRnxU2aczq7lrMNap7MKSy8NHPPa85wQs3Aj5Xj8NWVyQW/41nrxXFvGUJOKQa
lCaoCQmKiNYii1tiVJW7OrNA7MEleGxLzIniA6E2hMnT0BGBKzIRD4gewwcxcNfiVgCBajfVcVBF
sRwi9LFscIv0zeJTAqEqzm6mET3Smwk1GzQBIel1jGdnH+I5WL6bwejmKtcKYZAaFR5Vn7C0nDfr
k1LUcfbbk3FwTxFq8AmPVHcVT13+CUI7AfqwzZB+W2oJkOGc6wwHrDbpU6emoYULRQKG3tBPY1o0
OfRqiqwbU3Zo5tAEez9DPwC3m6QAXA68r9HPi2lXRFNq1JbGZgcu0L7buVYGHw0h/FNMDbmDHe0C
Z63JR+dXULccgEsgmENFQztCDdTLoayVM/Z10qZWR+BhKVxxcv5zaUCKKOSaoiACl8Dv99lUc79K
hjy+H7TBx8FciyFOQolDYxO5pr+zCRsfUozF/pBQ2hYKxEiEENnRZy0y2gOYwFcaP3Oi22cY2UkK
i4LWHCk8HLsbMRhUmiGuAJQuSequ0HqD0vZEU9U8DNFGcIuHSVwAmb4GUOSAKm60KCS9GIOfAaRq
X04Skt4YRxuC1Ctn/n70VQBzSRZ/bKlyn96fQr+BkcSCBAYO2SazCe2xl0NTxTVEB2DDASPNYbmL
auXKTiF0UgVXrTro0E5DUXHquZp3zLP53vTtJXHlN8Tt8COAjdwA65vw2hk4BYddg9/PeqC76+l6
xRl5MrnufjXrmOoKuurIJBmFSnZhV4b7B3wvSXcxBPiuoKiCDu37L+U1VgYDVgCq4GOGjiD4uS/f
iQ4D0TMJr0/wq4cblPDio4z65gLo9vUYF2MhwOazjUMCXenzN78QhbnI2lc+hZQcppYzAkASX9Nh
ZYd/fSAgf8DyJwDnIAs+P1UMw1HJaT5UObd5Ydg4X2PK4V+Yv78BiNlYqdAnABgH1ovb2f4L/CZ6
vUaZ6/FAakIM6FP+W6xy+hjXCZioK3ztJk+6p/cf7a23iAFHHADku3kRbH/+16LoR8/ATWV9tTI5
lyJz0ZHkot4rJoYLiMI3vxXA7TYiOpAbr0gIHgzRViDoh4ow+nk0gPJG1qoSk7zhBkYc9TGEYOIe
opfqs4jWqeQ8FJcURV+fTRzKv37D2dmkoUejWed4XgfxIKRTfLhhHg//HeCwebFDrRlAA4ionMUh
P4Ul8oJeSIW10JZQfvuMPjFMZ1dLnjGMQTrQdpZ9A6bmkoTyWyEQL3hT8IPxM4RoX+4oSJEr4lE7
VAMn5qZJJTCUC5uAKoCan/YwQH7/BL25HmR4EuCmIa8SbliPv05QM4Kb7/EJKrQ+Xyp06ucy9rpk
b2MM48wmy/v+em9wUrGF0KTZvFFThN5ti/9aEAxN6i8xH6q65yM7dQtWKkUY1zfLnLR3k4v0o1IY
zw3wtoFv84ypcdR5a1KExGYVFX181Zsu/PL+73rzZEHdDLKeECNPzmXwzBBHTQ2dyQoGy913z4BS
7kHquXh/lTffNky2gd4GcAY1+cuHZ8ZpVIAhUGUregBN7on7LpgxmUaVdzshq7gQy98ISnB6QaCF
yBMaxOegeJZIGVuUBBVMUfNTaIzeY6wZo2sGzJdf6/hhTSdh//UpN98DqPtBrwc6yuG5VOkqu4Ag
ax0qNYz17zRuu88gRS13Y+DW00JAyL3wmK9j038rglMNNyQAA89Zo6yHGECzMFGlsW4hxBuTj4Tn
aJ1la1o2wHiXA8fxXhaNtl2QAkLRAw/z/t6+QkVtvwGKqQnQs8BFnkOu9WRJ2y4eDrafJpCyWrOr
jmxMN4t++8BpuM/8MStbyc2/SsphZTA08Mqh84AfcHaqMEaLdN0qaJPDdftotKQVgCiqGJcZ3lCW
XJIIf3WKt/VA2IItPeLUq6wJN+hCl7UX8L4J2x8ZS0a+S1FGPa/QW5VluE6XXDVenWOsuFGPN4sU
4LnORRZcn2MICJQ3aCwWfnRpou4tAzilgQ3PNaAN6R3wE+mFkPDqct0WBQw+hS4TcLbnftyNsUMG
MThRmTEbijxfwY3E5BI4QX4pRXnr+bbrG6tseIXXouteSDAlGaom9bksYq+X/RGyYUFWRKuvDygc
uu8DXu7h/TP734fxAk2HZ4SkMCD0+FAhG3R2dIQFkARwoLHyQBl71Chj0RPL4QjO2zmCSBr0aj+j
19dWcqTZF+CRB0ybbE1vGLBYGEkA2FUx4DmeGAvqrOAhBp7/QzQBVWrLETGGeEX+Re4ZWZbUospG
MRw9NNMq4I7HQ5aj98PWxd6//07eOt3opwJrj3Ruu4ZfxmiaS90TVPnVOMuljBfO9s5j5BqadR20
r9pLvNj/Du/5HuA23AhvIDTgXy8XHJMek9Bej1U9E7Sd/Xr9gOSCuusaBlb36ZKsupoWFn3TXpje
tf7Qf0j+j7oz140kXdPzrQzaVvTEvghzxoglIxdmMrmT5QTIKlbs+x6WIMgYR5AhGTIGsiRAEMaQ
IVc3pKO5Bz1Rp3umySo15wgyJKDO6VpIZmTkHxHf/33v+7zy0AR23izqVdUiev/zTzmkTW7fPKks
wDXrcv3NM3roqnpoi6DySMHNPastqy19l8gDzCVtDNQOH9y/f3ClSeA3CKkgEAhX07t6i26FUoTi
yClPlHjbN92LNuuhZ0LM2fz+h/vdY55yDl882yzAblgB3r3SogaRGspMSxKK5dbWxVh5hZT3EeDw
+2fBun6gcPGRrvLmd7ubcCS3heyv2kuLStyg8AEurSjC3lwykIsa+ow6MJQdO4aP6FTf7yZXmwji
XO4k2MPAfr797EhAt0pjVGpPYRLJ9jlFk2EYkdvBsxq8qlf1XVeOvSdH1DlqZ1WXUd23j+yQPgrd
/f5TJRxRQdAuaRJX0nvGdjqyjRTRYwAIMIOtMI3TVwvHznnstLr/YMX+8LWoK9nE0/CH8Pj2XTNz
NNE/81pmLXZ2NilAd6Vksad5Tr3fX0I/eilMlRZh4hIS5Pd8taLXqnIxtdoT51Z1WWLZTg7yu1Sq
kw/uzt8v1vUqxHoJSxhg5fs7EaMSBZ2rxUc5pUtr0xVGEhq1YRV+cPa+s5KwZmDKS5w+0sB4Hrw9
e7jF6lHtE5Kkmvm+7fRbAfeDuwxJ62k6+dOLQvvJWLUHtVCnH1ySPzqfvEVaHyuDhwfu2xdvS1GZ
o4V3OQqZtWmY0OwQI8XbtFmqD17q+8fst1RAksu5/qkl3r1PXAdShTqm8YxE6zZZJernmcrJE42g
QlfDHklj1GY1H/Q6fnhNGszNfn3ddzYAWa8jMSViFQUZ94SxHsJdnpvSRi6qdlOQRukCOmx2eWJZ
PGG65mZRG/O5ILP6ozv7D042Gz06RNSENEPeO2gWNQQ4nBYNESC97qBIF/dGjjW3bqyPrHI/WL0s
WZYv3Gadj/bdyc4JR4jYnzfezFDVpdvUHUra25/+7KtxpS+sxlFeiL7L29UDg1Ti+Vg3HpldhV8N
c+SRXCfbUyFNHzylvi8MMBezo2H3hoOMW+zblyoh54VmLXOV1FnjmRkZnWGrFK8TF5VtThByPrgs
f/iCRECLvAcZw/G7x3BkThJ6EKNhygTOccRN7Wap9gU1Ae4DLc0+uDp+tDa4eUIVAx+DrPnds5E0
5ogMmLKFkRAqTlxoog3WUHRmTuoHV8SP1oZGjCtOQ54OMIDfnkrk0saUWaRlNJztK2kkAcy19ART
1++vjh+9DlU1+waoLTossbevQz5cFaVpCIK3M03PCroTRpCPctN+dN6+pWRyWRkYDN+9SM+GVgiD
sfHGyAIXy7BgExr94moF1/nvv58f3MCI8lozKygteGPvbiStpHVDM1WkwanKGvsLai+IWzQuQzwd
Yc/rTh8PfzYakmWPr4j+4tqBNd4nlxG1FVVDMraelLNzt5qx2WJTOVdzK33wwPvBmeQ+IJprlDL1
03tcgISrsBitovXMhNiPMSXiLsE27IwmQ7ffP5M/WBmcRshAxsomwFD4dmW0q+Wb+qn1MsJczkyh
DFvttOGDdf6DK5jHmkRhQtfU0t5ne+oF0K9pUVnnWTp7SVRG24LZG1kLjP1oJf8flEEYQmkHQ5Xl
ZvjegSoHrSJlc995ZYTjuyci1q4LysAkj6Y/NR3+8vP0z8PX8vynDUr713/Fnz+X1cw8POre/fGv
j/HnpmzLr91frd/2D1/29pv++rJ6LW665vW1Oz5X77/yzTfy8395ffe5e37zB6/o4m6+6l+b+fq1
pfH47UU40vUr/6n/+Bev337K7Vy9/uGnz2VfdOtPY8BQ/PTLP+2+/OEnKCe/WUvrz//lH0/POd/3
x//yn//4L//9//zv/+6773l9brs//GT8TPL4irVZWbj0gRQu4vH1l38RMRhbPA8ottVvJPyibLro
Dz+pys+GJgEFWGNbuLZNruy27H/9J4BobH9XOzZzGemnX9/7m0/pHz+1vyj6/FzGRdf+4Se2b6zs
32w3wa2zqaU5h1Ofjb8sv1v5iJO1ORgYBdbyVVs7odsfrjQX9d4mchJ32B5nw8UhYoc3piPuR69w
cz/2jctl3ixI4cfZPtwz0XXy0vEVv/OGxp4fp8be95uIQmYzPs5bbT943X4Mt5q+hyI0mXZ7um+9
1ka9vTU8c7M0FzOk1Uqhh7SV83tx3uaOUnU24mFnKez8OGjXWJMGDmx2ps3gmpI3bQLk5J80t3eu
eo7iqncCz3IzP9rpHrNZN7XLQ3SljI4+X/QHLEy9fY9L60I8yVfZTuTtaPawkffVhe7LfuVqTwfB
zfghgis+qNtmz9DrJd4EXr+9R716g7vQXl8hsFXjEqKPchFsFBg0hi1eD0/ysXd6+ypwuDNeIibT
7Pv91f29ZR8P6x9mp7nIdq33SXVK27Cbi+aitOc9SnWOndR0+3FzexvaL5NbXXRu7+XXjMft9L6u
kA8UTmvYB9GXgWwbbrw4FpOre5risWvwsw37U2zfcq7sZIeUjr+bXOOzZQu27lCMvDRPiptedy7q
rYvcDk/Iap34TpKL61h3Yj/pCOIORzTJ8CCv6s+LL+6qbXdQEzdVbZT+Ei/C911oV/E5dCq/3fa2
dMn4g4rHY1IpX8a893bPL928HI1z87hsMtd044twxzq4n7zZ1lz9U7ZHAKNUGylzWxfpfzGe8Uxm
Z0SKQuukV9WLytwKye9rdSmljvqqbUDj+b1P3/SzXrkIGA9FzMemaLtPU0FnzJFqd+azHiZ7eR2O
RHemPuLv1scR9FBUKBhs8U7h3XDijoMTyF7zKdxNmZtGuwnV/O5cRLunZtpFXxG7YeJDe5dsQq87
iDvFRWjwNH8aWxu1UpvZTWlb6J8JyhhCl1mINPpM1o2LVvSG4YHUE42soKvEFlz6UQ/VMbqQj8pN
czH6/Z1unIUX66VcRFc0Y3RUNjocfiPu01PkCpfQu5xEONKixZfIxD21RW1D8J9oOvwe3RjZF3rl
48PaFWzBNEeKMHO6c+HJ0lFpd72OBtLuvxYkbTZITe1R21S3/XOU2NpFd9nyM8rdOO97JFjRVnGD
fXROdsmF1vNNwRU/0n1ZOFvn88We468d8aZ2BW4BJRkceD4fhdKubovBVigGa6f9qn/Sj/kBvc8u
MDdZ7UCJ3jMgZ4E1zDIET/vc8t2mK/lu5KG/zp0A6shVudAxRCzrwqmdHll1NQD7B+mMHUR7cgXS
tW/Ez8nGxl9oD36/VY8DVCQXh4j2edUA22j1Nv3mPCNCs50wPaD95eyoDTeH8KRcBnfCJnXXK1hU
7uYHzK6taLcvHFcA/NCpHjXuG2AJH4Or5Bwepi+66dWvwgsGNXyRMp5HZVNjevCL8KEOHXm+lRUX
eeGx2KjOhqGBh6qx2y3uZbXRDi+C3R65bOJD8iU96XswQ/ozWT92+hoQmuuJo2M+ZS+5YDdb+ekc
Hq1nhdGvXSRn+Vo5x9adkmDZe1rmXedIV7g2n8yLqmFUsY4z7c/iTlqO5qW3OIZvPkKkPOYXhMPY
1Yt83inXvuFIp+ircjLPSGM9xNH7U71LtuVGqm0xvDbSXWUH6j1FruY3p6q1o23qclv2np8jYmYd
ayfaN9G2PO8TT3EePJI17dPsetoVcLTPsouQxmm/yBf8zkYn/1g8PynczEvE8Pa86bzeHTfRc+/S
0OJv0EB6k5dtNWfxxouTvJGcU2E39y1Bs5fLnrdgx4iaduVF72KKuix3Il+CHswmwdjRXewjFl9j
+ZluZydtP7ocEL8eLjBS2lm5jfEbKTsVbdZRf0oxguy7r5pm89vs65PhfzuKU3eP77I9ZH5lZ/cG
mZY2I618sNuL+mLcsBlEP5HZw9dE3rdukdmrEciZNwhvev7TefmO315Y/pBxm+FR1e0FzQ4uCXrA
8SH5/bzBSotHwNb8DFh35i6mM7E8xaP6OUTsWmkbxQvPmv8kHCXeg6W6kT2jKPVZla7hSx5VjPJ8
l9jJ/sbZfhV2eHPlg34wN3enYrEZgNI7156Zy+0anpvGUTqlGMnPMaeo39Ru7cIN4H+dJ1wZ+Is/
8Yzl8A0fKHx4WzzjZ20tv73goMxHBLen8UK0cfEtyNaPVv1pDhzhy6C6RufqSCLVy8C7slxt5PGV
+XN8OYRbRLT8zVPGIaPXUxKU2ZtK2CrD1nKlTnTUcq9bwp+K8D+rhrwtc369LwvflJP+a7mWXu37
L/p/sXY02AL85a/12fe147/6j3/813/7x//wL/74b//2Tfm4ftuv5SPmFIYdtKgMsKoMPX4tH5Wf
YYyv9Ch55cgy6mT79Ev5qCk/09JZRzkMINcSkQ31L+WjJlJZEhUKbspkTw9H6M8pH7+BEn9TPRIP
AK/DhPwiI9xZxSBv900ScdXTnDYo98Eq386tJvd21yH5tceg5hGfdjoGDRULJDP8yE9UMckZLjWT
rY3oYmVx6r0oGeW9qQfW05JMxUM9TXjktU4wkbQXgFBwPFjBrar0zc6qxMEpZmPe/Oa0/1IWvymD
3xbB69tg2gUtl/QBmkbvi2BRnc2a5jt9mzX8qVKGruf2CWxYCbvAbbO8vsb1E+F7ttKdSG7VB40J
Za2y353Htc1CN2ktxAHLvj2Ps1qXeTPO3G2CLMG7xfy/G2OqyK7uEjsIUOzabTgE+yo1ha3RpxgZ
cTZletjuiopn0tIYjmItW46yvVzwo1zK1tT6Y1NbPnyAZgdnTVK9si3wmJGMfWeJikA4q249JX27
qEe1kRLdmY102WgjpuA/nep8+agHI71vWnCuGS4yCqFhwcbjPWO2CA2yjdM6sHtkjNdpm1indhK1
Fut1ZembqFym02haiW6nk2kOEDHg6zqpCgEyM63owRrG7BkBtN7Y4qQQD4N7csy482k9ROUxSVhx
v786mFN89/HgVl0DeRjHcR1qXIS/nYCNijpkUlcodkez7yRJ02uXEiAg8AY9Cwn8IUcuu0exfiNP
6rI18hEBe9hpwImH/HJQpiJzcRLlroT23A8aAzdPnFr9QUXvcbegxv4cttXMRn1BuODMdODvSKAR
7CwBdwAsqt8oeiGezbncJEGBraxI6o2Qd7pLz1jxpzitX1IMCEdgpM1Dit/na4nU+rqW8myPsq7f
BEElnyrswNy7VcEzhil18Pm3B0w0xqU5Fybt6LG4MbTB+lIGy12D7+S+7OvioYyK4h4EP08fSUlR
lWb1IQ5bywv6ej63UZHNDgmwBZ66fNrnS6Kfqrlqj+VSYBWR68hpgkF5UBo5uNAkfNCQyq+NYWlP
QRePKZFKWCxxtY43DMWSFGkljrlJywucpQu7n2Eej4YhXJiy2u3CdolPU8LEn/HA1GjshVTKhl58
kvEsyza2z85NJgGxfyHInYfwQ7yS4nksaAIPuj9NGhbfyUyOIV5LVx8wDwcWJfGo0/ewa3DEq7j3
wZwFazPoQ3eujTb1UrHf12ktbZoJpcMH6+v9wEUCTLxirBB8oqEgqOPt8qr0MCbHaabUMvEF2Prq
mdbKdqh9uaoaNiayuJ07iWcxzpLLUUyb46wbDwyAhZw90dDM9lTjYnMldUhcXQHPQfxMvB3Wq182
8hbivyF90Mz6bozBUcMfVmljEcCxAs7eHnVhDsgQ8S6CpSHFDp8pldu44BgSZ2s7sYKMPB5eQXON
fkY6KtLOuXWtLA6efv/0vb+hrMeBLpdESAvOJ1Dpt8cxEagSLYaMN2Ua6lsL47ebGHWM03tmptLU
+q1aSd1Hn9n3r8rDAsnaKu1hJie/670iGkN+2I+Cnc9yNHgQ1upH1WjCz32qKGwjV2aGryVLcZem
peUHBOellT0RdPc01DMgjchSnxi1thcChD9aH5J50OvJTUUspB/cwDCKcw5++3xZRxXr442sOzpO
KI7enqNmNEycbA17RGvA+90blxz8SzRXsDFS2Qh8K2Kn1tQzrppYK/1u0A9IanCLTrjrnLaNJRyK
8jNG4fKsxVlzShGDe3ojx75AAok7qkHzUijCNhYAQw9Dh+JTKx4UnGWOKiFbxFQV3OigUnd6nYu+
kal3jRCOEtVzMPuqWEg4lSrzpglIqivhM9utNBaFE3VGfzKRfY+OjEDZllpB9a0wu5giubMR/NDs
mPFJLzVsj1ZWBi9QI+usSSvnZGU/2eA+6DCJS/QJ8sq8JwPZ9JOS8WZrhcGGEMBmcXDYUsqPtX6D
ll3cCnUU+BCXQopxIAsW+BEboIr6pEWjFjnL6u8FA6I/TqWwZHZdJokNw4NseSKySaLT230zys0Z
aXZ7hUxz+AKJBrgIApqTWK1JVYE6LPscBeBiJxVZ0JgJ6dlMtXKMNPmqbJPRr2SleoSsU2KmCbWT
1vbxWUgUeY8QO/ASir/dlGSBN5XsVCa0SDaTIAJu9GbZk82KNUqxwsu8Gtj76+KKLAnGkt1yZWjl
lqQK9aWtdcnrQn0xbZgkiqclykCfWKligPrKiImKzf6sCu12as3ZM+M0Jh2paKpnKSwrt4NXZYqw
P/Iw7k9zPOquGQfTRdKZO1OPu00eaI+yGCgHpY7u9TARaE1gM22H+GjOVIp1Li+2OBbtKRM0GIxE
fWIGXiz2y0bmFzjDSnvIQEK5E74vF3oLn7NWmgBXmjucvsGxLTvz0hwWyyEBPTsaqCycQKo0vzXE
MwynT1EbT9cko5c2tCv6hdUwyG5UZ6TGB0nDkpf9RFoqt02CxzBVyitcvOZlps+1PVIL3QX1LN2v
Cs5dGSbKAWnOTlEW05ew2zuRmc63eZ0JDqnC1XU3T+lhKszZqRL9oSBHxdEFdTw3ejWfB0uI90Jh
AoHKKWez0vSDDLRV1Xem4Q5mH3JsfS7ZEfGrrDBS1pO4ACPQTt0nPsPxJtO6T0GVrQ4XrF3DEGsX
uNDKPY8547FONRpXsl5udJ289jwUEheg3usszIJPbNdkYPZWBlBKRSbvl9pqNwwBAsjPAemadfRa
qp1cYJc04s2UahMHI90GBTr1OFzqYy9SnW4auRSuOi6Yq1Fa0peiDI8oeievUZvyM7WYuPa11hVk
6uZeUXP5Wo201XXV9Pc4jG+SKlT3udxClsqUXHJkjYW8xDiioSmBL8h7eJ8ZH8CpQGL1zKjQfBD0
Lt+W3HvuzGypLqtWLh8pVSOmoMl80SphSmWcCkbi6wmO8m7MRtTSMMtGzLpGEtowy+gbpVYUPAqd
rm/SJIEaYTRK7nZRXhzjFvdjjE12hyhT9llj9Ysw1Z+NumD/3MjYNI15drLI0n0pDeeDEYbdAefq
ctnKjXYwtEm0TWN5wEz+teSK3yQQ8Hg0WjB2ZXIbEno9WZ87cEfoHWeS7veMQp+HWN+WViY7YjU1
WLmt1Lg3rKimy43hiwINptm9Ife1gnEQX5dG3lu9iYW0u4T/E36e07L3cM+AiGoh+NpLMSw+aLs1
GbKlTV11wdZKyN5bS4FTFIFE5USNArajobiJkkLgtlC1sZ9RO1Bfi+E2WPrcVvQktwepi+mmEKpM
qKN5gNNRHAUAwpVjZmbidcOUfYnB8MDTXvIHswgnOHW6+gKnpb8BCMCNf1YBrgnmszWo4zHR6wY8
Hfw2IpQtD5IFn8ygGYLugoAr9P0wFSrdPPz/0HVIjqAtMTWBb4xZGoLYVMunuZ6BDc362Owl7mOJ
wzRD4ApYr/2qorUlZ8BKRHjfl3GWyolXaVJgeUOgyLMXT4U83cWI3NBAFXnnThrjMAfBg/Rl7JdS
ukTdwgT/2yslY6LjnVNC1Q7Wy2A2zXCf17OoQRGTogq0yjzKV02s6+WX3goAq3DEpwGUOnmkqpLR
F9fF5YJCfXZ7rjWvbTsIOovGAzhJhtivin46j8XcQr7SSzrw0yKdDLMyyS8VlV2CkcPuc8BNzjhJ
07kwSgAp2IEizauqsKk2bQNYazMOcT26YkaNcihjfPCOiWPSo0CMfcTrMW5B07zgOW7d8+JZfS2m
UZK8BFMRKmdVr+XeUSlGUqpgqco2cROIwI0ks4InEOXdl6ESRyqZViKTOG623w4VVpG6o0MZ+7M8
SrcVePWthhDwlPcsYwlYwAlh9GhbEg9jNm+NiS+VRxWjT/NCyosWB8X67uNptJhbp/N1Y80qNbdc
lnflstBBlUMUQLZSDtOZGSwFRmfow/WEN/wULaVAJzCU1OekLlkaEgh0oDOCFkibhA1la4POAqUV
rD9ILLJm206NdaFpbYhuScmeKozXFxBG4wUJU1M9WegLQWqVZnUtV5ZRO1IWMmMGXciCLSN118c9
b6QtFj4NqAg0zWTB0Ed+T44nH2cpOMzvpjOEbcvrM4HI8zliKN60snZZUicWTiZZecSD0yoP2STO
kmtognVvhSWnbkrRpVXwUb6opWHdz8sM4UtcTEmnopi05yyQxAfJGkA1ltI0VZsKtvQ5oSXydTGF
5IjBx9xgEDfA7GAY7CP4IHK+r5qgbpw+0qxzYS2Ct+ZpQXJSx9JL9S7bWLEQee0wz5tILK7gr6rP
Gbk+R21udqNQSF67tMWVVU8RPLhlPEV9NEhuCwzNySYjuFWyFLoFsJ/PZdRJij2ym9orqOq3FsPt
S0NJqqs+k9XjYokMnrKC7+uUZg+cPvZGy1p3aq1luSqVxMY0AuNFauuMu081ltu6zaqD1M0yRu84
+9KSlsjjw08j0UouIF5RqVR9vkUEX3wlz2g65kEn3lZR1KdOtOjKAmqhgfBX1FX/tHTZWqpUwCrH
UuIJEqQxI4e8lmQbRMnsN6Ty0VVRWXhG1TbwWJZsC3swmHmCKvEBu+ToGF0p7RJofgU3TanhbEtB
TzkBengrTgVBx60wvapm0gI1k6Vdo4jTXkrwJSdqI+sEqE202dUF+F3Kle1kw3wfyOoDNeaNEYVX
TSTHjoCT/NDOouRDerpWFWOwNWXe0PxpXsJSKZ1uBQhFrPjLaqKQmrVcuBLgnNF/jht/XoSraBQt
x4KZ4gi6NnstCDNeiwd9J2vTZdgN/aEsE2hA+TJt6SKYn0D9yOe8s0pHHFPlMglxaqhNLnmSFsfM
d5vw2GZpcNKnvr0qojq5GwTloSpFdau0ZnlSiv5ZGILyvtEqxolCVFl2nMSIk2ZIH1bQ3oeYOJ/6
SYD9g+DsSxOrsbssZss66Jj6LvpoUhiaqi8L1WYBksgzs+uuuqgQobOUJi1CxurQ3GWVT1/5ghbp
DvDlcemi0i4RX/2zuAzLMSH6ztZa88TmhRSeERoRlegdWSEASMRLMWVGWEzs2BSpeWn17trsGSml
0kMxcE+vxeq6CfqbVEhuI8LfwzR+liPx7tte9f92i/ufpqT4/6kRvtos//eN8L//N3/3x//03/7+
b/7uf/zXv3nTCF+/7U+NcEH/GWMulh5sH7D9Vx31r51wQZF+JkmZ/omFPn9VRfxDJ1yVf5awwNBr
hB38J7XEr51wRfxZpGENcnrFplvs+v6cTvjbFg6vgEJu1VLIaLHoQryXN4741xea2wZe4dQ4RURn
XQ0t4D5zCON9XsQl+y5VDdDfpPFRBLpz85vz9YMO9rcW9T/u8DkAzHOoKi1dQxxMO4IT96ZFWYXg
E1EOQsiRhDuh7aCjcMHwqsW0G2go2lVJWqitdm184r5h0IwQGstbzMFkQiYIy2FC3Xufz+BD4qrl
ipiU8VYOE8pKocq0YdMUBtwiitvfP/R3dq310Ineo7/BeVtFbNK75kStzyWs/nJ2dH2e8u0sxpK+
oRpTRxvEDAGDFCo8sSZB4j0FixzvSmWS0sM8ye1HgSrv2tPfDgYhDEE5Kg4YGRfO2/NYz3MLxQLR
SJlO4+JZgOJansR9Km4mKUpeErPTNmhPE9MN0nwpN4DnhmDbWMSV+FOVx9EecNQwb2RqErYNgghs
AqQsnTg1buP2IIvjWLu/fwrfGgw4aByKeIxRhZO2TZjouzMopFYLnXda4TaYhUCM9JK+1cuMqXlV
rqCFtCAC1wECZkEZicTqo1jzb3a2N8uP4MnVwsgYQVuP493yG5Yk1aUOvEytRbDDomEpQgcf3gRn
LRsgT9Ql8cB7kb6HcIYRY5EXP/TlFCI9KUl8S+UMSWGnZmuMjZSZKft1qJv3v3+efnSYLLdv8lmO
kbbl20/XtGI9xlHTQ8OyUh4HAKduRFq+m6oXxdAR5bqTnIaEe3mbLIT8naplihKf9gPoP5lExYnC
qJEUVwcBijypVUb5A/veu1nQ+mEazIHIdSMxjCAt7ktvrmSWuTw3pVw6VqmFzSWhwfBlgHqVaH4w
xaIkrRgD5IOlxh7ZxybYUzMbNqqARnRb9HQR7JCH4X4pg/6lBRy6gS2cjoday14SIOfw3cizui61
DuSIrmiQaQoo3qrbCGMgenNDhe/17AKHywbSMsIBGT/3HY//8c4IwJ/YYm+0rav3ufmhH5jJ5G8a
lbx5BJjoIzFArZJWfABv37yxZHIx9yB4hjCBGILFEVpbLopkG49iDrOthMQuO+OoJt44y+JDRBv6
oumaNf29RGHp1OSwGx9cX8a3ZvZv17fBnXWVyDNQJYiUO9bb46qtDhI0LT6EJmVm7KRyrHcjDZ8E
Ok9ZFy+JnGPBolwt+kOWdzvooWXi4ZoL7Lkzz1Yh0meRhmncgaMmEGoQNmQ7Nve92I+3s2I9WliO
d1kQjzFaK3aZTpdXhtc2zXRhdXBT42KiyyAXl7GkQhWJ5a7YN2YO9ldsiBEvTfG2HIovRYHuRDGy
uwy40mluGmRv4jwnnhCUGRqFERlOPXqzaDhAZLqbylDGTZPNX4capG5fFZ8msWFHCDGyOoB5ppOQ
V6q4lZsoc2WjyQ+NyfTWFESR8rpbUoflEn1JG2FBPVRzvCxVw/RacQJeLcS1doSv2W7Y1yCmMfp+
P0/T9SJamh8i+t0u1VTd0Eu/aUkOt0NWxBYQzHJUYQjXthkU6QaXQOVXk24+C0CcnCRUohV/J7ky
Q8BP3Mv3rdKgZsBPtqV5i8qwkIv9VMPDG0I4z/bU4UqgHR0OSDhCWXuo9RCyhyGAcq4ZXSddsSNE
O/RRNuSbPDYat54zsue7cbyGkn1ngTe/lCt4OFLcgPsWcAI2eeMLcXExQ+B5bPJJ+ITjF2wWoe5o
3MSkW5AXjvqo7S097V+nvq6/5AwytQk9s9KmfptN2Vkwu8mrzSC/of/1KWZmuxH74lWZ5Lr12H2F
JjBw0JLwwfTlCmZt8rK6VoDWLt2gOdUYJF/brjW+1Oi1z5ba6w/NFJivVbMUnSPq40qdi4STmuh0
HdojdYes5v1ON5ZiG5UliCaxODB9tXYVesDBMfgcPGx5YJ1FQ7GYpEWGnTOguhq7btyFCzRLpcQj
6o/EEJyGITFtkskb1V6swYfVX+7YFegIuarCl4HO3Ctz4IPxUA4JqnjPgiS5p2cnALrPM9UHpVvs
uiEk+3muwHgL2lAC5Bk+D+j02bqAlXnG4N28yFDXWaCjumzMWC5uNHiYbidnmg5RrZxTZwEA9WwV
4ez30drR62LiQ9qqexAMQ4ZikMcid3CJ544JK7p0Bj0ZzyaDQ4RXErMrSEu0yPUU5xNXUlq0mxRg
a7OL2in2e8iIdGTix1DQlBuzIzhPgKr1wo013Y6qXH+KxjI7s1NE8CUGCPDmZHA56bTziEp2Um6w
tzWkOYYVBpFYkalGNITkBIKPnMp3WjwgzmlC7uU6IFjbSqVgl9d9ejGn9XIEYIt6VRNTR47iY6ah
nbMilcAH+k4HuroFqUyi6tdj/1KJS4+0kxWLOFOe9qgIms1gtomT52q2z4LxnI/DU9erw2YSTTQV
sxlpDo5gzVtkaXwqlzS+soYgcKwxlYCpqtF12A7CTh7Ggv7bXPhNbljbdoya26nWRGjjRqoixxPP
/Cm+T8Qi2abGoA12MaxU+FgJbzPDmF4GQU8eO/r2slOAJAb/BN57HqRlK6Ud/zdFDWK+YG6+SACl
AWsmSfHUwYTYzgLSV07SvA2aCRVolwUINZWiye7SZbpa2YXwWvX5xVrCzqnn7iVXgc3X9ZgyWhOi
A5Sl7CZv6vTUy8kAD70WqX2VpLwQ1JDxXAK8qzUX1McQ4BpbSUciOYJpJC+C59xd3i7sW+P+URW6
8jqXgF2rhDXsmalNtBzWk8AUKvqcJ4Q/GDCVnZQMcgtJLTj1KZk7J9QC5jBqo85+KEWhJxHWuIW8
RyzIMsRksbUwXO/l1FQuU432l2bk04WywvYlMUr3csDQpQuGq6Kbkr3WVpPfVmBw9f9F3ZnsyI1t
6/lV/AIssG+mQUYwIrJXKlOpnBAqKcWe3Ow3OTJge+ahH8AGPDI8uDN75vfx8X0Hf8yqi1KG8mYe
2YDhOykcnJJqB8ndrP2vv8GeA5eM1Ql+wnN1qNruPsJn4byYWv0wu9l8L6O1iV10Oe5vjDbxp+Pt
aKR068dk045y3jpRUYTobgufCmz6lOZVf5mjWbVCG5DK2kVFZy+7OU+bK1dylUnbqcec34rjJ4y9
4HMKlX0/L9NLG3vfs8nuvS3meKAoHk36pXhCQzVekFyEpL202+shG0ufRofrdzats7iZ70XVV4FV
9xEGK9J+gFTv7cyI9Yw9f0S0c0Tzysd6xVA2+YyXrDuON3Gr5xfWmCQfNLptBzIuwcFhPNi1b3pj
enCkpd43XMzOI4xaz+uGUy+JQFo2DK2HRVoO29ZKnb1WS+Vr64xP+ObqhyjV3SO18wzjduQfTsSO
tom0qQ28Ks0IwKWibsHEt3nXt5AQXP2jkJqybKrB/IYfv3eOfxOMHXx1R6jRWHcDLWeKGO66stJC
a1Ttj6K29F0vxXBY8lp/dLxy17k4wtPwXLQnS2AI4sx6dY2DcRtShMrPkuCYSxFpwyUt7hkQNO0O
tpjEsmlErmJpIeSZkS7zFTKHZj/2jRlUNiAXO4BxlpZjfDdK8YlemXdUjBha3+TMNaHLpgopvoDP
Tn+Pvga3roV5ErbZVB3NCspfKUeFtlpRt5Qd+pOwzelWgYWzM9e9xR2x/XQb6X5EiGLHPobPdjhJ
XduVrlnfsrILXKzavvPxnyW9hAocMzpjFY8u5nauLeW+t2b1Mq1z57MkrHkfNxEgIWahHpi3NLXN
iKHoljQE96Ma1e09RsfGgzJJdnlwxulJ42J6bVeLC02xJOYZ58B65VIsX/TRvC3dtMM0Jwql03u3
US7bR3IM4tsRi6jv+E3mT7Enkps0jfKd3Sv23oWD5W6iDne1XLhIG7QllQcb91bsI5NvPTrMQ55b
eO9HarZJU08ENanZF/36zXQMp+fNWHFW5alI97il4fOcsUSMWW1u67TuuFlgHuBLgtSegX/fGKUG
yXJM4xtdJwGHhZWn3zSwizNd7ypu7sTNfBVqutxGUNPMbT9F8/00CuA+QYEfKAtphxvhzdbD6l3u
l3OZ32LB13zCVXe2eCvut0S3VDcgt50dAI4Y5OtKna+tGslpl5aCjCijcK+UNOfZ+yqRkNlHSj7P
Y9XvBtzFz8sxrz8MSq5qgafO34Yac1w8redW31lp43zGTH+VQmg1/6T8c+9MLXJo5JDhGQVM1gE6
bZv1O08ppTwmMLXcewJ5KtQAg8eJidSM1Y6Puolnp2hxXdhxsfUaCtaZf9HKuvFuxlTMkBSW3hbJ
nqBejvOo0YW9j+xivmZ25PG5lxIuvssa2/aCScVRaKenBDz4sY7n+9D13h3SsvKbbvQCiow+fI8b
m2J1IHH0Qg5LfF0uGg2JcRiaTZst88C+42HMmeBWmG2GqrpIyKqBmqB533Dcd8mDM0ZKnthpPnPy
JucCqfheTTMv9jOZmtDYVRM0We16zo01wjmMlFRwipF4fZ55+J36LRq6NbiOoAFOnvozIcSO3AJw
R3d263YDJoPw4/xKL+opAIV3mPsKHZxd7I3Ft34y3Lui6ZRLOREXxZW6sUf+m7XyJeLYKnxKTHhN
mevEH3NpRl9oMDhyMxtKGWIdKGuodY17N6X5VIVDVzifSRlYAxoUo+9DzZu9Nkgpy1tfTROcP7O+
DcriIxUhKoBUweSjdPrV/bju8ktlSAwsIZH5WuCteuLu6NnVHyTFNjUJpiPlRlXoOgQTKRoqfBM9
OS/qUaGBZiWFvx7XOLASozQdiSpx77TGkFa45AjqzpRhEDQrh9zLHitw8XOWcqUcVVUZ+pDyYFjC
bLZqfcstuxz8Pmnb4mxKlh5n4oncDX+gx3VPXpKrYfsJS5FtVGG+6pXjGtTujVX70AOVdmNWAnNa
g7olPTPU0rmHF9hna2qYTPEeGaxp52DT52wqjA0wmq97j6och+4b2EbpJV47xdbGmHdC36Jm3kbk
FhoYvaGPOkj3M07EED6igV5GZVf2B1iPx9hO7OtGjVAkYbEO+qxhMtubCy8sKzKYe5OwFTpzUxKO
cS5vrajlaChtDDi11vQ+idVB3a3h12xrObdnA5yOL5LN+7IuxPjdA4s0WUZKvdcTfKtv0qSF4poR
lZpuhlafREhraOh9um9g5os7zNaOn27YO2mOaCcgD2I4JhJYB++wqRCtvbz2w0lGAUdTnBhlsMvT
mHliHUayxjSC+BrhKf6ScPshcIy4i8wTIU7LaMYKwnoMjtgMb3VouqpPrx/mmz3qXk/cEHzLK3iL
irnVXAvfGkIDrH47WXrCgZb2w+dBlwX9CYwoztRnV+Ye0hbefEx/c2PDFdT9UW0KWlSFqYRsLR6U
FzgU8YbsE9yjmr5vorVeyC0/xQMye4el9RM4hWEV0DbwHfPOsvVnEtcPPitNlTq1yh16s5D//dVU
vbLyx6irn+bJiW/4KZg308e6iZOBgp8DHat6e9F6v7dy7QLOSnalFanJrKV5/k5K+U8gLT/O9VwN
NN3FYh2d9ksARG3cqRcNVV9X0gKKI42LX6suXsYMbMrxfCKoIsSUiazYfiH6E4YXrjG+YtJf9t9G
8VY08wUW46qQ4rFtcfg5wMYnWGMsdD3JxrHkkjWLoBnbM2yC5Ta2jX5HnoX1zuS0XhkOdiGoIZ54
2CWcPLlJisGUEgu0iWbzS69Icd/b3eLXve19efvBXh0Jx0jVxiGFibCCYz9MgNVRPqvjGVPl1CNo
d/bUY1MmBMbBoTg8D/X/rBH1/6HYQnfgzf7zPaa//Zf/+o//7t//7d/+5//53/773/7TC73F89/8
o82kq79h6uAZKr5xAEaODv7/h1xXc1Hygs3CAeffrZ/nry7TqrfAoJYvR7onWgJm5D/JdbXfXNTe
CDTwCwF3RiHxT3KQP7s6f6ioX5fr8udfTEYH00xDZ5dAC2JCf7JPqcKKpZClSfPdL4w1BKSrW/CL
gaIQaVciZQPYJSRGPmmvb4dx1rlcZRTkVHtskPtC0zN7K2YwqBE7cWIsY9cmnq7vli3UYtIGl2JW
PxI9RKodFzXnW264E33bsvSKc0vHo3wqrLIMGh3Fn9mb7ZNjSuycTfKnd+XcWwG9/LbxB3K4uZfE
03hlVmZGr2mO4HObWjbfFdzKNlHaLEgAmgZ/V3cw3V0NH5zQvEkYd6TpjQ35HYO0YEIsXBBnivYZ
Wv6FacSEPdSd090ZZuOlvskbgHAZmUSPmqRSZ35BsBnaSa0cNopmES9GDLK6595o3NR0L57shtQO
XwPHPZrElGV0rGssV+g7u58JY6jxdjN6ivAocxwRVBMUU7SUljiHV5sfXVWI4ZLWtu6GTrMqKdsC
Zaa3QLzdm7MO0oFB/jFVB5jQXVE4ue/kRnnJRm23fsLr/qwUvfWp6wzoq/Mw12fOIsd5g4VqDSHJ
y0SzFV695UYrZr/JZtH7kGzWK+2kj9eqKxqCeMxmvIPxjewhiWe0ZaALkkCMqINWNZDWUNH3m/Pv
+WCZFxKOyRXHmfG7RRrZEOI1Y/XUCYNnBzVpWJDJMYI/6umoZ3zeQdt7JQJdNmB5A9eE9nu1yBKn
f9KRNuOUUIMAe3TXVS13jTd4Gt85yc9XBsWnRhPeva33qrWFe2scAXzBaQqsLXmWoudqVFoeskSl
uGeCFxTdox3JravgogdEXRHU2EVcfoO+zVtIxiRcXS99u5zpYnFl4KX1OAQmk8890MHU7ksdRHgY
LS2mxzaBa8RW02TbOMIWyY+V+AuBdANVWzdpdyYZHF9S5ClLAKeSqLyiiSWtsdHsEb5YsWNhkeit
GUzCaT+r6lIAavaDvIhzpUugpRntssnrvP9AXFd0MWWzyhh0YSqfQKUSfnKdFoeysovWT53MJnt0
WBY2c3fIrzuvQqpH0Y1KgjlUm767JA4RNHprSp9gDUpOQhsZwVJW7k+J6cylW8Fr3GqN2V+Z2Vgr
uO9PI+A0h+xToi9JfVhUMV54ShcfcRnQ9o6uZMXGrvsK55EcGckROpo4dCgsmp1Valnlg6gYFTXu
SK24DMbFHE1qAEFLv8non5NJkEXtQHIQlp1+mXTqDbipSkiNochzAnUmJnGlIlHUyaMwP/bU/e2G
XXS0/6iGfumA+vtoEP/iDCVWA+G3zql/+Md/869fsCDWv/DH8aSZv1lUYpwx0Bx0/Eroj/15PJnw
I+hOIa3CMwLA+q/jybB/g5kA18GBnoApqUcF8+fxZFi/cZrRNNZoa0H5Nn6JBMFQJ8cT6gI44bhk
cj5a2BeedM/VKS4VlksPbwkROCGJOhda0oX9yh5uKjFS1HzpDeNaK74sybU73A1oDTik7Dm5UYeM
XAGyAbPzEmv+rrud6PqBl7TqPUKyvZEDJsBLimHEt1kRRAuJEzeL3mM6/bCIC5u9fB16Eh85kXr8
A8YzRcBPCzxlq837+M6WN2oROi0K1KAcwQIlvYe42RgEGEJHj+ooqOv90hQkTIY2+b9F0h5r/i+n
UAM7PbicfERobdQG3Kd9KkpyLC0k+t21oBbvCcatr+2S3kPT3o4V7gni+zKhHfYeZloLWtn8rkXA
c+p8IIJvQyQLtLl9axkXiD5g9ragKQ9u/jtkCIJ+CCRB0K+gV7ZTO9BwG4Uw2c4E5eVfkQWd19Yt
V8UwGb9Io7633HgrIzjPM9ZwBhy6MrpH6rEjlHNX1slZTHyOY8Q7TWoHpR55if1u0sZdDe2/V/DK
cMR+qmcEat/lVIYAw8K5mdNHszmMidzAvx3is5WcDGd3gwAJjdpliQ8AEoNtFPX+FH1FfVyCllrk
BqpP2vLVXTCO+6KRvNUTycF57Cfz79aCY2icXntR8pH45G3u7AmP2bZ5Hqod1h7OAzDXgQ4b1NEJ
gZ1C26O/iLhJFFoY1QlqUb+TIFBV4cdLzkV4uJKrAN/EabaTO9JEYD0a4UzOtLCBd8W4daS4NLAw
IRZC0+utWkzbJIEoqgDtuc02ab7gx7uG8QCVmr56No3JMU26MFs6n6yQYJzTM6HqdJhuDQqs7FtF
qDbNHL8i5g9JmnS5VrePqkwDnSZrxUWfbA70MrSmYsR53BRtq9hWZDcTsENII5Fr6DYh0ii1Crm7
Cs3JObfLEWo5F1yCeAXc3cUlNtCil7uNyRsD+AEfuB/Hz2IBbSkuCqgvQ8JvYCWsI8bWozYMfk1a
RVl9zlcJPBK4lUycfnXktBXtTPqKpHKjLYa9XdwswYhafUnyzUxDxjLpSDcGmO6yrxIwSG/i18f+
oskg7WVQGV/LPN1XJRmNspoDAl+AV+ZdIzXcHGRADLdfAMPSAFbU81G7Fbm8Qonww1b4Cs3p+Qr0
192PDWzdYFb7fsAC1VRPLe7xONI9wmcH2N7fUyxLOqwWucRPUQnKFCz6NbztjacgK2rdc7PJDjN2
19qYbCFy7JRoCusi2klb7AgV3I0x4mLzuoySHepP/prjC+33iv50AfwR9ByyGKXwdzRowTA/zZl4
lXo3cca2ubfRx7M6+bA0u9pR/BIB2gyqZNJxcozHGSiYaGZXvcfVe6uzmm2UcqPLGqetvZzb5rck
S1FjKGd2d9aUdVB0hyz5YtCPnimz8lCZKCXdoHI7H2uhjW1fdcmHsseDVoZvv9Rncs5bL/WEPjTA
Islrk5dKJLDa59cmAb0JMOKC43lZPc6k/1Tqg+3wUhC+YOFHlsnbP+EEAPrju5pQmJ6dkDAsPZFA
0ihUXLJnBiKwnC0ShM1MC02ifrkuEvqovy+gc4S2JM4W4B1PFAttiX2olIfGOchom9dXbBWqfq+m
56x6ZT5IwiPIXSFpnH6Dau8FXQ5l+DVz4HU2eqq+qjfXX+6e2uVrzJhU8wryBL3fB2RKg2r7i0PP
dnnn/bwkeD2/Hgbi9gm/kcLYO/1C8VAMcDcGSi2fJEKX6ERaKTIkxokggre/BT6Up6c4TqY4DVBH
qKu+Uzdf4hCTqxJ+GiUItBDdAk46kXZIu2kfl/UeSWywZhxWCE+0zHiYCLRGVhFq1iGvtxaRp/l0
AWpKEwHjpnzO7lwMWDTsCeMMz5Ci/KTGSgC5x08U9O1qScpsfZvFZTAZ9wmLdyJrWSGBgP2fwKDm
kI44Na27+bBe5S6n7qtmpiEto2uyiTt3upB2e5RXpnrTcFUx0PrEM3RqbYOOGxfB77Nl+K3h+TEL
k7AkJP5YxcykTiMc8SLxOJLoUqvyXBJpb4JATpPcOm2x1+P7lT9H4DZyhzhQEmVPCkq2fC+V6zhH
4MfFtXN8ZgXx9DLox0vYlTqkk7jUg1TTqFX0jQsJv48+qsUhdcXG6vdOxS10ZlcXuyntaHrAcOY1
OJ/HuN1N4pNi3a/HMGHroYV7DXFABmSTqFz2Higz7SzhrGJrsHv1YpJ0cWYaRee52wT2AoMAD4aM
OKji2+yWR7Xc2pl1nIcR+dN3V/vm8AoMdas08LqrLwPBUYlz5UBRR6Pe7wf1wN1m5OSwcVVvlE9x
PgYqofScAGX9qR+8oHG5kZOLOCjC7/Rz1JtGlvvKjJMXMXGFOxArNIeLMQekDfmEL21NirYe6/tY
Bl0t2T3njYJ4ghDaBp/qlktSz0W5WYxDv5Qf3aIPuSNzfqZWYI5g546JpUEadAD4Wb2feXgjR4DD
0bYMA1Pqq96w7gvtbMFWRTN8L90nbRhDEcsiLXTmr1lCOgcFj8E6qfXVTAJVSutb8TkhMEFt4qJE
bcZwVWJvvdY8ZCMBi+197izHyT7qXVgZYZfQyqCBEtn3WkTznBRcx76GQ8FWThgwR6pBylcJG4x8
51Cp2r2qIPsAbvbsSyv9Fg04LOXbCO4c1PaQqbdTITbpDy7JtrrFXxvivSHNMLZcf7TORoKz8jk5
Wpl3sFC4TvSfcxKoEkzWWzIUiaJfdOu2MO5gWVwYJnlfjn3URBjFdy5hsg3NjNW1syM/3MXrio53
CceSJ3GV6yTSCI2+aYavEwExVjsBeyNfVY/jTEkATW0iSdztjp2HTwxVrF5+HyabesSGZqZ/qMx2
W4jpoGGopIvvqGWh0ot2bYLhvtBuIkOjiYcDUo4ePH5YiS2zmgUFdjE1zXW0uZR/k/tEW8N3E+o6
z3cWjkjtvnGvBksLrGVvUHGVBod4iQbfUD5a6adBfoTOfVBcvs6U3OZAH+Rb+xo0p1a/ilQsDURL
d++rUvO9zIeJflpC5DaNmGMSxbdrSTnhYDyQ/FN28KCTcZeIr1X3SeRir1NrzvkV0vwdnQKaXHem
zIOlU32b+ATqO6PbK8hNvW3s3o8OJ2ULQBt/1wWlpkW4aur4Chl5q2C12s0UpHOvbmqLuwVij0k6
TNXrIme9kHJmzBDgUNcNnxwdFwKC6sZP0ar3SZmXmgkHY9mCRoMqyGDWH2r12HH1R5M5A35w6a9w
4YqUfmfo19o+TwBETPy77xsFrU7HHlvn5I+P2wlhmpta2/UqMWjFlePEW7tBTlItYVOWG6vqt8aM
y9ZgBiWtXqWgnVvMGzXqrhrN9WNb7jOv3BT2wWipW2hDQU4KOgzU8JD0yubA19rI6X7I7jSEONRK
CvCTZdM1Vs1DREx4mt0jxN2irwuy20J+s7j2NPVAxDMpLvMHRbHDfl6OSYmZUiSIpmxvlO5Dky+H
iDiHiiYnzDLfTvfpMgXAq5t46OnVoQI2AI2qW46GDmZU0Rcf1eksaZmlxWFEr6h8QTz+/FOA8gJN
uc4nEC3uK3E8b+2WX1q3lFUwu62v02T5rsayVdvAYLZibzRLsdUZjly9HRNpRxsRXRxRmZxDOTdb
ty1AmlCtOp+s+bYkGtntCh8ixzFzv2nELbPlDZF2xsEextC5aJltGt/53V2OowdfDGsn68LU9bOo
v8vV/TBBhm7DfNyP6udpjTTuzxsCdwTpwJZ5pVih1P18ummVIB33sRqK6Gj254a8hZDaRPuCqsDV
zp1WBDoUQyiR+w5juk556uRDxN2L2meVkJImzV5wRityk8HRaB6X6l6s45TFZdlmj0qEX57VPAKN
+xE9puweEmXg5gvbi77r5MfWic+JfQ3INt54qoTmiBFYrPqDhLQ0B9MEaVLE/iycS4X7dw/3eIHL
1I71o4uFN9JrlLVnYG/bYoGVjMvdNlblR60+1PblmH8enUdNL+601vZN7Ttw02ZediKrA/IOsHFn
nmJLmUSbBa424WfB8ijHlviaHaTXiAtRkh4MghqVaOvC2h9aZPZlsOo2Z8C9KmcnEsC7NwsfDIWG
jx4hoLW50Zmq0Js3C1dXgURzDFZChoce2m37XYMvnIPhX6IdWzZTS4Rlb+xH7W7xzBu9traSvnJs
52HeQqlzafV6yqeGrX6qx93M9SoRt7I7X9kEjjduikica8Vtx6nck5rrTsnWcx643F8aLjhJcxfJ
J0WZLzujPKAe96GpbOYu/66iWmvgoMA+QR4MKsGH+awY+C1hE16lLDx4xb1aXXjIEiPJRpwPgRVx
nf84IdQvyeuT8J06g/sK01oQ49kCsK/P72KTLRK6yCbqNvoJdROHQ5URBU1gM81Rd8mPS8uy7ieM
1PAekMrWVjeIsgOiq3xZ+TQjoTPSHWWyZzhfkwZCyijytQhj0aW60HWxhWOBve4SFCMujSPnuShI
lC+DSt0nZXbsAR9zMSNPSLewb7dGfTZWHL5wE2AXUv0SegUkqUoixYsAHwa0IN8bWQadXuyTKgos
51p6R4EvkItLDRy2jW34pbmEsakQSFMy9a2whL+L18MGK4ZzIkmZKtnTqFoQsl34cCJs8Yo0u4L8
U/cyWasUo7vKUnlnCDVIzb02l7u5GwNk+L6tigszroM6Mrm010E+QLUr8cHMtjYK/AWXSAWhQCYv
i3z1lCkvRH9VEsAwlBiur7dWWX3Rs+ZyaOOD3uYkeKCBz8lmLIdvHVvmaBdHkk0PsR3vXNgwlIi+
bK4Jj9vCnkRmvhw8ClGyJ10Rbx27/GYQlDWy7TfILfv2sZNyp0tsefiOdWEFEcETM7r7XKf65B25
VulDRGcz7qGRqksAJ2EDH2Jn2p9L93boTWj4HH/VA7PZjHxtVkmShjLQE62LdDuPk6CIHjuNykQp
aX9wVa4XImXvW33ZVQbfu77DAYVLgQ7PCA3yziwW9rAdFhJxgWEfpMBFeYjb/DiY2lmTPcTuQ5lT
Uk5jOM0XhqyRr3fFlTK1lxMul3i7h6k+hYBw6OGPI6UT4qoPzxegX4Ke/w4fur8Pnf4XJNJbba3+
eVz6f/2P//i3f/gPP+LS65//U5zngD4jLiNEwQNq/sNx7g9cWnHN32DmYEO9hkeucU1I5/70qdMN
dHsQHXDeRr/3R7P1T2Ba835bwx/oxNqOikDP+JW26Xpf/QvfwAmP/5JrGUjLQMZJfzxBpWuYGzA1
+zHssDHZtYYWByn9k3fuzSfd++dR6JPQAMbBDY7JCU9AKLUjJrsYUcuNBIUjT/d1FGNBqhjer1ES
fhrqhCiQ4QqmOloJ4d70vlq9hq+EC2zIOlKPP3zjVwC3E13jOhI+77SwVbA2oLeTkVyXwOlC1wcW
toLhLScHPMCpg93YJyIcPdg5Zad2O/ITu8+T1xrvUCJe+XRQgzjjMNHGx/z002loPDw09UNoD1ze
VMXDDywy6l//dNZzroLj8LCAOi8Bj04knRblzRBqQlHOIKqlR27xmLb2s+2//UJfeyATZRMkGgve
gXUCdGlT6SpU/0NIeDktZOLGtzgeGX90z164sf+r6i9f71dGsVcnQxOem2eBGL18IKhxBHQ5UR9i
v+NdEerr3CKBrX79WWxyb3So6mvG0Gkk2uDAiymE2YfC7c0zhPjRzewRmvv2G3uJfT2vXggPsD9p
IxLU4q7r7gdWTE2rfaonvQ9jvWoPjWb2G9Go7oGq3znGnuv4g4NnFH3K+J2RX3uLKxXLZlcj/0s7
GVnNFKfsKxiQwwAJVKlxRYVMPf/yYl7TQ9g6IZCg4DqldDiLWqc4IYmwirTar3FjOdckmhGtWdp3
8Mr1B7/cCB22WpvmoW6yop9FxD+8ysiDaI10QIT4AjrHRR+cQ1nb7WXjWO8FxL42FNajNucBktBn
d9Ifv1qPqN4kA0UwxVUnqLoWaxRFz3bk2im//JmIX/phqBNw1GjkbPbEh4ZO3xmYLOTWmYzL9x7o
58nwcpSTQwTF3iBEq9RhyXGFvYmpXXCzzvdvT/ZXXxsMUwS9RGU6p0TItMxmqL8xz7LEGOcnXIM9
xUqDTC3T4O2hXn2gv4Y63YnGKOmhSfBA0ey4Bye2ltBO9ae3B3nneU4PRXsw0EksXh2KrHTDhEj1
TTLRnum6sX9nz3uJWq/7BB8IC4A1MZHMs1OJpqrSXI1Utw6zzgIC7Etrn6o9jVW3/MpuWLzzpV59
fRDF2BdsfD5XztePEzzBFgV7CacOCydVdgpuFXSfnfyXPxKiftryFgUUsjv7ZCNvEFBVZelUmJ/0
94Mcc8hBXAV+8SMZZLJxXsAsYNpyVL98lLrP9BQHlSKEy44Pt5b034ykb3aRaAF93h7rp9f2PBZM
UhicuDg4J6+N0yqqqRRx5x5t+SWKuSAanpW+F7l3quO3qEGhXK3WjJZORI55slxri/CipOqLUHXz
5FKxvfQcv6VpO+VWeb601XCl2Ym8UIypOW/wi7rKPdf6NAzVgk5eAcfrjGS5cIZVZBLJ7IwToLut
jFm8I/f+adauv3Pt6MDQcDGOOHkfkT6kFlrFAuuuwXts+8i61Oy6CZXYdAI1I3vzl98/vEaXqUS8
pGadbjAmNK+qi7HX0zXlflYnIyhUR/7qrDUgsDoOmmmIKhgLn1SN+VJFVg6XOsyjot1BPsKV0cJ6
5u1HOfW8WL/xemSipFuD3ChgXs7bohkMVUGREnZ8pi+iSNbGg2IQSkqHnm5Rl8E4EVOLOGop5YNh
JF7YWLb6kZ0c5pzeiVtXi+ljzI0DuYkXQdtjpElSjhAiwRvp9YpaI5pBjuLm7R//8zqgh023UwNT
pvQ8rWp0Y15qDhFQowLb53Lo632rzO47K/un2smgUc4FC7iYnio3s5dvSIk9dXCRkeI5LKLPs8g0
aCRzvJtHOz1rx7Y9j6b5yVmS/vbtx3uujV6UGuvIMF9Z6aqNJ8rJFDDALhXX7rMQ3+9MbqTMjFtr
ma0vNUwE+k+Dg7sRbtzyZk27roNGzE3uiy6Pl3Pheiy7qO+8Rzygm8c4wRgEyLRTEVi//Tt/Xn7c
LajvcPtY2b6nZgsDpLhJxmkeLnZB/6LIHq0En+eqL7FhXkDX3h7ute9hse9R7OH85ZjrrPihACvw
/PJgzWdhPuBnXVYoFKz16uHbfRqFdi7MxyHP7VDMdnX39tCvTTgmAqUYtTq93ZONJtHbbCaCDzOL
yK63fQLpESlS/h6XYP2uJ9+da4eDNy4bPFfuk30Xpxt7StsiC5usbQkfULVVolFKUtyliRV1i9Js
1hJMrxMoTQtmclMzRmYwImw9wHjzfvWYNlgA653OWvcK6/RsS+tF02qB+r0rkU/XkzL5bYo285df
LiFbKho6/HfgMaxv5Yfv2i6zXIbCQiieKCgRdCA1LRveU4i88glfjHLyCbUUd0XseTH3W1kta2AZ
zZBceWfPeG3psnJBbtfAATbwtab74WEi2MVof8wEElV55VaqcZugxaFhlFhNsUkcXIt9gYcxrsWK
nWJlquIjiGFJsnMzWz2knl1X/E9P/6azqL4L6aRu8OvvG4MUcCU2UNw4Tt53X6eKFkcuiQLDNO/L
xV2u0WNn27dH+al4Ze7Y2CpxW+Kuzut4+SJQ3mtxli5pmObldLSQk28UbwCv1/XxnQm0LovTZbNS
NzWMZ9bN4WSoZCo6tN99EoKufJeZc9WlxAwVvXOH88wuc/Xf3360E/duqmXQASAVC7AKvqbrnOxE
iauRGQBzDnfFJg/LAc3kJo3iPmi4wl9p2jKFSmv3ZzJT8Ra14grjQSO55lNan97+KT+/ZVYOCwey
yRo36Z6c4lDyMAzP04SKsFg+2m6mBWRd9qiY7PKdzeDn3f7lUCebU70YPcohhsLCsdqhuc73ljbM
+Od7Mbyhxvy/HG89Dn5YSZrZoSiLGE+dMTLBYB7zujyXvqnaaMuJfntn6f6E1rE96GttBxsJLx1Q
0xfjZdQ6vafWSWjQ5N83eBCg1XfI8vMjbBYuICbkxD+LKoCySS4RFInvb3/L16YVr9hEPk+RaWM3
/vIXJEauNJ3GPI4bvblpp6G+d0jhQxCCDfTEV942TlmEBZafRw+h9xYS6Cr3HQ9v/5DXJpWhuriK
PeNTq1ncj28+kZhpxgUcHTnhGtay7GjeDnCDbKi8/wdDEefIkgIoBXB7OVRECxITyzgJW8jAPt0Z
ZHnz7PoFAo53donX5i+pm3SGsSIi/OXk7fY1OsihcOKwUZPkaCTwOsvWoiE3pwqMuSJ7Zz79fOAA
uXKJgv3I1sSJ8PLRSBZQvAb7jjBHbHBWtaP2XXUIdXj7Bf689zEKNQMoM+w2JE4vR2lkJnr61XGo
1tH4SRSKThwd9ExUBYkvuZcFAinzO1/t1UdjhlIcWAZdiJOtIAZrpNSs4rAwVHG7kH1xg8vk9M4G
8HxEvNzXocPDucdqjBxy43m9/LADwGokzgZaBMQEs7zJl3z+GrMtHOfMiC71qXGO3ezAQap0AT6G
PmOsHHntGG65cWrCoN5+0ydMz+ddH684gATWJ1Dqaf2ZQLQy9KzkVRteTYaha9xXyaJwgpL96GW5
8UF1K6vdWLPRPNXZmtpQzuY+j7LsAt/6+GBUSHXf+VWvfQrbcLmqayRDg7e+/P6lqk1KqtBzboVn
PKE2ISMMJ6HinWFOtHN/PryNkQ2Zmys4cDLOPBlzhxsSvW3mw++1jhF10bbizCsX60wMdn1A554c
vHil25RC3Cxylu9Viq//CqiiBqFJNGlOoXnmAl4CjqLsjDlbHqoJgkuGIzJm5EXnN7jBAwF7eYCI
NrtcUjq2JaYkD2/Pg1feOJADdhwAIyhbTy/Oo8OWJUyX1q/q5DeKi1zL9fL2ncn/ym71vzk7rx27
cSVcv9ARoECl2xW0Orjb7bztG8FhrJwDJT39+Wjg4HiphRba2JgNzAzGXKTIYrHqDzTwCK0uoQM1
t9W5VscudiDQBdHSf9b6qXtI4gLVMADMqO/sPDi3BuN4/SHpcgWumSdWUltLNvZaMKUZagk89s7k
E/aTnZfePVE/e//6JaTrAf/YFUhuWqurNvZTzwaUy+SwXTpJA4c2hASyh38Yhc6pDdcZ8y/oOVfX
2FBKEqeh1QIEJ1AQRa0f/59pr1yzEYCRB+P5i7Yq50PxaP++LGlyxEvbMMrY2pgigh09+506+3rU
HdGSkPdt1SU7U1M/fRUZrwZdFR2jfG4H9OO0AKk0gXiK7O+bfsZ2r6vED1TpQvSYvPES1qEbvHpR
MUOBqwuVlyr7utuXlRr1nCTSApTrxEUfifrLWC+Xl0fZyEDYjEComSVf0FL//q/In6CHKe128gOj
cPLj1Cp70ArR5iox0uPLQ20cZ+4xKrhQxpFRWL+GxrA1ctS4fLBRo/fJk81y39aotb08imrUr78Y
aSW0LoptPA3t1YzMvkInvMV2yWmtCRIFGvFnI0xxlUV97KcF4g5LYD355YA5RQvDHqOflRiMR3PR
swuqZ7j3cuc+dYOFHqixuEBxagLhEVXx+iEubZTih0Hu2RRtBAbP4aFo41KnXnLm9XfQedSE6DL6
gZ3huoW8VRdeFsNqUb31iqEoblIES+YD1cz5fYJW1AiyLU5+ZlqVvTczO3xCbxv8bG/oSwsW0oQs
hh0BHMpZRkP09PIab2walTqrahTlfnoZ1z+2wRPM0YzBC7QRDXasEpLDLLX87KKdtHMd7gy1bjvq
0o+ctp+8wMMi5S3XRHdrmpN8aKYl3PkGe0Otjvo8yjB0cWoJ4szrPiIto9+49E7eNDi8/8usLJqp
+CWqTtAqLA94AqQ+3eFg0Nt2OFl1Gg9ANlv/fegVzvnlr7Vx7rDupidNQ5XLdF310aj4oJ7WekFv
9ws8cg+9YOnuJW3bo7hk4erOprB+vSdyhp/Tlj1B5R7YZdlphzoui50YspWX/PEh/3/DrLZe5tmL
juimF1hj03xupoa2d6iJN0at/077yPhuhfZATQAQnj4grgMYuMteH5mRvNXpdimLSuy8rqcq3dxA
jgyvUa3FMle3UQkLZ+C5//DZ0A5x6B8ItslqQZcFdUWsItj5RmJc+Dv0FssiuvmXUai3IufiUX9f
bXpvTvFVL0rMGXT/dzw1cC/LZtxpgWyeLB7aqgPCQ02sbu6BIg7vTbZ70gwCkxd49VLz7EtXh3sl
t72hVvOp2sJrI4dD3GR9cW+QZV96IRcUruo9NtjWUOAU1OXJ04mzdb0NTKhyCvTjBaMeQfro0+5u
mvE692Xv/sMRpjtBHgAygmfaagE7mm7UNjnCFYogZHBVC3R4NHei0kaChVyNgwo9LzfwbKuoFJZd
n5VjymeSo33XzElyl4NWu0Fmx0JTz2uBusb1l5c34OagZPjg8pCEB6hzvYrjYGA8ljlukI6yRsOh
mM5+KOR91ffLW8rGPa0GK9kJ9Vu3rQ9NjbnyoGPc60Hr1ndHZSYJajtzHgsprcD0tPps54P74MZW
/vqI4dMeJ5Wjuo8eigqef2VZI3Zhtd5zlvuqLU9D0leISMrm9d+POjiCK6AHAReszzLi9fqsj4xi
4CJxlhFKeiVvipNRNyVu7X3zCSGMvQt6q3ZAv4bKs02dAgmZ1d5MqwJaDSsdkDDgydRoZvfOROYf
j6+h9L4OOTFS1Fb5FHW1E9SJ6qhJxxD3ZRaZtxp5y84ybJxLwGS6TdFYWaGuA6elDwJBfssN/CpM
TsUMjwplbvTFff9fvqsN2YUKnoWhwjprE4A028z03KDOWqwUcN07iGj0dlLajauVuh25Oe0OgxRa
HaG/do+jVVLvCEBB77JHB8yJT8mA1sfLB3FzFPBrPBcZB3Do9SjRsOAulzJKjep5kLrD96UF2v76
QRxF1/Qo6gs6XteDoLer13lhuEHSpQvkGmQcWzjd/zAVCvX8D6gCb+jVgnn+YiZ5DkHM8qHE+GaF
jLMXDzufZWufgUZBAV64EGz11VwsQ8tbJ+7coOtm70ZqkXEXanHxDtJqe3p52baG4g0IOEh17zji
18u2YJVqyTl2g9YtHezQnQQiGMzCMkZP+fVDoVyGDgctZ4ONcD1UFhsjUj+RG4BYqBFawteuNtzi
FGmIsr881FYZnjaSTWmCiEVaZ16PZRgpOGtgHoHR2rdJhtUb1n1nitT/c7U+OiBV+an0vQGigE7M
6Mxvsm9+vPwbtlaWpwwNNPANquN8/RNCiaBqRi+Q6DWUUE6wci4yUZ7xpJU7H1GlpqtSgsqBEIBC
R9Bwxeqmsyevzwp9xjSkNrX7CGXdUx3Bx69Cw3iwUQuHpVY25xbBv3de00X/cAdxvyK9wvObFH19
vv0ePaMCz5LcQzLIFVASR2LlTvB9/k19wRZFqoVrVeiIlF0vaKX52DGOjRNolY9OT5lABO3oBvzS
jMa8txdDnOoudM4t/k6fEBIdA8wIuieRLua081ueRTR+CkETqAzoJZp36t//FTcXvLOmbBqcoPf0
4l44SX7njPqXlzeQ+WwHUV0zUcnGu1aVG9aNQVkjPzqCa4eOUg3zeWkGA1fOtgB+qY/DFHilMf8K
rYxsqtE1A89KV8aPs7/ULhIMcd7CQ00gL/eyKqbL2Oso1I92V/6usPa0IRG73KotFn/3+pCjTSpn
Ixs/TK2pf3I72nbnEaNBuD22MZbYkejZTphTwfLvbSvoqqgKLOvog1tcp7nR7Mvaa8bx4npN9dDx
WjiWJfZX7NZFv6lRcP4EwU777+VlXa/qn1EpEmFnDt6FVt31t6vtKCtMAzKE0+IxkGZ5dHL6UT+g
HL4n66n+qNUEiUJcRlT1eQatm9owLkLb464DC6KIvMKMn5ZFuMcpMqEh10LHfVd43/vFy3ZoC+ul
pSpKzoTkFehiYs8a/efjAGCb5TKCDxDzb+qyv1DKqk8FCvs3meNFN9PSTd9ft7B/xqTyTIqoBnZX
5zN257I1Rz6nyFuoiRFMXz2uvCPwunknvq+zbCpwaJ8AaiS4EuCt1VC2l2qoeDlYyXONBrnB1AYM
2dBmLaG0OaW/s5zqz/v7Q6rxKOWzVZFAtCjoX+8ZM6nmYhyH5jKVVnepJnO5xZ+lmQ5DkqFSjJbz
gRa6cztxb9/TYo/FzoTXAefPD+AhaBJtCAnrCmfjp7mHwnNzmfsODQebCw613gmm4cvf8Pm+4fag
MeGRfagO9upweAMCjkReJGe9JCrR4THHn5ODQhzuWSUCUAYWpAU40svLw67PpJoe2xUEM8UCyhrm
9fqKEG8lh5YMFOD8W+556bGtm4+oPO9xlDbWkXIRhCtKZFTH1h/Sqj2pNcZcXSZS6tsCR88DBibz
zaunYwOIpuzK9c/TZXUhLpHUnXpsqwu1HvkFDxztlty7POl4zu69SZ7PCFqZT5PV4wWP4pha2r+v
IiNrfajm5QUGInRut0OCx0Ei5eUZPT9wYPZMyutk11TY1007ZCv0hCJCcWkiBKF8A2YkzbWLFAZC
81rYvnq7M5zqZvGp2PPr7T6liHiXvPQQiBr9I6ChKMhxI9kZZWNSPFxtIhWuS+DL15/JwHq0iJHq
HZzsi1MsFhYO4gaR8lRpY407S7jxofjIwhDY5KkM2Lr+UCiS4juOzdulnfTlHRKbcyB9/bWwWvXA
UgZfsPxgjIFzvh5FhBjIGI1RXZo6F29wG50+W5Xe7Kzc8/PKKFQEdCxGSU7WksD5XM5t3guoBose
BjCgKNMbo8Bv1+p2ItLWstFkBIDGSwgfw9WEUt1usgy/mstYo8uog/+jTz8sr0xh1bKxuwGw4IdI
Gr1K1jUK2dDHc2gaUuLLXS8YscfaXuNta8MhDAjYljQZI8dVdPUxqXfLGr0zmTXe/+K5M87D7Dvn
zB/xkXKbcCfB2lq7P7w0bg3q82ssKlKmRdaYC5L2KV0rz9ViJC21fzisbASwHexpyoh/0ti/IhC2
HNIsZV5eKrBFWI/n4Padyn39lqMhBGECogCXsdJw/DvOWfhzY2lrVZdYjsUNj4zijONSBuC093eG
etYKYDfwcMQwi/oj5kprAGid90mhpdwSVGhRik09QMrWF3q1P3AB+13k4z0K5B+q2b9HPWKnLbzx
zdTVAWKXwUlRV6mGxI5AUlyoLv4QzcfUGGsQp+XeFDcOMH886GTQnRALndWFaxIWu1BUjFJ1AIJ7
Amza5e8Sr90Le89TJ4r/tmKXkuArSa3r7+YvjaNBhqguwNDjIGwGJPo7VHix1EkfrSUyjxX4jhtg
n9H7JhfdzlW8tZz09JVSOoVg+h3Xw0PpdetmSJBjr3xMy1CPDmiG9js7ZuNg04HgCgaLawApWU2S
RKPQbWyoLnFvd084JwLyThaBWKJE/BjlDX3cGfF5oubRkoRFhG09YX5dUc9wEtdG4vAl7+bmnvch
r7+oEg+tkS4xlsLIZgIwaNqdaLx5NHyCF2HfVsST1fa0JxR2tDAmhE0Lzakh0T5FbYkudGuKnxgJ
4KSA/ORTn5TtnUmm+HkA5bPzIzbmboOS4zogWaT/qL7GXwEHaV5pDLgD4Ffna3fplOYPQqfm3dk9
/NHUHB9ABLwWY0BMAKOnbgd0ZAnfqzwLwnvfypoMqAU5djNnqE64WtS/frva5PiKnMRR4T5aTY1o
jSiFWVz0Zo7eLXHdnzQqC+eXszl1z1w/ZzzKKCQH7FX1HVfPp9h1y6HMkTkNmz55Wy21+Ra+anma
OoQtwhrOZdrEyFU1w56/5UbcsXm2Keg1krX2GivaF7iPWW1TXFBfb5DPidE8sXDzXHCF3XmzPcP6
qS9Gwdnl9MM3IRm6Xkv+KeAhWRcXzXF+GnX5xtb6hz7B0y9vn8x+vHFk4ZNReLfN3KDnkZ4bCzna
uvry8mpvhCDK0uTMFCIpCK7L32bZRGXPpQWLuiUCFmVx6LNs2dk5GysLB1iJHPOSAv68CkGZ7ZW1
ES05uplOexNKImkpxy+aVsynl+ezEexYUF4dCudMEXy1rvjXaWVWAmKeSgMFfnfwTqBYkMyegqJ8
dUucr6iIdGxWEgzymFWSboWTMfS1m12SFgmavCnbrwjjLTv2HhshRT2iIK5w6WJ8vLomChfvJstA
u87GFvdbPJndeV7G9lBNqX+HkYdxl46RsccFXTueqLaLytE9oBMcRRKO6y2KrUpaxvA2LkBS8aLU
hiy/FDB2EFx2+kuaRvIcFrP5bjEK4wQngZaz1uaB7AS9WttDArherIsdNu5OFvKs98Yv4zaj56te
3qrVcf3LZi3n0o7JryqrQtpOC3HxinGhArrzxhPpYxgmSWDq0Vs3Lt6kpXwsGiUEaU+/Xt5sG4cH
zAd1QhJMEuc15iptS4EiF/w0zemNu6Hzm2BG0HEnIG6OAvCW1h57gOv0eraUGqfBLrX0IhrZgYhG
UTPs7Z8vT2XjhEJoVJ8aNLQSi7kepCtzrxazk15C0HYn7GGXo4+88mHwh52RNk4oLR02Ml1KDs8a
dG1NwG+XdE4vzoRBbZQQ4jo34uuR/C9flijbew8+q82zXaBLGUAwFKKQWa7nJrN8TGC9eUsS3dnW
VFYotGrJB9lH9qX2J+T1pqQ9dTn6YNM8x/ftXKXHxUmKnZ279SlRzVF8Yvz2KJZd/xKVLE1GWKQX
JP5blPcK7agBrtyB7G99SyrzHuhXGu9gda5H8dw4yuNKT2HeVlEwFGNz8kHUnGZR6juh6fmE/hRw
qRz4f0qQqwCoz7GQblgUFzhY2q0Ipx+dFPrtzt5Uz6frlIBREFZXFzPN7fWEyia0/KGMiwvS2858
lHOdNO8EudyMmYQXdsdS4k15zuLJw6NurDu8gKkOvlWIejCyoVx+UP7Nx2MHctykJkRD7BSLqX2n
d1mHC3pc1T/syo1+ZTGUYrD+RdjfL043zCefdNU5FsDtf029lXyURTvdzlUxn0fdbN9mqWwtvEys
DiHCvC2Li3TnJYIflY/VjUYE/Kz3nawunT0r8W1c7+bQsL41FoATFAms4lw7jf49CWX+nzYLHXnZ
HunPo9f6+o+40Wbj3OdDeCM0e2nOZl0VWDlnLuhN3AwrnNBaN9kJOBt5NOvN04tQoKC460LrjIR+
2psWDPG0Xr6Mre98bVJbQ8ZQa9/VRWw8GAWuMEAUzTsX8+yT4WWvbciSySonH764YkdTr7vexDxB
c5T/bK4cZ4mCyUT1dqptZbnm7j1Xtjax2lg0tBjQXKseDDIb9M5H9cBsnPhczWF24g3++seeTyGZ
vjniBpDAzNWE/Nqyy8Zv80uchSi74vOLU42f7Zz9rbmQT0KrVYpMNOmvl01EGUu6SEhcdfVRH+FT
hGGh7WSvzwMMwjF/DbKaSmzOSZzNDJIlyEZ3qZdd6sTBv0/L9khOm0PxkKRjRHX3Gf+wjJahcnEt
xUtAR73ZacIgBLB6wPSy35nV84uJWYHW+VPTpUmxCpsLaJ1Zd/Dajdu6vOtq/KsPcVXox3xoa3RM
y2mP9PI8sWNE7nQKOupJtU4fMXNJfMwy8ovddNaDS9X/aGMnd2qR8j0qcZZgTK3X16oYlPqr4j0B
d1mndRmmfWiQxthojIm8GysUU10IGlzCyOK/HLg3NiMEEzY87zk6xOvCvIchzlKWfnaZkwLdcWxz
vmeNq72+CksXWjXBaJtSuLRWlxA2A+ADW4thbFM+ml3Vfe3LqNi5hTY+FieKLIK3BdTJNRypKwry
f6gkl7TCkCKuG+O2SXRjOkKrNh7kiA/I2LreDmRvc1Sby5xHE8D+de4PK3JwZlz6Lvhp4OcgLMwO
+il9dMJMxx9EpJ+dxbcvr/9uzJEGkEDkCIrhdRBxMCZWhans0tfGeJP4+D43Lk5K/zAKu0Llm4rp
sYoiLCWK7lWfXeTSRG+mOsyLQ4XD/E5EVMd2lTxguPP/h1Gb9K+CzNzHjpgQ37vYvZfeOuS5Lj5s
xU90ZbLATzrnkqc+RIe5iL07q0cv9OVpbnxBi5sUnRwSPzA/qt7x1/hdac5h3IRYMZaifxwR+ULW
FS/5aRzM09iJ9lYriujzy4NuPJHoIlI75RWHmhgJ/fWoSTcXmJU1aFnYY9KcuWj8x6Ru3SAOO+u3
9Lz259jq7j1pFRK7ejrdxJpmXhxYjg96kYU7O2ojjNMEBBzjeIJsfI38L4id5qTV6QVquzzCucRx
ZTb0UxNb8c453Qg6aBIqZRM2LxDdVTQovHA284lHGVlFf0BhPjuX6bCXI21NyFX1KUFCykNG/fu/
vqpI9FYPYV5ewiyG0Y39b1Dqqfdg2XKvE7g5IdWwJf/l8bJ+mmE7GhqNzVBx43+LHK+8QwJ9j/C1
tUsBRkAo5g4Eq7U6jMMUQ3rxTEyevDABNt5M57qcozcinjWc8RznFsjn3stsa2ZUicm4KMPTiV4l
K2lY4HPHsiEuEMqD4Zny/TRWzaeXz8LGvU47kEv2T5HUXz+6kDYLhVnw4HTtRL7Noqh9KtMQfZOh
xJu2Dy17J+JsTcuHyUo3Dd40aMLrvZHOTd0jB0zhxKi8i62JLtBmfU+ZcCtL5yWJuBlLBxp3XX3I
Nb0YBYrEFz8f5Z0ey+lWFkbyxqqxtIsiKNskMvktiPLke9ch7xvFxVLtBPGNc8DSorGGQhZlkLXQ
Wpd2oJ2XiDjjLQI7HWxzGh3hijYc9+gUG8vKYcPqVYknCLbq9bIOcpCTV8zJpaz08rufCHYnzn2n
l3fL1ihkYzTPsCtCDWh196WmBMONrfpl0IxvDc4ZZ6tBqeDlQbZWDaiHoiVxMVCqvJ4KlWXqHGWc
XKYs0o6U9cZjaTj4L5pWvzOfzaHI95Q3Kp2R9fVTLLJ02tqNL0asfcVTMTwl0nzStDT8h51ASZt3
OoumKi3Xc+L2q8fZRZimcp3oWM2dfrYmFMeN8NW8EN6GUHf+lN7ohz/TYxEoriCsYKKBIxrqfy0Q
VqFF3vnlj7SROCA+RblV2VYp+Or1hNLWHgsTyN+FPiCyEbAnwiRw68zpznzT6SxnB8eTEADMcpA5
JA8e45q9wyF6Frx4+1D5UJ0dxYldv00VhLSPOs4XIprV22RMu+MIePdApuieiqIMdyr1z7a/Gg+w
vSqtKg7WKiT7vdEieVWml9F1i8DX5XDwRB/t7P+NUegHMBR9MlVlXu1/4aCqy4M7uRi+/NloA1Y2
RhvuJF5/GH5XmR9pKjU/3gXUGUEfrTIvfWopISdNgnkEch/0ADowIRpyd3ncWe+9xM8eHRw1T6Zo
tYubGgNGLK1ZPLgmMoNR12W4NRjjECxd1B3yBtXX1sJ/aAJMGOS2pp0Q1LePcTMsmNziBPSkzYmz
k8g9O75qDr4qw5DFIYC8WqkCZcnW7FkpEfddd2qaEsfbynOUHQgJ7enlLf/HE+t6yaAqc6Boibs0
jdesFpGILI00POwn00TjIZrxa/VCSqR3OrWT8K5zFeg2b3F8l+HU/GqXOXr0K1mhXDPjMuSFhncH
abv8FTuWdqlmcyowu7Grh6R0x8c4E9F5GMLkoVqkC6oVO40R8cBjaS3itu9TD9V5vb0ppLBum1D7
Dqp6j0//fO8xRaQdkPeDekWUvz7WiaGXBsgIxJxQ3X+cMwwAM1EnO+foD+tovZLoYoMFccHWwpm8
HsZJrcjI0yG+hGbiH4bFDPTafB83GDiE/uduMO+FGz6hxIfXZCECXsW3vsjxjimViev8NJXjx3Ck
syF1iReTbIMmHyyca5JjZU07pY/na6IqUoqbQoIJ8HB1UmB/+5qg2RiIcpxH3JREgbnEMGg7++t5
NGMc9QAAQAK7c52yRBmSGQgYeEERLtYHfHjLHxVlf9zb4Uu9X6ji7gy4NTFF66C5CRqMv66/Qta5
UztwNQShP2q3fsq7y5ri/LUJH7g5hXZQ3DrVPV5tKdtPYCXS7IDi0MpbMWDVrZT2/mUuYEVI0FU1
YM0Jd6yqX+qCuaT9HD9EeiPxhsmSnefT84BDkgWeWD0bybjXxMTYM6sxkzBD+qbGt6zB7tCr/isB
qOxMZ2MvqGwOgB4iZ5QrVwekt6K+ijvPCUpsf+5lk/MEt1zeHqMtPzUzZkYvx7bt8bhrFP4QBPjq
ZkuE3RdYbzgBFuT9NzkgtOkUiED1CG+eZWXYO5F7Y+spIh6AVO5tOOirM7VkZW+g6+UEntnjJRTb
6Zma0RS8PKvNz0UqBE4U8hrS4dcbHPK+j3yZmpUFeigGk3LTWcrodXb2CPVbC8hdROBUSDfgStdD
WbOH9KC1QHGh+nu3LI31dpzodyxv7Datd7bh89VT8oHIANFZJ4iukVl9YleVFSZW0Jqzc8DiiQ8l
NWsnxXu+eqoNR0uVYiiX3doiskrtZWIYM/Aa/8fiZMbRpk4btFBOdup4W/NR2mtkxzwKQclfL17f
jDkRwTSD1tdygPL2cCqiPHx1IGI+gF/pSfOZuN6uR5mtCJPnyDJpQ6e4IGeD8UnrjOHja/ccMCDa
M6DWKIbCA70exUeCMq5CaQb1jPwhWjRJkNa2/qEz7XBnqI1l4+5UJFvwB4ax5vYuAjHkyptM8u7m
thuFfT8UuA6+PJ/NQfg4gPwNcoL1XpuaUEeimEGcvJyp9rveXSK1vS7T85KcyjrY0aQeClaxrqqW
Y47Ga1EYweKV7cc27nOEVnRkJd9pgsT+yQhlhx2QXmfw1MKy1g813Orotlo6zDqR0VQ0K8ce9wLj
8+mTBf2BBwLoVPyD68+pR0UvE7gVgcAn678c0CX9f73Z6RQ/jx6UzXUq2Yr+Stt/VRTxi7nocrvU
WWT6a543IzMf5W/GuKmPdpG3Oyd7czjonHSmlZb5WkkbahZMlyLSAw7MclvWwgwSB22maMQCfNKL
PV3WZ4uoODgkAOQ23J/g9a8XEWdG0YpS4KE0YpsJpL8864vYUzN8NitGASbKrczTDLbhKorU+oIA
3eDZQTcnv8TYu8e2mwXyAf1PTbOLnbfn1pwoUvAUcCxVdlkF/KlO0q5pdTuYapEfUaGvz5Fv5TuR
fmtO4M5IOoFOU6BQv+KvSmoDUzGpNSECP3aiy+TTBRDjIm+72gU2KuI9Gc5n4vN/iLce0QsUCm+q
ddctGWjbDOilBmkT0kmsl7HHS7Pq8va4NAI4gBB1HVOaNtF375bcxNqtjeRnzDiUo1VdV/XRGk1z
wCFT9gY2WoZmcXE0VX8YZA8oO5c1rqsvBykVuq/eE7QOeLiAZYcQQnN+dUqHlEwqNRoRtFE+fSkB
XZznEpsvq4bKhm6S92YCNrAz6POY9WdUVIapgCgy6epCGSZv0d2I90m0xPljNY/+vY/Yx72Xe+NN
3GAfccicSp7sqMZTVZHwAgqB1SMm1eGP0XKG14Zqfg/Xp8L4QmDS1+D3CJ2HUaQQ9f0yFo8zKkL4
y87da69RRlH69UBcVXq6joiUy3rsZXrUMXoxvxES20EjdM3XHy8gFtwHhlLipop7vfFby0wQ/8hE
MGPCcbRHFLAHwQ57/b5BRQGQokF+iFby9ShmqWeuJT0rwNihCo+Fl08nw4codWidub3hSSRuqei9
uvWrSt8QzCDFuNCk1gTzKXNnI7fI3zQaiQfACBB2e7/dWcKNQ+GZ9LCJ8ERDAu/15GQpBr0ZdDMQ
StnbNxjnjNiacQol9/khISgeQCb0n19eUxVmV2cR9QN2CKgkMuq18J8z5wK9zZmEwZiiwzBP+cdU
Tu7ZqGc82P1wOFdeqL8Lvfn3ywM/y1cpypA7qiYQf6HKeT3fxnDRLSf2kBUP3bkfi+ExQ5v+dh4c
Y+ek/SlQrCeJNoB6wRBzUK+4Hitrh6QehtkIykSHZ93GeImjwNYx66nWslNIye1nLFL7BGLbw3Z+
HnC0dlNxFEvVn5GUa++4Mtxj2lP06VIsBFtK6Xd5FOP94vbI/Wp0zfyhSu4bTskhnk0MGhOj7nYq
0xv3GI1XULoEDjr4a9qZj0KXzvcxAt9unRttytJjSONk56BtjoKMiMkIikyyWq+uEDpVlN4INKd9
23ah+9SHqbGz89QfsvooXJEq/DMCd8EqAag6CpqTPhhBomG6ayfjD7/GybyOx9u5463+8nbbnBI5
oUtXkGrAGhxeJlY8hF1tBD1GKAe9t9zbbMGg6uVR/tjErSdFiZ0bmVhIPX81qRJvoDafaj3QS7u0
jzCk268Yi1EWpBri/dCyIv5cxSbe6ZOFlhv1xEl2QT5SqDxE6aBDjfSM7ndjTWF9aJH9/M9yu+W7
DNsxO0xelogzlIg2OWqtsPNjC846uSDmx+WVi2GpEdz2ne92Ufv+SVgzumb8H+TbyjLGhCQ8tMpD
koryWyFD75dPZ+8/gzfwx1F48tPUa4kAtmOJr1g3ZNMBlrf9RUQdFAJoML1x0GHtgW41PSBsuYj0
6Vggdfvey0bdO2JpQnsEfmf1IU9k9jVqmyk6WqIwx+OoV0t7NGpvKhVpJsdd2Ulm+/x/vMp1Y68r
DeUnmjoHJwIkfNArr/yx82mebTewswRYik5ctrCrr2OA7+X1AvhJD3iauWdzyuvDpCU1BlHTnorT
c0YEL0lqpaD2ldow9hvXY+n20Gbd0uAhzGMIP+a8Wm55tpfcvUWRtLdTm44aaoFxOpzyIXI+Yz5S
/zArWdwPSRkOxzmXVElFVlY/X70KSuSJBgxSR2zU1f6cpgaXY6hL4DUb8+hDijzRQDQOZt3sFeCf
B3juamUEAsaGIL9WzCL2RX5rx0vQhoY8o5YrAk33JJjBcW/Bn9+dDKUe8NxkCpC8epANeq/1mO3O
SG+GvDuNJqzfGYuYwZSKSHtCvAsbnmi20LF6eTmfRxUqEyjH0SxEdwLA1vWHtns7j0MxzcEs/eUu
q8Lfvi31ncyAXfN873JpqZxVUTNgHF8PUy9l306G3wVhJTP/pvH7WTsXwliysxXO0zdhN+CH9Sqy
qoPT+87nMfFSnXWQOBMjRBOG2LlPOU6/doGTNsK3mjgkvdUkB8OQRnye/No2z1z+kzjH9tR8nPyl
io8yTKYUjDK6DDdYB1Kzagp/aoIo7+Cj2+gQn8s8nK2bRcZ1dpw6yq0HAj6KKHgGpNExCSl8PdZF
gRHKvORueixsM/pfM4+edqy9MfZOfll7b4ChReLGiRrQpG5bYW2dSfOjjpV1dBhloZGFhGk0nken
LbJzGBXJOwcUcUHHJfL64x9h91M46JGadCuzo5JfVX1OI8xPljE79cEMzeJ/ydyHH8Dq5+9GL3J+
NeGgfQCVpuNurtXGB7cxjC+DNXjaYcKCe8DOqeKN3XSV7QAMNuWDyA0TxLA9+W/Loa3Cg5+5qX2c
58qdgi5ucsSMXW2p3hQoBdFXxZGeH5loQ0TXzeNB1tSenzzy/ir0YBmN/onadQfnY4n1T83oYfec
1daYIXuxFMVhSWxMthMLqY1L49RxAYvLDNMT/UDjvZBtYp1lbnb1TRG3w2fLjq3vNEN7BDoU6jtp
nfHR0bQ4P3gRp+ZTmNTdfRIv5nJuhC9jRQyrrEtf1WV59PTMOaXeVHgHYUfit9+Gjo0Ajj2DLRNx
ZOESNhtvR0mIPWSJ1D/jxSLagBwk8s9slfZdXmljhaa+gX2SsZg9dREn9vuDO6caTvF0IA+IOmoh
UX6Zv2Zd1rBonsY5jQdtxk2r7niPjX7NGU4S2kl+aA0/vdAWP7TB6RHHKNzkbuG//jFGzcyXaT2S
Nrlk3RsqJIsV1N1ofRxHPx/IwfS459RH0j865mQ6GG0N8W+MvsUb05bJE71DlBy03EuectLR917U
5OSFvluOp77xqNrrqVH/bBeJj9Hg5pKpaR0m7QQ7ibT4YI13VZzZPzJgATS3KP4xs8JfxDlKo/l3
3Wb2B1OOjou0umnQheqdWZ6kS6Z/xDSVqiMWODFBqvKG5QacTVccwz7Sn0ZHg6fu0LLn7pBRcq6g
tN8WnjeBfEmT+rdZ2eE31H6ar6UHw/DQ8Sp611Hwto6mz1MSQL/RPnTOW/zk3zRJHX6UdaP95sHU
ZcdmHLryiPCq+5+EOPA1TQfTuLR+LubAHK2iuM8dwWLLJG1/wk6yS4zqYi8OzCHOkkPrjeljCcI2
Pbpi9r7XTTP+l1BhecfihNAF2EPTUUf79L/Kjwf3CMlcKw8S98zvaM8PH+dZ6vWlQjCZf4pTfX+y
CgP79QEl5/Cw1Fn6kfJhkh91+lvGoYRY/6PzqXWcZ3wq7dMwh2yQLLfD//GfJeC6Bukcskim8TGx
G/cM8M8hJbc1932vzajG2WnmHSyj659yq0agC2dNl13ZxUq8PfH5BF3pxvXBAo5670szbG5D5MjH
gBPlv3Ui4eESNs30xoVRtdGhc0yaignid+6B0pj8SCq0tAe+oEzJnwzr3quc+b1VpPpRphbEXKnP
4q5ZfIM9a8SevOtMWcNs5QnUHxFWjYoDE5SYxblOd6/ZTvIudPqpPGVlbmOoMuriQxiHxTsnbjqH
T1gZeHk5vXFjU/R/qnwH5o9Lo4T0Cuma5twJvAY0vy8BwA3JmwUR1I+NMI0lcNzabu5K7OYakDoa
vJBWEkqPyZj9X+rOXMeSJEvPr9JoebzG92Uw3YK73yUibuyRmRGpOCIjI93N98XMF5MpECRAjQAF
EiABipQo8Z26+Q78blUNe7KKmGIJFChUAZmRcRd3N7Nz/vMvxekc38Kz4S7+uu9YbfNer7JrD7Mq
+xYwqw3bY9WPM7QR0cD5XLvpuQbFn5KCqeIhzHKXDbdv8XNvpsU7hWpEkl3bg3VjwnLyk6Up1bU1
THh6NQQfHoiyZBdtSdQTl2Qi55KgkWKxDp4/s2cOKEWexqqs3wrbWPKDJ8I138u5bMWhxryKPoi6
1jkIb4moUfuCranMRf+ZN1iBLQvKE+SnkfVIAkbFRHo0qARGKrEW5qqxVQl+7PYn3ZAXehjVHJhH
Al7tIva4ixU3RqCxWaNm9WJHZWEXo22Uz00oTKwKShNxTBu4+pmIalLOdCPt+9Cu6gtHMfCPxTJ0
a+w4KPB3ZZCL6ZixGZupnavAwFGtCx5zHMD9OOLMuh5ZdMFlEPSGiUe4W9exXbb1ey3UiFEXLkEv
TLzHqw7/1gyulTUCY/YBdfim++0ui7QxEwfTNuzhY+atcVCWSKdLw22HZMKT+qJeMy/u6AYOagjM
ROfyhOxoupu5+5xF1HJlbBP4Ne29vp+5BDg+kPuVnzMqGQqrO1eseRnD9spfJs9oVOKNMwR4RlLl
pam8/msHxEYD5ymvjEvXpMKmDjb6tC5bquBs2wYrznu/E+m2BcZJNdh7Aqp4xYvjSv9ab8MiDmyU
zpr2hs15VlilEQdRSUiiatyB/XIo1ztPldNL02V1lzhdIDb2Uq9CLLVYfZZqeBpV3C2LN6csmDra
5c0sXzXjhwOW0lt4uRSiOg4jR0daBhSpr5VX+XonqiW3LorWKD4H5uz2ab/MlkoYTIlj55dqJ1fR
7SfRo71ynWqwknbrmxPXsqQPE93UJUIbeZ/YeNXd6Bq56Rd3WwFYVSX9p370nPci8lG4+lO9mLta
hnjCt3xZFZcWx3VshiPbg+z86bYax+FdDhx0B8wEYWw5U7bR3LHtTu/5okJOJRNcts3M7ZPlrM37
rC2b6mAYN/epmo3lTY5fi3pvlY3+ShBz+LLWuqWi60F/10zCzrChEYSxMQf+kHLfPMafBEPeDyqU
b1LV86cOT+s6HtDsfhRrMH+lP6G8632rX+LNnijvXFwC68dzeXJfqM0oDnNdYAEZkX41xzD60WOM
nlRLggnGWiR61WhszEjMT+NoB5/60JPPVSgmdYPEv31D+Vv5SThZwRg3mTHeBOskvnmytZ9tx+3H
JHez7BsbG0fzZLvALqSoNnnM67QPym2tD5XZBI/zsJkQYRoDR3Ym//WQroISLGU11tEFVZS/7qrO
Wi98zeMEi/b89FTIBHAbKVCMhrkM7knPqup4LfoC9SQmWfdmVzt5uhiyfemzynuv0ONRRJdz9MHw
7MJBxe8171MWGbftuLXX5WKtOzFb1bZrrbE5hxcI9do03fC2DRJJVpNlvX5aUKTxSIi1eOyWiKI9
yCsrILAQoWA8ZxgK8h2qDUFw21UfuGDVfDnjjPKx6AxRI2jojP5GD6NlpLMJQJkG7Pd9DG7FgVRW
wgsOvWWBW+KrkHtpnUtb0KhMTXlrLv7WfZgEm0YyjY6r02o1oTqyE8h7jMTHPmmjYJNxw6N6046j
eY8k3SdZwlzY3qi82i3uQUKb2CrISI1DVUZbXEUY/8UM4bz8aEfEuhH3to4iZqDbq10lw/wjgbHR
144ZE6y5YC10LOG+PVaDTwqO9E3jc0MCiaaSrouHxeYUjYUAiVpHN9OxXcCSidcu77rYyLidLMc2
by89aa0FORGzc9NgkGsfJl+Jb6tsFZ21XWVpVK5NgMRrPfcepWPJhJSIXiUjnprG5UL+lMCUISye
yqCeXfa/zVg/kuC7zcco1HLbNXSBxCGa/sBAmoxRjpnINjwQTF/1ez/Toj0O8PlP9ijlllZOCVys
66jaZ8LuJozkHO/bOWWZUnRpQ++iU936FaJl0F82rpOP8WQEGdCMnTdJhczg2XE6VlIlAw6SblTr
dGuT2dsc81HVUTIunqhSa9Xrx9aR6jWDgpgnlZqLKbEX2b+KSIx5AkMxeGtLTeypalvtx2HN/UsE
MdZe7Bpy/CRNhmNQpZrwte4UdntoScGbmsbLT9iuD8bOlL5V7pypLwh242R24hVaeJ7WfmnmqaHz
mcujxdmfL690c5jtBsWCHcylIJcEK4+DH9TYUSy+AnXNy85ZbvCNaJe7eQr8D0aAdUxiLZJd2zRF
cJylo6bYzEJQK7xjMaxDH7LBFwUHS7x8HszjMNWO/VITFqJujGnqwwSbova62PKhu4iqrbhpqBP8
WFWt28b0ofIF2x15N1pEkMer7rwyiQyK0YSVjVxNe7bKkpY2o6NgYZAch8NWUrWXdfWI41LtxGpu
I0IxJzUtsY/RcssMIpqWg+R2hwcRkXSRhHkxF1d260TbFZURSQpBb4UX9dCbsNFaPFWTugzGx9qq
1Le2YkdMl2obHhYmRPeNqqj5y5z28KrMppq9A1UBEV19J4uT0RvjGofb2M/kQzYVrthiZcWtxdKN
Me477itS8KlIK9/r79aVjJGjQRlwqComiLtuNrPPW8WVTkdKuyoJ5WDe92qgaHQWsyt3s5qN8Xxp
AnUP/txFqayUnOJQR4MTl63DhZOOnffUk2anqGFWHiQwHsbgkN8866oSbDyXxTzKjgok7z8FhinF
RYVw5yU0cRlItc5HnTZRSyB3vWz4HFJByYNUoJ8YB2eEa8otWN8bvAoup9mjeZ01mVkx2jDMd8x+
aDK2q7CZY6Tt+fWEZvMuLHr/3jZCtmxryBtzt4VDZsezT/UMjFpWAUCJKCLeS1V9EhVhBCKgF/Mt
nEfs1ex+lV+HkrnTEYVYtu9WHWWp307tm5qc0Uz/zinmric+bNlX54a4q2yKx8FYTS/5u96nZR8a
BvHA8wElu1ycp6AHeco9TNUSnGSJ18JOISpiQOjc5b459SOfOfot/8pfg24YdsIJxfofVy1EMN8j
RT550nNo1wBSOUNcdg7OAr8LJ0hi3m95W/0a/GK2iNYYaA+J0q+GfgqmyWKV/bYX3czZrNzotliK
+uvvhdjAuxilh7CrAVN/ORezxLx1ztau+3F2r/HT9KkvJhDj343kBQGEOvyOfVT5QKTfX7hyU8bc
W+ayN9GUwgBG+tSa229Z7f965kFgMcGKaOiYl7KEvn8XTpGpyDGDJxFKlddNWTR3YxPVl1bmOfuh
C53fMGn4Pwy9z4x/CLFnAwVM1n6BjGoxONrz8mW/uCT9eexMzThzXjvrRwMDlDhsBzcZMHKOPU07
0pT3pU9fMP7eFEQP8ZBz1u855+kVFL/vv/goZ2qU3JYYEJXLcenJbWpxOvjdN5F3wTEHrjLf2Pql
uUJlI6zJnUXuEWqiqx6DiYKHBJl/+Yn81RrDMZOhFVx888xi+CV5FaSvFl0+4zWeLfN1WRMjA77s
HWgQ6uRffqtfLTGSrWGUMhs623OC239/2eQq+1zPdbMfZDAlY9GKu2kVy28ssTPo//3QCkUNZCmc
8MCYMUn4/l348G4zcV+4OTVznZni1S/f1mwGQTReUJzB7/4tUvmvLiLeXmZ4VsuhGgIS/sV6qxV5
j9L0uFVtWSVWUxppAB8uwaf/d0vz0BrwXFBcsQQo0X5xEW09eTrz5LZ3SauJBc3XQWPR/RtPxa9u
1Y/vgtQDgQYD7V9mNNVl0y7KHZhB9Ibe0RHoWFvd7/b1Or8L/53D1dl7f8ljyptgCSzZboxSVj/2
wOX2QpLxqCfjZ+/nv39b/yF/7+5+egCmP/8jf37r+m0knVf+4o9/vhZvJO513+Q/nn/tf/+z73/p
z7fz+yjV+P6H69d++sNetV9fpejaX/7Ody/BO/38SdJX+frdH3bk9MrtXr2P28M7qiD549vxmc//
8v/2h394//FVnrb+/U9/fEP/KM+vlvOx/vjzjy6+/umPP0Zt//0/f/2ff3jz2vB7f/03/+0v/+U/
/uW//+e//Nt//dd//69+9Zvvr5P80x8t/wcySs4BCNh8nJMaeTSW9x9/4vzw49GFAI+kNehuPOVt
R8f+pz+6/g8h1De2Rf7HzOqsup069eOPvB8A4mDtMKvG1sDlUfqnT/jdXfvbXfxDq5q7TrRy4tP8
NNr82/oOzlEQUDvOdDtqgohC+fv1vU717OO7hNrCMKqPyLCyN2V2aGJK7Q1tXDuuWJJpgPsPXlAM
D2YB5n3wVmuQYFMU+vgZLQHBKKoojgU9qLXLpwJmQBE0MsWi0/8y5W1RJEagjZveKubtaNZZbqeq
nwZQQecMtG/WuRmha0ea5OTFJVklU6xs5+D20WQfWrDlDwxzrG7Xu1S7+6U5t8BIvsMHMNHy0e5L
6qd5dGpw+MFceZnVBz1rWrTKul1XJxXowSBEDJ0rY7oDZFjV2iwTnVhW3SriVkHKPWeyjoWftQud
qrBuut4I/NRW/phkoSmbS7vw8quF4n6IuX32q1USNBTnbVm3idFGnXkxWC4OAlk+6DCe8xWjV0Ls
o5Mrs/EEO7U5Vatl0wjzLbeEVAgMoTJ7AZPADL6b9quaHfvWy4UnkY/XRsgnDiq5X8dWPpd5To40
kok5Z84HwJcOulyfbUwuH5yWW0mdb5or1WQ1P2eK6fpuCqPxuck99yWwcu9jAKXgczVEw23mC8B1
a8V/D6zOKQyi1bviDP3jCNpHIL70WGgkYtDDI7zIWPZR2CWyCz+STXvVFWXsGGdbTUvsI2DJoTdu
g+y5We9Gt77CvxBML0/BWI98inYAlnbFxVSOYhe56Sagqdbra1i096Z16hj6ziGmWEXlH+1Oyxtd
ijTKh9jGjUfaTbAzneaLNuwPqLZteLQq6a3h1tuaBDrOteXJA9SC21WpJzOLLgvD+lhP72W/3A35
x9oX7y56pDI3n4VqTw1tY6vDWyXPl3itgCAurNkAjXedQ1ZMzwM2WnFb3gzLdhjd4Z7TN/YXqkoH
1+Ch2RLS4ndLcNmt1RDn9B2rb+9R1BXIwoqDrOiAwmY82A79t4yGXZmBh8eAK0/ISh3aRd29leZ0
4aw8c+ECW7cIsAo48zCQQgV12rrWjlFa8Fh5op+TXrLmYhLV3N1sbcYzWLCI3UF9s6vxmqj6O3ht
/VXrTSU98LQ8kVeTjEG1V5m6LPIZqGyeCS4KYlrjCxmdRluk0zI+QBzdCUen2o0+Rdarud1sbphU
UWq5fbKYn2DmAJlsn+rKBXjnRgYek9I7bAdiXZuxQxDPTtjy0W+mxFBNjJF2XJpdLPVn353vMy0f
nWDZG6Wf9OAXQ++kRrOmS3lT+94+5CyHc3k7RagKPTd1o3VPiNVehP5VWJj7FdcyAi+ucE6LdWvs
cWY6hRO+50Qj1WZ79JxK7Vw+C+DfsZPdozI+FPUbffqVwyw5355tcKI4Gt4CZj+muBJZvZ+7OonW
o7Dyt8IP+FjFDhCLCZSY5pcCyaGfZ0lQPDIVeBrwTzsUbvTFMKJXHrWrudlYEWAu3mA3qVHdL5Gr
EjEOT8EA8GsuUPGmxkmCsL9v1mCf+S0THX9ho2qfgQ5OyNjp0P0I/KbcN7K3L6Tfp3OrDyAtK0gk
IeqTd4uf68HPlndApvMAUNn2vRi9JbWdbUi6vLoTbrjDR+tUz8W1Np3swCCuTnkcm70lvOpqrdX6
sPLSyzC/BEZngcfN11vp4/VbfcIA4dDNjkoC2zhMFRMwHT42GgBlWvb0C7HWtyZxJlGt9x1qJfxk
GVNP9Q1C1i90x/FkacUQXnjgdkPdtjF7erQfAv+ymkd/rzOW6/TszGdd+XoM2qZ8bJfh4G7Qjhrn
vg/ErdmcPGGecHHCE6F+WrvgJmhhLTGlCOY+6YfxMSjnB+Y6F24od9aE5nTSicgfFn8+jUN12crX
eSZoAvc+8JJAX+ds+kaef9yc8cFeLiM4MvjUfJB9xcB7BTNOWlsezl7AseiX9SrXp6CDHWoAElul
uNXlcCI59lR729F1WY1wr7bhvuhB13zj5DXkatY3tX1snPG0FGGQVF0jkgkExp3zAGzVZmQOyakL
TF2RmBpFzD/m0YZ/jSmd058Fh3UjE106e2Vn36bVu8BS6ihwlrvCPmh8bTwfS645PAb9wHSWblYb
eAdW8/zBPdukFuiSvFgTnrLrKh9gdjng0n/Qsj/J2mUAVsacq1reCumdpuxtrM2TtYxJSFobJMpd
hdLXK9fdqJjoFfZBV+rLILyTufl3zC5j29F7d1mpUhkweV+0fRHp9jZYb0OycvV0ZzLVg8HihnPs
OxPBc8Ux6pqsin3DLV4dLZ0qNpaRaW3FmCIjmQOuebCZyyvcgpMbuM96GoGf1XMjrCu1VT5UEJ1u
vnvWe9LHSPbWddwHzcWwtDvIT0+LW9ufwgVGiR2cjLZm7NbfNuq82XZO80GN3kuoR5tl9objUlqa
8ose1X6ZjO7L6G7pFHycIaYdcCmIMQSJmXaFO7QEe6eOOHnH7hld5pJOwrzDzs5PN30XWReNiuLJ
LFlkXWrAdQED3RG8cHQazS4oXgGcX216H7DQWx3a17ZcjwObuWV1OpW+C60rP+WRkSoIBsc8MHcG
EQqeKZ5HI+B+Vad8Gax7o+blt48mznlGsmJscKPHcozNAQ2dIffeGCUcoOsROJiV6lWAXfVxc56n
LA+vRs2QYvGu12D85nGsVTB+0nWwcY4TzJkXBlOcpRVVY3hrjZ9cGCOcjx/hGF/mHeyRcIvuZXYX
5sEn+FcXQxShVmWqsX4hkZQQi26FrtrvSk8lRl4cBkdcllH+VKqeUeBKjpYu94rQgYTCDyC0XXZj
aX4i9IOuoU9F2R/HcbpREAOFwUrq5EW1hTzRjrfH5fBrjhVa4nniegrV5dJXd75T+AODEJkum/Xk
nXH0MVu2C4eIgzScvFPuZBdOwHnQJL4ej5RbxU3Jd/NNkMjooKzZvMtHznlHxcLa6fIrY0Cfw9pP
c79LSC9kz11fG9+njeULbo91mRMk6iVD9RliAu/C+CYHGYy2h9BHQbt9dghVEHqNfT3fk2m3K90u
aasXr52p17BaXcXNELbJXJxqyVHA5NgMjyhMviqfAQcbfDVbp7qjoG1yrgmsCM9L0L0mweTsPdHu
vcaCTu0zi13vIuXtIMAkDlmwMvQ5l7uPftfGpXjR/aeixGQ8HkVzKwyLM8qOFx+9wrYlVQXBE3UA
u0V3szToupLZlTa3zL8MC+g2dPD5UdjDRWmb6TbzRbcrEQbP4+A9LraZffJ6zuOiPFKVHEfPoiK1
kto3doU+O0++KXfaSJyZ933+dbbdVG8qHqkezXpKzofr6hCjwQcBHN6doVvT93k8Me3fTP0BMuRO
O7m7D8f7hbr7XpQbFmICuo/uvXghCyqWg3PdV/bHeXg33PywdbezedX0kqzQNo3qKV5Kd1/3XyCP
7PziFMyva4fXU5hmk8fjZWGeuHPa98ybL6rmlkEEA5/uajLr/JlM08OElqzehl3lFjH6rIxN395J
132sI4otmV/4cjqQXq7esbVi35F9OtRyxxCAUYYGJc67fOfkdBgV/UzczoJRUf3sMLJ2jPZOlEvc
Drb8yFB/uIBpSiZhmTLchLq0EYjUWgrAWzqPDOCpnNK2Go5LIJNmxXJo4POhz3wNJhx0ImaGSUtS
EwnOXyd/TDfDfPIUp5yGmhIPheQUrxkjB5LRcUvjpIPpi7CiZLWdr1LNy33bMBAmR2wjsmzLs0s3
eHfD7TOEdGejJq/MuJmvyrC43izo6Zvy7ttVJaa+Eob93gRnAqCRriMIBZHlzPhoIUybRc4KyjJ9
tF2dBOawG0bExNQ7tl/AeNF7Vdj7ZSifxMqN8pqLYv2y1OuxLp3rshgPQR8dkMUd5vE9N9udJ5zU
z96yYrmVzrIHlkvK2k1KhZly114hhtz7IwSFot1b88MUHJvmgc8axZTJpGd4H7GF43AJ7u2ooT3D
ydQGl4IgrsLgiDck7LlvjqCpsLencfKvMVU8hWyWN26jDmCvqVrGO6vskrJhiBMyVqgLx0kny7jf
/OLVUkY8mIuTeqNV2bEzk1UwQoTdIiYgOjMewU3jPvBOwep9XjeiMPIyOEKfzS4qP4eypI3bKFCU
PoxsrfK5Dh7QEaV1YSZWhY7AMIbY9Orx1Wl7HOfCO2J2yCW8tMrxLsNoZTfrwDHjumFy2dYjQ+f2
2ukxwi5UnuCfQyc+ftO5FRtbw6GdNt5WxkVl3mSUP+2ULoK6HobFNJTXOcQkOAC7AcnXYS5oNAUG
CXGpls8MOvInux2PmlKxoS3OzVdsE9kGHDJEzoNLzLApf5z2yWalE3m320YrShfAuxj28iVkGMgc
2XmmyRqUQhyFp6Zj5E3MX7z6ETOqbNj5Bgs4pElN3NVKdYN3tnU+N8xo+xrA84u7PhsvrUXLKztQ
TlLnnfFuROG4E5ZxqqrhDZLqwWGYyu1fD9HiFDs/LDZMQvKr0sHIznWNcEt6Bjk6HNaTEQ67YCQL
BU8Ty19mTDQdoglNHAuitJrCa+WOn9ptOzYVk5ewE7EeipxTzoAgN702OWF4g22kmzVEu1HXyQZx
q2vHnczL6g5HW5gvNtX6AhfnWBM83Y7+YQtPeOrNceArJIT5Ax7E/oXo7/uJdJTe3zGuj6Puwt/U
Ny0uzvcOw5Ww50VKV1DA2GO5aeiR/voRzxi8fmUdTi8C/twC+yuT3zKbhK7jtiwonhEsjxn0Jg/c
vqw05u921pt+bKzKoPoikwUWxtIxwq2szb1VXUMvVduy4fu3VpM2Rd1FN6ZiPs9mYa3Xyg6VuGio
WZ+zDLHPMffWzDz4nW8JOAZDfzs3qGHSTtfWKWvRDMaS1SrixbJ6Y7daW3CHMIW+wCYBQ8Q2XODn
RdNZwFHx0BiPXYi7YuliNo2npDmeKz/V2TvYclhQD9gx3LUgaHwcI6hMvmalfgKy/19Alv17+yjH
93cJZvn/BVDJxORfAir/6//8d//hr//pf3wPUfI7P0GU7g9MKkjyOM9GwN2jsy7lJ4jSsMIfGBee
XUzOucHI0hFi/RNG6fwA1OxiooLLBBOIs8z7Z4zSDn7wUVGccUsgAnBo/3dhlGfF598QSvyo0Egw
HkLadzY4wk/pe4RygSaYF4NoY6+eG5gIyGH0MTBa6Ouqb3xsq6rJ5MTcrDEOZpZAuvpMhdO82jLW
rMpgnMPu4G/szIvGncu+OsEZY+C/E14RuJh4EcCZdmbQ9GnU0Ns9/LPr/TPs+j3M+qNg6bsvAafd
QtV8zjgLzk4t33+JfjMnAaz0TeGaPN/zpnS5E1HyZrpKWAJx0Gj4Xf626R0qW33K4JAcwsV237PI
rvOXDOWHc4DhTt/ehXqrPuXBoOFQ223DTH+jTbRmx1GvCpcJqrPB8pktk+rhJ14fjGsy1x60Skto
e3zsjYzD1a2d7s4IcsshMkz4806trjcdNFqbjLJngJJg+4NZQ3RvaDaj2gi8Xek3cyoQ6Q9wRPrh
zrCLKEwgYKJzx057nGOOmFXGusyUm6K1AJTB2LVNoOVn40HCxvrmtFMBAcS3y+FGWOfhv1351pVc
twj8bVynxF8oPCiZauCaOStxJVZKaLUTU0CqXt8Zpk3GFYzUMYe7ULfLBkUCWnvsrP32YtgdvBME
BxD4sVztqn3pzZF/ua3Lsu3qqhRPwvIReeMuheSkRfyB1dTIdRwN3OrSSWIL+ZnfNgjS6QkpfCoi
IID7aFh7hWKFPi4hVNN8KJvB8q5nkTfb3pHTUqWzjmiVOa+GF4nQjNZpntqMMnAevw5NkQWPRduC
mpKB0OtjqMwZX91lXegoiLTeF9gF5Em/5oW+U441VBh2GPDqvMHK6cAp9AQguUV5u8xSwXALgpvc
dAbnIdDDDEOpFHwLWdr9C1SdIrqolsy+X6zQI5OHEc9lL6FY7Nx5Ltb9Bhmc+W4+r8ONLJy+j2FW
0zKHeTQ0O8ebzeGi9n2YVI7Z6MvAhgQFTakOn9Xk2lE6z+5ZQAEV9FOBTjtA9IWlw87Llna6MPJp
XWI4Ns3wsoim/Nb1BT4QXevm1tfOG9e7QBbYj6m5I5Mgtlv31RpCbhKJAgve1wQAhokMN7HtJvIZ
hnRkTRXIWLy8+NB71QJvC2p63NkmpfBUa1Onosp6mXhZpuxbTaHiX+arxYu5EDA3C0YIzOPdIPBh
UuAFiNj2SNX87KpbBzYQeM0hItAoWjmJBtNKh2CZjcfalaF7ERoWi01aoYa72KCP2yt0v0Vqjet6
t9pmtbnJT0tRynEWRVyWsOzT3mun9fPaIVLAd3bTHN1d4UBPSyTkrearWzm1XmIZKQYFsVGJDkQK
zmsUfVyLzl9dphYrb6yjtX8Jp0rat3XVzHBQfnxctT1k3rOyFDe9MSq2hp8eunEpiLoN+9mcUxtT
jfZUVIvD6vDriv54Cl8Dcuy91BXGwEM/596zjRe3f9G6CyhWvgVO0nvldM81gaYpis19MWRWnTxc
+m59i/jOuMbc8ctqLJSNbdZ9JcLXPOLWXl4VObvujEfKhWKggcqxl3WKwmQ+5k37Dbh8THVr+7gS
GU11E9Q2YK1bYfW6L2GxbfAapUNfY3oLfraZ+WmFacvWX9m7kjiNF+iqwQ0QW/shmsPqfBzk3eel
NqOrehPCSTajLRYAKIWzeJs16dh19UcTa7eLwVu6azDVbSEVoy/v4AJA8NvK0Dnm53E0kRhB8aFe
vcewQELDnRKCmZQ5Swlze1EqRb/V+fGYA/VxfSZcEVWLkDfxqXBSuwNRSids0DQYei7sePOGIe2t
YHuoutEoUnubvTvfarqTFfbcA8dQT2oFBp9oYy/hNZWkIYT0ir1cvDT3RvGwwalbuYbhdqtbNQAb
ddUOI3I6xFp+qAJZ3mz29g3Z7/gptLrO22kvo0dCWdsaFzNE6E9IcB6VHvMLOajxxLev0zlU6mWN
GPLBfaVniRBF9bUieLHi0Z1lD7gXYHl/qV0WtJgL+G7GGtJm9dj7J4RasXJJxRuWna7gYNHLFN8U
8byP7Nhnzi06U2CLfhoOJoRP/iJoiltY+FG1o0Ue9x5qFpo5F5JtUnAm2Ek5NOVJR25e4DYxoesp
atBMHWCZkUbDnL12OnKOBK7Zn1UzdmAaiBS/CGH45o6WaXsclsE/mCIfjLjG5aFC8CAlnTguCjDH
fB/WdV1dmFMTHthJ1KlZqiBpJze/RKo5HOs20J/njdT0XNkKTgU1u0NDVHZfOBoB5SpSuo5lV8pj
0/Vjik+ExUwsbF37UlC+0AhAU+jiWXHH4hUm7lejW913v5i/Zeg/rvOaeb+kmvqwuVEG360KPhs4
x4sU5sEX2S60guUmsgS/Zar6PJitVPBc8FZVFFyVJRPOK7OehwfX3bKUUJRVpCPh3e8b8OG3EAuT
O3b4gXaWtXeDUap8sywZPEJbVqg4LODJLtPBSbUuUuCxtusER6jwvre34LUZgbpLwxcPbJi0/CLX
nypr8a5kWFjsNn12HdaVfptMbX1SVFx7e5rkPZr6KOk3GcXwobq08ft8fpGZaNk/ggj4r4Hq8KSb
3ilpz8JzOTZBUDxWZ9OXl46i8n8xdx5JliPpdt4Q0QbA4RBTXODq0CIjYgKLSAGtHBrjtxXugANy
TW8T/JCPNHYljdX2ZjTrSVdVVkXcC7j/4pzvxL5JT58QAW5UOcYu5TL/zMblBvKS/U5CFy+7uY7e
NjdkxKiBwVE7BFLFL7efmOlmU9O9utihIjaIOWFMabqu3CfRyvAl7c09cSojHVlvcRlnEw+Rj7+D
vGoMTPO85zbIv+V2P8KBy9fxYjHZc4JG94pD13dusmudEYtTDfMEgTNauWPfl/JniQrzvCYc7j5C
DDJxC4Ot3iGBjISSndiIMsQMMliDP/MduC+jZzCec9nU038XDkHyGLql+2bi6sMaqUuMavgGbetI
lxcT09Mh0w0pgpBOWrxcxE4RWRrUUaX9pEdmOza5cRoFMckaI15Lsw1Gb+730xzFK/3VCIpRLQ1n
t6FhovL1wSxZ0XbecG1kPaRBHqluCNi/29rj5KRGF5Dx68Qhs3QDLbJtFMZHnVrGxyCcZb4fPGju
5WJZDUsGSiHuAH1La5/GNqFDHpvhHpXznF4NksKwVoIm78+xHLyZb4KtwNXLvA6DpdU8cCO74xlR
wbZapurIMNml3FwIV5sfA8Cw4qDXYPQP+UyDuHdmwfVRbOJLkU1lfMjGXvfZqDvNblxdBnq4OWwc
MwJRgW9FmW08FC1OTD/1xvFeTg5mrDwh1XoQucdMcfDckHF92wVDNdFobn0Hh0lqX3COSZ39wpwd
RRRnj+Ywc69ajSV/URzd2mWGTa/F7+6cicGZI1r9lTmwh0Jh5pFMtXKvRXjEprwWl7JzG+ugs4LN
GWh0uXVBrc/zj8sZ8bTHliTFQY9HDylohKlyndrbnDtU7rBNPVhRUmLkHMiv8AU0JKbNo5j7INIo
xfxKsxasuwiDuYZp3UL6GYr1lTLgU1Vxz1x75Vpm15ITRTnYP2MD4w4WDCi+kmoLv7Wt3eZF2Xx4
Bj5s5mwFfz5qB+gUntVM+M2wUeWbZQgRQIdAyPQRsANuTjrJQ1pV9TD6REEI15flVOX7Ul/b9mA6
sYkQepXaVUd40QbrIDXjTOODA6oRQ/rqAfaVu9ir3DcChhiJS2tRPq4b97UVesJaouPs2fW215yy
MRFns2G3vfMYTKLFtyt+zETU5qvbZNXVq4CH+ovoZb7DLOdc7XHr72J9sF5En9fvVtGMh7z3sg8L
HwovQ4GkHudp++C2dU5yZotB+zRotjhVpuimk85iGQn5MOgfSHG3ufPvJiAhwdm8Lnn+msVw40NF
oOq6B95Uu8fenRrBAwSZhVYlmphoG9Ev8PjpRU/1+cT9754M4fZXr6u2UYdWDEzbErGKYEA4UW3V
Hw45THjrt8RQ6+tgLIMV4kddnxw2mF2YeKW4FDJPf5giAr7UzrN7jx7BbVgoWsaO+JsulAagHXa1
IxN8M1ZPlN8IwXn9mcJP6bGJtoYwqTFp8cHnN8hc61PH7itsYCycsLL8kHbf4FhM5xMvHQHMhRtj
L1B6yZfca/YxSaN8r7lN8mClMvupwLn+GkapPZY4CT68OfGe4iWKw01zFJiORuiXRGeR+bqqHNY7
2fQzmmYtISNVF2/9EFfNrk7WRARVOhXtAXuS826oWoyB3emLr239F6s/m/9fI7e/G00v2ZlJ3e/d
3Kks3yvYWRbziB9WVGI8spqoziwS5wOXJQMwekq3cBi0RyLWkDrr871O5XHIPPUtdZz4xdBM+2Iq
i8MCNedxZVtN9bbcWVprvslmala/bKfkYtTdKtCtxOpgL2Z1b2pCsS3FjQPIy5qH07wU3T5ZjPFl
Lgzn4MQU8K0Oi6iU413X4431iaPwrrjcf9Szoa1+HiU6r6i3lhe3SjMMvivvSBQPQFu81ITMV8/m
idvnZwLp8IcNzvm4JIYIXQ5VdiK1Zl91rAIiQNOFPaKXCNR3fdFjigG4eFO6QxlO+Fc5IhqeTu56
D6mREKz5JpQAbwT+xrsB4jabaYPSFlrFrqTx27XZqO7LNK3CRCBhndbip+z5UyM6iZOyRXGxMs08
jpG9S7nQrLA1tPKnmzUiTJ2uvWNdwz5AxrWS+0yVowTqUPWQsrruoYqinF0AjhrFqr4IO488BG1w
Eod9Uqwjx8eTxaTSw61dEJpJpllXJGBPalyEfTQ+mF31ucbNfKa86I/5YqsrHEOdEb5r3SEkK17h
3o1tOLsq5W7mov82ZfNySGTEoNkwkfwoPPYT69+UZ4nn8xQ1OOWPczV5X1aV1o9Vp/d8+YI9VkPS
dH8xpgJH05S2uhf2Zjb+KtAf3DoGVQ3npMeyTjXEcEyavXw57KvZPzXNcJa2HO87vGscWebKca+t
mfqhz4miYM77lWK2F99Uv41z1WBUuFic+SvKK5fpPFUHb+/CJNwvNRoUHuOVmlzhJfanOR2eUGzD
+aVQz3aJLtkZMnaduBF1GTYCZljYDda4x+fwbrWtcamymg1DZbBUbqfM3s+a9qHPunMwCUzeGVk2
X5JIi4GPuAPGAK0JqVG4W1XWj76bGxHxrAm9wSYvPSpHGPBgHBTNnAsyD+2en3kGeoNrr4rImpi9
mXGURzzDXLcfMq7sgu68q5+XOWIhE/d3xWw76oSpkBfHya0he1bVWEoMnQA72DZlEyqXUYvuFjmy
zlSj91rp0BNBnE6HpcNHtJ/jybLpVoiSQ7RWPFIPrntjEgBpIECrL7zp6nPIY8XErB2/oyfKVTCI
NVxS0KT45KwDlSc2R9ebrPM8tk3YlaN2ywXYfg2Glt8j9mt3JDzUtGDrxJqf1r8+aEwLT1NRTCcM
ptlDOY57xyncNXDipfha075Zdly93slIyksu0AfCfE+OBrun0zysydFhJf82UazDkLAH96fCAN7t
4Iu5MugdVnI7PP4KrYpurw/OOg5vrWRbUQ9m198vKl/2ddJ/cB2XT5lbzaGbl8V9uSSngd/2MGgD
L7pr52wzJ3Ze5zXrV/0cO243geiYtY9VyfbNLfvbJjNLtpyGzQbXSd/SuNIflcoQiaw5C45OT9+9
HICEFrN6yxztqY6s2c+YPSxHamayvHuhUW3TJ2O3m+zyOg5rfqKdrA4ILO0PDZ1HkMciucn4lvp6
tDPkEdEIPWiV1YlZD9v+zlxOQ2Jpj13GTUTNI3kVxKPhDMOZoR8ZVFxTe6Vp1k1k9cu1Th0tCc21
ZyPqdcJBU+AaGG4cOaS3uvKM92igspu6WkXhkGv1xavHmdlcU304iaCGK5ZfRjlP+9Ys0lezEAOF
VZQGvSez8+wl6iaPV/vWdIqXVaP6J5X5h1O7bGK7jjeoK7vqrvAmH6lM99pb5Fuwcqr6186S2rmt
3P7dJSwwpTXIa/M+o46YPyrpxgxhnUEvgj7CzxTQD9mMu6Y0Nla/KS1+R0Z9VXufriXDVBxxUxIk
ets9O0QDjr5QtC+sIJkERcTytIdEjAwuiUumSvVwumEqJyvlZWmtIWhHMGY+bjProlU6/wCNvX2/
oCJ65sZV496GdsYoa6pxbQFYYTww0oyUaHpU21ywuUUJri2KKj9xc/aJCH7n5kpl4mVB2yuOmdly
aLr4Tl2GT0mJgf7vh+Z/GA9AjNM2wyekoNxMS/YfrhB0ukAwhPfTtZ3l7JaDLo/LamExxNjV76x6
iGoG+mq5dbCRv/39f/v/WjmgxEWXbW/4MYCdfzLOXKxSLVKeT7fuqpvUE8MhXowsWBm6BimG2WMt
iuFRi3KrZGmt6fu//8//juD7y7bAxQnET4BhZYsMsv743RNHwvmzN9GVbiRJWOqQBI6Jl6bL96i0
5PjcbHE8nPweX8Gs6fpXlmXE75CRSUU3qYH5DDV/mwWLTOccYIW2FBdSUiPzACaj1AIr79r5npRj
F+7UkgntX3Cgf8OR//IrUHdYDuhWd0uNAi7y14WHlmA4Wgx0w6YR5TYRPQlzcK2qTH03jkznwj43
jIJSKWenk1QEdYVxYWyrGm2eXi1CKcrDqrR5DPA/UdVrrWYX9//ic/7Dl4G4ni/X0yVVD88YP+df
f0ghOGydqC18u4G6dYgwq9eXcoz5ubi4H/pkSn96ec+uhi0rH/LvLZJXezRyZhtDjUkASjDucVSC
03KRq/cvXoI/Ia5kifESUIxLCBm4cNztN/j++ZgyqkbO/18YbIN0aCGr4Lr3xsf/eOk6DPbzAfld
Y99ybshub6fM6wOnVot9imdgrreAQ2eCHNulRzLezTnlA7ndPC7dLHhSopad7aXEAjYhv5l62/0X
7rLfMUX//ADwA/OtS94iU+pIif9w1jSZxN1MKplvWgVPr8iXwv0o4rYZQ3A+wvssW75vTPOJld/E
pslKnOMyyW7jxa6Ti3QwlB6LAj89JLskLfaswDpM9hJ6iS83gUqTbdsgJgGkk0z9Yr5KGbFBJnsU
pBNSYaBiLXXzvOXHNNskp3UPACvKmn9hqf2iY8oecQYxa01bdibIl1zts0kmd3qYusR+9mYhC7gv
fVP/i7fD/MPrx9eKywxCI0hPIschyvz1a11ZTJQOSx0fedKc3GqpS2tDnsIaoXGda2RUsrbETad6
GiqVpuZyWT07zs9SJ2fvYtG03TH979KDV7GihdUirebIIZpnF92GYL8vbV3iw+ebIU0FX6/w3TLm
j5ozggcqpEr3psBVQwakxy5zGHS1k70x4NeX579/y/56mDrQ5AiNIDprexiIw/gzBCqZjGWxiJDz
SxdRJxU0NvR0Lk6lXjbADRTzAB0izq5HsxYueJf/lX3zd/LZ/3kU+Qk2B9vGcsf3isvrT5rkmsxy
qTICUNaEbJy9HRsWRSTCTRYmv1c6fMyOdfIiK3lLtbqf/SJR28lqxOZ3mcim2hWNTK3AZDgb7cyC
WSWEmmn4qDIuQbrPKDppZBS0IXFOCHGJkEdCRrOL00CuGnbk0oy0UFoMKg9//+n+9i3+8y/Hhh0S
p/ubKLmhaM2/PkoSmrQODugHnUl7w6QFjaxJykjkMyHwbugiB3xteGfPkZMnn41eMU50HJVHIZ7a
CEaYR4AD2Abbu1uYjAYjSP0nc56BFJSaIZ+8YckuNjANBOCRrCBeVGiGcOJPxk06I4NmJMzY3F1E
htK6qoaGWZ7sACI0WAwimqF/4Xv8HWbyx2+MVME2nY2QjLfhj5Ol0GqnkHXxoxfbXk2w9aCHABlK
3YwqAVgZo6dxzzNW3wDPnNODJN02oyanrUFpmMzh338Ffyz3+SGAR3py4w4DRDWF84dfsbSslHsG
DgfebpaF9dBoT1nmVTguBiMCMSLs5WVsR4NNbl9EaTjBmomungf2g2lT3w3+xKI687HoeL+qxM36
MCt1+9YRuTD2Q5OXv+DTsKqUONxvIA20xZM+uTP91bbg5KBp3s2mk2gFmdf7i64zvfv9V7VRNgzr
9VFzdkuM6jKA2ZMX+y4i+9uvexh6+tjRvsmuzjEqgONLgqU0OhwgrLHjHQE2aUqG0NzxRI8V07qC
ohzelz5Zy67kFOnfPOgQEeKsbQNpbrCKY+UM7VGQlLt3WfvTSMpoiKAF09Gy5ozqORRZ0dZB5ZSe
dapAwLFq18z8uhSN8dJ5C/8mWdP7+HmmAM2MpXdT6OBlEPEbcHtEX1K+yqLA+9/w6Wo4yAbWTb+/
2P+UZOi5Lvnfnyqgvxge/59GyP8fTY0OOp2/0Qr923//9//63/79f/zbn47G7Y/9h1zIFP/QOdId
F6s2kaDmVrz+L0ej+w/uNQ/YJn+PWEhOov8tFrL/QZllIt7hb6Aw+mdDo/kPU+CXRl3k4JI0Mdf/
ZwyN5Kxy3v3ldHBM0om4b3BOooP7fXr8U8WUpl3KJkO1O5uS7kyEixaSSSLPKF3qT1EbwzdTsflk
BobKGj6mYJaGgKVXdy6Iums6pdZX1DbrzstS0BzJgrwhW5loDat1ZVqDGSaxHOcN+Wh3aIqo2moV
r7r3iC+7TjVQoim2dLT9qcQ+0Wu3MsrVo9Yx4GfOgrEwnYZ7GMH9zczO5LWDC7WrpgQ5LWyswJwd
DQ5O2jFkNrWXrG/hNfakYxCyUzZModS2G5+ZYMvFerJUsx4EaeRftcPgxknS6STEWh3npuwfpmVa
L3Nvy+PcJ+aVjeUaMsks99JO8mvdTTdcmfexiWNzRqFqEIi6msZTtI0CkWJsIVxIgz0klp+emwBG
ro1w5j32rXRhzdWYPyLMg9XGIEzhYTaFc1ZUNQeJXzEzVkonOzmbogCS9zIt9aOG5PWYxHK6h9KH
GB8gjefr8TR9q9S4XKvKjfnph/4nI3XrgB6mPAKKFOhg4bLpy7R84UDVn6yhbE8aKKt6rab3PPLE
rowt7YBJJJgScZuZljyshqoeyF01b1a2ly8T+0lQ3YPN8EUbn+Gtlb5iW4leUS+mc9KCdOjzbnjt
xYwXFlLFHMZW6915Q/J9QA4DK6umgDFQuURYvJjJZeDderTxEF0OZSv6B4FtkoF8rB2aaBiDprHu
pBZRNNT9vdP1bxrkLSw8YgczVe70mXMPU8BstdS0yXDbDvMrADTPX2Z9F+PMIa38UeaCdU2e3+iR
2ZxdAN+7vlyTvbCymsnNeulHbBoa7tpSUqOor8RUFbcODqGqHF9G000AB8VDctXajhk441V+iM5Q
iOEquw6c3D25rTO8Dk6WXzb44CVis0gCPbOGzi5ReS2l2OsjKtc4U0HGWHhqf5gtK+rBWycf4Av7
gvYcQc8gS1AgsJlr7aBIBXP7TQ6aRNG5HqDIViPbKG/CJeG5GRN+9+BmwmIZoLnfUZRY+7pF4Op3
ieMGo2EM98uEspeoDJKAvd3iLIdU55yXC1a7TAqGapCHmHEWdAKiN32jWi28vzVOHDNtz+bo/VTK
OKFbwOmWMcbF+eTjVAAz1zvzTTLOTahkvB/RooTjlF1Gc8i3jRUvHECXcLLyi2hS4zwWLVEqNPmS
3SgTr0qg6xXilr3YbTe61gM2zt7PnfZ7p6kXZ5zqO8NFVm8iEyv6Bin+NtjsDGsN6So/Z9Cf185O
s0elZ+DdFqFDnql3pjUD/i7swmaxiINTt9hu8CKoz7W38FMkrnXIF93xWbnscvqCO3IESQ7Jknez
KHXwasb0OtjC2kOnHJ4GU970LspbRpxB1VRnpyOQuhK/sjI9KYtgZTuerde8Ws2gKe76zoP0BrfT
VyxVAzFN36uFGVbMGuNVzmUbDMpNL16r7UVK7lZvaW8eASP7SuVroKvkOVpVYGP9P1RLeXQM3qaA
TsO5pmnavLKwBF1Uq+9Fkj0APx/uUwBpmJtuNGGcIO++1g6IuhT4U+D0DTjL9EeFLoEy4laORXPr
pAnyyALyIZqW4yYOOcumt3jUbYLFi3x8bYkX3xgwmp8gDgXg0+LAnIv8uxg9dUWjt03Oi/WXyuo8
qEQxhXVhx0CJcF4Muc1x1+lsncARRrvGsLRz3xjUSagEtv0o71PbTDvLxKypFlf3kykjMCbxOA09
ZmXYBpxDuQGjcmxkoV6Kr3UbT0PTQitkVfMBpaJ7wZy4XmDrJY8LyW0fKdt9lCpJb9yOdqnuuig9
Y194iMy2qcKiwHQfW+tNkbO59dwK7YJhJyyDsEkzXs/eYpky/1KdYkqBLIG13XTOV+/BGIkncLEW
f8lMcz+XBqMySbIXfpHVAXtiBnEbn1yuonBspXFSboxa30l/9L3hBFbd4tTtjeqVJL7xsTHL4pWc
dehq9npKFEDkODarB60eEYcvmWd2wALsN21mZ7EZRvpm/lic6oVRVY3bd9UAzybR7djm36fNgNCl
PWsmDaOzjiYw4d1uTfrulJqTGrB7TV16Gn5VVmRwVGMBRbjA8WxWbfsIoszWdt2EM/7QLdqmzJu1
d8Fs90r5kbtB3lTOs6XjlvbTqhmwv7Ks8pg23/fkr548L6+vZo3HpWONhfoEUimEq3jEnZ918bSD
0W++NBWX1JiaHANpOYxfA2xyl8jKMToaedu8gkmRz+BekR7mTQLpsysq2zsyNdU+QW0Nj6NpqidN
uNWj2STdE6WICz+zQihibxv1Mo78yGAUDSbU8mtPznfMCNabse2wbNM8HmS05i+1ZbzWLSm4XHlM
sZtZMBBX8yefB0CF1W7rnwA+a4Y8yfAr5h9agiLtxAuSDbZOWWxyQo4wgTkrxT0z+RrlFiDuCmMt
VrPWlWonPD0N4sijXxnB3+m3rYoetdzhJiZFZegnTH5e8UIUSPQrVZO9XwS05m45FPKH61aBxg6p
t0bmy+sX+SQEeeZBkqT4Z3MvWu7Soo6uLpyw3Zhh5TXGTxeFdgk1kJ2lmWrN11YuXgT56PeoGPoW
4XHUIQFzBrIy60+UX/gwYkBVPL43sh0OQAcR/aTcX14/HoDLyRfLGKaAMkLcIE61HvQcDCzIXjwn
LHuYjnQPY2bYL4rXabPhz+1TBlojdDPLu0/iqvtMFTsX0ADeLoJGG7LDgByRZe4pkfQXWOTXfdw3
at97k/3TxnEF23d9gWo48eHg9G9QHPyQAIhDaq+OG1QR8KEo0pgiXySeiSeZ584+jVoVqNk+TPU6
HJzE+HIy/dWDzheoTla3tYfJPs7gTqLUmt9pFI/6sqkq0h9Sq66xC4sscjglET74q2nprynfMRLI
xYwvXELVzzEDl00UNi4lfBgHlhCYzzNsjj/aLv90NFexJDXCrJnlVYi8ekQbnmOfMZN78gPN91aN
46WC0/2CNlrcTbSmR7tYqqCzZ2OHa9o6YIzLvoO6izaNJxvsXIiXCXEbpUDVur9ESRoO5mHEeGZD
OVujepNMyTe1XG6Pd0t81vOBxq88oM2ZuPVsYJd2GmaQyO9ZGifntTbVce56l+1OFt8hmGGVzVKk
CRGBaIERkzuDil6i2UgfhnVxvkmReLd00Kvfypq1JWTN+oVZCdjVuuwG3ZfJAtMtS1CBhEQ28drF
/DUz0LKPacmPQiPHxYievOKauis0uxh4SBD3a3tgPjZmuJ3d6JQVo/Ert7ru2JTJxUlFf1ZxijKj
AVTRqnQ55slSnpRqhtM6OOa31jXK3UghzO7XrL1iJ1N789+1HTvHNU3hhqti2RDYnY88P7rGQ5cz
pNI3ZjoxZMZZWXPfhdZqId51RifnLbU0ijNzIan593Oe1pAm1ZxqYQMEIybT/W3CC87zsaRTGfDg
x4xqcLFSRaFN41M2kARX0aXkRavgHypLp/NIRKjmigWhOU0o71vH0549hWL5pCGUYGG9VK6fQR06
IupEDcpKC45osw7fJoW4H186rlzLVjiOnHTQn6s4xyJldilGpDUrhBFAVor44HT31ei7PEySug2j
RjjPC/MrOKboRB/nTJRMaCNnHwPXD/SF3TUyDqIFKA7M3di46AqXtMXZhnznuZjgXqErKe84/+N9
FlPIdb3Sw7Uo07tIa9M9M2Sc2tnMC61lef3L1AhMyRGR+31sT3u2088je0IAwZ6amGxRaFiIKMAr
G+YO1Le41ZKjXBf7ijcf+USuylu29eqcVU3xDFRQcDDR1HGBWLtS8ANMRWx98OkMpxaaSZCMWJDr
Tpv2zWYYjLrhvRE6rFW3R7biDak8SmNcT0MZceThGavuliE1j3OC65Olvrfr2fuFtdDGs8HlfG57
ez2gjdAZ3tbaZdJcnGvT5sDsXP0ScfOFZaQQNAHrOWbSwsSbtRVQUwhab93SwBxo2FUPDAe5QYwl
aBy2ufwlLlQdDZ51wMdgfMM2h52chvVRJzK05Pn1zaWCZzARUNqXMf70ttjZJn1yGbe0RckM+aPs
reUucWOB0mjSfDvXtMtoB033hMzncVLWmbE8JmfbuKdh+Bi8H2KOT2aGM3GYvFNaptS4BgtlfXqs
6fj8UUze2UsE4myWnieej3zXs6544wd9j0ZSdLK+/qZN6B3zNus/7dz6Cer9MlakmK/F5BvluidR
9gZHh4ZVsSGl20mQZ/FGaMyTdtA1aBi8UYZOVn6b3ca5ojt89TrNDPMBLQobNvDbziYhLYpbJayK
E6hwj+syu2Bj3UTe6KBE4AxHGHvl/NIvdetHbobZQdd4iGcnojrESFyh8NWoejsAEFdrqA5pZVQX
dtA7ofL9vFbySa1wIrWoXg8YS97HKHHfOAjz45TmHxbD2RhKE0DjXYYz8lWvMAs10P4PfPV1EJmd
PCLSf55GOkSONqb8mdfTK9DQ+yYV0mMdRdpM+EI05VCEnOIQe3qWhTh9nG0GH7Fqs7MDf7ANcRw8
pdn6fQF4HCRaj9CyYmmdjU103zqSfqd1XkUK8sh3ZJSdLC8bvrKRpaQ00HAirROhaOZ97GWNP5qz
dus4o/cIV5quSEXuTUtj5A79TYp44U4ytbmQOGLvWyK+9naPjUQqstedtmF6SnckuuUmWpgEepIC
s+1vEZN/zwa2l+2CCLAEoz5r5gXTrwnhtPUCIJ8vqA+flFarndlKhOZG99739nSkqeR5lZv31vNY
kY32eGyt2OU35EKa4tvIMKzzKJf1zpiLD+Itx50jRgeRFg0ozYu+G8qOyjm9NTU25zP9soOquTVd
Zs1U6GxU4SMzXMGzEJeH1N6cIAsFj264FCD818fO+Ez7LdVvMT8y2bphNREJvQoVNCOkWY+5Usi3
h8VNKyBXjGUfui7LtLpYH4yhemqN9tQ2HEmaBKsiwC1jYDGavRFbV+5bH0HDU25+aeY0Hiyd9JsO
zPLXHDMlYsx1Lkbnw+nGS0+53m572ElxGde58cRd0d0NaBTPpVMzpqjwgwyTdYkicz0R13o0babC
0or2cFzv28oLF1jbOEeX40DSEx4iHBKGwYETV9UpYd63a3s5Hgy9kA/KhupcRNGyR7i+BHbWfZsg
t951OU7pKnXfPItTBZnkIY+GlaVrdINS2US9CEgEPgde7LJ7ISZgjxriWpfqB/JQaDM1KJqY3+uw
zOl6rrr2TRiVeig757mPSIKRRU0dO3n9oQJeclswLwDpqx0Hq+1OtOgq9516CSILCBnRVfa+hnS5
0VwWfILmg6egDmdIWb9o374Af7HUnErz1BQ4VTDYBDkJm37MCMaijA7LnDS4OAamJUZoXGkr5S7Z
fB4a17OPzu1kAOzGXwKUyCzju7yBI+ARRuKrkuEfapogs2z9pmGLE0iRvcyRuNW7WD+yr7N48xjx
AJahpbeXGVFCmXxP9RyYMGot+RmLFMBQUj015vzZC5gaZYnGN69KPqMYMk3aEGplZEwxVK9OrT0r
v6kwBOJ+f8Twd45bhD2RbeW7mkl+XDDR03OQURm2B7XM7RFLGPp1qb8bXDx3Vune6BTW3rgEGdra
Xa7nl6mqvg3KyI74M9K9jZUFzwu6ImsIUa73tybxMfr2nFRHdM1cF2XkHZbefaDw0EMbvTlH/7Ar
IYBj//DO8yI4RmoazIEX1KcE/JVQlP10l+S7QJHuj/lS+lOMe4AjauXoxTHTtuLYuryc1FMpkSyV
Bo+sf5QAae0Vze0C+PERJIjvpcAccCOeVrMs4QuQ6KGMq641D3ZlHxSqgF8uwAErjQ55s76TIWRT
Y9JgrCw7disDC5+eRx0023rrpRl/eN4Y7xyWucIsruQlfHe4FP1B8LlBvTbeoF6f2rEDv13AljbG
8aFGOG723d5qkECoHOhKPwtmBumuSUjviJ2qerYIiNv0ppcu7lwujgUo5yI+29w+ExGA9v7DGXmu
xJz+LEr0ftr2BFojw8q+CQ3VUKNLWfUXOdhOoFyRX9bEfphHvi5oSWHUJZROyC4iTIJh4hDa1BPf
Q8tZhWZErHD5nNqo2vIC211B31cUGaZBFoX09CTLiBc7Eb+wBBtXpLAWtAq4tehA1HUYag1214fe
jm+a1UN2yza2QvvDaTeoSNcX5CGynDPXrAySqUH1bk3VF/dsRkUPVFwIdcyr+X1enSZItugTIhAU
1k/Dnm8ZQvtOXnwfOlB4mbShxIP2sZFYHzMVZzfplKxXozXl8xpzuBPBy9NifdOG7LM2R3H0xpsB
d/AR5el3kE7oA1t9vk5LNwdDNhd75t+ULbCcnPFqpPoFWnJLF73slly1RNLYt2Vp35BxEHpJvvLp
QZ0nJ2bdA23V35E2++5synBoou4oINbN2s+uDjuefxQ4FnlzkwEsLv+1IP3W38faDFLuRnKoqqAU
+c9FVlj5CgrIvsru7bUrgiHXO9/uy5ERVvKtywrtFGs2wF6QVpzmz7qGRKISWvEjGaDflJXQsW+q
9YFxpghIfMUbo5MRshJme6Yc/Z/UnbmO5ci2nl9IbDCCQQbp7jl3jpVzlkNkZVVxnoIzvSvIlyND
EHBfQJBxDJl6oyO9gz72udA5VX1vN1qW1Gi00ajKnZtDxIq1/v/7wysSMeColA86DW/QdI4w2pvk
OtcRLK52ehpDKnQ3xtsXsfajid/5E4ZFRgavUhUn5Ebtvlqs+FIRx3LN5Z8OVu+esADzi0IVfDQB
lDsuVf/aW69uMBzkDIYq194GsN+wxb6DVEkJ86AKmmmjL8+o4i4y3sQjJcmHZyX7MIsubYOrrx++
4ji8wQkUHjgefQ2Yw0gUnjBw7Eurio748LhiS7ovJAnGgbe3cmI/UlHtlB0vZ29xoSomuXNYtH2E
Ui4uEQiQIiZq9TJTKG0afwSYNxaAL+MW7Abm0usoROw/Mc4+cJwCcKjq9pMcUusiYWLQbFRe0r31
SFhGw/OtJX5xprsipunD0fw6ulbTG6lEWw4gTNDHhxlxi5fwEILLy499kl3AINt37LgYXDeJfquz
Dl0wf7P3+nM0xvP1wqToUA+gAUG8dAmD95mOCm1xSf3L897f9drB1Zs+oOpYdjhBis9tl8CKt+h9
jfd95zY7B3cuPbz2qaRqSubVJ2QaYE6u1khgGVuUvqHdn+iPCXve1qOUmO3WOqa6cS+Nx05FE8xc
qrncRyM2Jq+igdBoXoSgUZcNjVmHXQ8f68bWC2SmrCkrtTV4t2Ao4ozCtDzoSqztv/p6Woy5zOxh
oW8ysqgMdOfAzrTXNEgxDJdma4UNCy8QQtAerWhvu8H2YLVYzHsV26TDies0+53ZUaw96t5yTp1V
NCfLEgmuQ0Hdo4Q/7oDg4zc3VXDdNgNifLIoeK9L+PFMNcJ824hUPwFzQUfUQ/iGx1NeDDrF9b40
Xoy+UffldSgqFib2oGhvN51/TGeOzni05x0fF9yl9N6/WIDVqe58eF52VdQHjdoafGFlvyNYvLII
4AmR+18gW41fEL8SkoTI6IgDuz8Mqkkv5BSE2xCq6h4zwUPHvvyNm9vsyVYiPkH74FaLDMwWsmn7
a0xtg2k7zONvVRMnnCbpiGHtrLcLF/IDoZR9FSPoeTfJ4h09yPOv8KmnZxh7eptXDlC4rM7PMRkv
ZIVjI4vodb1JpcQ1LSH3mBoKzZ6F8BaA5VOxdOHVlAXlp7iV3pfBXmMhAs4JOzcgxwdYf/zcpRWU
siwdlpuyKbLrvOuyg5jaBrcoqK957OvXXi/BeUR9QPDF2FLV5gBzsM1el5Mxu2Ip36PGkCfE/CC2
6SW1bmNdxGiDb3ggALqggkTMJezqgbKvvuyTwn2TeE+R2cMyf56CND1jSxD0mUJ1O9eoHulFjvY5
qBZ16YJJewCal1x5mHqoO0qYc90ko1udUw9j0vSOkFfIvtHGfxnVZL4OLla5goAnmN7ejLrSXr0/
qQKU3rMtjgQWRIW4VxmOGokK47WU7nwVuHZ1WSHo+mokrRN6QGUkPPqIeO6tsCi/jppGNsIRZ1cv
7VNnCZvlxoqWr2QwFBuLBI4jrVIHd/pz2mbWu566kJOR153w8vWf2khFRPPgpibvKif0CbiY15I8
jZl4YgujuMjacX15GrTROVExLXlQFTVeA8MzCYfxZEuhLgWBU9t5cksqBJ1/1FyA8wKn8ESLoZu2
eqiQaNO+vDec8Pf/TvEiGzKuKjCGA9l1Q1Behkvr0tcELOBEkb/LwcWxxCjzN7Xmn1Jj3P4emuX/
X1HGCk/5HVHGf/nL//qn//bXf/4f//Of//tf//1//gHjsv7Nf8G42L/8ihZByurZNtDp/6PLkPIX
gSgJIW6AGxAF3t+FGa4EQk1FZtt6RbzLACHiv1BcFFwY3/M9jYRT4Fbl5/0JYcZPqgybfEOBIDRA
T8mQHOHtjyq1Iu6bVPaQFtNMBpgRUnXOIvbWf7gu/wpo5V/9FERYfEXXDoT7kzIMt7hfJDWJ0cj5
OaqjgurQPhTzl9//mB+l6Zov42A4pYFMeAKaQv+nL9MRoczOE+NLw8pLnWvDRisi6xSgvz6zVbRP
VtkulxynWfx//6PFKkn+B3nLr5+NnFIEzJhsqATr7/YP8pYiJNrGzqthh3Kf0GhEVLSSmeuvg35r
KClfu5kT3jGVbj7tUPFEz50w4q0klZCk14KKAMeVk0/byNIyAuxrV+WNoIXOyv37v+tv74ayFesc
HyJd7vxP6mpO2kPm9TAoROx093IRKaQ9e87/KMhiFcv+eElcWyn8VNxxuGjrg/+PlyRtpT/SAZ12
HXiLFoOonNxbYFfNeO1Xo0eXpe5ZsF9jTLqk1v3JL+m7ji89hH/8Cx33J+1fzxBegATzd7q1QDbG
s6aR1Zk/cAT85q77nJskKs8AJe2qrvrxKzYOJLVINIJUOvLtBs+Hbec69bObLH9gfVh/0g8X06fU
85TDwcOBCyV/uml0k2rMtrBLErhgNP08ggGZwmkq/sm6zDMGLH/+CqIYw2BpA0fS+mctdNL3NGG9
9UQ4Kx/6+jBSSHNg/P379JuHhAXR9lGewRXVCu31j1cQzYEydGecnWPX4X2KlvrAUNnegfB0LqTd
PHM4/yN/wR995k8PZpGUalZ0e3eSxKGNLMJlx/j4A2iV99L5GZLsiLL7z35PliS+669ZE6zpP/ku
ALybrk0Hhi++FZ6HdOkY7S3TGR8UZgxmFZwrBrhH4f73P/e3zw3ML5o2LE08oJhXfry+UckkIm2o
aMmOze8HBPrv+RJ6tAconglbKrLb3//A37wSrID8I7DqOIGUrvzxAytwEm1Oa20nOr++FUFNq5jg
kNTbNT7Hst//MIFx5ccXg7J3dTRITA2EehPQ89OFJRG1RqiQDcxCw3yg504617nmML28pJ3J42PE
lwwPUbHI8siwwMP6EpJrjZsVaQBmg0a8T/lkc+6PMkDZ57bGYX2ejZ5h7xvkKvTbZgYU01TDDSeY
SlXUZFga9uVQlQMERMS+m1lj4Dj1/XqIGkwy6o0E3We2EDyK+ta0BUXuPGhRnkdmLs4LJaJudl2U
b/EwXwR5HIg9kboh+1YZLfJEEOjUfVFJg1lkxipeoWH0Gu802H0gzqkXWh/CFKO9g7VSv1al1O6F
R4EPkxR2mt64HBrJO+iqCsYXFbkAMEs7dDOYYEDDZ4AahpBcgZLmdZ/hA8TtDjreieQxstz0bmwC
DtuLlv5wh/8tJupI6vq1npkdHSD+uDWH/Eb54KMtmWxyY8MDEMaOb/E2QIVgetg+hzDs9NYXUYbW
WJf1HH2wOioCy2vJsDQGXdo2XNp6lNnYbsyi1VOHAq/c1NW8cAlprVAcd6GUqypeRtuF0JDneSrK
6BjAHsLeWuUoLSKmJuZyIVLjJKe+Z5qcafANi6PCT0HdjfbRnkXwOfR1h2ahmsnAvAQ/bTTY6xyC
zsPIdiE+qcZN21UuVADhblRHaCa54EBmLdxG44mAsUUe4mkYLEjjE9mrFh4C+ahhSJS0IyLazmwT
EXNBBhrW3hEpmdah7LzsTooWU/PQdAzd6bmvBme67inE00hPaB5K8ZKiCcp2DIHcyxYXWA5jYrEA
dEMPCx6juauQyIFvQ3hZD80z1BaJ3IlEFSiz0DazG7deg71QV4QXoWID3ARxnMOf72rvwWB1nTYh
GajVJes6xUZR09oGkdlKuM2mdEFUtBRMje/Txshqp/Zfm66Dc4ePEkH5vAziYFtMcJGS29B8pnRq
ngeMpo9SNlN2cEDujjQgQ1FvyLnA3YTEBdpLEWUELK+PzXeefNqfXlUP1oajZfic9bh7cSj3htGu
NyU1vSjJa5GEUXKuFneEYTx09aeyF1G5t/oc0T7hpwJlqQl656jLKnqp8tLwQzIL6GnUwosg9GBu
vjD6FcFNklboBArpzXo7geaIIawOhYKlHzNYGcdQfA2sHl2Iqv154vFyHGY7edh9uIVc1sjvnM2o
VSMvQ28RXrcrQG+hxqMPP5+SWATq0DqlVSPA8YnncJVc+tuawmpEP4bFf88kSdePBUnI0T2bINmK
vTeQcsr+1tzMYUC/WiC8egNJbqNFbdLb1VOi6D1NzOsizpjoAhHD0g4PLOk/SYeuIa+u/daNw4wL
qbbkQ9lGS/CZfDsfcnaM3zXeZr4wwWfiTIr4zmmxiKQbYqIXfk5hZxiqocG4DfzwQRWgwmxAVTih
TXvn6N4QOJ+L/mFgTB9jQDKSiW3fhTEnVkYOdnPw51wiRZI5EgEmHHF6VedUeQcj51YS7oF4737U
lYS4ThfIGk4F8g2ct2WSGZhkmZgekQGk5Yl3s8zRdLbK/xZ5SxIecmrTdIs7BpVZT5onGtpxBJZb
ETRf3jOH8KDdFio/THROpq3RTPKWRNufE5/c5O0MT4Pf2W2zT741SsPstM7uKaLt5xj6CmM1H/1L
oAsDyAW8xdmHmfNWFWL65vUYkEuqAOdIEzy+rUlwru+wQzVfUqusP5PaPX6SGVyZrYoa/8mmc/ds
mw4wN2IMe68D1sUtaA//Ps0D62tNZ+O1HZ2q2c0cEdN93QEnO6Mhao6CxRNjoE0BucG1W2BJcaL0
BJk3AWdfo6y0SloQ5ZLKhXTddBwOZm6raSczGDsbABItl3CSfr5OuOurLIjNoyYaldl8w8q4CaY1
0t6OGftZrls8j/hCiA3S3RIeu0KSsuZXzHIZwQ39tzFIWrGVKEueoyYD+WrRsgOm2+eQ04wjv9HG
oN0tmwpxTUov9kRiJlHffURzdhN2fn6qMgwlF23fee9j5kMTkfHUv7ZibfFiok67XZ3O002POOVT
3mKHhU+P9515lRdbqI0de8FPGyYCwXAuEQiBRvhW5G767mTwtxBXtSmOubhe8+Fcla9QBWxfx9zu
nehQWan/yRF5Yx5HG83KVvQOmjZu7UdOnUKB1Y0e0SgW33QjPMwEx9nN+utR2xM8wxwBVTGQx7qv
EBve2apg80nLOX6dXb7/zgfjVe7ZhW3gFJNhlh1nBjh2FJbZ3WIt6Me6tpv904Aig1kr41J2cF3P
2OqXxPpiynDEuEOOqNgN5C16+wzh7edO6jC4mRHD4gxX7CGP9jwo0BLBkF+TTCbEHgduvS9tZh0n
3ZbJtxgPJShyS9NHckq3/vAgI7aHrE8tSN5c0e+pnxprR3A3fEpeEcUddch+hyITkUGeo7pn851v
Q390pyOCIrJlg3mOsZsXXv4ipzRpD4wdsa1CjKwQA2Ql5LwUBQlUr0W48UG4Y11sLRxOtD6DKrmb
DMrsLfM+8c40lEGZWBE7G7pT3ojgF6Vrnpfha2V3vtxkY0X7H2CB87RAP5u5swIg19IhK7Sgx+a7
NZIQ866RA5qWhB4gLWKs+kRkhtHBALW5B+uNlIKzC6BAPwuq8VjiqrO3AD4YTLquxCaQ4fI8WGjh
cED4YUOCt1PMe9K6iaJSlDxfEhbFe5/NmXmOCknyGfzRw6tdZnG76ai+un23+CybIq6QfIOlpY2P
ydXuLgar00gJ/Uy9ARBvnV3WL8RqtJEkc5zU7yCAyzS0KySqtxemYLI9TVlnHmdo/vZFWOb9Kvhk
9dwFyVLbN2OEFmidL3FXsw5YjKYutXb0CZn2TdLM+Bb6pN47RrgkueTu8AUBHKI1oM647i0vxaDg
raAEJiieVW5VvATFdi56EhWMyaKblAzG8dSJPs13rascZ7OoGol3WZM9wAfTp45DRnl5rNBWxtjN
htPo6e4+jFTZnbERuOxAo4qf68GhKPMnRTCfJWPntqlh1x3t0YuwcTgFJjknbSiAwZclL+MSDu9G
jilSCkG4wU4xxPgeFinhCq0TopfFfiG/Q3MLSGDqg7M9kiMN5KI2z4NjZ8+djJgxI1TmeY6XAp55
wIxuWwU6RDVaeV6NWGg2z2NT0jGddF9/maq4eiiTYXiCaresmJIaE27V8aVBwrjeNnP9VVqAz2Ud
b5FXwMA4Y0vOvBLs/pC228apY4hOhWheiFXG5+JOdnmumOahHeuFvTZ1av1sxVkNAmJmwL3PxRIg
1CsGfiNOe9SmLu0Nm+4vqvG9MnSmeNMCxl269MZ+E4FVRmfAAWkTe8K5XjLLrXb0t4zeLBMzki2Z
U+irDWUcQAeyTsat7w51cJ7DeRiIgPK8h1JPKjsyUSmvXT9cXg0VHpnPU0GZaLcBBZ1MUiwgztKM
F6Bdy5dwBkSJWr8obridDbEaqd8xACO54hN5C/PneCmJ/C1JsHyANmY/SARmT+xAROQ4Yxd+G5KJ
jLkI7v9dEE4LqkR4nxbP2uzf+GG3QtfMFD3D4kqabdRANN9SYk8fA039G4WsgDMHNxab4JK0yHVA
T1EAR4z6qBVxunA0tcuL2k86DgBuJSGvIjVEcKgn+WIppryb3jVMD5wl5eIPaVVeuKnHqxNSsH5a
WCENj8SAtCQIkvBhhmLzTmMNzC2GZ3TEiejr7/DXe8L1oqn5Qi4pQVwMyc3tmIYcCYh8Aa7VtAuz
na4L6gch15kRlBXg//1CBZJMLZKgOOpQTSWTN75FEeDgTVA27rU1srbvhnasHtI+ImMlqxPFOQM+
NmFboYqKc+isaomJpehpwCjyxQ/KmlCGgsFISZZMfMkSWby1swPWphsn/yEP2cZgfVb9585g8SNR
aXSOYzu5BbaAKnz2eRCyCyWr4iWwB9TFXZgKpDL4Qa7qBiEywukxuAeGifZfeQk5wxS2LudB6mmq
JoZXvLBThH1q9FB9scW4mtIkj8Srx7T1Agc6y31cmwpUU04wJXHNTvQtNZy0NkwsEP9OkR1M+1QU
XnsiRrOmprGafA1e66rdYHGU3Qw6KUhtmWB9A8KYChuVBooFlbPmIseEncmkz9Xx0UTWEG4wlTqP
AsMNZIHRd9+oW5TcCTetb6tQEEtlhq5DFqyZteAY653LZgDLB0o3TMkOG0Ubfurr3C62o9ePbwNB
cY8ZhyXwBvyBG5QwXnNDWxARMrUEtYdZTRWbeqrAUPccUWFARS365Q7P1ERbCGpSIlddWWQFDHfj
okNegIS+M4zf/eJRRLV6tHvbcjd+5zsPcUaUFqKegSNU41M0cjpvA4+Qmz55jzWKOGwq+fJeLAHH
M7/wWdJ7lyed8DtCrTd9KNPv3uTG3LkEd284RNnnxk2Gb7XspxKjS8LWxP2w3OPUkuBC+1FxVxn3
gTsFY+59J+yd3JZydtRMw3CZg02l+lzvQg6tepfKWRaH9Zt+iy3IftsYL8pRuGQOnsOSopaQyJHs
B84X2TYhKvtbYo20GguA0SiYhCSfTEcq87YakDrwtXHOr9ZooNe+z50rAIjawo1cc+CMfU++S1FY
V4OZujf0Vom10VCZkdU7aXfP7NZFUlfbcYr5S6QMqV2XkJfVnFwyYavDL5QHfbml2MfpFMIEwXJQ
RQQ+22DLSHcH6YecMdMP0IGspx5UzztT2IWd3Umix564xfgiDat+3FpQkB4miigkIcA2wuuizAPn
GAwBP4figK7FzKHkq2xBD4CfrJ9CLRP6+XkSdidE1L696doFfCXnJyKDpO8t3QWHVMpLI03G98io
Oo712BWPGTcaHk3huqcsqlRzHlQQV1u7izrieKKeeepUXjKUcJHazHYyoo7KlhEyhm1b20jWSHS9
rBH7pMsHIrlKt7nPsrGgnFfOwpriFthYIgjisK76VUc/NxEFqJVlBrQbQ+cthzYcCGHHOrwHtZHU
m8IaXKBUbluD1bPkW9B1EpUlafXWjnUZBaPf97SXanooVzhYMA+GWvcolFUMSnRRJdq+wmhlTmEQ
Jv57yZyLABcgSfZmGiv1MoB4hu4XjBj9RmHjfx8dNyUM0nfxcgTo7/dN0E3xjhR2NMbQaj3EETNU
XA088LnTKa0a1Q3iHTY0FEe/nRckAoBSq3MpMhGdhgCCOBJai0zFiQcPId8ceFuZkeF3WYyz4U+4
nFCJNLZfx6mOUHEk5eBcuEbzO6DEid8bwtbgNWY42S9Ni+f4ZKoJ4GUVeDxYauj5hHGuQc7GZYxl
1wkXLm0/B+TLOSYgHo0TYXudAAQqLkYEBPgz+4I9rks7fKeIjmZ8UU0zLgeTdFWwVxEO7V0RONEu
4vYNh1TBnsR4ybOytyEP1a/43QRBhGXMyjxZE46LqXARRTucIjFNNoJUpLQlL4swrpTUpBpe8E4W
4/TEG7yQ49XSM4mr3k1PhiOUd4AvQ2yPcWtm2cb1pm+ZqJxXDhvzzFLRLR8KN/JZotoSbHuR9wr+
U7+YVJqPqFBBBsAhRpFrT6P7je4xRNdORYnZ0YnR80GPsmdsPqHep1Bv3oLSE7do2wBrkbjiP7Fr
Ib5QGc/pcRgGMKqSRf/aN6p+6hwkcpsWMftdrsvslb5GiPPOAsK2b5t2heGKlhyzRq/7PqZRg5Cu
wWMKEiEh4nDVx38sYU1LhjyjcdfWKQrzcCJjZSfxZ9eHwY/UFye1wwcSzUy8LXRou9eL31ZITUIx
f9bOTJiC6HK6TZZB2X5Cd5ond9jhIIIasFzVztEkHJySrll5lSyzO4gSmNF2eDVS5lu8v3dykbwR
OBbr72XV9gOYBYcqgi01T7YD0HJcHjai0Cds4RU0MGY5RJh102NtUHFvAfpSNXSgEbvToDuN42p0
Xb2bprS+gvLAcq7GIWBVGGzau3FZI4L33EZSAdH9vOoVsbS0TcASgZJAUMxZP0lQ9tI5x6cWgWzo
ID69x3koEbXwEpJHnbjVsJ1qz3+xi2DCsCDroNugzAC2PFXpTEnQFt4tSBZfnYgRCDhMuHH0AidX
k2czV9gP6OnRcmsTrb4yazA4SlgNiCk2WGR3ZZWnhOXECQVmS7rVTkx4F0gHWDL/xNI8vPpFCXPe
Rk1H/W3Telr1uqGAH1riaHdx/L9Aea6+qdAWDykQtxAZajxyM2lfbUHvNU+smMONHFC/c5LPEUan
LNDfnbzNvsjZIaiNSFuL9DKCkpy9mgfxGroRUPe+N367HTCt4WDz7QjGcNB4+zFbWycW2mV+HkPL
md9LAZLBPj/S7Soqi9C2GX8hTHsnenXwV90FOD8MuR5j+GnOSgcgr5jSu2BKJTjUoJSnyMmGANHT
UNxYSGLbQ2oJtL2zCv0nnY4zb3HrNP62pXuFhajLpX+oPKSfuMnFQkWj+9k/cKoKr2IbvCdytKhr
z2lRV68hbVZMO6GMv4N1l/mhlBau3CnI60fFzJWbhkj6c9i5YYm8WiEwqmn9QYQdc0FccAUlgcBi
/2MMnEFskcQWL7ZnQTNH1ZY9JUNlMNpL2CGbdhrIe+8SSz+B7iM9mO6bmg4YibIPhs00kbAxk9dk
TO4uV1WWuQtPjCw/E+vkUCMlttN8GWq1hJgFNI1mVsoguqsG184vsKaM3xy3776KRk0EianYgBrs
mMpsWmu0AviKubhVjh4I3xRja+/dvsqmXdMEBGlIuhbXhnUCg0vTzyeteqe7UuzPL7ZAi7dVlCsX
ztgPHYuHUR+5ExGX0hCGEnCC9suX1E5wi0Ct929Tr3bvZzo9HzatMPpJk7a+xG3FSUm5OvGPhNaj
UHaFrr/DpMK3yiggupnYMKC1tFBrGWrn9Vk2nn8ZzX0DvbuuqVI7WrffgmCxWJ96q7iyrFqHWwip
bsUBfsm+RMA9EQURik53vyd0eYPV1NUo0RMq7TF1WGZnSsRhO3YoooBLSNTVhpSBDvydp8/w2Jqv
qWvHCesoswNWTdgZ+8LnLh3UDH5zW9IyJ8TZhCK5RCCG75hks+RN+A0PCye2sdpSxPMWawI/bpUr
588TUA+Oeg4yrg2laALma7Agu1gMay0aPrN5jGticTBiA7MhY2C6yRtHwDgPHaJOZVI5wabJLHHv
xIQwbkK1tBkpmzGKbCfisdg6LBzDfmCcOW9mDtrpBVM293Z0uqHlqIpmH/oBncW9Z3w6BA4tGwk4
syCsEMKwA0NMw+Td2sRsPY4FVl6MYjTuNx41o3dZe5B6IDsTz3bRtb57M1a1fSfWZ5sSiw1313S1
oCWbOzSeI4bCgCShS11hTkdHXq28qFvHKiRmUock8s2YzbzRuSHpZC8swhEoB6zQP8ao49xD0Ich
y1M5ZeO+bok4OAQVPRnybCqTHkN41fWVxytLGSnZHq8z+qLEeNF9Q7bmDeVb4XsWZo0A2xVpio75
RD1iVXvKTaovPQ85PlfOBft0hmPCgdrTyV7wplTHdll0fjciFB73foHyaKtpBtskD9Y0QMKc1s4B
0UeraGDVkUf+tsFa73ODYQ7xopAeTKKQ3Jbl0jP0IHtmwX9bBN+DYPb8YwdBmjFoZfRF6KwndXKJ
vGtRJRgLQzRGrF71bIilk4OTH0tGIAY1ZThc9hk64wuIJ9YtvRPogglApWhrCEqutjAL4m9qMUW7
SxgJ5gcfULB34ORJHKm95n5sRZWmqHKNmR95b3FkwGphU+4XVoVDre0QV7OjbmwElF8GhgHLdqJn
o/F+rEYOE+LO3uQLpdBW5CmMDZd3DjpSw0zqEBCINLPGzeG9m4eBOQa4BNdVPK2cjY4cjq72ENgn
qmECpCllOEXbubVYZ8pgLY5ET9rxo01Du8PzQTl2qJ055vlGn2jR3+FTs1uUs545UuzTpAfzLIpL
bPdMP12SLjLOunkFdmPmWHaox9Zc+l08vLBndpKBQMN+i3fObg9M83NI+FXe3wrP7QGU8NWbezuL
OQ7hj6GvFkV6eEUSQBeZhM+h52ycw8HaQAJL4l3OLq0OCTMHf79UPXLrpMVF7Nl5IXGcWN09qqXk
c1sla8J3Trt20zTtyGqeUK32blA8FICnr5G8zNG1ilQNNz1wSKpvmQrEh0KUIM0tLEj9BlsKZ3fH
XUB4oMImBqhF4huyGEkVwH0fhunkYDKBfOwsxRum1tbeAdQlSXVYBu+NUIqeYKk0AT484NWtt3Za
4I7hk/O3gHD4y6Fpmc/WmZ1+D+Yqe50SdHWbesn7DxxMtfnKKQYx1gFTj6veIAMzztmMkgYymd1d
UeT73AvYIpZcWdHOyycB1h4ixnymN1b1e+P1DBBDXUKd9wIUBRs91awQTs40cWOcxB++kyAVs7i1
hsYr7u0ofGQUEXecqUbzPqrVh2LFGqSXTPHvHMeYuQy+nMC3tk0QLhBiEBWcIquPoPL2QeLvbYN4
aY9lRj2UPo5R4P1WfzEFumw3rp3mz0vct+UOPVzVXvoM/MGgLwKxMLpmZ3mY8RNMRxX7vPbkBqI6
V4tlz/TsPTJYK8MsEtotinZ6tx5ia2M1dnbI8t6xLurRDe58ir1ir61WeGSvx2nonujLDE20lREl
1nsQdP3yXEcEg1xUXlxjX+JQz4VqtKw5voc+cbhNSvi8rXk31jZ1HiUgIEM6rsNS0AkzbelI3tse
cn7seGwrbllZkKLhMMVri8kbz+PYT6gsiiw4hDWbGXMiRWIizhoODcCT1sh5K6gqyYxw6S/4DzSQ
jZ8D/iSWjqYIF25GDrxpY1Wty/SwLGcuF+kWuYg6TjRIlWmZlwwLNnXttV87tqkHaxlDzoSWMw9b
EU+12uazci8A3xIjjsG2p79YhhNUXnq9hkauLV0G2qKbN8RiYuoFy8YMFc413B7LJWJyi8cNJJTo
kzQ4C4bc18sMG0enOifbqoF5tfWyogmOEr6c3Kqmx1OXxPnccY5Mab/3RiZHFJBok2lVV8tTHWVJ
eiKMyol3vWgCjI0Rz+V00WS591HpKvgQTQctaESzMAZ03qzKu+bssDob0C5gDKhtXTy59Pjjuyib
8vq7XypzRJ2cFjdjzgjgYqBfShjRxEyAXF4d39Jiars9fRQ06cKiXwcUnq59+TxzfK1oki+tvuhQ
Wk73oSTT/SIXQwfP21ts75BAFS/2k/Bp+ne9y2RXJdDJrkTkUMov9Lfso8NEMb6dTKKCPTivpn6V
bIrlnWOBuNm6E9KPLa0LuoBO4jX/F0rmfxMa94OK+Xf1zv8P4uXEKsP6t5XMf/2vf/nrf/wPf/3L
f/pHDfOvf+dvGmbH/kV4DpQ4jzGPLQM0Vn9Dy0nvF0/wP1GRChSCKLH+zpbzfwEehwgXUi5dWVCY
f5cwu78oTxNtqX2kk/6flDAL9yeoMY/9KjBFMK2oT7RGCvaj5oyTjsPAXiU72xsuB0wM4161c/cp
zRprDUQRjXXEtH9nsdOiPta00pCebPXodbeZQpx2qn7dW02f+BXKiXXPdedwui+9+Uw6W0q+xvDV
MYwo0JU2B3s9jkOz83cRLfhnW0xmW5n6Utaz9Rphuj3OQZjeL0OpGPaoa17b4JgjrD7bNCE22Em/
S6gd12QGP9D4+RpKNTgHZqZUBiW7Bv54OgjkfTfNos4x+CXYdrJ/WkjxuqG/S+QA2cz2HaE/2ep7
H5JsR4eDssNvRqv7qH4tR7KFXegwUv2estVs4DIWIvRp/Cyr2gcVJUsMZ4ugJYuXEyvPAXaRfSIU
G4ZEOVtY6yO3gjRGz5iMl2q+HmTz3M2FZY7MhML7uqIrzPwGhuQ2trTCKTwlF8LqVbhhINnu3ayJ
blkwnmQRyxc/6tXV5LUszSNiNzdbnbWRU9JYEi2wit7BAVRmhgnE8A5aiW6KqWziL5tS3xIxylxZ
T6jusmwKb9u4IHY8M2TGKcoWehjq1IF1u41KIGFnEwXuk1t4Pl1QvdaKsQ6nxwBu6qdWoVTZdK4r
PmywqTsPkMWaNNS057DDNgo4S5I7bQfYKKgd+ncKpfwqbi2Xvi08u43bIJvICTBbpSTDR+ya7CLt
q2CTGFN+zqBiMyigwcYGpD3OUZZ7OXRoumLm8rcMQyiCx7Ue1mNBiph21BNFwanrcWR3UYsqup2z
Zm+k9O7n4K4i43ymLBuICCZM5LM066aHoor2hrzOBujWG103yf/m7kxyJMey7rwiFkg+8pGcmpHW
ee8e7tFMiIjICPZ9zyUI0Ao01UAL0K6kReijZwF/mLnBDFlDAQVUJjIzaCQfX3PvOd+5ZWMV7ca+
TrBnywFXNkbhJVXINZZ488CmOdvzOdImoaYOdgZhGkTGTUuuJ/WhAid61t2Mhf05kLRrUuA+OMxY
m7GIbfA6dRuzNsBTTXcS7QJNe5YEyMTuwH5h6yi+T3YVYNWWynkODqCWMWdNFH52Q1m5UuQTh50n
OQYWxazSFbWOjC1BE5OQnsmpCNebos7YqvP5azDCPouA09HvnaZtCcAYeUS/maklgzHQJfuLOXNn
ShnuWKrRvgziWzqTBychyT4395NfsfFYMHeiQYhK9EV7sCEJeFJ08MN0MAuUel6gz9Rbw1arFRBv
nTCrsd2ZY/qmtf0a5vG8wsqQekVpGB5bZtx/GWqFvm3KgL0sjOgyDciV5iZ4ydMNZfWHZooeiNK4
9QvEh0XfDht1we9hbDbZ2ztK+uqoefQ6FGm0HxD/IZMDCpXIW/SI+Sq3aWoGyB4o3VHLCkX0e47n
bM0u4sdcWnKT9vWrXmv6qq6sJ0IRvwSLUKSoWkZINi82cBsWZTeOT+zIwse8mqZ9kCWunU4qPmEp
f9DQnbeByDDiKjXViFJpd5Viq29WBgiuy3PzlUoC4rAAqzzO62jd8Ln9pnAEmYf4sXaFomDUdxmS
0sGVSZyvBxREeIWLjJ5adD/PfOprPl4OpWE8GiGqGc6q4LDQAeldw2Ed3UL7kNvCbbXkFseEfyun
gVSXJjNhO2KZWmAiotOf5l6Znzhj2etoCH51Q1kc0tAcdpgIJbofqXCm1WW5KwNruteidPguSFO6
qQpiA0viaXSrtOniLcdr3GACkgED/o1C+pxitk2TF6JSsNwr+ZhCcEuQEcVgMikvG5qnm0n8xEDR
S5QphLVQE9oXDG5vHCoDgAEboTVdBvvQpnX5ViooE9fR+8kfbAxRZlkZt4CuUqos77WBkY0eQJ+6
Hrck99Bi5NvY0GTT9qkRYSqfF7lnOOl0QYGiskVr5HdQBf5mLlPD08PcRMCAzdG3Z30104rOmbKW
YkRjap2Kj4wyZ+s72VbtS6QI/eiz+KHQ6hNLvy8rp8TkSIBvSJrec9ArtHQc4Xu0itGS9UPA4Q6p
XFAbmBQLQxHPUWg1BSXoyCD7hK7tN4ke96EaO2eDWg0wvJn4a4ss+47P8K5J6i/DtAeWxKwn6x2U
B4+taXRXSvlI4m3hoWBEKJb2802i6OkDxHGDEejXkM4KMkDIMPTXFa5W1+4kGvkAzsMG7S8Ms3Jd
V63yOfcD5RCqTfFIS9rcaPHkP84N81kkcmLn0fJ3YAeFLG7hOjBWs/wh68fUqw3k111ZbZJecUU/
cGyHTV9hlUYmRBM77AWuvGS8he0Xb/KuA2kaY4xUtBbJUBo8L+h63BEvNMd/RNC01+hKQK1ZFAnM
sbHAtpg90FJ4e6lXhvqjIxh6U0gwnW09CtUpD4Ks2n03KsYLbOXfTaL9hqNZ3JbwvH5OCJppo5Dv
1MX3lj0iyCygCJqMvOdK4aZXpjK/0LPiKM6B5xZ4h7KxGp36ooyzW0sU6mNOBB6nGvKuUgjoKFCC
6oGA3/JRSdGpWE2m/aCyJ6lh+f1GxQJcObFxF1nOJyefiq+6VoU7SaNzw8H7rVbolxpFyfpFnwPu
p8EhSoQ+FJFmZm4pqyfOP8FLOscBQuzmdxex0ICnatdjMfj3SImqTUg2NuKZbli1Uj73I9IIfLbh
jr5PtJVtRlxWXKc/KBAhQ8WxDj1pWJJ+m+YO8++tyAayqykjrUUYfg+VunxR1T5+oelZ3khaV3z3
CKjVko1SrsXDHUXjzON5mJvBkV/TiO+AlwSzP58oezBh2bc+ZYpVqY4H4sTjW1VlIY8wAOw5dvV7
xObpz2agWA+/iiOzNryWhUWqXE6BTwyHHqcWXxp1cqv3R/qwVuGhpbFeBwgNDzkb44cwzV81O6Jk
Kiw3pLi5UljWn6miR54a9MWuUJ3ipmZaebERu9zMJd78CP0Jhev3suuwVGArYSjkGfN1mFtc4OWN
4vj5S9sqQOrfK7ewrPSbUouywm3rZLjhQwJpT2hy+j15L/kWtfN9rp3iizao0Z2tz/awb1OAiQqR
xt+HXqBHiKem+5Y1gflMijEfXzsWbxndkUdiZGyO+2ZzoPX0OrUK/U5W8xvNZl6sx1Ala1vjTFo2
YfiJIKrg64Dd7jdgv9wr6Ye7WY1ialU6SnI/gwPezfY4/C41yIZoj60btEnR1lecyQv5x3/hQKkO
qtDC37A5f8UZgJ0cocau7jIcuVPS3kIhls8tWCjPYuZfGxa+ALen9b3WJ4OOTVpAkZzei+7QA5S7
9r0UD73D+hSnywuPByZBVaD5m+hYo8ohMS1HJA7satH4oiKI471v2iNAZlMAYw3vifGqd9JmZlSc
paADbBN7fyLu56UdQH/P5BdBJ8/bufnNN5IDBJjVcBNVVgy6msyVg6zHz2NhreM6Tn61JnNzkQr5
huS3vmH8lY+D3f6IrR5GUcB2IbYKROs6NclKodrGZrF7RTycbgw7+oqBdPR0zelIxYYSH9qvQU/S
lKHuiXU4mJIYLruw/G2oNyV6gw7NcHKbdXrFE1SbT3kXvFRtgeo+vGO9W8oJj2rTwV2gQNrNzb2d
2gUSx9ba0kYkz9UP5Rbk3GNuq7A3rPl7YSv3UYonlOMCqbKLcgmrse9CZgrWg4oCqgJVrRgN+2uo
GQ0gkRz4IluQaJ83/V0di3IbN32zL4gUOTCOswc0Jagc0AStqUO3N0rLVxfU1ELIq8+xC1n2Uxik
uYc+XtlkcxzeEcvtr+AiEJg5585uCf91oxr6tTlqTHLh+GYCt6H2w6FiTHqSn9jShbP2M0G7vPJ7
/WlCwuxlgKy8cRQuZQtPjCRvqTRCVXYbOfxDT7XC5JA0/m8tLg+0yJy9zyFiraDEegnnyt9PA6io
0QlwxCd9eoCmS6d/8J1DVw7Bhgh7ivgh5IIZZh3CTd/3UouYR5NoPWVkfAuy0He9OYONpI+4Mkyz
B8xT/9DI8kYntIhmRQP/OCe4eh6S2wod84KaA/fA99ywb7DlemqH76qmxXeZoogHZuLPeVvVL3ls
+jicdHZaU5IerMnYzTOScf4lFvS0JYyW7fEtKbDE+jltdggoydkqurjaIku2sZ1dMRif0hDpojE7
u9qx3ALaD4EGexiZoevTmdpUifNGZZogXaIOtRppdmb0ckUSGn9OEHQeOeliX4ux2SDbZwItutil
YDTvSif/oVQSlYOl0Jsac/uWcB3/wbanr7YMs53K9Gz5gxvWwmPJp4l5Z9JK2EWNIEMXFsZ6GEWx
9QFgzNS9PJP0901tqNVuZMvv1gjYd+lUviKrgFFUKcPOaQilRD/5SghC+s0J7iIb1y2CwsHmSgtU
M5kGt0WiufbjsF2njv/MGt9vJqO61Qb+4AaJ4aT7tPN4JbSLlkKaV3UFrzR/NSsYgy2wSfYo1Y74
C+weQ7cZa8IcJf8eR+ttKgiGqxPxlsaxxudHUSyohu5G6dqBE6eZg+PTWRTZYVh1RF+zOYxWjKrE
Cj0LL9smCOkBZk4KvFEhp5Ztvp/5u7pv4M/6bew2ed56CM8O0YBCXhls+L1IkFxUf+lGUbpwO8fd
vKI1WaBQNve6jlY7b3OE/JLWGXXxHXRU9AbQF1a6lj+S9QDWB1TmDn1bsZtQ0+0w+bbM3KRY6VPB
ftNirzwv4rBpv1Ac11FMtzxS4r/GUDw2xNw0Mn6ERRXvBqrjuwTOel1CHxOZ+FZxb26qQWGkWF3e
OtlD1/8aOKuuFGHipNO1vYP6q9Iwg9Tll0T25Pxl35K4LHazXuyGdKCS09MLyOVf1PC/YZiGIEwn
DC9n95oUFYGrnCGSxiBn6w50yH1ky89itH/4EKe8qYHVgyzmBowSdet4vKP/jmqVnv1qEf0oemxy
4q7nvSj5KpUyrtes6A4AXXW8ibFubGCPo6/VsbxNDv0EpYMKOQcGdBp8uOsJwTFWIhpinGuzm1Al
ZK8z26eWUilK+v5em9uvFnHUtL2Gl9HPweqBBOdUie7dQcqSqxWBBAUyTLO3n3g7iEgljBHUw16H
ptAj1nA/S9NLDMfYWVrbUj8gWqGhCMZ2ItQoDBd06ayp5RQr+y98EfcRvNBi7Ha4DkY6IM7MjpLU
eNQfFuWaFgVBn4Mlz5qbtH2znYRkPkSsjzp1K2Y8KOKAlW9SH/l0FVLFVysopHSrlFWlQ0EmuM9x
lVBhO9OgWOZPpL2bB47xNDFT52pz0CpwelNM2OOoVI9k4z5k5fAQpB2nPtZNu4qoA8D28X1rODDf
BK6F9HUp1930AKcyp0N3GzD9Skd8ioR+F1KvQQITdnjCoFrOUwUyJNRsT5sKY2cjmVrrffacZwbK
t7iATt3fEiKZ7DTTf3CcEkt6Y5c/Sp0YeUil0f2IFhdGTfw7oqlOPaos98jDSPEzZ2oUCvc2mqqN
3JspMzdVYMRj/g0/B0eNmEcXIbY9aIoK9kvAkwTs/1NTCXGcjQIPQBFC4S7x+kaFnm0LbdLXkTmL
RfvdeLFoOAFE7fjgz6rjgqkiCsoykzu28cuJVLwwcp9su9tMid/eWTPNYvRsvQdNlUeDRmgtNP2T
RR78kErPL8yfAAm2UMafM07ku6qNns2BPBvOYRBDWnGjp9N+yoIne9EZaFlGQG+9CczgDbTCXyqy
jA2pzAL5E5hGIwNil+m141Y606GO8WEv/Se4JEAUJ9zofpY9ET7Er2GWMB38MXD56YQjdxUtQcOx
fYfm1BsioERzmT/HevYpqIFvljY/ZSjocaecEZLOQII5fu6dSl2VHazfMR/ndR0MyByqyg2t9MEJ
I+n2FZDIyOgkpwfjQYTxwWqDVwum4qyQXy7z4DHFgrc3QB1hPyW7Jxgx3iRen4RAddT+K9XaXe0P
D7PaP6uBYrlK8SvJhu8NOhuqU8RyqYFKxGofP9tR+BLP9g+jAUuVFZPlYpPF+4f9edP1wfdUpBvc
oDiekHbWtdgS37ko5nqd+l3CQSZMAWurwRMCWZZPW/na2+k3KZ1HitOGy1OM3D7o6JuC1AbCh9cB
d03cPilt/0ZZAjpcSZdpzIH5gcjkq5a+sdKnieVqTkDfTTn8JXM9Wp+novhdo4KnQoDnibDyR4dA
SfQNCAJ0R5IRgEVqGxpUW2Y9cKkSL6TLZluUUbaRTeBs5KTBy2WHF9awBJWasOz2rksXVnlS/Rr1
9i2omw26pu9TlqC99BHC+gbAadrgu5pqjCsohK1ZzSu3SbN53SOmSSPiXEznR1iAGBcJO8ZwgVVb
KMTBHZfuECDJURy2mCkBWMj46bvlersBdm0TCGPvhxG5yyy7pzTAREH4ZuAVgoGfxoSqU2pZI7Eq
vGmS3UppAabraoWaTKMw7ItYg2uqIK5Jq1dlUL8lBpspH/flpxRQA8c2B2uNRF+TxPdVQZbqbHxr
2/ynlY9uoEGHlIJcVG2KyDyiIAOwF7R3L6y/0DAOqLxp4Gsolushe5BTm7pjwLilZI0xQAPGz38I
cgwh7VDrex8PSW5CdaWvUK57LofKAtH2YIzAq6YJCziMQfbqyeLYoB89TzakJeLrN1Wl/GX46Ch1
Ovfr3B4RggqoghLH2rrPKaeEevs50UkoDwQHc2Cgekm1QXI1ZLEJFDZ7F/DRrZTU0tfBMD2ltQMW
IFdJyzFe/BxDZAkoZkO3d2nTY0ycJsInhlL5bcX9XqmSX3aJDmKBBOM1QGn1PcASt9Zn8RZZWPYM
ET5M6O5r2MzdSLKHLgiOH+yZuA2eI8Xt7iHBrLAzbUS5JNGrm6zvMtfKwon+vO14DhWstaUbSPg0
FlMsDc/ULOjShl6qaLt4quUb+vSbqVR/cLoetpF624/9NnTqxygwXsdkMm569JCUj/0Doj8CAH5N
WvRTK+NDaPZfuoC3VX2PdOcz0aXfesOXb+gJsORYs3XQVNYi8k33bRXGa6NR83U4dck2USfgcwjn
3MbKdyTTbcdWviHb+NG22lsSN+GOHpPL04I/jNyDuQQMOgkD+HdFmrh6PWHbaBZ4vf6FoyRcRMiD
rlLNC9uWE3gbwFRj6LuDFIdGlj9LlkZXtZLukBKkC3tZp/1cwWLjqAGgThseBgp93+Ol6Ftl9dPU
KdTn00/2IJ7sEpQflJxVCVvC09WWRkXJdsg0579Cta3u/F7hPXTf7AL1p93DYVdtWtQWFisPpSbi
HmVCkDHb1QpLbX1Def1mTJ0bQzi3cFo1BPjzV7CCePsKdA/EgWmrDDFfjqi8+mVhMZ5Wfh1uamk+
GBYeisZPnsaupTdjYO/sgk84aR6zzngcYyZqLRm9HvOeaQ/zLs/MB3rwYBJNOMmNuvTee4lJECH9
zmbLAS+8QUgQsVczB+0JccvMxXHaEdXkdlGDa5Ftk5pDKo1RT7lhY8F4lkO6VkFrP4fUK6hzkwWT
Vs2P957pPwJh/f/ZPtb1yyCs//Y//+//+F//57//7z/bx+//zb+jyQzax6BdaAcLSzdNG0jJ3/1j
Tf2XY2PicUzgL6ouDDq3/84mk86/QAY50gIXoeJq1AGN/BuBZZr/EsKmz2ubLLI22r5/gsA6BohI
Z/kBaIKkxh9mAS45IdBgUwlzZ3DAv5XjREhKZz3RmWpc5Ho0OmrN/63HhfQa1URr/0eX/QwX65iV
8velgTBptm4b/IYFGvYnIWmp1DpNUqLQo+vCDsso76K+iVybktkV/sz5S0ErouMO3/SdX/UHnwpL
bYhZBzC7PRgVxQv2VQD7F5wC3/Hlu1q67f+FKvr7rhwkAYTRwRZDg3R8V+BhMUfT6VlrUWgc0A1N
rlEZ0/3lq5x7beDPDGxeuG0sZ4H8/HFDuHmAYZSAOUv6grtWTJCvJ7U8dF1e7WmFc9od8W57ObBY
7codHgOE/n2H0IpwBhKRx7A9uXalowmIK5PGZtuQ1mDU+T6D/rXpMwGpgH3u2l9sL5fv+NwrdHh7
C8qHgp95MlqclF5rLbkqPqAJqAu8iqqLYCjUSXOFq7O8opNXqKsmolEh6f9jxzy+QYok0YSPz6C0
N2GGqcFibCRRSk+yRm9t6Eh8Qxsdn2PX451fNsK7fKtnhhADZ5kPdG7X1E9ebh6FsWbTCFv3Yw2A
uXBaueZltuaV6xzTkd5fJNehPq/SThcot4/vs1c7anlxbLLbSud92dIkVGzZ3EL6oZtahPbu8n2d
eYU60SmwajRDMn2dPldlBKAeWwY1v3dGDlQRdq3TKx6c+MoYPXspWzUMRDYS5vYJFykl+hmGC+xz
OpY/qaNQ37XT9gkShn7lSucGi+BCjmMhdOOFHT9Ev4/ZuptYPMQEXMBixw3kJQu0OxIpm0/ZuCAW
BrMM3yB/arf4VzL38lM98znqQsNrhOBVlfppJD2xYlqMEx2ae6krnxwfY69lhdO+arPxFQe87dq+
k155lWfmH0aoBjLRtNAwnWqOinEqR2Ti5rqINNIOggJrEVKnTTAOyiEplW7b1Y65wbZf/758u+fe
LG4gpgAMjY6mn8yvGY7JDuU/lZ4ckQKgFmIVAcC5duUoV57s2Zt0YCkCobRh+Z2MV63BecQKaKxb
6eBNxyWyHzGJ/SibXt5l3RQ99ggwF3a9YVxbRs7cJrOPkCraLgNE3MmwigirCtTSNNZ5GKe7Bh87
XjAnwb5dhFfepbb8WSfzHXYsSxI1TwVHns53jXCsRFO5VlBjUnIqsE0K8ndQF+C7QSPe4k3Q8VtX
8gVPNkrS2PpLUcPiyrSrLc/zw+/gOSNhY3YQxjJf/bGocQbq+znkd4RiZDj74SvubMeLAHxTOKnA
4oWc/gj1+IYfvwLmrf66PLbOTIhs0ZgYddviJLdsuv78AUg3Z8TJhrFuaClQxTGTG5FgPJYGbuNE
4J+7fL1zL9kyYbipywYR6Pfx9cp8dnrDHBhgxYiuLiqFq5oElwaqYl8Zy2emKYNtKDsF833Dd3Jr
qElqDO8ZBwo/JbDF6oGRGNo0vMihq+nzmJJ2V1/+ssohfaiXbMh/fKsGjVLgZwKvDFDF41udel1t
clJD1gHd6nVnKHKHhgdR9hImdvlSZ24VKRf7YgfoIOP2ZIYoy7bPVYVasMUS9DAZgnaLD0A9HsJm
QxASGUqmGlA9xloK+qPyLl/+zOr95+XlyawBNE8JCsxxLNnLkA3QllcN6KzLVzkequ87dcmbZC8k
LP7OPBk6KqohzLUCPE5KNJHQM/kZDJNwC0f1odLL5OY/uJ7gzbGvZblRT65XpnkLEMkpPQk0zXXq
ZnDrMud1DtF3B9Pclds7fofvt2cLGp2U3wlghgVyPFxUPfApfXd0y8pGXVFSDDbzrH9PSiJeml7V
bgynLFzZdYGLt9S4MiMeL6n/vjqrG2o6yUFrOf/9OQ8oIE6aCN2K55MbxGyE5C/RZXPoVLMmVXjQ
6FE24vHyEz530eWQyMilxmNpJ7dMZUCh+RPX3kCs7z7Nh9RTiYNEpjQnvy07Tp6suRuuvNbjJe79
Th1Ezaxxmq5i9TjZJ/nE8NlJgmhKqTArJlFh7qJykmu1QpCxQukxrjBVdptgLsWVh3xmBDt8nYRK
s3Eiq375aX/M9p0foaZFsullLSACRB7BbUsJbo0qCwVaNav7y8/33K1qGidAyT6JZW75bv+4Hnmm
cazrRIpQ6KI7HQXWwTKHal2OUqLES6uYGF2lfibjQL8yz5+9VaQvnNfYjwLLPb400QD4rlHAepNF
pK8FJ2UVtu341vEj8LCBzrx8q4vw/I+V9O/XSm45E5zj4GFwTqZAtddlngdG7ZUldXoksKaH1YVK
VWDO5WthScy2sAbVCJSBE/6Cs0VUgM+KLnyBE6wfrGsbxpNNxt8/iaoIVQZ08iY1j+NnkChjGs1z
U3tWNrzyfdkbJ6DOEMSLcdmhaz9SQL/FGog8Sq1HZutBbEj97a7MLMdr7t+/A44wan7Wh2X3evw7
QLCQPpMaJHN1SLdaZ5oPyYCWXZNFdOXjWkbUf+1n/r6UqTK6WfJUNhUnr11xcgh0PUSoLLCcO2PQ
i23vl+2Xyy/73ODCaSvEUiZajiHHN6Sx0oWTLFrPqdGy6xEhEimOTgB9snPxANKkv3zBc0+QMpYp
maeAkshl8P3xIUFCrDCSVa031mm+6Qh+PxBmN+wHEYfby5c6d2+SzRF4ZBua7uk4rgQt9rjjZaUp
8W9YdnK69RiNjKBzXKCg1eby9c7dGlg8jeY1ZSJncW38eWsNuNoBGzF54XVPjCpC5B3h5wDbdD+5
Miecm47Y9UmDEzHjQz+ZeY1RpXoShmDWCjSfDaKYTyCAkgeSvsDEsV8nnYIc4lU7Iia+fJfvRb3T
gSnZHXHu53+2evItzqVNSJeMyLlA37NvHBz/Y6R3ZB737UZHNfEpmhr/5xSFDanWM74IZB7Jhoge
as0IfPyHFjHqOkPQbt/IlA44etzQJ/gFFJBMrcm+8iWd2Q5wCDNNRzIa+KJO5m5SBP1Kh9HrDXmi
3Tn2eDviyXl08hy7VDB2D9B0xPeomfKNyEfnn0+nDppICcPfhIDKWDweFnAYJwqZPnNXmCirNOww
YsAqNQM3wlcGNGBuYEwpfuN8L2uA6w2KCGC4RmzD6c3r15hW99vld/jxibB4cu5edvRsF96n2z8+
QvScVd9aSen5UMc2VtjZKM6t9gA2Vv9WqZN4TbC9PsE0nZ6mMpJfL1/+4+hd1m7JI6F2y+bhZJPb
G6UYcF9S8DCtam0ii1rzhMRWb/AYQKygFQQ1icZhnV/5RE9OicusiqmK2VsFqUCBVS5zxh93PlNH
AW5AMBdPRu5Ks8FZ2A+q2BKVVf62lFnuGzmQPYytGbt6L/UHArKG18sP4ONM4WiMRUMVEuw2Jdjj
X4GjRpsLBMSeAGHgGimqsRa6x4M1FdP+P7kUU6izoPwhFR5fiq+4AALNpRIQrj9qpTZJRcMIQ+8p
lFc+tHPvFXMa224aApplnXxoA8wKESMH8TDCoXiOCWYiCbSlQzwhvv85L2jQqhqBNuu4Lq9NTOcG
NcslM7ADzIc94fGdjshvpsQJS69OQv3GlyHmB5QIa1+geU10X9lxilV2C2H1xsi1KzD+ZeAcz4rk
GHDYoN7yvpie7Ayw+VZWq6elF3d2fh/gDGB7FKI4nk212GkAt68sAWcuyKabZg5Pmt7E6UG1n/pW
2BgZvFjWUFUQROBrGk1t3VrjfIPaZyyuzPzLqDy5RXY+qm0tM6ku7ZPX64sSPSZtZg/+GGB6Fuy7
CdsHdbrGv4lLCsA90qf/4IvVGUqUmLkuZ7qT5aYvytjW+6TwrLb1tyJF2TOKJtiMplM/KWZHfjBW
Hm1RQjRuXLTJvWzD4a9//BWx0pFSQamWNsJpbaex9dxpghYzhtFrPwiyyrbCGqG/mXV9ZW44815Z
n+kA0VujdPhu2DyaobRlmNYEZGFC+dXoDroHDMEr0apkgjXxXF15refmxGWPyblmqfEIuXxYf1yx
gRkcTHZeedSA+6W3DmiFsm/yyccVOK3U1OgRHiJQ8SJqQNvGxELuisC3Uu8fP2WxVJnspTCMquXk
G+Kf9EpK8xoLkeaMKEpJVyagXQNYQhiMe/liZ0Yzt2oyqixKaCxFx3c92wIRSddX8IRbk7jETDzO
coAz5zhPTP6Bh8Ra3V2+5vKFnHxBwsJzZ5EmQdPSOpn3TVS3A96Eygtg0j0OvbnELYvs5+WrnJmG
KetwjeVYTo375M7AtkOnmiDidU4tUDyL5OAndPZnqOozIFL+2Soeu7TczjB1/4Phy/aXGYLuEzEy
J7eYC1mH5mix3xZ+c5uVUb/uQ5wf69wYta0MC6DJl2/3zItkF7F0Mqm1M4JPb7clfa8WfunZVkYu
TpsDTg+t4Wta+n+pTR9hDOyJvr58UfPjm+TTxGJvUG82VeNksUl7dVazifJfiRFuD2XBvocYkD+X
hml/uXypMxMCoxM5t1jGKc/2eKCKstFKJbHYP4o8WZdVQmChnyk3IIGh+EoQrpevd2YdNSxyh/CK
s1uyT3tSvCsrJsKu8fQ4LNexwYfBYZQQgEiEEsF3MdzWWk1WB/Px6GEzta7Uss7/AJtTDSVDxtHJ
DSPyClnI+AGQofNvtZ92t/qSmWgD77otHWMxLizZs7lVfIlr/fPl2z/3uG2kDMQ70d5kP3H8uGMU
ewjRoeuyw4Be6ttYXZqStnTf6+OBCT/bXr7gx3rL0tcUfKcUePgL+2T+tTIqbOA6HbLvEmsXJYjy
gnHUXFUZP+VxLvZkHoy4komIHJUsfkOxRLD26JR4Xuz+SgbNhymKH0NP16JKS9CVfVqAVpOh6hyj
dQhLGtq7eoxNlJW+sbl8z+euwjGRaVBoFifmk5ned5IcyLq0oQOm8yZuoWJj8LnWm/rwkeooM4mY
cugI04g/XU8K7lEnYRtJbY4uNCP7YOFiQRAKSYG+fEMfLyWoCuoGCwmaG+O0joKPlqlNqrpb43b4
iqN6fLWnBtcFCfBXNn5nLsVuz6BXy04br8rJ1OOMGf45e0J/6Acz/nYlQkEvMNwtNkIws97lO/vw
PVCwp+2z9EylwQ7s5LBm1sDPowEBXz3JH0CZ4OED9dzU/SKTywblyoP88PFzJbpny2mdEgoz0PHn
pyVTIGY0fnRdwtCNcijDcZy3D+pg9ndq0TRLmHeGoaYJ511f14px7XNcrnC0SC/3yms0oa6a7HKX
sfvHdgifXGkikAbsxgTbrANg4YB6/dH4HPY2+RoZPPLPRjwbdMKyCp4etJ6JTTGiWbR0ST1eiwBc
FrAPP4gjlQadkuLn6VozlCjptTQjS6FRjG82ovtV3QbVIzyh50lp5hdUJO2vcNTMKyPtzKtnK6pR
AZYm/3eqRsKI0oDsoQ+VFtF0GPDhuZUKeTeWYgkyauSVuedjmZcp3+H7oY+KtoyWwvGjd7pZdGMn
Z7xTkoIJfn22D9lc8/WmadcghzRLjpejP+i9S0Y3xDTaSCnJtLFf/+5Vnere5dF/5mPjF6EEEXSu
SJpcNh9/DIZJ6/QsZ4Z2EY3H+6KySI9WJ+S2fG5XLvVxH77IaVjmec2U31n/jq+l67lWB6S8u4Lu
nBfbOMVIkejJvjLyDdyBcAVxPPfmeZjcqG+BL2HH+eevnN0p6BmSI6hzn74BsGA5iesC0w3O6j2k
8NTVfSPyyoqD9UCoyZXZ5cznTiWRlr0wUUmwFz++56hJh0hiv3WFQWiAZYbVnaZUyqGxc+WX1ghR
eQb8oieEIuOwntnaGlce+5lBjmhh2e5QkV6S145/QexHVFNnBjk1seSgq7ClyMSeX/NRn38NBSEd
Vx7xmc9ZcuSgRkE9BjbQySAfMj0BcePDK1PUISQzVIQHkSmI1xVpVoiZ2QdWqxwbFkxcw8cJfnlI
n3nkHD1YQVT2ONzy8vv+GNJhbKISsEPVVew53qjpjNFpqlO5Ba8CY8I3rfolLXV/CyAX/TlW5StT
/Jlvig2GwQMHVffxARhpXKNMrGcXRhly9Q4qY6EFBBmIcHAv3+uZvZWhUvJdNGPMLeJ0LzkGfZo4
pQ3tpMvrwE2gEHogdIxbwkV9IqIS6yswtdq1Q8XeJamTGuyxNPN+qq3aHcw2vLv8gz6+fJY0Qd1R
p4rAX56sphNlPq2nheeaRlDeBZEc8XYScUDcRXrI86Yk26fut9Smrz2Kj1suKlOUe1nc6KIZpzVH
vLGjOTqjST6IEe0sclAOCp/kFa3sx6+JLdAiO15Gl0m06/Hgigj9EWQ2mC6flf4Ctl/fxjjr3Bg0
iJskTCBXRvPHwcTl2LJqi+7G1E8bswo+NO45wNg0Jxm8mpHkdYHMnTddbi6/u7OXolFGoc+SOju9
43sbSJ7BGp1Ll8VYW9udzXfThIT0jda1afHsY2T3wYQEH4x95fGl5qCOFC30TbdIxO3YxcEmEqnw
etvv1wC7oyuz8LlRyd4OKTDNsqVqcHw5FcTvLDVOd/pUlZ8QBAMRRVG9biFPP0NXDYkrEP62kHl8
ZTI8e6MWtS4+TZ3T+8kznemm5qIfeKaRVq/7UpDZA9rzLm+bdEe/5Fo35uz16MeowhDUa0+b6Zpd
+FNAHcx1aG3uLDlkn5zA5FyX+vleRkAvL4+Zj5MthbXlY0fVQ7incTLZxhkoY4D7+HUlD5A8HsIc
JrO+HebM2AROgqeoA09v106ybzXz2jnr3O3S+KTMxXxPjeTkc2zHMhNJyuPVy8nZ+b4ptkiawAa3
oBbmkQCFy7e7vK7jrapBiw02mCSUG/XNybgtpyExYDZJiFZxfZfSw35RGow5Q9r6rmhaC2NacG1/
fPaiHOXwOQCzo2RxPHrFDDfGtAsJA7gxDk4giiWKo/eIJfR3E7mA26Fs9c3lOz33YmH0L6IMTn66
fXpOGWOBAxkuBjR1fJ4dOM8NOWYYZrWwl78TNcj6tapFCeKYCJ+oUVvhp8s/4dzLRQBIqZRVlLX8
ZCPRhtMwwwQ2XRUv/KEYRe/NmgJ6XJlbt4Pps/3n16MOxamMZYRi+Mks4Yx2mmaUFl1FF9NP0H/a
BrVn8VVDWS9WTVIkPy5f8MyES9kLncBSI5Cox45fbJKqZUEak3CHRiNaMpyijcmW1wus7uflK515
lJQK/h9nZ9YjuY1s4V8kQPvymqnMrKret2nbL4LdtiVq36jt19+P/XCnpRRSqAHGAwMNdyQpMhjL
iXMs6u2UfXhINuc27bMiN6rFC2tg1gjW/YmCprgIkSI+0kDJ+2prYK5BXBOVANoyrPW6qizXpkXo
XqhDIH6SanLfkxY02tnUhh0MEQdBx/3q8ECMyIDTV3UDxUH5a8TXNoyzuhq6Q9Ns5FePB/o8plBk
F2mKMDVcDgdBwM+JmLUbQBsBRAkNd0qI3laxuc4HH9IwkgVEScwfky38H/7SFZ+KcdDf68ii/FEg
xPoxSZBPF7VsMgRSguSqF2J8SytCp9FQdufcj/zvBLDku4/3X33N7c8ju0F4DdEjJEE3dxf6DXri
ZRKFrpm7T9xMpt3nfHx+bGVv17kpNr6fh5x4f73rXTVMzGIgBSDSsbpB8yaevcL7WnhB99zDNPnY
2r0TpCXHA6PE6Q0wQ5u7YtH7I3Ls4BKcuuFsAi0/BxF0T3pcTtfE8YoLs1pHONL7C0pJiLiBr8wD
x+1ZL9G20i5N3CW+2Hqunw3G5WFQjO0rYcar2zWEdkTNhCgg4VShbW2qGiBp9iFPuqR5Mr30sYcs
igs72pLXaO6OevNmqYKjl2VnfQ65Ie6H4QgFCF4bTacEQbXWFYoqHmyLXkggq578UvR9f9A/3jNF
b9Ezf07s+ds0tCkgAM/QoaCgblj/1pHbwG7CrABXAUGHA0++d0EdXmjAKGSC/MvmBpD5ueM4luLC
qHb1T+0O6LeNi8zPAz2qm15YNQ+1DQfl5CNko8uyunQlWlIhAlZgFXqemmC05bc5HpN3Dfiay+PT
/DPi3FxReLJo5qtbqlPqXO98ledWFE8oFkzDDANVa1jiRZi19iEVMKPARwEnnpgK8+MymvX7qB3F
u84uxa1pOvNdg/D9hyANYvAVYFInvY06NElb+QF1j/J309EsmAADi15mA3XK45/+03tvfrpqfjEM
QSmdBtjmJtY2qB6UeZKL1MsvVY06h9Fk8MYgTge/JxCgpOj6WyZRRhy9rL/B7KwxnCD99wiwMMtu
0Wh9/JPuPBG+jllCeoF00vn/TYCkMGLlmCz2OR295Dkusw5mX0TIPmaILn129Ki4vt4g14UHgMaV
Kuysv17UQ0euWPuQfzfsJzPprJdamhMKEWX1XMMmcXCe7y4Ps26YAZ9L8QwNP/Xnv5Q0vGaRUPsy
RmWLcbw2jKsATwCPwAT9FD5e2l2qpBp+ygrjCIhG6Zu9JOhF680Buz6Misy2o0r0r2EwWUhhVNKz
z/SnAMVq5HuC7sD0zioDhr7xtvwGnvGNC9RIxjo4TWyEraR/YUwrDy361mfblvLz41XeRbdY4P5R
BoQqBQpq9dr8sqEwj7SUohi4QO93uWhRA6EvjcGwLjxo0f0RIWF0zT4jSDGEaN4cAcvvC8HYhzOb
K8TEAH2izQFKsAhuKMU+Iz1hF+kIMQTdkD7VHqJ8cNlnjQi5R1F3FcZofA26cX6XeXWDwFw0nh9v
hjK2utDqxwDqYaSSwgZt7fVm1KAgDCXWAxkIHAtNbXhh2ZXd6y8pwQLHyoeOm9bjxuPpTTKYkVfZ
6C/HaEUgawmvhwQIWCv+4so6Sg13V0WuZqppUZUPr1cFgRVkRsCYz8immc9jGZdvZTPkB3t3F5ao
vSNpUCA3POI29DTGApgIOijwKVvR3xYEb4p9vvwro2minQHL2x9nEEcHA847Dg/4LRk+lQVm1O1N
ZpQS/BnIsEE4avTub51ZopzpuLV+XezGSC+91R7VhvYtclmo7VHM3sLsWrMZ0FBkbgedSEWsXWVQ
Vzb5qbAWEOqKFuS1Z9LiWSQXo4jM2Me2tYmaZ7aYyCwgW2ZqkBX5/TPtRufAj99/PazQYwSpAn2J
tx2ksYMoTihPMwy1xNkHs/XRx22D+f1Yyxzg5qwFCJLpnXOAI7zfTIIui+yIm4ADcjdXgSyIOy25
CjbjhE8S7rwnWx/9CxJT+hsHjYqDZd77dOzZVGg80+PhdjbPB113pIS7ANB0b5cXG3q9ZxnAxxgY
ExFSRM20cvzuVBXIpj7+jDuODtMMlfjqU4LX2/iWGVb0ERy1dXbMDPW5fkSHuXfMS9t5RTiDST7F
xtBeC0QaQ6cwp6uGoO9n3QG7+/iX3D8uFlKzVDPoPnFXtx63R2cI8WicnGYM2QX2/OSsG7334kIj
eLDovc/LuaIsT3QHgcPG83QiHjUTofdzLHsn9GprOrfGrD2ZjjecjK4fD6KDXXsOe6smjlViuvZ0
HeJdI5hRjhMH6xJrBRso3fyt5KsyIdvNB+nv3lYCHOFmwsYDEcDmm0p3dEkXIHHIfEiiDDRnwjnx
YeM3YMd//NXunbilUhNg+MQ/tDg2pkSnZa5VYqr1oI8MCOxCq/SPEFZ7Gwh2gQIiIS3VYbXgX6KB
eJxhb2pa5zwy4ws3Vu6iqTBHkEOlf3mDZxz4tj2vAwAJfBUNIjZR/ZxfzEU0Pc3aMxhs7TqIbKbU
QAACaRhNb7uXjsnuc4dO0sEhuY94KOOxNm4BoyJ0pdZGjXqm+ev19jmKUc2EKieQH5FMkU9QVZGA
lMjSfESPqviPnWn1y5Tp02+PP6X6VOsogx/AcAJX0Gd0ezvBB5sLlGdgwM6zmFGa0lHyKWQjboYW
BF/Jd1Gw1yDc0tx6/PTY8t7npVZLgMNz6bH89dKhGy0rd2S//Ryy787um5MQlbgFcY+iZWcN4WN7
P6fst0ul5QuNg+HzivmbQLbMHT1z9ZgL2QUj5G9xCbNpFEv/79En8Q0RkjZLCEIitwhdCyrM01yI
8r0+DXAzK9nQE8zkNZTlU2lAZzahb3RKRN+hfy4r9MiDJB8RfAeZ970TrvEv1Gdxfy4hW+yeQPxn
kBzBgkeVxHXTfyyvn/7M3KmEQi0qgXA4KcTiyGAN9QG8YeeIqdkgMG34BcKuzbnuq4T+9cKAeDMx
H5RkrnuygryHmRH61KRBnhkJ3gbpPWhD8r48wg3d59QERJTnbRisFK54e40DqwtqJ/LhrVx08Tuq
1j19HbfVf4y50cWwqLfyS28ASoWKM2M7CmGZXxtjdjuI/IX9W+XbMW3ypG2cW9bLCA0V2USwqpU6
otujJPAGzVWkMHchVIRUUjEeBSQ7rpXWMJinn+QGpAbro5rOSwG9HoGdp9lTaARz/mVUXGUk5POB
a90z5dAxBpVAzw/czdqUlcu6NriQnBtgl3w6WjVGt/Bq5P1BfXbH4anZoP83tXkQS1t5O8GqHEca
bwazzn9bVGp0IguECA1E6/Q0OdVyfXwPd806HgNk5M4oE20207Zj6FQEK4ThfkAUwe5sNTkpK3HS
a1n/FgRCu0R26x/Y3dlZuqcUuqg+EW1sO9GJ35VTwu85661VPMHVCu05HKbICOg/Hq9w15KaNiSu
U6jGjaNB2qHrpzkjY0YPGkAwAoSB3bQmtGdu88djWztPMS/jf21tooyprIYylsTKSZfrXwa4cP6o
VV/6sZXdFcEPRU2FoBHevPWptPXKH3MTajc8XwOKuwk+y8osXyDtO5qV2jNl8JFMElI1fbE5lQIZ
7ww1aBLE2mZAq2XcAahO9mTKInl+vKqdk0hcQSOEFh5p4hZ0ijDuNJpJRDYzt4Ce4LJANQqpmawe
4luWNsZnxMuc3x8b3ftgYNvUwaCpRQ683krhy8CrBj5YPhecRTEwxmuCmn9sZW8XSa8JKBj14qNt
PhjlU+nODUvr2tb8PW7Lf+rS9D67TfY/nHWWQpAC+RQVrs3nsrwBgOowWWfYcsW7CpXigpc1rhH7
ibSD77W3KMJppU/GCTG29b1aMUbk6MqeE3PsQ0cHdtdLipoV0iy3x/u395UIpqF1sZj7pl+z/krJ
bIxOM+IbjQ4G9aWKk5uH/uL5sZWdEIg4ExyaqjkxQbaJo9Ej95FjmHlX+vYvor7mUmTmcjVZ0Hlw
h+jpsbndRanaKHG7Sjs3i0I1a7ZrX1KfoFT6tpSQT6MTi7p6+NjO3r1igv//7ajv+EskrV4c09Kw
Y43MaRmGU59g2pWgf4IFSowgf0FjNjioHe7uJWVfDPNs0hlaG2WqBfLZcsFox6ApIpqd+D6Iub82
iee9y3u/qg8Syr3tJD+h2uMEDiG8+kW/LDM1si6VOke/deryuV/qP8tYNw+yun0jHBI13cLw/+a1
nP2hGE23o8JTDP1L0KRA9c1sOjiIe19MDZjplM2oW921uQzUZ0RvWmeATOItzDM5wuwCNfgZvQY0
kt+gf/bv40NyvzAqLSbFHfCPLnRCKmxd7V5v1sbI2Ycv1YSwu3Y/G4Plf31s5T69UfUcAxS+6gwz
9bq20hWDmSQM2jJF4uU36PaXN2Yq/PclGuLnYiQGqOCdOJdVKi+PLd9vKZYhyaSgjLNicmxtGbaI
egRWzofzywI1TEt8B9Qs31QIPzxbdlRenAlQ82Oj95eAQpKqPCoMLYNYatN/2VSqm12ecPmU4IRK
ZRzY2HNPC22n/w2N36MpyX1zwDmZEPpZN1ubM0TswtqjzFUuulCBCM4RD2g4pf2PWUNH5/Wrw1sG
jOq5FB+31FOI6dEVXbji2SCZtgKWF7pJlpwMBv2/ZbLQDuq5e0dUeRM1F0kgskVGC8NjJicmcyG3
is90NMcnPfHtgxbs3kEBj0Fh6mfhZlsCQ2OwJF4YQJoEnXhP4jvetDFNz/oyItAgGj9kdK4MH2/l
ztLoIkEoogYeQUpsTicwyqBnIJsvp8Xjm9zMk0sw4GUeW1E+d51xg/0i9QTl7GBjGwjbjecWyK2x
tGIGaOuVSPLZbvcBwq/s1ckMcY4qofDfUk3d9uJGClGDW3DRTWQ1Q82a0pOPmnIYLHV1NuwSdnEn
PhpN3jn/Lm161a3iiNw1AMtmEXZd8tAltvzdyGIkSmyz/K5piBv4UZEdxD/qo6y3U83LgrSgR0WP
c4vi9ZyCpu2CDIEJi/dHOx2nC0PH3hlmGISVmno8a4VWvExxUnz2E/OItPH+azIcQeyg06NhhNXZ
RCtIUqGxOXtA84t4/MN3I70JS4bj0CRX2pOvPToYU0ULPqjL+PUmrynGZdIl2u9wJGbtrRGz/bZd
ZvdGlmrcHpu6n4CAgcb2f47QUz6FpmHtxkrUSNC8mYswGfOB4Z9huuhciUuQyvlN3E/ZW2eCA2lK
HAaDtemtPfjtx8e/4f4+YpdulXql4I7ZAg9A0WiutcCFAxfv9KwLo77EYkmu/4MV9dYScBL+2eoL
//I8kI1zRnMf4UdT9k+CKBdkBbW/x1bub4UKVBilUcU9VmWurVh9O2kZEncgLyl3W2jQP5v9EL8I
d5whc6/67uAD7m0ePoyaNAND9+jv2O4gSgZOEC6N1X5GpBLZ7NrvDqLnvWV5YELAr5iK33KzeUXq
wW+7JCV4ucx+SiYoAHLEmuA6m4pTb8RH9u7fBXbwF3vq9/zyseaKnjKTKYgNztq7HDzUd4hZUbFw
qpSRTf+PPoDK/ZVfjpFiel8KQEe57m5GRI9KWSMUWoST2dro7MjgPNpe+2Qr5LkhqiPY/p1HwR4j
AVShfFhD7+jUvKRcOtQfOClaIq5JW9P4sYA38Cv7gwfvZ3tn5TyVLSRVfh4SZqc3keCEe0TXivZW
1w7II9vjFP/GWZo+eIscoK4TRUnTbc7PcyED+PcD609dIHtyajM9fdsvifltMS14RecUStwsL6gj
TQN9ZdR6/4T1g99fFNV3kvruyXDb+RMV7AHKNqtBJalqDwK93Z3DZ9GA4YWlW7o+HGUNzfPEdQpF
MblvR0TiL85AsuN3nXZwKO7Oodo4zADIUCyjWxyCnDxrGkm9EWCb/3BGv/xzjIr5VqZ9Amq+6VK0
d3NxxHy3Z1UhxBiF5J+7IcAySIgpkb8OKwQ5LgHCR8w/OBoC23V8LXpNB6aPiN3j87+3qxRLGECG
vRGw38ZzLVkqo8bVfmpNybBNzTnsIOCkTlgeAbl3TdHwAWsGlyD53foDjks3ezEIgbAHEYZ4i9Oc
MzFGYULl+7X+mA8Iox4E72AEVOFpbQqiy9EefTsP+7Hwbx5dtXBwevQlsyS5WkER/efxLt6/p8og
sEWbEQQoIbboC22i1GYCXQmNKUapybCr4ArQOX+RrVa9HeOle6NNiGkaaVb9LYLWvHh6Wh28qDsH
CCtAP5hbo/GwJXAJCtCDVelnIVwMXog+UBUuk12fHKgw3iNb0pzcwi4PjO58VVwnMSFldR6+Lbql
K3qGFX07C+EwFJcIKqKvi+F1tF5ASjze5V1T1KcgHWa+g7hs/VWbkuRyHjEVt3p8QyAtvg6+Kd93
qIq83tmA2FGsomrc6a5JD/vgYFulhqmhQT0kWvyrBqHSuSrbo3LHXYhL9KO47ID1Qu5MCrdeVVyk
CqYUoYAdFUGox5lzq+EqR1UtCH64ToPwiAF1aqsQC5BKHaVFe5sKMFtRdZFKUJhYm2+IiFw9ivOw
TYz8NEgN5tZaN89GHcmDws5dOKFWSvFIccDwb1sIxoL0aFM4Mg8Xa9CZIEMyN49gqqqiFsWawspv
j8/L3n2gcEr05wJtofSyXpolKZK42ZSHWWzWL4XnNAilm+UV3p8FDcOiOKVJ2hy4HvUMbR5dCMH/
a3Tz6Iq5WIYWFs1wiqwBCuUin78w1O3eqjLznjPLSq5B5qFcPNlm9vvjBe/appwF9gKwArDJ9YJ9
Y5r7wUQ53JyQLFtKvUcRywUx2VnJuS3ln1lQGi8SpZmDRe8dIirHig4XxlbwJmvDwVyWviYEoo79
Ej/N5L7fUp0CAu7qCBa6a4po7eczqWib1qaobOVlrZc5IwXGp6XQvS/V4DGwLPXooEqxZ8kK6OSS
myja/s2i2LTJZlovC8HWifPSLdplnMr8kk5ee339h2NolLF3gj0QidvYhrpg6uq4GyhCSyTv0rY5
BXnxuWla7WbVTCzzSGo0Adrp22PLey8XtUj6LZj3mJxT7umXmBvYKQSFo4OnW1B1NoPUujat3j37
s5ucZTvNaLkJ//vQJFV7MlUrfaDGdhCq7t1UmuVMWOEWeLU360d/OlN1E0Sm7DR4lmYCV59dJucm
L/80fPiyaeUc0brdpVB4I4U0UcSA5KHbrlQtzGKI6xmbgvHPye7kJ3h//IOC2t6VZCgF6iJVx2Dm
c729fRGjPdih8dRCLfOhtPmePsJnV17LP7zIqZdz03v1+9mFzuJgU/ceFiX7wNwcYElvi2IeEWQv
s7bIQ3sw0fq0ezFepi6Lnxwna7+nfe3/6QcxmoCtX8znbvH1I2WGPYevJvDBYUDvQVSyWbzMmgTy
0SxE/J0yVRCADUlQ2h11qjdpaR8N/O/dWPWCEr0DqKayv7YncteIew17TurkZ38OltBo3BSp9zY/
uLF7S2P8h6Sf6hDXdmMqbSevE5VF2BMI8xRUvssof9Q95W45X8ZusQ/O0f3S8K+KxJOuGdXFbSvf
tVtjieIYvdNp/By3nXzpdQLNHBTPqwM6IBiUZJQvojeyjUdyRfIV2AijFmktb6POZQcqP1yLFiHI
A+ejXuD1Y4kt/kc3Wr2YW78XdKVNMbggYtXE9LvZZUNzsqWAeArm+uXLTFPv73HKp3MXSEFT3JGf
hqp00XTL+EHjWB14w3s/xI9RPKm4RKYvt4DCXNc8u19QlU00kX+tSmfMzrnT2U/uSLkKCdG6+xbL
uowP3s9du1RYYBr2wRps27zSjIu2H9IshAf1x6Rp4gL0wHsrHUrhZNtzWEjH+vJ48/dOFNMciBIo
EsA7sH1A78sumioL7dHImRUcs6uXjvq72UJP438wxasGVx5egDxpfS8X9O35S/nMLejGq+MjhxdU
jYuQSXukP3V/L02wGhxgXmwF7t+4nK5LekfamBptEx3sjFl3hBLnsIlj/Qm8mfn8+qWpVwuEDbBQ
oJvrpbXClWaZN9yW0vmQ+C3SwuiiXf0+WQ4s7a2MRIHTocCad+/VXArL10ZWlrtCcRMxtrA0BbLH
QnRf+hyB38cru38fFUSEqJmBDLLK7UezzRnJ2cpLQ9domiuK4t2Hxm/NA0jk3ikE9qLo/tUs+7ZB
b5gVNX7UUUOoTQf0iw334mS0uiQ+5/L6Bf1qSv2UXyKdUth9mfSY8qvM+JD1UXqDwHv4H64yeRSN
SPD8TKxbaysTT6ERI34DaVg2vQnK3n8XtVCLOsMU/eXRkTzX/WFffudsKJkRxb6C3+I6r43GXVno
PPcCsfL07yiidFMslocGBvNnMzM9r9/JnxzbQEpJ+qGXWZuLYKXyK8hN4AFoumuXuNNHZqRep3sG
gzRgsp+FMKJ9mhXbA9gGZmEnDVZkUQ8tQGH0P5u2Tv+YEm16D7z0qCOxcxaZS6CuQCTKTdvWwmDg
87FoqbM4tWdGwFC5TRI4ldND2pE9Uzx4FBaoZ/L6bdyUlHo90f4QoW6J+hRHKLMMsdHjiykcPT72
98w87CMBChNVxCpEu5uMyUoypr1xumE+Rshowwn0w4g0uzxFQrGr5Oih+YgThMkU6LcY1qQzDCj5
rZRleR4LV/75+PfsLV3BEnSOKanVtvVkM2s+OlorIGXXxAdjyaN3OD04ivT4CP+486x6tEjpVtKq
ZER0cy06xK/cYqlFiFZKfrK8pr1mtQRrnYh2gKLIiC5VFixPr10grw/gAOBGMA/AaLa+HYlJG8/X
M4auWhFczEm2p2zCITipSA9S1Pt7bzFaDDyM2Xc6wVuNByD9Xq1nQoTFNCLa3jXDBcAaWi0VU/2B
Abfu46Xdvwmg91RllWIfi9zmaUwKgxLrIdRfoIr7Tq23uDA3qN0eW7k/IVAneeRKXA5azFtIh8wm
N2euPQmnfrTCokkbuLI6JHYQfzk9NrW3IGZZSczgrLonbR9LyOZKAxFrInYN0BuTyiNl/vCxFXWb
12EuFqgKo//BKeQ0r08EnKO0BYdkCksoqT7pbZBeXQfeqZbc8Jbxn528WCs/dc3sv/6A8IhTXSQa
Ui2nTZrC5Lk3BSjHhrzASLn0gbx2Vjf/Uy4pahFlNh+c/Z0DSTSkphtUB4Whg/VKEV2KOqfHXtQW
MxCqKj8XuoyfA7OZbyilMz/weGvvrzjJA5Ee/VdDscRsanx53cMvVBAhd2kT3WqGdiE5XcxzJFrn
hWaV/WIJmR4ELXtGmVHFh5HZQzKmDvAvkcSQWUTm0zSFTM6XFzOT3sXr0LgyXKm9dc24+iTQNjsI
LHZuBeDg/xpVW/+LUd1swUgAgKAT6kbnCl3uNzShxnPb5/Hn128qBWHqeGA1ET3ZeLA+y9txqDmv
iOPOfxnGiGyGL7TyKsxZC7uCo1RW3qunx8gDGUTkylOLhuJ18yltSIWqKcmnMHOYUqHrNocTnOQv
xKAB9T3Hf72bwR4hGmICKpHffMVaLgGiWeUUpt7cnAl1+osNA+V59FLv4A3ecQCkdj+JAOl78Rat
v10Uad1QyXoKO3o3bxb4Fi5tZDFklKapYTzBhaPdIkMv31XWGB3Y3nFxtPdUN4wyDEWRzbnJzCmV
TbCMvHfjlw4lpQ9TY6dfH5+YncOJjjKTx/AzEWtsyyFETUaJhusYysRS9IpS3Hje6zATc3OQl+xc
Pob96FkqxwYNwSacCUSWzVWA9/RLuvNtNixUJPXypXDo9+V12v1HK4b8wOjO+iA9oISn/KjBg7v+
gLOuLZRmxBi6wRSckjLXQ7jWu6fUG7vT461U32P9WDDJzZg4A+qUX2BaWJtynS4ygpFxf06k+EMD
CHe2GZH6TBWvCFMK/weVpV17oDZB4gA+ovqxtjeDuKjHlnjInh3/pcgn8S7J45p54yku/moCWRwY
vD+QLJDerOJpI2nedpw6P2nGyViG0GjRSImboX8juqk/eIl2rMA8pwBGihIIioz1spJkySyz0WTI
gWW0GRjEC/pE5YFT3tk8ijaMMgLF4VRuC0bLYHXS4FUNh8QaLSLqcbhFY5x911op3ixGGx1UAXaW
pcakFFME9Sne2fWyKmesBE1dGQaVrd9qb9AuyfGQ/f0dI2ylEQEtubKzRSovvpk1gbvIsHc68TFu
++hFa2eBZx4NysnS+wi1SXvwxfb2EgYKwhTInFRquV6aEJokXnEkmKbC/wve3/wcp9P0lMzQbqfD
dER9c3+nycCoOyqSTsYDtlDNLmiY+aqLAR2oAqGcRDQvrc2BoXp7BOPd+Wr0V0A2UW9jFHM7PTzL
NFi6vuTIl0Pz0qSWccsSUpLHnmNnQdxi4GCK25k1bY784qRa6xssaIry/KOZtv0ltSvUBZMjctV7
S+BFwFszUA9Mxt76DJpVidenFbGIr7cf7E53vgZFsZgMJzZBcrCsn2Pja4+ItZ9fCaJkXPDm9YRu
axCI5k2hFEk1wAVeKoj+InzvBK8F6dVCl+VJxsU83BxiGth/ZuHAIFWmOilsrTv5KUKZ+Ee/aE53
zoK++jaO8/xD8zvxdU7s4QdxawBQr4EJ7WmmxGyd8tG0lvDxB7q/VswAUmCAKkNxZmxRIgODDZkV
iz4UMfWaUzIV1beMtlHMmJxvnSBZZwgrGA/u1T31ASE51SGGCiBo5chvHq8Aj9sVSd2HAwNe36do
0WA9HpzFuNRSzv1NyNG92kpj99qODJ+7c2T9q3lt7Z6WLLGDAxd2f8+h3SZ3VBAOONa3et1TEufd
SIcB7vFOvOnIlC9znKNfNWT9m0x48cF7s2ePnjSoEVrjnFl1OX8JnG2k3jMj7Qm+Csc8F3DjXoKG
2dsE7ORJop918CbcX3bK3OiRk5XgYO4e1G6grZJXxJXCEw1Yh5YbWGZH0fKeFeUq6djSc8dVr1eF
ACgwbcCY4VCmwa1CAvdKS6o9OLH3F13REilSQx5s4pFNcDAsrVHFyMuGsemLC3W39pMdNdlJ5w6+
Gh2iTBGjMgxOI3iLIUhnwOx50BD+Iy92cpZi/KPwEGMlJJ+e3KiK//P4Mu4tDZoK6Jfgu1TM6OsN
rOFeY5KJuLi2J//cQkqensyygr/McvMfr7elAhGOH8V7SjZrW51WSw4MZFVzZydveP2iC8Wn7N2g
zeWRytSOk+FAEKsq7SYChc262mkq8QQxyZsu9SdtCrwTbHfVqQaE9NzMznQ2SdMvjxeoFrB20ZCZ
EBtDR827ALB8vcDIaKag15WLnhoJWFEkX4pslEpMwP8ywxj2XEeDd+3mwfjtsWX1N28tw9wMrgig
H03fzQmdgjhYlpzPKBuKqrCtQT2C/x/9vx7b2TsuRMdwdamRNMjy1iv0c8+TUHSRdixUiAv6iKe8
9mv0YuvpYDP3HBZEQ9jhbSU33ZiigTCP2hxBbcblO6Wwyl3rFPqC1G/fuNk4/P54ZTvfjlASnhgV
7VngB9crW6ZMoBWrktPSMdAJBaEpRVA3p2FZjKe5R484SWRwGqzliGht56yqwIu0g2vPijchH+gM
wyzajDgiXjLmJK0caQIBVsAye+03WoTlafLq6fZ4wTufcmV1s79WHs/LMlJosCD/QaYwn98YcTyd
60AeEbrsL1CVnxVlKMdmvbcsWmv0Gac26bG4TrY7A2WpqGlI3mA008c3fmYc6Vuov3RzJVRTAbJi
RbztbHGSXlRNEHEYsABmOgTRcRu/j8bl9XhsnlQ6kSqiIkPYUpLm06hDICt45oL4tz5Pvc/54kXX
1pLm0djpz8nB7Yqo71HsJoBCEFFt8y9POMQF0dJXIGTczi8+OEkun4c4soEOi+q9MU3a3/3c9qHZ
ed0LfNDVZ2vM+uWMc8g+L46DZ+9z10Fgw/07TuzoTKTR/Uuvlepr7sxIw8XyqNu4d6uYpCNFo/GN
yNemEhrF41LlNS+nmSyKYApq8LwFXFkBMgrhca4usSyXC3197eAhvT9zlJhxiTrumM7H9syNbu/0
medBY6XXYj41flZ/0ku9GU8U7MVHY5l941ky7hMfGL6/V5Rj1AQTJVGUILYohmGwgIzMFH/72XWv
S98Eb8ju89MyRNGrXSSm1BwfpM50kbaE1W6vR+404bPSWSuZ4fWGOtTa0f3gaFXTnbLOOqIt2l2c
yhMBhwCO2dKQ61rTQtkieVZ7ZwyFCNxrgYzGSZit8fTYP90fHRZHXxXmHiDlHJ7NaY+kmdrwIIVF
79nX3lyyfzKt9D8g2Ntd6oFhP6dnEFTXsyOI/v3Lg2U8Fc05iifUTtaWrdhqGjfgTs/1Mp2DbIre
VgUvXRKNkByUWd1+ebzUXYOILdG6puIFZHVtkNC1mQOhYmXfa954jPCd8iqtzkU7mddEAA5+bE+9
ZWtH4sMlSgeLJoXKYDdbG9sGQi81/rhABv1FtNb4Ehgw8MwoP4XwM+VfKsAct2qol5O9tH++2rrt
qXq6xQ+gQ7JJZGMzbyQ9QfI/16avHAuKtier8PFhQdufM+Y7royYle9SIfuLYTZHqLWdQ7z6Adv3
dmw0oxi9Puwbmni0R8CQ9MXwtnOmo0Gn+0eIoILWFb8XQCvd5/WXnYzMC4qglCF6110IHaR91n2I
Wx/v6N6C8HZcSCqJcMVuD+w4Om49NDJsXFr20YyjmSOJEnwavFpAgyIEVXRaE4Qrimx9vSDBH9aG
LWWoZ0imRoadncoRnsJ6LvRzoh2ySO0tjVFCAgdWRsy3CcuGsp1qp9Zl6GRx+eRrONKkr5Z3NUjN
8+NdNHauoaq5wbNLHxBRqu25sFQXtDUlmD9Glom+6GGfslnz/qKlFSwntICdK6rLc3mbTcb8Lwnc
Ox98mTgFnTYJwxBoCUNeqDBXX7I5ct96lUgTKAic+Yj2eXdflIIjJHwWNXL157/EAvTdqAblvQxN
0bdPcoCeamqTryLOgwPntFM4IU5EKgyCATCBlKrXpqbBj4PGYFv0qu6ubVchUqdR0q3btL40bfIl
ZV7qhmzOxN3V/bMfLP0LI1vtwffZ+Tz8DoII6m0kBNu3p5kZw5UQ1YWVzANUVsXinCBuc8+kthbz
irH36mSHd85lg8kGCF23XdUENbi6SOMxnBIhnz1/oF45DBTdnEg7WNuOR2ZwAPw57oK8cdvu0IsK
UN48DmHpWigRMCP2vKRFGiI10oeMFgKR6fXhqVmSJbQKcYS83DlN1LmpxmFbZXWbky9dRmlF5dNt
EbH+4ufWXwXiO/8Z2sNLtuMQSecAQXLLqARv4dgNFC2lLiJonMvausg+q78uUSMOSAF21wPQnCIz
+kl0hNdH1mlyOyE3HUJYpJaXdBnHS5ILg6KpVh98uZ0whVoNVBjMuwDy3sZgjReUBR2YIXTcpPgm
l658yaPA+myYmXkaaqSpSmFMp6K3X1+VAuRNKYW6lAHULti4AE/jRIE4H8Iib4yQkRti3aZKL3PS
WwcBw64PUGx+9OKA8+D51xsKuTF8Sw6dv7YPmqtuFPGtKNPqMmXJl75yso+DY/Zv8UVFOLhLdpKB
X90kudHBbu/5AMJqBsyZVQYrufFFhvT9xq/yMaxm2PFO+dLRb9KNfPqelDaA6WSGKv3xs7CTSICG
Zn6YKUp6u9bmbtiz6eZLSlM3aHpBx3+wEKZyvTf+jMzOhALZWYvgi3psdO+aqA9LIxy6VRLn9X7P
jBJK05HsN/nTKXcn7bM1V+nHx1b2rgmRtTpAhGJMkq+teKklHLtFBc/qY+cSRUN1WuaseT+Z1dGE
+e4ucm54RigcAWxYmwriOZUoew0hCscQKBoRI7ZCDtUFLsh/+qkYvuW6fVQC2Fsf7xVICk6Mz9u1
NmoXhiPdqhpDiDkmDqXsqlCXrvle5s7Rg7y3QArdOqdTdRm2fbu8XSJzTGZcjjEk/rPr9EJ8bmCQ
dr5Zk3ql4gq2XMcc86PO0N6dAH1KWQCXxuuxiTHHZbbtHqKFsNbhp48J4sN66ORVCmO8gCk8Yug4
sreJ3yMjmqw6xZ6o+zTUmyG55E1bXfU58K/xYB2xiu19RQdledUpB9m7Ja9QfEKDnKsh1MCwfUdy
D4VsGdnygiq4OOiSHNnaHFNrYvw/M4EBAEExL+PsBC/lTD2smpMjjP6uKYrFtJYhqaKFuD6ccW81
MEQCALDqwvnWy16ck6HQLyBiXz/DR4cXxAZtN5VTb0sS2RBoY2VyNiutDW6w2/k3swUFEHA9ro9d
yp7jgg8HgUSFfaOxsF4VD5BfOuYwhAxS2calZD8HNYVw5JX3DiHZAKcdeibA1xvXlWSCUrvtE5Ta
rvhka7lLV8FJX2rPjjtYhJej+733uZRwK7OQ5K4MPK0X5iMSD2FNDGCWCO36f6Sd147cSJaGn4gA
vbklmZnlVFJJJXtDqFutIIPem6ffj7rYVbKIIqQFZhoDqEeRwXDH/Ea1e/NcF/ixRVOvH1Q+doda
8Q0Ytu4QRejsikJfIgJddS5OKaahz2yMnpqAJQ+G2lsu0Lm0SCiSkjluPmMTuToewMkQetHQ3hbk
dh8U5dCtYHdCYMltnlG6vluwEgpdixsjIxSWsCgu0s4xwLKHvvSTskoP3rS9exiU2f+OtVmnzigN
VzoAGFAbyC5Qmdx7R5nc710GsVNRYyeUUMv+YtfTr0NlAXg59c41SPwtG8tk1dW95IqitFH+l2sN
DC7RudFBVLD7HX/RcFdiM3Cb62GsLJN9MbLpYThLeatlwryLRds2FzUFY/r6Sd4dDB7WitVYMcib
Z6UB4lWKuSInGFoz8o3Kiu/mrlFI9TRuef8vRgMQgD4lGkVYcl9PTUPASh1S+QuGUj7a0Yg7yGTc
iexQu2tvXnw7bHXAPK2UgOuRIk06mgLHDuxQJkJ1iZpbLEE+xkOpHMCO91IDcg9SSLJ0THw24Ye9
1I1dJHzBCqurz8qEsoBT6umqfJ2chq5T/WJSsmCZss+vf8y9SgY2jahQo9+yOo9uDoGwPSXNR7Is
dLSXe3vE5Lu05vIi+wGF916xLlluTu/qaki+oJ8U3TeIIy4Bat3pqYzL9mJLYXxToz63HzI7Lv7r
jWH++fqP3F2HtTfAHY5UyHYzoz9eSc3j/fPU0fog4xF0baaIH94gj9xL9h4LejSgLABMrr2I6yW3
CoiptcOjVEQeArXcD2e7nVH418E+4Op1RKrem9oKbSHSBZkA5PR6vK7QEp6Siac9nVETK2z52Vw1
0MvO/ZskEEYhLbQ190Ty8noojm5Mq5Kp2bXEkgEbqOYzktqDHSQVdiJ/cSesT4WLHBD0rm36Va4G
g7AwCP00Gd0gQtDdFHpiBBgbxqfXt8femoGCW/MuUCvgTa8nNgxOLMyRKvGwNvCFjof1VJjU0XKR
YqztDdm31wfcWzQqm1QNgGuRMGzuu8GsO9dIZI96mancikxHELoY4oVD2kUHj9Tes4v0HCoHFA7W
1OR6ciTzTjmbjFUO5vA+Te1OCUkHB+dgvXbGWTuuUMegMNKT2rxLjt7ORY5YbWiNRnxr5XN9yqI6
//r6l9sdBUwAMBzyrBedVhg9+YDxMLXIvG3L81DG+q1I9NG7/P/G2ex1KjggE3kCQ6BZkz+7UwV0
K04O+ncv7SJAACCD9muP09Dd5huW6SWDhhFsWOlGPN/ZWTlpflllXEtDnaVf1C4pv49z2fQ3Rplp
JCN9DNveBFXyHV8r3Tips9XeaqpQ4jCn59z7RZI5XG+6031rCk1TfNWIkw9dUmR6GFUFxYVGQ9D0
cWjSYr0GZ2Pwh6gwlqCHR5tSZpDmrduSSpyaMl2emzlrjkSidw7cSvdDJYaEhKrZpsQz2iPQMRMr
X+G6yAbkyfzBsMvhxixlgUz/fMRv2ts1hIPsm19w8m0nIY0K06vQgwgRx5W5P45q4ztdVR2lxzsB
IaU5mLWE0hTEtpUHva1zOVQq3Z6mgYimg/onWlPDssq1y9IUaPiRFh1s1Z3LZGVV0ICmAEl+t3kB
FjqLi9HxMVU0PW5GOaXvW8bz4QeYfx7CUw731sYPighEodd3SZ9RVcEFu2O7phYFsDz9bNAXPohl
9lZrbQGsupwrm2/dPb9FuJWiD7oiCpp2tap8AVk6Sn+kOh6+fsT3Co1r2ELrftXz5hG9HsfyutRs
dbdDgTrp1dB2J/FuyHA1D4oisf+t2xEuTN20YnwzNkX3AfP2+R9p24p2MrUUn5PXf8/eOhK+UdbB
7QgewuZQgFisJLBRrhyD2tUiNP0GROzPQuuOwNF7I6EHB3hr5VbAkbueeD2qkxotOKS7VMS+Dhrd
LiRm08mPMBo9CLb3jsS6luQQlMZgF1+PlU4izVpDaUOtVRztjS4cBzDjIJUyMJG2Td97UnEzH/G/
6Z/Xv+feJUMJlVuGjgqPxSYwndusaTVcbsPYUrEambsMyx38ed5qnrADmOnzXywgDVFItg7NUejy
11ONLcU1FWUgjMj01FccxUFaGWX/ytarg727OzcCzJXATzVuK7qQ4XltpqPVhWVndrfYONlBZMXD
ZbCr/tZaNZBf/5a7OwYgL0pwIAdodVxPraEqTGTLHWO2Q3Qfl4qBhY6n3RmxdtTk2JsaDebVHJ0i
EnCa66EGtIq6AeUAKMStdemHWQZx5SRnp426TwrjH8Qtv87VBqEAo5dawVoyIKJcf9Bv1w3R34jK
KSyInCZPkA+96/ndNN1XU7EIf8zb6WOxmPO/hlLzsNK4jd/bRlocHZS9T/z7z9gcSupzrSmow4cD
nwVlfIib6AVbqKHE4i9eDK47kC6/ZBO2GJA4NgZsceDQINjWB4lZaKA4ZXuum8k8vb5x9u5ypIDX
87caf21fek0dJRppZMDxrKRBquvjA6VX9cvro/y6sbZriAkwVREKKisiarOGrtm0kzL1sGBLxz7J
UZvPRuLWIah/qMa2Oz5Yhiwf4gJ8XplP5q2Riu4C0bTJfcpfU3du0t6B00DR5QL2u3wuIsu67cif
D+LxX+j3F7/VWuXlUf9ko2/eax0VxQK5sR5qWdP9lwpnuLRLoan0ezoTQm2LZ3KeOu1w0fW0eQaf
732JTSM9480rvyeVoeX4U7ptFTbVWBys194upIlJOqmxXCSV1x+yqNAN0qiBA01tnCSox8i9AbNp
fWuh2x5cKjs1CwYAhERHAfmHrZx6SU2zFdHMwXMMEuQpF6cUr5JgSYDmIJj0o4OffVNNydHtuTNJ
6E7AihEogBj34sQ35bIQwFHQHRpRnrp64qBbkqAu1IzJTQ9umJ15ohwN3Zsbhrbtlotqovc6Di5c
JBm5pm/3iKsX5uj4Y10Vb4D96uckVb/q09gepBe781wl3qjD89pvsTpOW8IfzaAnUaYcQZpY+alG
2vKiDu6RBMPeLUoVfsVQk5whcL7+lt9u0QLm0mxoNQe9MJKbeu51v3Cq3vckVsdK5zqBFrXjk1C4
YpQxwXrAmP/Y1omRaWHC+kX8jQRie5NHIKDijtYXZnTV/eJ29YNO59ov+sN23/58SdlAbKy2FFsf
XseVNah8yrDDoilvrUJY7+GAuXfeiHuKGjepvyyzE+ZIyfuOMTsnV0ZHT8ZObEVU9b+/YYt4dSFw
kI4gJ1/pbfNlUmlK23iOfEDvoLgbp8R7amWe/nkOQGxKc5pzQ56zPbVt5MVKngMfGdph9FHc0O8j
wtaDUXaigJXaQMuKYsLq4XK9nQQirQCIGUXD1eFZxLKUQW12zuMyzuopiqnUHNxGOy8V3N+1rUpt
a+33X4+oqknbR63KxzTjefFzr1FLX48987/X36q9Q/n7OJv4BspgjKEytUg6INV5nPLoVFcgb8Z8
rA9UwHanpIPywcyE5HAbkGaaWIRq9ZwHVBFDiYVCAOf6qAK5twvRX0Vdhq2IycimwGQbqFdWkqXq
TcJ8oUdr7GtOp35u6jDmrr3JZ/uIjLX7FVHyWTXO+Oe2zePaJWqd/a+KblncqTOC1p2FFRkmCvHB
9b27FdfCAbhnxCu3+bW2AJvoOvpWdokWeoGbsuYvLvcbhLssFEXbfviLHbJKFBnwUQD8b3bi6KIj
LSZiJqM2cpRlBzOQ+dS9N7DPvP2boYjPSFiAIG8pWdq8uMq89uS0Fvu7eJ7LsHale3JK44i4vbdi
GFihtM5/KVWvr+RvD4TZoCSvKetlVZf1p75exDcsPayHsdCi59dntbfv10h+5YgjULJ9cMnjO6cf
13aSKt1nKNTZJwXtgoN9sTshymBktYjDkbdfT6hTFagmHS8eVTzljLtH7Y9pU92MhRod3E17WxB2
CShmtB7Qb9zsCIFLyaS5PORV1oszWuvKTdbI9Hkx+uaMTFd0cHHsHWlgAkxq1bDhM15PrYGKLnAr
IEEwpzqsetV7G4tp8l2qHqckNmK8epfon9dXbe97sl5UQ0EhEbFs4mJbKlU14ZESijx1n6H5jxiE
99V9NKKo/vpQexHZb0NtsxJy57ROK0otqhvn0zmJE+UxKx2l8u0x9gKns/I3k1MAj+S688LXB99b
TN5NpEyJHSiZb/bNUsnErBRw2qt30BuyzbeZ1aihqs/Lm0SPj3zY9w4DoC5YBmulB3z79VrquCWi
CjsCCzdVyEKmNZ2VVv1zWSdM1kjvVm4ZN+U2/OuigdB9VLqwF7F2q7kVpjbpoazT3r5kP67SdJQh
gJJdzyWO0HDC+4t9ufQzGJ15PsmMknHXWPrZSA1cPWKkqV9fr90PCHCNTgmwJ0Cz14Omeq5L0VIm
BLqXXqoOGwooIUfNtb1RuILZ9pQkQX1sdkWEAIhhJxmNjSmvgBHgLzN3UX56fS57Z4xwFc0S0Oek
yuve/O0SnhY4uNbAxpdodH5OZDH5kHpm4Tup/TcB1UpTgynKy6K9AMYivp/1NgUNp3Kts7TKHGaN
e8T62jtNxKLcjAY0ZgKQ6xmtru4y7lUIQkrXobRuroGAlV+qPM1vHacUB6d3r2pMFABiZgUrMObm
HaOdpwK8gEGJbTIYzWTxLpmS2A+mssSnMQLGbyyVda4Xqfhdahe41ZnRZdHnIy/5vZnTaV7tPZCI
o4V0PfNuHEY9c8YxpK3U/zDMTAY5UBfcz7Ch0IQ0v/753kHPbHUSweEYPsD1eJODxUbfMV6hd+WN
Y8blyTar5vNgzOMBpnrvMNAZXaETKCi8dFFPotn1Rnht8dR4Z+G16ccRE9XLn08IESqiLIQDCSQ3
E9KyLDa0CSpUFemKX2hShLPiEr0q3l9w2aDmwGVj56ziJ5s7pGzGGOQd+l7S7iJfWlHp11o0PGfz
OB90T3buSFoI9M2B7SDjuS24t2lLecxbpcRiyz4bsi38OavGMyppDXQGxw1oyx7JFO48qKu1J+kT
qv2rLcH13hiiPslcrRsRX1DkN126xk3ZDH1gtE36czaaBaZo8uRFvXGwU3YuNNp6IA3pbpP6bzvp
FfAHunnwAwcl0c907n+0Q2PdqFIcRCcvtiTFopX8uLJ1zJWqdz1De8A0PUliim5x1gZzC1CgpOn6
/vUt+eJMr6PwurFwQJNoBl2PEqd1QfU+Y5ShH+9skDWPBVYhZ4LD9/Gg/LHG+Tocggxw0NkvpG/X
w4nMGJuhor5Wxq57UdS+CZXBlJizasafHjYah4QGiFBxgfAmbMOQmQ5mVHZVWHtTf2d6+RK2s8zv
Uds6CszXv+qqwMpQxP40KhHmXb1krmeldiJ3clHVwBzG1UuisnynsdPzXCjeTQTC10e9pb6tKH77
ozf9sZbfOjw5ISKokMkoMF4PnyPvVSYt4J8cwaMTlbL6fZWv3FJCsbApahpfzXwUpLw4B+ugNEtX
/D5PwXbOldpgK5aLOlz9joIWRvq5VPD2NJJInF/fo7tDkXMDaKMQzva5np+98OS2llGFzuIsl1bq
3C02wXrVOPPBY/viLmNWBA9oTVIqX015roda/atswB1VqHpibdkbUftVj4t+8kVlKk+l0VlP0DLi
j6/PcOesAzpa8QJrFgky9nrYmp/SjEKrwkkrkSuYB6ILUXZ/8R3XaZHs8HwDl74eZcSal9SXfVIM
XXExLEUP3cTV/G4U3ukvJrRiBLjCKJFuTW3F7CieGTEhXXWq90bOIaWaZiM39Po4e1uDehMYTh47
dNO3U+oodceZWSHwleQnt5Y/p94DmDJ4R32lvZFWch6ifUyIWv71x0Nn2FMok5ShrS3ujQtoxa+l
pz4M0qr+9IlhE9K/Yo3APayg0euhBJtEGR0qI1aVjFg5j+rFXSbe0tbMbl//fjvXPw0RCO9sCjgy
W6YlWyAZEDEvQlHafe23c6bKNzox3m1KCzMJKsetvv75kDQHQHytEsAv+vMYxBkJE8QDtR2TE/RR
05fttPia1umXwnWPmuR7R/r38TaRwpRFLOaAPajVa2ZQVp0SyEmfb90+MtBriONLVadHSkfrEm1f
BEoZbH6NF++FTUnBc221al2EulIUJ2riapBRUblvsqVB6FSvHgSKFIEx2frByXs5XXikq30I6SMs
eGczXSexGrtquMEKpMZuM7EY4djB+RhE1n1Q07G+dXSOyutr+vJwrORVSgykyPDotuJ3ng5wpR4Q
aOCfBn2IQrmbyCN8HYWIP77E2K38h3IGIksMd304+pLIjL1MozWbrE/tMM3+ZEX5h7xxqoPD8Uvk
/noVEQKFW0LfDpAFVOTrsaRlZ8rCzEBkLl2C1UTrSr9QyvRrNhUljECMgoO6zUUX9JPWvgFuzmOb
Qj3TeatE8tWOUkQVXBNo7MHF9/LFIKkmLOSigPribg9uPZR1npo2n0Ex5AdJcS5QsVr5+Pq6vrwe
6DSBjUDYmhIBmlLXH8Cy+y6LXQIbqeqwxRPF8ukee899Wn3Rx849aB/uTYoBydOpFACbXrfZb8WC
ZbYbs6bCGbp2Z54bKOD1W7zJ7SNtw71prQRauJ6ImLyoblLfLhY2Tg35uEZ4rIuz1AdnKvzCa8Vj
2ytHFf2X+oaweEji0egGG8TW3exaZJ1USm7sWlfG4nYSU/lolnN5Y7O9TrNpKamvT7ryBvaI+ezM
ESxCxLTaN1Hv9V9T22vDKPXKz7Jw7fu2E+5910r7p5mX1seqjk3cdKV4n1VaQvuqPgTjvLzN+PUY
6K7FWWQetgwQJyJlNsykgYfbFY6veKn6VC96dmdgvvnoOZ36UFiz8WXWFO8gudxbKoALKzqN4A+Z
1+stMaO/NbmDQWjdmT/7SXiP3lIXp8Q1PzXgf4+qinvDATmCfkvHcQUwXw9nFIkXqU3ShjNORT8K
xZpuelww0IIwXL/PzaPizs7F+UvUzOHWJIjZlvSTwjaLblAahDr04THuGs2nemreVu54JDq88zAw
1JrlkQGQe20Ol2rGnZpilhO2VjMsZ7fuq1OhkiPcCcDhd5nRumErkuSgsr+zd4DXUMXkFqWmue3C
aCMVB7q1bSgzEX1sTZh6F4h67XRvGbNbUT9t069JI7uLVoEQPL9+ga3rtbnBiTCpEa8NIN6FTZGz
aKPMbUu9CdWx77/I3kRM3c2nh0YbYxTXeuMTmgQFHhH6mLyfi/Ro/L3Zw1sAmkeZld7aut9+u9G8
dokgXrdt2Ig5/VLht+E7cRLf1o4iAjeRy/Nc9eNNVTpHHYednbW6rpOO8ul5mTcpBQRCS+umvg0r
V3HC2h7FO10V8T2Qhezp9Y+8OxTVGJrYa4VyC+HpYEbTNymRgClwMM4XYfo98L0gT8B4vz7Uzvmk
1rPqzbhrSXTbGi17DY4+6hthr2JHc1mUZux4kS0gnlo356dWj48S3deHBEB1vYSuNHBjQuIT52SH
7qjtRgnZoGUrQbIo88PQWtOf8nRRyvu/SYJGuB6xduxZKkrUAFZfllDYDV2hbl4erNQ4uhR2J7ee
Tbq+v5SvrocalVZLIjNFqDUdjM+J12cPy1ApWFPPCQipzLPfvb6AewcCYxGK2SSh3ESbuVWxXalL
gohprPeJH5VFeesNyX+JnjTvoEDPd05reY+oIByxe3ZiC0oVIElXfw66U5u4GI2DtjWSpgmjPrWh
FOZNgLjWn2eJsNKowKxooLWVvrlk5zrvDZs0OxRq9b0ssuWNoWkRdM25O73+IXcOHe59tEqpcCHP
sS2Atm1VLmIgjbIjHCbR5qvDccQrAtnbI9TPziVK9MO06OVBSd727M1Z01tQlXnYGEbfBpMm6/um
h/6HMJDS3rkoaX2Kh7G4K8wifZA9ALvX5/oS+7S2qBifAhcZMYf/epsurjM4xYpN4C+fsPQdfwwD
VbxaKc1LY1Co0WLbPQniH7/obO9CtH5kZLhzUqBTkrIShPAbXsiKSXWeugTrdjMfs7MtzfHtWHvA
k6dTknvZzesz3tmtv6qWkM05KmAjryeMHHo7RSkTRrwivs9KO/449G1yMMrOYWSUX0Un1SLR3rwR
Wa/FDiEHc8JC+OugprbvGXn9xnOq6j7F+OA9MUtF1Lcc3Tt7W4qQDr45lwHSV9uwbnLneGxUigBC
s27ipnLDQtJKEokcb9qkVeipaXo4LUZ5dtwp+/T6591bTKjGNLPWfhoFzOvPq8s0iyqTmoDUjIUr
x/lSE1acUbL9qSqxfpCr7R1V2j3cd4AVCWM3iwmSx4yLhEthYdtMftkW7Z1epMnjQtX/4Ki8XFK6
7oxCx0Un7tqSY0vXa+RQI8fmjdH8FNtWFORYafig9qwL0u1VKJIIBlTED3n9m2ovp7lmVKT1JmJB
4E43a1pHou1jUbWhYwmM/tLYSk56rzRctPiAZ7466+aNs4zWyVEGtz6pzpxe2qGI0nNaxqavdnUj
fcXODRQCFTg/gzl23w9+5PqtrwNCcL8UKDBCp2JIeHS98q4tZJmMCIk2k5jv9WV9ifq09PtuKhDA
cruHxX5PSz/0hDnGvjrZ1k1iNH8MYSPBAMeDxNHKQacVcv0zkJawKyF65K9Kw77tlOGraLHymgcz
O2vIoJ5ktBzVSl9ueqjaK1tk1aeCiLP++W+xqFj0MhFRC8sJRxp5UpZp0PwMHU31AnodRUiva2Z5
ef2Dv9wUxL4mbTpgPXTNtvkboDLHyHpS7R4HkoDmowimwY7etjKzDqoHvxAL12vrkJyaXJc8wHRC
NmvbzxwJL0eKKlI6EyejOsoXv40MT/e1Kh7vugRV8gv+kHXpGyNYmGAo7OmfpVEG4+QZEnEXdbHc
N27fNHmgOP3wddQbnCkUd3Y/oYZbzWfMh0Xnt4Xavi2HDE+/1z/XyzVibSw+GEISa2dzE6WA7C2j
TLIpe5mpgTnaTgAqSvkpyjiDLjnkz6+Pt7M8ZCeEEBS5qLtsszOck/nrnbQJHWkKGz3MyntakDx8
bqyRz3Yw2MvLCdAauSA9HC5e/sf1DqxSKa25cXA5z9SyfpPqRmR9HdMR/3okNHL3EdSLNfoKfrxd
qGQKzpNW3svo7NA3l+dsXIWq5yarPuv0D1u/LG099l21jN+IPKFC3g9xRLlEWR6NPh+wX/Aq72Nd
weL2qaNhwhCNrvNOLkX8vPRLpfuqgwD9OZJW/NaJ3P5hdBVVhGVJPOTXWUwbOc0M5BJBELblCZSR
hXtxBLYvGJXesnAvx/bvZoD5NQdTNc7JeYkLid0jBFpxl6dZb/hpiXh54GWTCicMPTjvHn8XITHL
TuRw7pTa7e8HIrz4SwPeE+cCvRM62oMe2reGUKN3xpRq1Q0qZXhiFFrWOBTFbPfbUiGC9Mf5FSAI
Si2gralW0X+4XiEApnqs29SthZN4vsCXPbAGkSOf7HmnbI6d08GW4O+7PrIwkFAS/gWIWCkL1+Nh
mGJrLfBuAMNZ/KU16+rUIbz0rhhRln99qJdHi9yUHBUdJRIAMuLrofABEDUkzzrUxzq/RK4W3zsz
fpzkjvM9tJOjBPxXj+t6bjTy2FVcfOtLs63tGN1sgH0CwTtHFm6ms94sn3XZJ/0l5f/wUBhG9E+L
Eq8IiWAj8S6bSzMPSgozS+DYkRd9LN1p/MhTnZR+Svc3ujebRvtRVnVT+zwu9ee+M+W7ZCqpo8SJ
WNxHJJ9J9OtBjLe5IpGPI9vSp6BJ7Vr1Oz3xYlTtPOuT0xrii4XP9nOtNUXkW3ZuVadcZJPwl15a
n5o478sAUEz1b2GM+QdVFsrXbgAhh6bE6H6KqT/mfpOI9pbObbaESdE3T0Iq6n9gzZHxrrxILr4z
FwTs62p81nuz/4Twm32Xtan+3zxgWRLa5pL8Q3zXVCdtwuPFrzKse98usZvTHZG18xQPWfsJi6KF
OroStXlQtVDL7/NUcz8uEOzEY9HGquXn7NPqw9LHY/zOiQyzQ+CglUsW6kItrHdRjo544BF2cfDQ
C7jLXG/6ZHSx1QWKUQ9flCZPWphZTTKfS44AGpzIB6HLgFVlGvaAyXKqGlH6lKWr7bSpRf3jiE6T
6vcF6nW+NlAjPZfUJp57RZK+FviGdIEdmbP0e2g/90vvleO7flqUkxB0wQ729/YqX4XTiWTpknN2
IWls9vfIMQMNDOhrspvqTuu87AFmiHSCZuYPDgZb74Hf9/Y6mMNTS/AC9QVo5PVh6jr4EnNvaRig
qlkwZb1zdqP+COTzAvq2djZW3z5eprWAZxnXw9B+N2vYfGqgySJWToUrpnsqTdHJEty7fqN704dI
WP29PdQt4rmZa45+5qqKDLRCq4+QrXi7riNeT5ywDacUvuaqEb7FZqIgqCfT7OA/URDWPTt9pgzg
xSyvQafcTqzPo8Dj1mzNlQqo1cgoiNEqlhuUVCQSp0U9dUAJdAW/96prqk8T1u8GeKkxBkQhijEO
da9JHb+t+kbeRNg2UNmqOlUPAJR00VNlydQ4la2ex340JZF2SnMb140WwsVJi6P+XTO0gn87i9cr
x8ta3x3dUpwBKi5DgJ3kXPi9NTg/RzWpi4tnDEl2koqnPXFTOMUp6ybvbaO307c8Eubi10lkJZe6
FN0XK6mqd25fe98HU+GIx1HLRx+F3U5BbJfm97oaAHUmdds/RhmMel+0htY/N0O6PEd6pXxNS2E/
OoiKqbDSGjEGmiUQLa3zKn1QPA8ZujQr8Ac3a728l3E8DQ+m2rtfyqY2Zxxpmvy2jZdWBOkS1+pZ
bdzpK42/7nZuJgkgJI205950O8tX+hKpx1SUb2kilTKcxII9XO26aeT3vVsagdAd+QYqOLuLZtr8
DBneucM6gPAOfWl6KHkZ9a6PaRKODh2Elv5CaoUCZ5rNy73I8gLIOIYogYPmzjfOA79QBwxw16u9
JeDT5tgOVZlSjudamDPENHeSH2z4MVo4pFZNThZj2+g3TpNWYTTk8TtRELW87926+RZLFTVogSPh
Rzp8hetPkT5+LZCaVIBDTsUPVW0X+6ZEungJUiV3v0yJaBQinlakAfAH6wvF2vnDkHXuY+ziAxvM
Suf9u/DjP0xNhYEDGhz2167UZB6oiul9VKclik+tHUdVOBeL5gAbinRkehOjws9gFFEXzE4k3vZa
EevB1MEi8nEuFhJMjjElfm7PXvupzN32x6Bk6nwCEV89gi+j6WAkmvWQL7Wehl5f54bf1JB/ASYq
qhJ6bSnPTa6gF9WgBWGc6S06P4oum/8jiXf4q2u9N7rbzLUgZy+Z1v8kqSiaU+xOy0cL1sr80TEE
FqaYsSttkBTNqDyMc2PVgRO7UoZD4thP6LckH3rYkNa9lfL1fPLnlTbXtAkypIWd5BfOkXjfGIOL
n1jRLJ3kTeyGB7SZc+/OEmY5BkMy2dNp5drF/tjJrDgVtc0vj4t5MG6Ldiq+YIfbTn7tOMollh0O
AujUxP8kUxE9lqNbZ1gfVeoXC1ir4+eGIZ76EbdlyA66GXIgSAuV0WrfmYqV6YEdz8Z/Q5M5nW/2
MHX8CbWWRz12G7ZoOmQfBFRk/YLQVHafDpFrPThaBDBSzGal3uKUYVqBlGliSV8UTqEHFhazD4ZX
Y76kTDrndUrl+yJay2tTukzPEQ5qEaBeYVd+HqXjEHgTuKvJ0KuaOEQzMcgp4ZQ92iRE4iYakuot
rHz7e1WMTuN3C3YuwepW1ZzRsukH32jYVHemNNJ3QjEFYbnRV87nNhX6JR8TkihL5EYQJ7bo3/aR
niVPOga/ddDKpsyQpqWF65MaaW6odMP03jH0xg1RoHE7JF2r6YND46EIOiOOAOUINyt9G1Pzwdcm
mWRnpSliCE1uFC/3rTk22V2+mPJfJSJtvc2kKOcThj+xeq5d9EsDgMyOF0Z8ssV3p0ngFjUr43v8
T1fmrpmkj2iTgyTR0bSp76Cc2lVykVFVxn4pFi9/Mwhb/KRT4TgngPyzcVbMHmEBJ5vV79NIV9dH
0WS0wkZLjR9k3MRC5SyNy9JTdgxWIcN3KJLkUVBXUQcmxxkdIN66zKg0mlan3ilK6QmO4mKMgVyg
6bzR2XYVf+p676tYd94OjmZ+E4k3JjdLVY32O+jAfXauSy/Oz0VWq09zai3zql1ZvHXGmDXBHSjG
JiXJFra1nlW3Urfy7+oqLxPgUNo/mUPuxhfcbIvpbh6moveVMtc+LXnTcTXrU3w3IPFp0a/Qyy/U
7MwBcali/JTOiJv74+J0HSZwGEWPjcFxKeGg1OfcTN2nodGwb5m0zrFCgMSLe8p6gDl+llgTg7eF
+7OZeqsBe1AXnziW6uDj+6Jkt6Meqf9Kc6mru6XPtSdcNYz+JNvSvktR2KsuVZa1Lh+pbN5Htk30
qDa6vTyNjRT3CiEqkUXEsogWLe1bR1TZs5IoasuD2Obfk2kodb+qK/Uf+LWJ7kfR3L1pIrZ5OE7o
e90hatWWIP9NKzlbsefd2NOwQFjCrbbx20zFLCceu8ELKoA/YV/AHwnBxTXmvRc3HZLysppqEF51
upbHvPlbPax4cE/rus/gA7q3WazNvJVNg75j2kdqdVdqFS8mTmPJV6JME+N5zSvLwBkAK9+NyRAn
gYkfeEV0oCl3hKkWNCp2/ZJdsOArUwi7SW+iDziXKMxbsjKxgO6MT01TcxcmS5/8ALcrdF+pzUzc
1n0y635pDFnxLqpb+IDlMuj1G+kib/JxIfROHko6KrFPd2XxML4s5Ap+ibW36aLlnm8bedSfZo71
EIhBywwyg86Fx5stc+Pbw0zzpx/18gQUbWmpdrTtfBOZco7DzCnzT2omZeSndVm9bZXU+d6bOf+a
tIWFHtDUzG8rCTsiEIKb6lwlnvR8cATyc6LI6omOstmdhlRzpjN6qqOOZU3ayYDHKUL03qkgi5T2
qMuAVLw5/w9nZ7Jct5Lm91epuHtUY0oMHV21AA7OORzFQRQlbRAaKMxDAkhMKzuiFx3hhVd+Br+B
V36j6ofwD6qy+/KIQfr23d2gpCSAzPym/1C2yUITIjFTPRi9md3R9WK6ag25jqB4ZmO6NIyZSnGj
n9ihaGV8h2k3bXMjaeM7TTNUHSYgar7MSe5bu1HqMTrwrc5nWvSuuzZko7uHKeuy7rwVkCcesywj
k3NzJR77XNeGEG9L96O30v3YmaJEO8o1VYxOW1YmV2i9x15AE1lNVyK1lRus/KtABBv6F/5gamUw
N6ZF4yPJNHvZqcabCCutnlO8495JHO148jCpzPmdq5Yc269Yd24orLyz3lSTFtas9h330gTZ4wSF
jt4qrXJv5yYnUWZYQB+KRJnZXqdz7gdx28XfgBBA9iWF09N7t2h7K2odq33MDbesgtwejUvfGVc+
S2VYH1IaDMibaYV2RJJI83bKHG3rwF0uL91NJCGQi6E/0TAQ+FPOilRg8uKdnEvSJt2K0/g4e1Om
h7kUaRe2YhL5Du0K4zsMBW37GonB1jWsYlfElqf2aLrUd1YjEjxEF3NpA8vP5BqYMNY/w4glbhS9
DTraKHE/IErUTRo2Se5NFxYXVH7hjfnccJZ7sCZI6LnnawUSO1gm2cV7jmQnw8oZ1iu77s1456mk
XIIMkBxx1bU7GhsAzKawHFWbHhQ0ZQUPQzIrz3uBj3CivPGYmZrh7o2mNh9FTRv4gOAPh0DOun5L
eZQVkWvUnn+ZFngyBnpcTlelJYrirDQIVkFrZajPxkxN7vW+M4YoVav+Bc+1Tt/Hidl1h7yc5KOr
z4ySqCGSGzFRSIUyRQguEP7UYqzaL4wMBh2jpcSpvXMyawsyOq3S6kDjSnN2kompjli7xdmtU+LN
nnmNlgbOJtaGwQ+e2RRzjYO3ojT7wKbmoFuFH0JHkgcJJcRao38f+4L30yMx9LFPUPhhc6aLF+oq
9Ugoa/G56M1BhiUuQVxGbGtCOe2Ty26WaKf1eg9Iy2RYpdGlcOUSFObQX9VzWYyBrNwVjJ7Tl23o
dezb0FlLYe3thA5CEAsfxDjfHuIWKydj0E6t+trnmVNz9VT+h9xRnkEG2dlxFuCb4+SH2JkA/DHZ
aT3SMPw4gwJY8wOJs02iZjujF8gpsb61NfphgYl/VL/3NNnm77169plooIjmBkKM8wiDr6W1X/lu
GSnXKvqoAVsoAoDobRtW0Hi4znwf+5Fu1ar+UGaZfb5ac85joDdlHCpRVHZoNTm2RatVF2sIM3E2
QqtW441Y0wmVOfAWTzJJnJKKIHMvu0binGLWXu0SApGkuom5xj8pMRBBcvblGhSrs15yM5BWW01H
aoLDr/lUF2l821W1/NivlVZdWsW4aKjLiTmaUgvpmo2xEoe57xYP+rgsMhzjyXSYKnn+RZ4s4pYv
YlhhRxmwh3NhulFWj/OHJF/AuRQg1ozQHmMrD2eRuBcmgisOh0tvr8S0ENy7zKszuGxMRnfx5Ngl
yVar7fJOU0vo953zwxGr8C9EO6QfUoxH+PpqnD8qxXRqVwxa972xfdpaxmi7Z0Zjj2bo9ZZ1M1vG
UtPxk+XlXOg9YM4ibd/bTUKaOSY5n3kaME8KHYkHfdBZZjWE9dzGF6ZEiC6cIJhau2xOqzIcE5ne
j+gIS/CuHZCXzM9UetGmaorxrXGmJqCvOdx3zSzWaOxTuzlHW148pW5mF7tsaCnHHWNK3OMCEazZ
9ZkzTEFX+NrDWptdEwoahs3BrFq1d0xVeYGoHWi0/Am6YpVOJdCPVaOC1R3nnGPnt9mO7Wl/JfTF
X1ItRzyqm1uFfTj3eYXZezx8F3JQ5pVbrWUfWf7gPM1MSXAOXduSSprENOiLPMt3k5/TcStwBmoJ
2xV/ZLWwJftuaKv5TcmEbazn+SZMAAegZ0KSLU9LnKXnST44LfIkyMCEIz2xx06zgVfiBl9x0PRa
42Lslf2ASKT3wzUWga+FMXjpLh/n3r2cKnu4rZWTfkKszSl32aj3RUDjtl/PV7z2nvACGM48Mi4f
51G9/GbohT4RfzN6Cqrz1L3ZTllyHHTIdkcvtiYOoD7XP6rJnPKoIDEraITW1se5Lscvys0bLcTi
RG9pwlQ+TZhy6ubjxnVrA9GutgzEaI8yVJ5yb7VOMCVBMdoGCBsjZkfkjpvLkryKy6XpzAMsFtxY
a5lYboAGUfajxFIgDWAJoMtdgz7/PmBs9FXlfVpQRhV1uQM0pQrKmZxYxPbHf26etoonndNR7sjK
ypy+opLXkxvbfA2M8OgJuaPJOIFXPu11OYqPejsyJHD8fBwCK2vcJsi5Z+qom3XxQzoO9cSYbSNP
NBeou/MMWDP7i9+7qvvpA8STJAsTEqh7bW61gcRg1o6SAY0XwHnrCM6jYjpbIFoRWPGEp21Piv9B
VtLCun0e1XetTuR1KbPkW1U08eO8ZNlnRbZMrxoV6AdpINccxnWyPix4mPN8tgaTtbS9JbDQDUlC
swQb6FKbZYGRJeZVt1DjQDaFthkts5EcRjyX77qlGe4WL6Pd0rd9XlBMS8JiRwNa7bSUCBGi7N2+
91wsVgM7aeZb7mt6CPmsTV9azW5+yHZqWuhKmduF42oXdbAi3XeLoJd1H6u4OKMaUD/EOlh3KSfo
aW4bgHslrZOGkl+ndeunlgM9SOrOFMRo6HqBTg2Kr729eA+SynAMUtoNXwyjb9IdqBY3j2TrkH6j
d9wzWRFrd0MfZynJrYd8DBnK1N2toATNzi1/hRuQm5X1qUud+kaZ5vjFL9pivJRL6U2MJidXBLp0
kvYy61Kvjii/0cOe/anZZb30m7OC0cH3jFb/hY8XZH2OqKR7i1bZJjDH2LENkf7y+oj8pbpe53a8
jYsx/wrLfLpA+y5OQ3tIrYdsKPwlqOuaBrJilHvl9muT4N7kIB0MgKvog17V4rGqZhVzgzpcOdPi
jO8Wv6T7b9ha3R25itv9YFepFjhmzGU+E88YkemNpocVd/btahC2YTYP9CZBxgk0nXSjoVGaJ/Wd
4XRqOae7Yd+vZMtM/UYK52g2cFYKElrwKx3Hcj4bK3qmYZnpPdun02jjVxUWeEHeLbURpp7ml9Ey
WHMVdqpE98wEZPeu7CwUvxLfL7xrmxHijxJH3IdGUvByFrdMOl0K7yyJqyknZdPldMtpoDmEXY66
7pO87tCidqYqLH10csOi6KwHYTdMLwa8Irb5i1YblzK1hvOURkYcTB103cPSJauM4qx2S0pqY2bo
Oa3tt2mZswdAuY3coceX5Ls4FTgJ9J2ySQyYo/+Ip2m+XOS4fi8L7tQrvTEmTijc7+FAKjyei7Ux
++MiS+3oLHqiGAw5Kt5Xk+/Xh5785Ys/z9SyVrua+za2ZLWrbJnf4iOrvbPd1r7vmaVmgZKOewtj
ufoks0nLorpwRRv0msk/OS/4koeOGGtKw8mOaQXMC6Gjo24UocVFXuzSId6wxv2wuUrWy/CZpDZ/
TJVHYHRjrU04/x5zLKC/6khvZFVwXC0OSFHkVFvuorfIMOo1AhmFJFHwRfYttkbRB8MIQAtdsTkp
mciYfRXAWW/mACi9+UB64tzZ5ez2oSq9+TxpWsMPWldoZ+W4DPbF5MjpbFSVyo7lYqYP1Uoj6TJF
51HuEyR6M3L9kRLFtlrxaaVwSSNBo5vwkNOwOg6uF/vhwuj/ATkgke9hnzVip8pFpnuGuMktiKkS
XxWD5lTbGP4B7Lz6JOTsXnWzVjBkK0z9DHB/3jBh6jgIReUXlwbzrCEwxyK70UyD2N6psc+jeqjj
Lwn4vzaQY8fFiJMznDCvXO0q0Emn7uNlNEgjy7oYImeM+8e1rMHAdi23RoDkYvcAcVH7lrMBvg0g
G9KQmUX80S7M/F0/kEGE6yQt5uOIuhzU2tHjS7O2VtHoJD2uh2NVnpe10pK9offaucfF50QopNj1
rh/duD4WfblWoYN5QhW0mUPg6XthXNr2oNwIdQJyL6pgKMymm6V7vzOTJkw7aZytNOqZLzRSHXIm
YyJQ6Uzq6lTj5NFkl0NN/8yxCdTctmQbCeg+n+tnYVjs51du1/ikR2I1v1dgMr42NsKvYWGUBjnB
gKKFn2Rc2grl+JDxW+8GfhN376ZqzYwdJ6NyUfFYsPqzfbXYB8co9YQiIl0fB0tMelgsTmPtBo2e
D9mEofLQbWb7sSnBdF+k2C+ZQQfQ5GrRFt8IpV8Z78Z1KzO5fER6Ada0eR9jDbKBSkzjTpBI9wEj
Nca6VVmcj1vSEyI6pt27EiERhLJy811JtVPfxma1fq8APXhnjV2rBy/LkhtHevssafX+OGtG2tFt
70z6AvZS2MANfP9q8JfpIyMLrz3CkaouKIjkd61MuBm62eRvFJVm3qzT2vvkluMAVpRy4F1LKMKp
ylvp3cYkETR1XLuk5CysNNoK7nGXtIW342JNfJo3k5LHBrAX3aO2RPxiwRO+vOxKK+WytKf8erHj
+ZMkbN9ZfJwMLNdg/mi8lKx3U8u7HCy/mQ88Y/POzvOWNDafYzrlFj/TM8yzAqSIgX+tpV9Sjrps
8wCrCxtebDWCCeTD3lpTTG+f1r747MwuGYTZxdk3sBHIPQ0of+aBi0SHf8WAl6afV9s0qPC3Efpu
YYcKru9Sg9AEzqR7l9ZJpQeNg2YYzu/OkERNLYf3to9n2IVisNFHSwl9jnLYgZ3bOmuLYwjO2F9A
kxTtftGosSN9ygk2Zpcm68Gn6f4APdra2saCymUZGTkdF7pWKhj6Ai5Z2hkJGKPEreygyD2PHpBG
7CA8OEkd2WuNqCBJn1Hus7UAChnpnvJ1GVhyWsR+tIZKu67oPWNs2xbl0D61adel13PiTXgX9FlB
woOPpbVwi2ZmYUZlOWsAUMYESGd3rTLG00vo9JZUD1JJuR5IYNpEC/LYAtvkz4A3EaYzU+3eHGbb
Q43eLIBIBUnlcA9GrjTq/M5KHDnGgY68aImE6CKt9zbmu/W1rLVZpxFD0LGPve5Aq8JW0yTLrnVN
e9TTaqrO8nmS7vb3qqy5SNGrUPeOMa6kWpq3es0TBqMmqQ1jP9YYWh8mQ6AaTUyU+eukG0cxF+Z0
JW2a6EwM2rH+gZD1uDYh42QKsX3XOkn8I/ZXF/9oO+/Li77GHvexwHll+O4ZxM5r3WtiJ5wRnp8/
MG7p9PfV6JALhbHvVManRmuF7uzLkhnhMTbGkaFyb63e+l2bmw3QQzqXfqmBzhYHlumYJiabHfdC
SMSc4KNlazqH23ATk35ZgaQwAvleZ/dIPTUAFOjAMFFB5aHg7UCe6JUrjqNYlXZfCbMh01BTKxiW
xGO3AHEedMmREuAuvK+OtBz3q3K8wh0OGXPSJA3s2cnbng5UZlcfW48o892ndI2j2Zut7GLOsnJ4
JxaJOHYI7w3J79SdY/di7qBsHDJrHKtLnQrdPng4bExRSet8vXVafv8m0D1GBUj44+D3PcmSuXzv
pLo2f46XmbDBrGTxjx37m0dzjMI/0BZX45kxjITMVDcZpdBem7rzRVOIOju9W4zHvprwEhnqMpsI
larPrwFEpXLfTK5qzrtVX/NoFJVVfEbZI5bUub3XRXQ9bf3YATVZg7xeVmNnaUvlMsug2RIuwq69
jwUn5g5NwHy+7BdBNbPqxNdomAdkEdB7Xj6pZE6funk1ujOHS6DYzXYRf9KSrtGDRBunB1Q2E3M/
635xlzWVpQLY8yUmS4Q/O0LFrGg+J30Ru9Ralj8fk5Y/FBI3lvgs4bh8V0LmYqeDdV4OADONBwhI
9JgEPXs/UD59uABSjXbDJDUpd4WXr58X6TZ38KGN94uX6C4FU59FvUyzmiECOWKQSui2ASOU9Kqm
9r7xUO8AyGz3lQhiJ04/D33SG+EoumEMqrZdPlbmukwksqOu7wxlym8LouQfJ1XM5xrJfgkspnHO
VI/gPUWaE2kW5wKTy+LMynMJZmBYLxkDjWXUJKN90XB6pmA1FeObdokx6LWzqbgsXUwyJ8oGykir
batgTM0WjwAG40zmaQJ9rVZjft82rUv71C3HeidL4O27NWXye5dzI77Xta6nJ42GKeYQwk0X5hoW
IITScAB9pLzd95kUgKaLZuw+gjvy7uKiMop9Useue9fg/P0oMbQEsGPP4rvfjMVCM0b0yy5eRFWH
YpqLqEv8edN2KFyUmhENK8NpxgX3sh+MCbmOUlZnoz6lxwkwc3MloDJllNSC8O13Nb0M5OSY1yA2
Se9nMvX0EtK6KMNWxXlC77nHv5fAXzP4lLFrB1K43WeZEJuieanAc+SU7kTjwsf5Vq3xcqStldi7
3uur9AI0lVbhbJhVZZTFq3pYgQn0EWXk8rVyjPQbQvaeF0ypmC8qhJ/G/SJl9rkbJuDKXprmN0Nr
Z4wuTa8Bt7isA1OWwewuqJcoX5Hh9682ekMSGpWTDiFIH+YwDFeZ9g5jjfNBW+G7GmA42hOsxtLW
Ahmvw32aUhkHeHEhnu+S6XQ7e17mmyG3xpZXMgs9SLmB1iDp3JIbz/ABXCVjz3Xu+0irHwxamo8M
9kE+jAWi1CHbksZ1vmbtRTKTYkUj1J2Ry20zJRRrJj8V0rLf6/4clwHXPvvG7JfBvNTarssCnUnQ
xyTpnZIarwfS3fRd7u25jLx0j5lquld6q6nQZXhl7EvD729Fn6wb9k+YV03SOTdI6yDzWjVc4oG2
Ft4Spdmy3GRAc++tTMrqovOdJo1ie8yTUAI6GKJYxInHrIckY+91TMW3FgJt/VGopKWXaQi5N8wq
r/aqtX36PxSANGGHeQzVYqjPNbHXDksDHZxHKBb1upM62Df6bqmbRHrqZ6iku1Z/wSRlaT4a+epl
0Wpr3he36T0rlLKex4jDjXpCXtUV/u5z79tnUm+Gq3HG5SpECYkuu1dV9bnZaLSwU4NKbk+CYH6Q
YuyeuEMZbhWZvjWL6GzrlJ+z4YVdjhn0Q5536zEHSlHSg9UYzQIPKh66tBPvjRlh4guDeHe7VoZD
PvA6SPMXXBlocWSVPFSPdHK6U9GjuhwWRVJFH7bNu301p+JszN9c5ZQKi8gvckcogKNM56N5dIKE
p0iRTrXWXti29KDdkq8vGgPsUwGmY16sJMxQI3/j0X7B522L/oSDwsiko7j9/Hfwe5UYRKIYWWob
l+ELdJKb+waLgUPFCP+PL4VrMmBd1KOIKqeELRR4jHIpWjdsDXAFlpcNh8Qp1CE1ZP2GVskpqnbT
S95c2n+aQqBEd4LQS6e25tiNXhjnbR0UMW4JhVtlhyXPnaBV61skhhc2yAYYxpMaeTOQgSefrlja
NQZC4oMfWMyzch3nM4+L9I0X+NJTgWiG02oif/rLBoHMXrnFnPshED4MZycQ4FZsFLtyFIx98068
Aad8YW8Y+LibJPKwJZjUP98bJgjxvofhH/qO/JrZerFLJjDmmWrekgd56f0hjYhaFRc7u/EEJQpF
TrZSy/yQDkh3DyDAvSpJe994f78Q9rZt4cPTY0c46Cuc8nRb0QmqQz6TNtDEb4rWvAK1Yew6T7Pe
jdIbw7xM4zvpzMYHJosqMsHI3P/huwSOD5hvm5gJo2Z7Fb87cJR2LjQNXmrfAZ0PMx+oCigty/qj
XiUG5K5tS3p07nB/tk4WMvMUJjeGp7B03dEOsBgATzbprfm4Tu1bsp2/bhULEUhmWkBvuSf9kwOn
pUbP6IQSXkuL+SvzE4abC5oIHyHaZW95TJ8SNrYn27i6jrXJzvOEz19hnvdGzJiDhpdreFetW3+R
TKn3ZDXf6H5VIfwKe1ck4/QGlefXC5p1N4UOzt8GaT5Z15m9TiOh5zyIUexb7LpCqWx3X/ltu9MS
Zwl1ozL2r++XFx8Wx2L2DGBjCDjPHxYwyWzLgrnSQDMDLjtQdzB+y37GcDAY7EJGpiFBkiLu/4eP
P4+7GYls/FoXBtDzlWtbYhBUzX4YW2v1odSq+m6xSlqp0zxV715/yl8vACi8KB5v8Y94dCock1l9
3o7SZ6068Q76tMiDsTJHeH2Vl3apoKKFWsT5N07VByjLY9qoLhfoLDoYww1zK1VXFwv4+Dci0Et7
RZgwvyCTutss6PnLWwu/ly4KTKEPWut6Hpb42gb788lAj0GP1tqOp4AkIBfR64/40otE/w4XNBwV
odFur+B314uW6/Q/FZXtOpnV59JMRLUr/cGadq+vc0qV3c4gxEoXQqdAe8w6iQ29ZuB9sDg+VAKo
gkjAcuLywdgxkYA+CYAB8xklvneAIK8ny/ujVpXb8lzjwmVyiS7qqfW7Gk3GswyXwxiR7NBGrD3I
TRfDuSlH21Af3lLge2nnoNm4abFa9O1P9TVTRDjyBRpr6Cl93OMBcxtjGrTDH817I0i9tdLJi0VB
dM0WyYtNnEZEZWVg+JAX8a6SrX32+jd8canNo9VEtgK5sZMDTjsrTrrY9kNby+yvCFXghG5l7Yc2
S9/yKP81ddmstf9jqZNgRILhKAZNfjimPmLVJn6iCf2zCI9vASATb8nXH+301jQFicum6KD/VHgW
J+tR3CDmpgoVTdpkHGAfzUCzFn9fbN4BljWPezehhWMtZf/GTXb6Un+ujDAQnMIt6p5yF3NTwWk0
TRV5feH9qJrGPyuY/iKMbzRvnMGXlkIxUeduRm1Q2Cd3jIPwfrkMuoI0O3o/gNTbIbSI98PYaW+V
Caffb3sq6GKbPvDmxnB63spSdWaWgGLVrPmKiYvxoaumLmA44dyVXvkWK+709mS5jZyLUgyYRQQv
T57MGBTGJ54/RrOWgZF0vIP4SZqAQ8HQtGn4PZjevfHlTq+0bVGuE/Iyeyv0/JMkNBOjHNwGZKbH
kHNzzCmOI1IkDx1c4T0Zh4ho8jTnqZLel3SZp/s/vGVJafiKlEcWz3xy8MeEIVq3VENULd1wGIp9
09xZVaJuqtQTEaPWBshI89ZDv7CHYOb7SJv56B7CmnoeL0ZFMs8iQ1R0OXMax9TWkAzV+ZF0GViC
1x/xpc+6sfFtbxPAZTM9X0wqgCHkZgNEKSsL/cqZrpsu7W9iY0n3gwRsprWN/sZnNV7Yu1CmkGlF
fhBzj1Ol8jJzEz0p2gEkemdem7Rtmbp4zvC1HBr/KMdpeu+ma3GeD715S4VXPtIUtiIJY1fif8Oo
LParjM4UdI0obmIrMDAXfyuDfvG3BKG2CQiCMT3d8jNFOq7SOaBkHYKeHLw1YJeIY1dq/bFzRPnt
9W/x0m53obpASAe7oJ9md5A968pyJhVZoKI1MIhaGUcWiCbAMnN9gZdqtoO9FF8UWdkfYzQvxv3r
v8FP1Yffs9a2A0du5OB0jygyEIrn26GjyWluDkZR0TrVBW23au/if350k6zYtf2yhk0/iKteX9tI
lA0wbr5wJJUqGKUAcHr913lpc2I145FnIxZhn0rxAOBP4sZkxLxOaXVRLcNyO+qQK7RUfC3axGXG
NMs39uZLayL5QO6LSCzR6iRMTaWur9qUDBHMoDy0F3PcRlGDe5sv3lgEDO/oJlSx7b4ROV5cF7OA
TakSWMKpI5rBFHxNabNhXm45zA+GehOOVfiQMk1Joc1qerrPC2m/8clfXBdxw+2Wg8h9+sWbIZ0z
Jeoh0s3SOrp54TjAiof8Iob1vRubxWAoApnsjXtne42nG42jRQhDEBsBx+0s/C4pnoD3KtOC6YFg
5viQZXO/M5UjHl7fQC+cKIx9oI1zgNGLPNURAEtaisFf+8jpmjzyUR06gxYAiKJPfkBbHsPenM2Q
1MBCz19ZZ6+v/sKrha2pY+BpG6D2TvMO8oSlK4yUrVTmzkXugJr38GQ6kKH20VCb6AfI/i3BnBcu
LRalm0JWsLHYT/YvkQylWZ+YpRQzZJRTiM4LTfXCjbPQFdP4x88oUkfmFqRxXdZPY6TXb4LLjjdE
drloF73Td7cpyN5mr8ONzEK9HJL94rvLzR9/t1T+pHS8WBMr5uf7Z4AxIUDTD5Gm1uGwNEZ1HESr
R7BsvRsTvDoEwW65/U8satPeMJFG2XLn54u2VZ/ppSAyO0XaXMw2fe/OE9q3pG3ng16b1xjrLsUb
J+WFdIA0gC1s8h5NFPifL7rEueuUdjxETVz1NLktdT/gsVkSHzooqK8/4QtJOsYWsKnZtSx2WvSP
AwhCNU4kXAvcYgv62LmYVuteY44ZDLC3QwuN7v1QrN3H11f+xXyU0MMgFAfZTThrs7x9/px6vRLi
Fx88EZ0C5hOLvJYMIX9AwFj2aWthj2q1nfjmtXELdx2MMmAOzdTPS4y/H5jGAEg0pzrdgWqCL/D6
b/fSqSIuc7BoUlJEnHwEMU66xs1NXPQAq3l4pUMeSpwrJuN6ECfjH1X2+/ky6F3TgSUnwyvj+ctY
Us9wpaRkSRU9azGgXmDSnDxk5mD+8QCw6QODGxWbevGpGQ6zIqtP4YNFMRjzAynvh5pTfuCCoXbx
O/HON6si+uOvE0NcdO+Q0Md/5+QgQWlrHEDcKhJVQ6/AqNW7KauXyI8Blth4vd29vt5LNzEae55v
kcx5uEA9f51ereO7udRjNNqxfpxTZcCh74cH2I8G2tNVfO00TfFW3+ClTYOQKT4uSF5uqonPVx2z
1J8SOAVRrYQVOr4EWVZm2g5goLZJElhvfMkXbgoLhLBt8T0xAzldr/W4gRk7T5FYkuKqFVn32Jn2
cqCfVnx6/YW+8Gh0ypGC4/lo+Trbz38XvsVKr3Nd84kxJPBL15MuNGIHAqKmAH8jFb++kZa9sKAN
y5ogzqxv0/Z7vmDd2DBQIEtEhUzife1MT5WdmUes0lrUj5r2jQ36wqtEThNdXya8aEqclkUM0hVz
X32Kei6tCGRfcQDXYIMud94SD/+p6naSCm15EA5oyHzRTT65+JwU6JiTzXM05OlyFBaqBTLT1G2u
cmPnTENP+anXN5nq9fO+hV8jen99p08q+ZyhhP0VVreNwoHVHcfNkMW1RHyfxJ269ij6ztkP+bGG
xHJMkmJ4S57spYIBngJFKk1H8avJ1WpYWGiCf4tE1zdAhGKIWMKcxQUWdfVjA5KDLHaZk48+8fis
kRm6I0CFtKfBajJIIQgC9LvX9+YLMYxpAGMyg1zHZYD1fKvoWoMwasdWMZxBA2xUeZv60ogqC4iu
1rCL46r5PeTKxnqjgHtpZXrzNLKZRaBUdHrNCIUffJrMUa673zGcsEnY1+EaRrmIjMEsH51+zIKp
99UbmeYL25URCHMlSja2q2k+f+QE9lc9tMYcIYqeAi9zigCPQCsScnzLhvuFqxSV7W0deuHom5w8
ozWUiUU4nNFsiDdwvj1VB5A6MzPcGXDjsnZHV5rjGw/4wvHfbhosKEgMdPO0h74YQnVFA7G9XVA4
0UHEgtVGruO4TnPNDYC0Rxu+vo1+eafsZhJMsc0maOedViiM/htj9tTC6cv6695I64PZ2NMBKOUf
nQuaLMWGRaGCLMb7xY+uzcvRyV10MDbQ5TncuywoRg+cER3tNxKZl54KpSmLL+ghWnMa7WujXXLP
0ZYIKjAd+qqzVSgAraTAlKYyev0VbmH82c2GiCCNSVTSabACvD05iR40GZCwyCZkwKWvQWAz6l/X
BgGW19d54aG4eyh4TN4f//nPt7+RIHqQSGuJyhEdBBvOF/wXfH4Tv5FfXl/ql+2/6SI6pMbc2JQe
P7Utfxf4nMJHgmBrmENblcdB9W3Uw67cDUpb9rS+l0fdKKf964u+9Hy056xNTpZK4NQMK0UjD7Kq
AegI+Bq6GWZ2Vy/07NwBcOx/ZikLC4Lt4ciVnr9KB96bAWpxwzcNuNSKHtQS+nNA4n337/O4f/o2
/3Py1Nz8fSP0f/0X/v9b0y5IfKXDyf/+9Sr71jV982P4l+2v/b8/9vwv/fVd+1TfD93T03D1pT39
k8/+Iv/+P9bffRm+PPsfKBDwgm7VU7fcPfUwd34uwm+6/cn/3x/+6ennv4LY+tNffvvWqHrY/rUk
a+rf/vGjs+9/+Q2skEFs+Kffr/CPH19/qfibf/tf//Vv//Pf/v1//5e//fd//dt/+7d//x//+sJf
f/rSD3/5zbT+vH34zTKMGamJOPxvf5qefv5E/zNimdtlvA3ASG5Zsm66If3Lb7b5Z4A23oYiwtpF
pzr/7U99o37+SP8zOQ3wA910MYtzxW//97d89sX+4wv+CS2hmyarh/4vv/19IPW7I05WSxcHiCCt
XNSlndP2kb440kyHuYRq1ozeEQSrcZkv5lPWXqfJ8jGHdk4ytYTIZX42+vZjmmpnjjM5X1aAcYc6
7b4j6YLEkKduGHqLKugd0RwtOBeL6FBg8j9ZiWbuUXE7eLFxa8A+t4S8obf8sRWt/a6ZhvSHqCUk
3E6eFZAXMtHu9bm/bsofTJUAtpZ9HJW6n90PzBJQjDvXi7N+Kap7hGcLlGtyEUBhDbUGTvf/Ye9M
ciTH0u28FS1AN8G+mZK0vvG+CZ8QHuER7C+7y3YkCNqIAAGavoW9twd9llUlVBZQJeTsDTTLzEh3
s3A3kvc//znfISTxWLfwgnoDly1PNie/w3IY+To4Lh1mwnbxxHpJl8y/ZJX0y8Aa8YpokrSRfCnr
jpzjelFFcaE3INlxPAsyKUjASyD37oIrXZqbxSX2NMOkvLPtlIxtgucXZaryx7BS8WHoyheVmP6u
t4wQK+QPU/EDjLtOR+9MCOPU7U/fR/28caPGuAuFrpqzaodz5dZfaaZ/tZ7YN3aJ41mr3txR21Re
pj/j3Te3QwICcJLWk6kL+F6DCJaqE1uYpW9diyU5WZ/pH/5ppmI8i1I+F7X7ba3co13NCZWNxpck
F5fr9CzPi3iQWXyqpQ9lhdoCQvwUfcZV6V+TzLQiFcsca2MWTc3PmBrhvvlVa902U27/k75tLWpj
4lNr315Wvlgvq/SZk78TmFavbdzBNojdtJE9G/LLJXEcOFDqHlOjfE67R/z3RRCXlFWqrJ2fshm7
XOn3z/QBfKpyDEorx44hJgyfvNVKV+vWz7OK7DrGaNuD7iCy7tp3hrpzrRWdc1HjLqtGnSnYoSSs
SZzQGBKA06VDKrrYmLVyQ69l/dC4lR+iA+m7eRJ0CiE7Bo7vYvpAIgiErCEvtAP0pSn9WDAD48AG
0IU17N4WyQaggHcSnvA2Cntrwl94oxurgZqgKa6CyoqqGgdp3VTfs7Q+TPraM+R0AN68q7usd4Mn
rEA3xt0Cvz1IBjIcOfwEsi0hhAKyfxUH8IHcr2bU32tXepGlULC7m4lxrDoSDAbEgm+G139zU1Fn
ASGZPA9o4Bx28fyQ1gjdff82lWYVxLoVmP1wWmJzx8c86ogUhARUn3nSL1wfZfs9nzIncOvViRJb
WN8EYXL+1drMrXjCUohr1BfDTCF9wdOkoU8qFKK6t4GtwV8lIXXzyR89uc3Xt6EwIj9N0QCqg54P
RtQLN73a6frQkx7aw+GM7/Juj3QuQ39YD4vMNprfwZas6p+is0o74PexcfsGjcr/IA4Ualy5uk3c
LMu+2eDriNHUS8AvpQsdrbA2DLhAAOBHQdte9vibm70NhOPeBLOwq+cGWEnfljtz1J+gfm3I1QRz
mjJNOdpG69xf1mpesMQnV5KIn/YSu9e0wRYU11evIOhflXxrh25Ta0q2mAQ52Z2JK5t0gGq3rq9K
fxzWlhElF+wYmHDPfTHFQWdzicELwC9lEuvCKDZOw4+2JOFhiWKLBrZDS6ghsPD7gazk8U/NDyKK
JlSRXrEB/jl22XFI0/uUt0EaCuyPMX/6KqUPByJBYozaHf6RyNLFKSYDqLIK6/WAt7XjkkkkXl+h
74Q/f+itDrrNWOc0MD21xxLIZwXjQJCXZhFa/fRGFOGcA0oNYInQ57q6xznGYzan5ISoLlnz5RFv
Pb9WQC6OBCTDf81OsjZ2WMEnsvS9HZaFOHsltGS7nSLhu+uHVoijMt2PpapOs5ZkVyAT+ca1K5hJ
5DH0zI1sNZ8T5N6Qk94PPyGkZdUAFnX4O+tFpCk9biXO1q6294nqGZ9JA5lgKrDfj88a3PGpBbvn
fOB0JI/WtPbFdQiVi/c5JQWUzuu+FXOQav2n13o71Y7Ps46lf5nfoGqNG62dvy3DeMkzuppu6ews
aUkoCP+SuNNwLS2qzeCORWuW02Q9ShmpFiO2TUb6B8FkAWF4TLhcp08Yvylt7uuD2xM/cPVxw0/9
lz6a6hS30ohq1/jRz7NJLu11Spb8YmrF/JHhhqRdwHmTNErdkA33zvgsIM8dB6Nsg7hdsmPcAKBZ
CUjek8d5IljtbLXMp0vYT+SB9Sa/xZSYtKDVUVo8Ch2nvbO6ge/2nb0JVdxJ9c31AU+57jcpm3Fn
ZYOz9daNUtroh0bvRkLLrpne3OuiP2U1O+qmxXPnjDoVWdYRSH8c+DAycCKNVug2448mW+wgA+0U
stB6SVyl74AO/Fh61W19e7GeNG1uHxIoOcGgLxwNiD8mh0K1VmTGjXgpFTE7AFliUzeNHeW2m20g
oSShTzjqFcOeumCQHe5tTYzBmlXQ5+Kie5zTXFzJK9uHeuy1B1yz6a/YUOVZOYu8b8tYpqeUVevO
95X7nuqgOwJnWC1WRf26rdIlfWsM2z34LSUa7bqa3/0+js/0a3ccKQoR9svMpxXLqM4cxQ9MDm9Q
kevPrhXWsTX9eNPqznDs0xlLD0yeR2+sVZSwWpxDTZbVvgfc9lissXHnCZGhantRbsgltEtag4dM
NVuYNB1YorTuf/le7QPDyWVoeXHx6Vj5HEHTsY9WVfV3quqM02oun8KH5FH4RcI9pmqf/aEfIm4U
3Hbn7pg7yxS1Mp8etORWEK5V8Y9hnmBI9cwGh3ZRBJhUS9jVNnp5IejSnMyi6zeW3Wp32lrC8OCq
5r7edererrIWG4ozh5IEgT182t4cxgnZWqCGqty0dXpXGelwN+eeTbSmBS8W2V3XPUBIEwhbRHzh
fdqYDNNpDHLHmq5+TlpM4BUP/TVLjiKxEj/IEaWDOo+BLcWZXW+GMnPe1ZzMd3QUfyrfHyMsONP3
yQa1w9mx3qlkAfySgSfOo9KRziPJt/VouHH7eDNOb9VU2CRIyJkG3BXZrGRi3SVpnZ3cVHNCWV9j
tzjFXr814wj4I2SZz1Gftd2gqh/A+kKxONFUOGCiu9CXRnmgqku9ZOV8pdMqsr3pI6/Kk1hMHtTl
dDC6Kb8bBhB4rkosjmQNNyX0M36wKogrjchraUSq0841mTtuKsaxUZMk8lmcvT6P3FnVDy6WmxPx
J/Zu/SPMy5DIu47Dic9tyVNiBS+zm/LyC+O0QemgW74s8fjaExQKzcJMmCLTajNU6d6UMsHYAmw8
0eW2bYz6Tvj1BTrnHjr2S1vAduFs1T7NE+rr6Dz46WkyuAhXAiuhbeNjBnF7tfrUwZrRbCtvvkeG
AqB30euCcyiYmzbjQs5ECTXFFPWLDc8hqUH70K4J5hr2gbttSuiIscgep6S3QE8k8zaZtGOVxa/r
qurIpY8TwKJTHYF9OcE41P7DnAzVBlTEziq0jWenr6bTQQebuFc2qV6CU5bLO0PFOw9p9q9g0gdl
7w0PzInt37lY3g5z3fPR5//9FFTmBXAIsyCbqOGal6hz1I+k1dfj4D9DiD3Xk9hi0Og3/txPe0Uu
mLAXG5pZq/mbV4BvcoKbb0D1MJFzFix7al98/96YVxlpjDTgGu5ibzq6yp0Cu42zn/4EyCwmpN6q
28NFveppK86mV1ykna0bEEFNkCcXu38hiVMHfjZeNFWcF2s9misMuZX+o8Aoiye6rtLQV0dSgYSg
axlJlKRSX3g+amrRx5/lAPyG+NpH0bXZztLWk14KCuXRzycoAZtB+TBgupSOjWok3GLLozVy9ubZ
hY86aLmIN41DYBQCIg8GvoWYoch1zo1w7Fx7gJi+td71qweJTvI2fbVNSKe9FVjez93SArv/fWT+
U/rBv1QG/qAo/FOl4T+hfnCj2/9z8eDf/+e//fv//m//oBncvuQvgoHl/EavlMV0f1sGQUxn9v+L
YGBpv2mksRGmsSHfTN38yd8EA/M3Vh03hyZGCYwvt93R3wQD/TdMGjgNSWogiDJZ/ynF4PeS8b9X
DGgPwkzO5g/Km4Mz4B/EuooyZHc0h26zeqotduWSY9+d3MZ5JX5pqS3pQa0P22Q0na1jdfOLAUPj
k3c8H2KvzmFVrE6a0hrDaTiA0WkMR01zcyLbhem/27h1SaMpUBnU5vmFvZNJgS3SXsfxbjbcvg1I
6pJAqghGfygwdUPQ+xpR+dVv4wv0PE7QHaLCGqRuLeqwKlzIA6Cj5rNSuhkDMh4MYAP6WNxNY5zv
s1HzOUWUyzUx2vrTsvP2V93IKcpFqn2C/+VmC6es+Ea7TmniyCi5lbtlql0zwvffOFi6L74Eb7tL
4xTWx01e5Oyx0LDIGdEicjaVcGiDOan6T6do9a9UVpz8BYebN0gDlhtoS2KCF1KQs5hHxxa8YEpE
lKNTV7zbqbOeZIav5wAwpN1lenlnWJ0HqWryu6MBoaLYVb0U1660Ya74dZ5/MfIy27JrXI6d0zD3
4ExymYSnhTgmP1VdhwyhphLlnSB9hIgOTIeBnyccAUTD3zAfmPEmlkMjt440m0vdZDeWnhiMD6uX
bIVqgIAPruYmYmP2Wv2eK3jdEWMZg1xrKO+uK0y688oE9xPg737ugtmqNGMjhNW9AWr0v7PVKbSg
NQtO/8TD9c9R6HoXJmkFCbIAqApptvMc3OfLxM2abDHUXhKWQ1C2GNQDtxrWe6enHjGQ0wLe0MsJ
/0OPLaS1FZM09uNcT0bkABXywpo+75eKBwRDLKaM24mzgCrlKX3JIoDJmdgNHKpFZFnCbY8tuzpe
yNYKaJqSFt6wqf0exEg8NMZetWW7nS0AF8ClTW/cpBAvELGyzkOGyjvjyZuU+wgxKj1IXvgRQ3bq
BXAObjQGCg9+JUm29CEzw/gyFx2MONeFhRro/lA5x1u5yBCyhrI+y2TRsjAG03+iQCTuNovjYY8x
PIIX1DnYLiHiCjRkmK7Cu7hr7TDYTb+jMpqYaEtcChz1kDNXsp7tEicBBa+2va89CBThIm/M8bQq
0ox6Wn3+IL/qfwNLLMiDK+8Wgu6t3uEZt+Ce88pp2WpL53/vVviS+NsGn7x5010gFep2mOm5tlfV
WBabKQcAQOZ0nlAPnNRlgoQd9AuWUfbNZWxGuRiVMgGUdfZySB0/s0Nf4w4RrFrb/dKhO5shzDZg
Ijox+gQrG/GToOT8QUEOpuw3t6qBnZvWjP6hfKvlh2lZ3WsPQRW60yQ+ql61N9BGE/9UDUwu5Ld+
utqjsXKObNiuhEPP/E21Qc78W/hwlziS6ukbQUNjCiez5eHozqkG40mlA8z6TE9WPAA0nEY9+DIm
X91btXDRZQ1i8fbhCaWd9y4Feao1AjLyVspxbeRJ27BoK3a2L9Z7b16mLARrWlWR5imYJFyjA0F1
T8gY+0vvagen96Z8p4AmxbDliaNta3hPEwwSugMiJ18dExhnkSUB9GBuh2ZiETvv1o7IcWbdtupr
M4lum665O25jsKr+VsNo817bIPZDz5uzV2ww/lcda8M7orklIooC+nHHAgUUAmK0evZnmg4I8I2F
sx8aYHq4+4de38YgB6ct6KOk4c6jmfkP3s48HDIHstZWc3rrAyomBxb+4sMjuKwk3VQNnIV9Vw8r
ENhy1dWj1aV8QpCRbed+mDlHHvgxChAbrHi309RTbe6jUX1p2UTtdqPibV45VdQ22YPFQpibcMuG
He+6W/HJrNTeAEsR2LFmg9akMKdgEcmvz/ZTKGyghR272lGhYp3XWl7yySCwX8UHm1+9R8+IVy/3
N6+Aj5bZZjqHrWq4ouBEDpdx1Yx3Vqv96HltzYZBaub6sUByM6nqiWKCR6nDGxiLKTI9eXKAS/l5
BVGURX/ftN4Gns+p7+x3FgVfSy+f5sLkIm22o2586sk9a68LVBUml2WPm+fQq/zQMNUvbL2RZUCV
l3dzxiqzpTto9EQE2aLdu930PMgYWlKezXvTITMg5eMIJCn0W6g9sXeRKbH1srWRO7jBDD+8CrzE
ONZgH3k1sga7HKxwBW34SC/WG93OuMZLyJx5TqFKXG0Fwd6pQA1eizIip37M1qY4WowBR68anpMC
PJVtUT5bT/V+KvZGXd1Mp92hSBbIX9Lbd0m1Lb3xsdeHw+j4R5Bw3HvQSC0auUYN7ubkLge+/i3u
EtjIFtMt+nZZZMfRBZNQmGeopCMuWtDCmrbsRni5Ae1N1bZJrIe0nH/YIgchNd7CkpOtj4Agux4X
FDXf8IoBBmyEZWxThLhiXk95g+VM6qcJFEJYST1obOuONhk+NdxxtEICgesdSAde+96JOqry4mft
+JtWK/dDbrAi8V6bnoW5s8IlXiqveF01C80EbrWRbUB6mQGH6Av3IiSfuco26ZzXm3QFrZdK/dWt
lQyUfjvIlOpHVhuPXYvFYeBiDNHgIheUalu3z6ORwwTQQsLR6UFI4wEPG9B9VXMPyABVWK3lmluO
Pk+ARE5tW34aZfqGrc5jZafrSOmIGhbYf0i+flClOvA2b770k4Yw5KdgNwAmjinfE0W82NQD8hZX
o2GdCAz/8IjWhbU76pdJ15dAze/QzgA85M5PXi7KveKaZp10IzXaflTZMUe0Sr/kurWBzt/uSMg6
kdGIr1XYkWymDdVY8dFouuaptxhxHIPdx4zEVtxbOUALaT7mQIP60qctlloeina00fo20GB9Xok2
Fe0UemU7BIVcHgxr2lZ5GungUwOotzpoGOu+ks0O9HaXjMkBhfsq1yIEcHnobvFkehm/r1l6WSuq
BGIeG3NyFY59UItzj1uawjoesnOjRVj4nwwb3Sadpshwkk1q4XNL4aYCzKDpBEogbYGtQn2tIVip
AuPqoOFkLC4L3T9F4WBfrR6lG0M/LvD6jLtEY4bkOWMjfIDVBFgXF3ufbY3mtzsoZykkeLP8SAuD
CoP+hUPGeyY5RaQ/ZOOdrfIhW66CFhU05qdhMY8ORS3ASj85BNJN7Pd8cbaHrDndD8lrSSORSyND
3Knt4H+JWp0XJ2c8jOMLStRJU/lWlBWsrIX1nPFzAt9bSsrpgVmC+kxnAHiC+3q/3qBj1NroCZR8
OWpUa/BSfSY/Yr++t5pE03fEWBMIWWwPCsffjlNxZ6McUia8ZWnHndlYfxQImWFDCUGExW7ApcBh
RFvVF2VOoH+aGxZk4IgMPcp3qittGCc5d5LlBLeTPnuvppR65JVzbT0VcJXs9pOj9bj368/ZEA36
vAaTOnBUlX7gIRHJIVkx75jAj/QpBtW3+kp5m1RosKrn3tPkti6GbiH/URUfvlb4tAY4pUctSe3T
u9ArLY3S2plQ1eMBvaDIeRb0NLBdrXECMTay0aNEwamsH52dV5+6VS3jhr1v3GwcNybgEzdQMsPY
tkuOWlJmXTQOJQwrB3I/ewGHJ6IinUzhTAz7w6v0GoRUbx4ZYIaf/GyL8WA4sZshVcUTQMTGcx5Q
cqtfkNH9NYgRER+Jo62cPD2o1Dcck4Se76Zs/GaOV3dOnKl71x9ZxpDNtZ4aI9G9oG58q8QmX7Hv
yuE4fXFpaWh2XQk+vBpdlPVBDtifyWSDWm9cRX0okdT4YZqMvg91pZa7UjREHCq98ynMUtU87Xn0
aF6EQ4yGm8nKeYOV5IB01BoUQEAxxu1g6ZeGc6yLTLxNeMeuHEyW9gR3r9hU/eJ+6crhMdM06HHB
LPL1+58XGv6pfPAHkeFfyhH/CYUG5vB/pTS84TP4L8GnLP7enfD71/xFajDt32w6xIiq4jbVMCD8
X6nBtH7DJE2XnUGIhiykzpT/V6nBNH7DlUCOEJ4lieHfox9/lRpM/TeT//cWCNNudkgMdH/CnOB4
N3/RH6QGnBN4qHEqE4iwqNf7RzPLaDZpBkNC9+EoxtarIlpz32SzFbEiTfZOu3LGnFydzVe5nrx1
vge4VG9lBU9rZrKmE2EkRYGWcR60ztqx4eW+Wpjrfe1Y837O8vZGUjOsnQ1A3VTaciI8pW0zSP88
i1ru4Wqm3LZv9agpCsRqyUXhO4IjhmWeuqVUkYlqYG9hGvK5Xt1XAU9rI8ZMbBWmsF8x0YY7Q+ny
jYFcv68HUzwYq9Pds87Sji5A2bM98hAJ6lurENH2Ln3Tq7T/cJsoHa/Lusm7Xe8NF/TyjeuoY+6P
P5mYqyAd3McExl6U6euXaeAEAKjJtnpaqsDqPozsHW7vE5PXObW7g1FWO3vpD1Z6KD5j3bjQVMge
V37GTvsh1/Z718ljjWG9dP0TquW5pkkjm5p7N3Hu9UTydIUVbZvrfor153lJIuE0OyfesBeXXv6U
8mCXLttcQ7pXI6k2Ce5QGh42/e2hWM73k/ees/UzszjsunLnzf7Z6efzOFFnjsoQOLX4aBWbyd6o
HiCbPflLx0hk5x9qbh9tVb053kozgntaRqo/6/Vt6stDrN/CI/0LQ90moZuOAquHJem21CqmIUw3
Fy31W19tkJT5kIj4jrPvEtCYGEzaN7M8J+3PeVnJ8eRnmkcejRoBp6mSk1v727lSWeglxolQLe8k
8y6pXv1qTccMkKaJCl9ZnOzb3rszWl7Rq6PVXfJ94uVwk+3QHotI5Xc8nDRPvxsSsq5d/FkV8ksC
uxbqQQBmzdNiQ8lYwdkw4RFh3A+yjxjb1vXbKA9eOkO9pzxAmTxEFkiBmvHZ1NimzTsL1SJcrY6F
V7nr4a0HwlXvtIlsO7Fu+wSVPn6uWfxb5WOnx+xm5h2tOTshQthP9xlPShjyu84gVzUZV1PZV3i7
V0oEOH2+rv0b2s+BGsqP1Y2jprL39KOBhXMuy0iRdmV9ZF1yn8bFjrbTu0UASbVqXql1uqhVPWS4
8iBA+Y06W8xxbzdFiEEynBc+nTqMztHbtYZxwZuUXPHfHasm/bCNTz5Bp5VyBX3UvhXGt9x71FN+
T+1exiABq3H6xRbiQSumJzmaEUvAXcKpRZvNgyvfpWDmZp16sjyx8Rp1Nif/mLvNCwG5qMdgCpq3
N6mgLSBG6o/+ML7pubu1potnXgb7ZDg+3hp32fnLfB7S4tQ5r57Ijxqu7FuRg8VEgy13Z2Rq0/fJ
h19i0bFl/IAk+OTeLr7U85912v+GR6v9WS2sPG91Z0AN4AfPagztmoekd2DLsfW0/kzJwxZ17sJ4
MQcFwzFceLbNdZaGBEaDrnY3CgWGZp07cBrvJcTIxYhfXCk2fdOcRVGtoS78h7GxT8J5oKmAH4Ox
I/VzMKZkM607WaEXSeCLdg/d+GOx7HtYwH2U9OVumrXXuB2veE3fKCn+od+GsgYU5Co7ZEyFCQQm
3s1iIpOd6pspcJu9lRxZMVijeO2VxfmRKrYkn72gs/wXgF/3hJrCUgxg3Dgphl2m+sCBbTrr3xdv
2c3OGiW+u1273e1Y2GnOBjTkq6EBhe+6+Fca05+rrXGo6uLk56T9zNwNmiQ+NVJ+NWSRuaHHnF0H
e0+qDGrkuHXS6YkD3BSVHqt3xIMsLJrSf/MkeExPaz78OO3OVpo3l06VdI252slnfWSKFZcpC0mL
oOiJRYtHJRlXK62bKYtyNNRhvIv18uz4LIS9fiBSWaUPNt2PAfMVHw53X/GlAUt6xUBnfCvk+qTs
8pNgIvuUMj21aSfYtUttj4I1nhUb6NBZrOoKpT4HFNwb97DH9auhvcc5o0JcRmjv0cTUl2QvaeJk
UdPDi0THwj6X0f7oXyY/+yzLjqNwU7EE1aciSAgTu8uDgou+A6nxIqp1U5TNriwqdZI7UXj2XY5B
TdH/FrjojkHfxTbj/XTyMdbt/Vnb4rStN22SvXHPL8NqeaLjZh2cbEeB88nIvfc2HV9qGpGDtHNf
Oiq3IzbNIMDgLg436xoBhwqIqZHFVkiukWhmNR9Ho/6axvHHOpi4vsYTy+qWpXKxJ9FzZ4keuVPX
3huniT+bzh3CVKBCZ1wd81HiXi04eSepBAHGtJgO+HlKH0od0do0nAbSMYPZhlpFveBEl6Sm5W+a
M6uDMPPkANX0gqvHpW0Z9E2oGZx0811VeUhFxRrJXHxp0HKr0f99XexLrCvIPct2Ucw0kN+vslk4
eNAP65Q2mslK25/5Sywt/UIgBgNF1R4PxARhacZzMcx4DTS0ijJ+1tf4AyfQg9+k11H675M1fU6+
cY85aWta6iudD63xmNSTFqW+OCseSs9Ta8ldrlGSiD1fO04pC0ij1rLdVDs3f4tTnUUumHSLoY7E
PJncvssns0xmHvltFtJ9c+VE3+4sXDhbWjlXyq/g8tAMGm9rmhTJupHynBf1KluLyiqrjM8M0Ww0
LNgMWVpcMofn9+glDVsYFE5hteNPSygaXyWfhnnoHGRTGy3Zz9TRVekXMR7sIcV6BisT08JD1jnX
q/EgY7s4p71TXGmK1HaZpSsIigOmtp4ChSUndjB0e6PCDTFgaA89l9PSig3RwXNg+RbhDkfukHoZ
kYf3Bsh0Zp0TuxFh5dOS7ULhpy/7yPHC5j7lPQvl3/Vld5i5jZgaKiM7oHqGh4kx95oU3/3ap8wj
TaCP2cvVm9qndmHmnpCS4VyKh0LGycZsqmfUn+Oi56xfsGWO7ZhuG1M+tXN6XrE+cWNTuLjyrjk6
9uCdpIKfGCphutfG6+eLot/43utud09IB6jXqNLbmiKahwpOJ/C6Y6PZDx7VYwe8GO9KwFo3M6jJ
uXhcCaS8+K6xwCjwm5yFzTwNEYYJgL4lv/GpVdWurcp+l7bmmwStuhl78eu/VjUBPWrt5zAz3SdB
ZcoN002DsmILI4ZDS6MTJjI2vc1yMTrje9ZXkTEaXwDi35hAQyOTu/8/bqnl5gs3zH85bv3H//i3
//jv/+sPs9btC/661mWi0mHHcTVprgZHjj/5qw/c/o1YqkvTGVQwlPxbGO9va13jN51oCZMUIxeE
wlvc42+zls33I94C24/xiC2x9admrX+YtCxg/o55e3WNSBBkwj9OWi7OIqchZcqjM/+GGHoeS/8E
HylgxP9/JDCc3xPPfz/W3V7M45tRuwn8hsjcH1+sGKj+kuBJecrzqHqq8kZvjr3UszRABcVWazSz
oV9S+kt/3TYa3q5KzQlbXT/gUO/h67OwAk9yW+XGzQONcoON3kyL3b3R2p7cywwswtZeCykObV85
M7VOsWpxiE7uxczKtr4rUvCytI0rasXTPKMh06d67JQSvWy3q4WUGo0Vl2pEQanNeVTwmAl0rncC
jAZ2EGST2xcRlUOJjW2z2Ck2JveZclwdanshzePQVG2BttZW1d6iPANwsEFhCp4XZNxZQh532NN8
8wvPaQOw5KYI295traCj2zGFNN2b93nNOIF8NtkAVrqV8ylHFhpLDDj1PLNXjYph3KhjoDwtFRf8
IdoBH349RJ2abptOpOmi3UmHgP15bDJbWlE5gFnCMu/E6mD4kgXTreHbD6YmAwPi9brf7dK1hjGo
T0KbSdryS+Qkxd4/sOF0vU7LsMoDiVzrLRe5hYU+Ed+TvNrounhoRrq8yEniiF0FddHGKDYT9dWB
0a8tvm6BXDndvlMRy4h1Mh3GnrvLoKbQIcMtVu9VRD8ET10mEr9hxnWAplN0++oLswjoc2DO6lQg
UuOdEfjZWfJHIRWONGHc3aJ9l74x8O6s8mFwky2qAd0zGpsBPvp44jz74KNWB1kCRbtfqVcteA8s
UNoj9SlH/7ZrxTazhQVH95KpdnXF5lfYrMFccTcieHESmKJssvY0BXZRUUwPhpmeMnSuCI/i1lMl
fQuUi0VAYryo5ZeNB+ornmj17fwq1PX2OGkjxvO431drZVxIWz5akhq8xUg+CS4cFze5EAYGFd9T
9tOucbXTZb+1WvveG8son4cmynVxHfVhu3rdI3u4K4F+MgM9G3NW8zHthIHm9qjleXcR8RTNBtAX
gYo6y2XnTst+XeTdzZteNbVzrh2a5Yz0J7wxlu9d90wnyZM5aLhdlyuAQvqHh/jFVONJs+K9sHLs
Rr7icLbGB470cUTj9LtXamlA9Ue0GoiImrPe3ltG/RC7ToOsP44wVisus4JUK9hoTziBVYDq7rhO
IrpM3qyO9Ljwh7vRWyg6VaILyM7cTOWBFD6NZD4rXH++ulmb71K7/9nPVGMluHiJZEMeM4yI9tVt
DH2croSeOs/q2Smo67VbNA1jPcs1u6/ZEgbAGYE5a9cZNmJQLfbECxXWFo+yDCn4nbexCa8fYMCr
0fh0k3lqppGk34HlYuWu3nmjZwwtXkCT4g9fFCyH0vqe/cKvDjdfXEEa0v1xxzR8kuXwznJ0r8BM
IwdTpIhN5nvaERYZiAduByuzwqWO6Y7ozIvwDVyI/KXRazCWtf13Exd9gO3vkMPp/j+UnUdz5MoZ
ZX8RIuDNtgCUJcvQszcIkt0ND2TCJMyvn1OaWehpIcXsJIXeYxUKSHzm3nNpIcDUMs+/WqK1d0Ay
r0GdDGfyyouNkut+hBmOwtT7g9luize/PS1l+iQMRKpkrkzUP87K5qjtNmPXIYlo1gc7JbaghkyL
7L78CyeIyZcK3tZyCQdjbU7eKD6TALBc0txXZOJPmyPSTk1mYIHmbB0bCsBcaBvF7nfT+UFU5Rkd
hmeSkoJ/pxvyU4/JfJdr7taqqdwXjw1KNQYXuzeO2WKxbytPOoRrSiQwNiq59eVobwj7crif6luR
FB3CCodEbqcaWOs6b6mP2s70VMaCR6F3TsxsC+r5l+Gok+mU/jVhwB6zFzfjovVeZul6h0JOe+lg
HZLTHA6Y/wDRx9SCBxKJ8El0sEbNkuYR8Or6VPKa3rR2/Tg3MtmVZMJ0bentyZk+uLX3e+qyNkJy
stMs3dooLyW5Exs47OBMizgsSF9nYNj4DEUC8lSbEuZIKs0tTO35Qe+lE9p4Ng+N0o6zv/BJM5py
8iRK/S2rk2w/eiOJniK2rZ6U3yK5gU87u3X3Ix3u7xY/CjMCJw58yQCdZRBZRbgllvyl1oPI7CcP
s82QhR17UM7d9Nyzgl6WzovdOptjXhLNmXu9JXJj6ozHuVqD0Jh67aJbNemgY8ZSpyrIIBG4G5Qq
t5XbHz30G3EHs23DCPLUyuoohYVhJfD+WlPJaWCUJe/F1ARn7yP6jtBxHHxU9CQF6ycHsQFR4yy+
xnbO9maT3wDlf9qmhVLVeBms2kRe6e06tklTuK7ee8OG7A/0bO2MUSLYrFP16FUtG22Gha21or1w
lq3fy2+6rBdzau0/S13pkYMG3nPH5cbiqdoBX9zy8vteGQMOgulLUMvlUGj6Ho3uHDmJ2Gcj4VYF
mzaIUe2hcZGFJl7yzUZjP0nnr2ozKwQi5e8LBOpXVRfTCYuRFZPjZPGKbOqXNOGNOXq2TRJVZXGh
+JEafX5tPOwSo0L50k8ziariifbDiuzceET3+bdu1n4bjELcSeTnvOSBqm0ERk7eyFC7LyrzxuE1
25GVHvSpyUnHYiytGywDwgZp3vs8+IQCdcH4lgRJE7qlR5p95mgsvpPl6HXiNKbY9olCvLPh8lPB
vbFpUh2Cv1d8kjk1HmhJPvxFBLHerngp6huh8N8kpt+FM0H3aBJOwtC2tB90iyhSE53GRtlSI0sM
83ZWHv02v+E7efS95tkhtT42ltS9v/vAWGSm/bQG7BmtWse2surVs++un848mptF2bukJTi4tfR8
r6WajAxVjzdkV8XJNrVH0Ysg8l39M+WJIOdEH5nE3BVSjusxsqy135NVIXif2zMBJk8OEXb8cHd1
tw9LEa/9tpkcZK6C3EcMTp8rBP0tIARvO2REnBg1P7tE032xYAP2K/5AFsZTTPYlbgUr9uvswPb8
QoDH12TPj9zh9oOrahW5SbUdK3I2NSc4j/XCc7L4bViC19ngc6Rk9kicuuM4bUS6ZdAw21e/yZCJ
adVOZJ3TlwZo/hnirl1wKYb8RSjCufXqscvI/SSc/KckcUKDBkHgk6tH+arv19y5uqZ1QyS4W0z7
Y14rvi7VBYVcFg54XDZzpX8Nfs6qdHTe+LbI4eX8rSbzVfdohnNvOtVkbwTciLWpd0d7dBVL9UmL
WC7nl7pG5D0HnYIRJz9FgXuG0Arz3PJh5kPRpRRltliqcUcagshuuV+w5yRvz5tD5U7Nn3wyvfKQ
ZZIkMMQsNesJs5wfa148RpiXQAIJonSck8hJVt5pRtJoGAHwMu/v+5/mCxVc+T4VjM/kZgG1pkL8
AtYjIaI6JaGlGyHxD/xLbK9p+oveWUnwP4zo/+EOh7sSYIPV+Wve3a/7nyTxtDG5fEg7w7YGTHHP
72ijlpvuoVFZglguX+YuLJzkfxFO/8Vl+mdLhD+cYTfecEzboLj/2RIJUh5Gj+UWLB3SKmmANBvQ
BO4NQUQyEhjSRgKvCNHP4wYo3JrfvaFmvIeXBThqda98dixb7TSSVj7K++twgsqjo5C8566UCPkw
OWktJqtidU5kuWOsJRaFnE8EgOZG7xz9ZezaFHqzpub/P9bXnWbjwnwyfB0dKaQ6859fTjZe5sGI
HkN8LdVb7wTVm0JMo9Umb2HiNbwPV5a+Hv/bqvP/eZ3/3dts3EkW/7ymAaxt5DFsK0GlWHcmxb9Z
/UuNWM9UJ+DNLSAyRHYjrFdLGna/7ea5xqdnqgUZKzr9asPGni5jxhzs3M8X4uVwPf0vZt69r/2P
D2TjMbpTYgLbBYn4zw+k0sBRGsFT4cjdfKoxd57mstceCxrQqyaE9ihbL1Ghdp8q//eLcf9X/+NP
/2vowCQB5prPvuo/sAAG00RAVGIIK29KvxUmYo6Lhjjj8I5eEPBJV9eP/vvfZKDxj7+JRtyBbAB0
KwDADYXjn193MufOI8g2JTNxPdYeK5wxHtuP//FH/vORdVxG4gD5Iej6Jivi/3hynMlae3zTdWQ8
B9sqWg+X2o12/eb7lzqi9fjAbXvjpUEILmrA0N9z6G//+0fgr93HI/9+eSFk6CC7Ax/qK0Oi//wQ
ZUGL56Ute4tMnoKyfckSyi9R0plYXps8z9nURZXmHOesvLBMO4iBoxdXd79fKnK+KfPu72WC9eTA
Mdd6QX+cvewvOKYD0fFVibG8oIBqrfJGWDTKp54VpMUIbxAe4kdpi51N/gKxe+Hau9ueoYGzkDtS
OUcvd6+iQDMK+MzV2vPQoV6u2I242h3oQ/q7KAYg8TUqL+XzvrYQgReUiA++y4CcJj7bTDXaIiv5
6PQE0239DBLiZ7Xqk6/Ic6Z5OVcu/nNnPjoVV9lZ1HsyTp9mP3/qSrwnlnksrOakcbriSMMHKmgp
Z0MS5Yohe9aClxSVdo0BU0/0bZm7u9aeD7ohL4GyvVPv+z+FqW1XeP3hlDKVWnuS9VRVPBtZfRa2
u10IFes9/1hbfoTkOAoC/Rfyn+dscL/YVTxMqAWWySLcC5GdyhGruf1nbVAcWt07V+WlBdu7QSOx
hXfJEiU/1przQYVG15yes3rBdsf/mfjJTSfGd+XRrBT4TunHtqmt7ZxM+yl5v5LoyfZdqD+t3b5w
TrOmGVZQRdMxAUgS8nRGWpu8Nn5qbdhQxmvWoyrGFm+ZH05532rUb2vQHseakS0eZ30j5p7dMhGI
JKcXJBaTPR0pEXw2s4PUiWOkkGcSbt+nNL/XxvtSTds8UV/1xDx9tAAe59NzhfxV1mRr9sYvjb2V
3wfUr/ywqkKg2mPJT1nBoqpFztezVVZoQi2/xY+7NvQyRfPp5gxz0oLJg0uZxi43e6agfJ2GXkZM
5CTLBu4i19GN26gxUZiGy2A1L+m4TFspZ3xHSVf9wEb1tp1uPCRFu1tNlLL1GLc6hora0usI+9iD
fXcgBwTDJqzfmToFayyZU6yZv0M11BLkPuywzT2QJ45+2+pv2mgN52bWqHyH4mz5/YlG+EI6F7c8
6sytltlYJcWJ1vSIDXHajItXbAU2iQ0ZhN4OXIMVa6mZ71HBL5eyFQ8K4H6S3DNt7AILPImPe6Ji
tx7JaRvNWhf24tqrzXTsYMtRuzGc+YtIGkHjoL2T+v0L4rUXrhq0Xb2uh8PI0xbnbf45BMML+dw1
a3B3Rk3rbXVv3XEeDCHMPGeTcWg0dfugNS7qs/LCdY2atu1RFxM6Qri22phLq4hSnd0w76j7dHPB
QLF0uAhzMpuTfdWu5tsyrygal/GFOK47vgvUvaPad1/wMpSM2R66KUhCDIi87MRQRdVADjluk/HU
zxJbrXNsxlQydCERC/8cMKrOfgyy4Gnqx3etn54Q5YVpj6/DS+65SmQLM9vs2Vwn9ocNZuCoyWxP
MhrxdZkTmnXwKIolNiz/BbNEXMHLjIAOaGHCp3eVc8FwfHbm9LMvTTZCElXCvDdqZydI3Bt6R2wS
Zo1ru5zz0bgkgbM1uVO6Nv9qxXCsWLKaRHIr5hOanLfCx9K2lJdxyb/R95Imp+/zyr7Orh52/noC
h+uAq6i2OrGy0jc+x/XLyIz3EYnnMSgGNBV2XWnZe9/pajdMOHg8i/Zg6tqoJyA3xtggBF8YdQn0
inj0gh0Ra39cbQrgiQRCJ4Ns8TZ5ka+HxAGkFruj0L5YzTOa69IpdLuiea683Hkap6JjJMxFDzgb
MTadWOY0N0KnxVkH1L4j8aVkLFy+QUXqufmX8i3wMnL2cJTDDTCLF7RR8soQ+fegEbWrtIQxihE5
k/ZXA8jLLFDNTuQSGTMd1jJBsIPZ1xOtHxqzpf+dV4Ykx2wYGXCy9ANm4OuPhMWf0DUHTBmIOnVS
5W/gOKyPItdfHVMZT6xa+4S5pvc6QrqLCywiYVVN5pUtGSEyJl/y5KP1D23LG74RicsjAbALo0jd
Iyc2LZOw8UBQpP5wmZaq2cmqP2ABOaEztYkSStjf+esakplHKzC5j7lSMp4qMAOTfx3Q7ocJ7VHk
uUwgsoT3ezoWxybFVkUtYDD9oLTNyu5t6K0POWO/wElFgLwHDqlzpXa0fHnu5+m2qOHBXhoN0q43
tD/mMvy26mHaGQnWDyU1hsC1TJhuGXkyfAa6ahGRNJX2XWU2RskFtehGrVifl1Z+6pMQR5XbxHxl
Pu35U22sOaOOusovzKrsPwZbh22P9DuLC2kbClhO4zBRLDO5ngBCFRa2koVtHykI1Rur9EtH06Ad
OFozPAciMOqor3zW7KpJZuIXExuQQGb/jKnu1PvAm4zzENTjlmC8BiF5nWxTjYFFVKg+67e5PoMr
LkuRPTI/cfHSIC1ac+u2iKnbtlAAJdY50fYI3lC9QYhkdlr5GIqXFU1yiuXpXI9Gih/Y13rc7b7O
rLz1v/ux9rAWV+JpFlgq0rx4cBKKGUufz36mcu2gHEvJkLo7eFLUFy8D2ZvHzqxwMwfQK27luHAj
w0ucmVtFIGKJmSTPeCM6sgr67Lqo2dv5WvumGGjPvkW06spO2tSBiBTzwn5+ETs/04jEy7XpHcXb
E0Yq8qcnDsBcTe6NjL8qJMgl+NCGDEsfQjT7L4w9+4W0KHhZi7XiSCjwuCdhUHixLaQedwVmqlb6
b5J0cRx7CTmVHbw62c3FPkDqBgd0aKtnShGYAXL1D/gIqqegbrJXfRmX5SUgrVrdVYgHx9PnxymX
9nszZhLzmZ5szdpO44BJ164pghIbXofK3UzmK6JjZ1euwbQntLoc9o69WDvaBwLSeSVxoCNzAYfB
87xXgSBgnlU0DkP10Pjz9MFezI3mdXxml7ieugFSUKsnhDqSPOa/cO5fOm+SR9/RRQY+YmZSiL7e
3lJiFzu/Zd5n6afSEV9cms85C87FaG7ZfR26FYXJOu/QhHuR9KZiK8e7ec8yOm+fs938o5yseUjS
dVt4jWCq7ujzoRu7ZJdyX97fnmq1txaW0NNscog2GmyDlY3YiR0RgeR9ws9V4E+xJ7Ue0KbekhLT
srZWbig9R1xb5Fl+kve3xukQONXG3lNB3OaVOLAS0ZEgV+1pnNZHnpAlDAx8qpqcGGl35Rdv/3o/
6lO8ZPeI7bb8GlJ+nCGonEia07Wv0Vz6xLbWnN7pNP5JXefJNQkLaBKMlk3xMJnowpl4X0s/+MEI
i46vQNPObCZSzpBu2MIsrJYMjHZF1FmMfrWSG1BLp0e96ZAO3AVpmiA8NBsepe9f0xIF/9qXe1sF
MpzVvJttUL5zykqPXQZvw7zbp00O72hc11cYOq926ppQCvi7XTO9AL6QseW0vHcbXC2sHaghCAr0
N30/mr8mirByc68ogSes+5YljH4ocmOKhbRXrnXg5EhR2bn2q4WdUCB1Ksma7arEevRGzd5pighZ
xpXDEb9haDc1eiw0JeCPqF837CdpoSW58SwDZhl6awdkg6uAVcSGJNI33n6afbQoWFt+sKdnKgUK
NvzOCWlGiyiry9BYt6qy53NJUvWzPmnlRs7+VfRVvXVqu/nlTj046VqRfpbtJmRbN9lQqaZO+SqD
4m0gRhTXF3ZJbbUvHvL4sDHktCkxK6Ud89906n6RTQGGVR/Qd4Ga6i/tuKi/TSkFid3zZ1Eo71jc
g1x7XX00ZUKzsJb5AykebpToEqor84Ct7AjZTnpK1illz4Xbp4jspPWBCozI3lV6XYigDhmInVu9
rX73op5vpll6keGJ2PrXtCFpD6sjdyVnHlU2a+h62KJFelsb70bULZdbAMEZwQ4tBvPfHnfCZIin
HFQYMZ1xDxIJsFOSDbtZG/3vAbIdU0zCqdr2XpQA8T1klSpAc/DWy8PKtdNni1zUZ6R/05urBkwy
KXP48aruyOSNGBoNJT9BFWtDOT8uzApdUkuZpHPQsyflZUnG19mY8JCoYEd9LfYEWdxYX24gmVzc
VV5QVsWlJp5Gm101Y52d3rLZ6jxWKl0f/O1KX5Aw2wzvSO1UOMG6YoynnzrS4LeLkQt8nmh7xgWd
ZV80aFLwX2+y1YxFCp00HbR8j+Mx5GiB29EDadCJdcWoZBAczWTph1WGHXMgYrPz7Nh3eV9PDCc3
LsCajQYnaJPN3RUI/mnsuQNaVcCDah8sNp21j80lwFsCtqkJTcEezUu7M/6e7oq99xR4XfkEogNl
W0PtkHjVQcnpWrlpD3kOxDmrCLkhYXkMa6G/56jHDl1qHWalmxlGNpIQTfNLVuYr6mPnic07BZU9
TJ+esZiIitGuDU2Z8ivX70ltwsBaBrLIM3/DgsI+5Pn6QjxeewvSjEKfSVs8OXhkh6VJtjw+B6cP
2jA3UwHc7a5KTjLJ7nXWI+aMxtnjcEfum33oLeVioBpWRU7xYC0J7BCHGnsaH3nxmRvuSQQGTeIi
glXW1mQXDqzCvKV98AQm5EtJ729nYl3yiuDmzdiiculQC7UjPj6NFt1pzkGzmLvKZxVf6RPG4uGa
rcEJBWl9IISbeiygISrwKR1BhZBYpdLiyLPbIGwYgj9Wrl2xc3+NBA6HjtF8Wb17knXRXcuW2YDy
3gDkEiuO8K1jC32ocMwYDeslw0p9Ht7uTS4mycbsbp5sv7gik5sfVYqzzk4nguKn8UFpo4NeGFn5
xBgVqkqw4qmeOubdmTiCQS43NrGjvJUxZvckQO/T0YRcptJnthuAzQfm8BQhW7hMpCIg27rhpD6M
moJQ4lApq4JIikWz+L4YebuMTabAVAds6XmQHdqKexRM1fsvyilYipcrCRIGBkFR6Qj7sMbwC/dv
cz/O+9Ef3WNQAthr+6XZd45y8LAl+Cvzb3tt5t/tZLfYppzgOJfrt96ZODjbJayy4lNKmzGQJz5r
q7uuumjiIXW1g1cDiC2nrI/qUryguvmT5GW2WTljY1xvX05eEj2OHT6cWY332eTFfjGz0uslZuL8
mPXIq805vVZ5UyCi5mdCwgbjwT17C6HH98mDaatnfx4vXKE8Um69n9W470f2PZnjniyToG8ngRqB
RDxm8HwpFAhAdEYBPGz9150+vFlt/3UZjb/sG3Estu0Boe81M5S9N8v8o2IOuKP/1eJ8hC6Y1tDk
Zsd0d9NUXZe0YOtSrf4+qDPeUzmLUEuX36Jnaj4Qcbyh1D/3tn1lUi3DRpSXXhJgXthcf0dzvh2v
4E94mCRWdwXjLcRTqSw/RDJURcaon5pa7coqG1HBzsUxm4zmd1UhuR74R7B7fIyEcVM6eA8tj+pj
JWYglczapU/XPvbibM4wIYc1n6PMFK9S6q9ka1yJwdnM4Kz5IOYcJWi9sbWbL4aTX0bBA63p1Y21
9y9noBYKnOIkrHm5+9OXTTfmJ9iWEHPcsup4YMwsdGbjguD+d2rz5OSOFmWlJbh7KBFrefeQ5hZD
ZoXmHDcebQ4RGPgf4XtxIONG4I2Cw3+IbP43TMQL+THiNZPV8+ohj5CF9tKr6r21sz1X0dnoDv9h
qa6zaD4ofiFs0eHSezBO7OYyWpBxcI8E8K0sgkQZo7HjGICgS/Gspu4V1hO2017eihx/aSu6UyFT
EGkTZlsFN7HCkZHp4zVJjBPI/EcAH09NUYFE7J03u6+HsNMykJaQMhvdYdJaXYo1e/XA23ADqK3d
Lgdixb9sfybvWr+j90q0kvWHS6rLmw4NfDMpfZtxYR7YFqDrFXCkCH6nBByKhxkEESLlDMlZZxcH
3bF/5CyKMMNGaQ2InkePv6s+HArUvihpMWrEm2kJsU+6bYidlhkaE6XZ2bE2v7ig4rDQI59JU8RQ
85fq2j3acyqPQrTbCX0z/5XhbCv0ZyWyN5mtf3i47RPuiiJiC1XFaSLjsm8TJmT+razUs8edGxjs
mnFCqa2vhr0xFhd3pqLU7hBWZ9boA9kpUH+xz6ex32ZdfqUxzOmIVouKxb8iS8dMuVbtlo1pXA9u
+REU5gSdo0J9yhFkL6wYq6FwY8utZbxoPrdTU8Cn6B8Q76kdbe5WmNgnYWyQ4jGrq3Qx1wMIPDNC
eJp850MGaPkqG0sDR9/QBNHqYg6fme+1Of9gETCiM32L0tkN9i0p3fvpbkFx5u6nygJnR4e1cirO
WmivKSOZyjITM8oaZzhOHMWRac0lpb5+xVXJVD2BrKclyYXs3IdFVw+svB5TyXjK6sYahdTsP3nO
8jrNUxcT+f5ZlwQy+3Raupsc0fQVOFV5EaL23xfJCKel9rNztiIZL0b3yx+NhVcHf7ZOBLmL43Qz
HAdLsIf6yoHaR+B4eyyD6U1v0xdiOjRQevWDqxMDluvli73YCTdEs69qTDNjkTgh21fGotNjqsuz
mPyzSKyT3mqkG1V5hShP/Qw9R0A2Vs9Zo+8qmz0gQYUUTFIdJqBSsuypoTJ2wCoBw1W1fROtrf42
2LzVMWNSseNeCVHEMyo3q4hseW+j+aUWpYKOApkhXAL2vDMTGj3o9/O/2Kfy7llr57hig/SoW83z
IieHl2Xq71ODhsDKm5VLZTpx4s88UxWKbvvL95zhA6c0PRm8Esu2rmmQ2RvwB/pTb/Om25Rmrh2X
OfmtOsQPplzr7xmy7CNGXhgfehBj4T2hxLMYgDbLk5GsjLGD8dR26LkVPXk493pwytrK2jVCg4TV
5Ze+0BmPYb9F2sw5s3jjS58wSiBwUUNHKIyt1iEk9wxxSbhboaG4brT0nqLk9FH09Zkm3lDK9i9u
0vbXpdKT66QZbSy6ZpwfEhcJhWGUo0WdNU6befDK7JTqvCw5OXcDA1H6crXNg5yzhzKuld+OS5Kw
xb7vwcqCAKexZW9Yua515Kmue1i67AkX7Z2SA+6l8Je9Wv1kT8lHm69/kOX502ute5CO87pKBKeo
seTG8KvfZZ3CfekYOJXu9LmWKD/WzL2Ws75gtx7fkDW854ELzoECYvN/Hxkh8piV2e86FUZsjPIi
XIoR3QZtwEI+3RnajKu/nxkFLuavKgV16a58fXcY9lM2Yz3OrYPOkjN2LfNPUJKmqkyDDjsDkadW
zm/sAqSRzczUDPmOrZyiz2tjPfVPi2WuR0zar1AP8y2SQyIB1yZmU4g60qBiH825QOZ+l7gwF+sT
BMgJNM+OLWmzwmVfXUUTqtDGVIFxqDN+qdLjcLRIxwUKY6PSo57rXCzJo26jG/Sc7zEjKBiEa8hA
1ovQTOF0g7j8CDXrzhdeuk3vZFwz4yh8mZ01xmCRlXZMuK0782YpmxKOiNPxbkCMB2Ij7VFrCHmR
U/NKouzEwVtVWhHx2apy262yZ96aQnh13Zz9joE3CPOlgjcddz06ZRCT90WSS1sO3sN23GPveAYG
QInq6z7BJvqbjrUUe2kKMAZ1QX/rtvEqO8R7FXuPwbWuUrCx4sA5qAb6XkYBbhHbsg0aXwYblTs1
ZkhqIIOJijJobT0awgjKfWzW05H147vS3O9aEPfCryPvcKNXU/bcVsGzxvS8Sl+ZP1ygEVXnBZFt
NC6B3HPGl0g07f3cGDqaLI0yNrPb+5e5s7tNMEbsxTCLrJqJBlcehkAwzag/nSTYMQpn3ORUsPGA
XhEi6Ww8+Aw1hr9NkMwIvqcdLvyXzqJPKVfzU5vUWzA1j8qlqXBpkxhYLGMSLlyvATlU+p5k6kNN
K20co3eSQvStsQavntU/T9y3nhhxJ4n79DaI54anM6OcTPtfNRmJrLkaO04mD7KrTZtt+2SPJ+0b
YpV4wHy5FMnjqPSf2TKfutl4EFZiMmLokyhYhjSsLHWG8beDdhtNthWPAtuH05ZPVd13cTmgruQT
/0Use9aLrN9VibqV02SGjVvq0VqDXC9ssJqBtU9X/5R0iNOcguqsLNWXVa+cRsqILDSzibRYuM0M
noS6Wtmv2pJZyGzmqDVB7GtVxCd7Z9/8kvR/JkApGj1TptWgvX7SYuCtFZhLqOXZvvXsj6nNnlpg
161+R9vI+gRbkxS9/khDuScB5JexrnHbr7FYseL2A0tX/2mU5Et4w/BYEhHUe9llZjLAXXOgZdk5
Iv/lrb0AgbE0h2r2CHK7w3fmQ2bYh9rLsl2Qec/rjO6ph+M4JAuYSuRXdI8rsoy8+FMl6V/h1H81
uV4TaCzU42AHq5Mh0vsY23pL9QpdKUmWqMjwoV5WDdGKVxrTA952xLuYmTe2Ob0W9XKj/ho2ZFlv
aTZOQV1FtmTKqcPbdLfF5PpcGKa+YamvYNTy8dEYFsZrtVKf0nRpCMYRu3EqkmfOKLbT5ZSXIIrB
/YiOzfyAvDrHKhTZdzNWBishajRvrAiuG9y/Pengr0HapdtyhVUCnhy8zajX0yGB4rM6rRWbS/Nq
5uuKXtZAJse6txvRRUw6hm+rLlTU+AYazpK4EuXCI7l37zl+pDBJvJ8kxbvUNgxIN2PmJqEF8Y2B
kwGhRK1OjG+Ar1sIwqqy9TB0CsE3njOMmKhj5hArNw0izI2dZeu/GJTCYaV493m3XlbP4ogQMD2o
6X56XOAQpsXHarPN0ZP8PGR9s+E12iNNA5ahD2OcZrb+BA/biazFfViRGaCCiBe2PoMN4cUSWMJz
6RZ3nhtPHjQIvFZwqIHCmCL3o8ZFmB70yNRmR7Sgtw2XUiTYIY3e6fOqYs9coWclzk9Hs3RWqf1C
PNENlutj2q0/DDFJ5WmlFq925vGNUwZ/9/bH8tLfIzL2SOu99LBk2AKK9M1b7EMVQJ8RznESsLyc
9n5M6vVXA1VuLfuTiZN5V3E+bdDS5wC7ujUKquCH2gQDSJ8zLNL93yCrk2/yBhrm9qbcCgnscyOl
liOlc+t+s1gNsz6/v5GnyEdIh+Y0ldm+0rUyYlF19yRD/kEPrbUobIvELffZgMOkpRkMR4yWmqa9
rq646Is3hbPJlq8eMTh2Lpbydja4WF7s3dFDwDZ6uPRlFzkmHcYa3KgSIjYr4ybPrGc4/iimZxWl
WvOeNv0PwGnKtZbVoPdwBxImULFCA95RZQ/XsR3N2Ksw4vUVEABin0IG7yPmXogmvsOqkzoUdhIu
DytdPPBzNa90uzuu2gTbqNkaQ0IClsnKV6wBBnQ5HhbfqsHnTMdikfLQtQzIiwRMoSqOmm291w1C
0V4LwC306XW1gHFrS/HZ5cNriwv7MPQ+7LO7KTkbnWUjnOEJsN82qLI2rADVgCspeVJ0e9uJ0osd
piXs/OBRrQl6g1HJk26MH2uxcqvxrwE3zNeLfKPqwsmugdsAATwVg7YVY+NukK0mz4bvwUvq1g/E
NGNIzX0tKmMLGjhB1WPPv/VRe1/6OyACehJV4OhugOt79IY5vHRalQJsVPEx2/qfrLOGZ1s1GBma
nkO5xJC5LKhDlpnaHoBiqIv65BRIm61aC8KlXK95llpPJh6AAQ6tw9uG9XXYodkP5y4PNkMq3lCe
PzjrvQrpqbtb/62vMZ+KjnYVTjRbdMmbUTLBYOe0jBHjzkPVZphfG3l0gXkdlpxKhbzfF28yb+Ud
qJZDZ9mNAwQBQMoMStAW3fXuYwPIUe9xQjL4FToyOo2ohB1qTFMB9upVeuK3X4NtLjwUzb7R9d7F
yiRGlmlJscVO0ljgaeAuZbpKPrdzqrL7tEsnRD6yULwvYVlCur6YFUy1x8Vt+VPNOuOagRStQiFH
PX+ZTQaU8VziPjmy7Q+82HCaIcyhdlo8NBY78hI7VBZRDi3Yfb2ljYfWEG4MZqDKYxJTQUKOi0sK
MTzv8qJKrf6jRmobTQqO7//D3pnsRpKl2flVBO0tca+ZXRsW0sJH0jkzSMawMQQjgjbP0zVblaAX
aEDd0EZqQICGjQC1gBbUCz1RZ/Y76DMyqiromR3RqY0gQIVEZmUG6W5ubnf6/3O+U3e86Hms3KkF
UM/mDqNNyoBsfbYZHKOS5AvpbknxUGhGOSAttEWbTsZ9/wU7Jos+CWb48qU9Y0im3EoEdvZAcZS7
H/bd8vewQ3gJ9zGdqD8r9k1FLQ3rROc+fFJqf5/tHojI1krYmZcE122Coczzc3iRQwPEFwEx+ZGT
/z5sCq5LO8PMi6J1f6xll0yfRnMYvE8a8clDNAYi3tqMBC6LpIWTOWSTejuMsrQ35pynFxZ4NGzN
SVYCbhiC6UL0fmZvPLbrxd4ZQ6smq320Fr5qjWTD47yUrmWTpeINpu5ubwZu3+yGPvKSE1ZPzX2f
xRjs0saZ3GsIM75/ls7C69+z64vhRaPvLNdBxtS5Gn1vNN4lbVyRw+DQW2S4dkQx5F1EEc5o59Ji
90xPGKSJg/kB3ViKYqMK2J01FkjvKUPSH7SjvLNdrPpbDB5y3g8ZaJJ6NbR9fFE5rhGd+j3oKGrF
cZl/piYT6X1EbQaVUeL0bHGjsa9IP/DSYgiIKI9SIEvZWDdXCt9U/qY1HIfNFf1ifVPmdKYPrY3q
fgNzFORAaAexeQFfs4VvYtHwCKqEwkjaWECxjUlotdVyHD5RxSpGtlxeJS6iwWVXL0SaULfGdS5u
pTOpd13YjNPWqnsUC1ZLA/jGbMhsQUyXjDsvhBKxiqJWIqeopbnpF+3oQfQtqBWmsingiNdXJXQb
ezBdfB6cNcwriaJ9uHWy2bFP2jDmm6FdjNi1r7zSPXc5zp3OqHGBNEwZDCoDW/AAysUoPXpcWWJc
xQV79/PUdB1eq3Gns3JJdj1VhlO6l7MDU+CEaR1xtC9LgI7p3CIfFUNLcdWIUAOs4jJg+kBGSGJB
OlOGEalT3RdNGAHhoONfXtSi8s4wiqvPxlT1rJsqLEmu9sdzFPsXiUkDEhAdQIbVgKH5Jq/yNlqX
evHjt2rq7mejtNkupAjaKPUZCPrDdsaKQe36MFT5gDEuCJMdTNyMNujStoR2yaKYUXle6aijN4s+
omBDpMIkJvzGkfkjihH5GCcsLCtreJZjsreCBQsYxX6o1EDyDSc1v7owU5BXmG2GrEGqz925zpnK
ljJk9WQV7Vzsixid93oUGqlagqDXOvVax3xLuANfRDy7eDyiUSPUCQH7JKeoSjnAJyZxI5shgad3
UnkxzobeMfStcqK7NNaIc7U5GtO4gtpgVofCycenkPdNLwvKJktobsa5pbHLIeBYTLsKd6Z911Lv
qFFqparbmkRPQtfw4obKhbKjT66uIaYX8PjhrEsPNE1WXevBb6+VbVDVicyErhw1LGpMOpzu3UQz
lP027UxCALicNY2u7FQlo+dsksTuPpWmiea80X1mXgxI/U5syMdqPTuOiwFO5d2BbUNKR6YVTJ5C
hykpJ006smWzEHCxeTaIChCkyDK3QHKieK+ZOiW6KnwOz6p3J0aMP+USnUJbBPQ+mkXUPgWaYIR6
rC/xNjNF0lq577oW14tlts62Leu0PiG6kq/Fr3SM1tbrjDtoyaiTE8uyTgIrj847ir7XpcACZXNM
cNcSEUK969xc3pkEGw9crCAtRBrZaRuM05s+KuU1JQ0K5mQZItJtRJFvvCyuwtNSWgzNgSog8S81
Zba90xfMbHUeDlcIs8p3iG2ZQqgstSlVC7uF/CnmiMCRMWR+5BwVVOs8n6wvuE/IQLIafIJdDEdk
kwST4VOiQM7dx7TzqPsUza4STnnexFC5yYKZytNcOsM7Z/CQsRPLyjrUaIrLZVmy4JbwN1Yayt2H
ximTfO3YOfiiJSJ0XOHKawnIcsQjOid2/5VRUsOwo/AKfQ2/ZjNL4HbRokSMyf44WtXBIJ5ydMdr
Ei6w2wYwBVnxk9izV+FMTXPL9KJJjiqwj60mbJXJ4v8bnG0FdBm+jpcbSEgYDVDBW+NjNifD+xaq
zMbxRn2N1dnzNuz0swdahtm0HWWL2lMYyEXp84b2Zdo7zOFSaBtUUVt6T6KtussBbgvCgaFCEwX/
ZmfJCfLmmOTe+4FwoDskUP1FDL/6sal5ENY4FHiWcjPDrBqHrfOmLRwEnwgAsfHZk/cxmGP7HQo7
frYw2UFce5y3oo1gYqfzEhjRrd9U4KVU62Z3QdSeEzDedlvO4uzWAYndFd0UvfPbmmqXAKGE0iSN
suJjK8ziRhtCPCqop+fZ0BMe5ciasp3Ctm2kkuNUN1dUf7I+v6V7gtpOGJW1QdlEdkFa2cNpC57j
Ka4qNlKTYFeCA9ncUYXLHpCmRviQVBTyzcxIc3IxCOBJUqs3fVa3xolNq+WSKgwcw7Gq+URWNN5y
3r3rMmUyWYEuZveppuRuaoLiSz/AuIERv3WoxM3bebhl2x9em6xGNwRYjOlZsnCcmHR9bNyRjxG3
cZp1TWcUhcni1HXr6LqOyh4CUklOUuZC+UGm1F3OcdYjN49k9CkOfQAzmd2WJHHEHDBntD1Qy6GK
uPGAw1bIublBJuF95mOHN7YVIDDqwtI4V1Ur7pvejT+VKE4MbHVA2XYDbWHafFSl7Q3+3v409iib
sxsw4h3BjL1GTih4tJPMZkkzrcWTmzWTk6NimZvLhGMF0Ht00BqyjsWE82KamL1+AARM9DklzFxe
m87Mc8luj+de6mnJnXLzZG15GS2HqfVD82B0hXqiQW9cAfZNKOqLgfL38+8B2aR5iyGk3qCmmM9Q
d/kfSI+Rn8SMJW1Dea66jaIelKjTWQ1FFDRHp6Q+MmfEOmeGyQqLxzhAJbq3Agu5Tesi6G8TYMer
khUazZHix8QynrKwgO+UmZM6NQXd/bEdKB6id0R3VXOYCQOY1oTphRBOY2oFqN5LqZCiJEn6CJm9
2yiZqDNRO8y6EGX8aRVRGDsUteGxa0Wx9UmDtWt3Xa8yIvTwDHzheBFclDiPN26soYlDawcnW/dr
tg20At2ZkuNKi9TDlWPo5SDOnrmmTlqA7/HNAQYp5txiiy8zexwLTu8gpSJ8RVPQujtZ4kXf+hS9
nxAqm6TRhdJ5GBnITGUyq8d9IV2byGvTjfSb1nRNWnhW0aAnrfGI+KOAjdI936yOiJX5gWpK9sAA
Jtql4igCASzrNMXXAFNWMUvAPwX7Z6fxSJWNM+5IR/oTiWWZF1ygFTc2YvTideH7+roR8QSrHF00
LgSuDcxAmpf4yvIkLPx7xwvDPS5z+41Z0jjVvVYPkWOxuczZdYlVwonunS11gbHR9lAuOV10E7V6
vkRhZd6M8xJVJrpiUazjHo1vHHSywcpWoiYqzQjZIjVTFN24vS+tg9Xl866vm+pdRs/oIfJdbAVx
c9+UqJRJF0g/y7kGJI2r+JEKr3NBD4AdeyzQrOIaa0x+28GqW+OnzyAu0tZHlzPwuBRTxvgBssuP
lyUdwRXo8v5W5lNzqBo7vqTL+UlC/ujXIpTQEsMB6sZDaQIE3WLa4AvN8pR1JG060z4RfmQ025fV
f4x7tNZYMhlaMQL3TWVP+nomKq1ae0HDEz5QZxnO7JCndOVrsMRb99n35i9LzUXRGq21y3lSmhXE
AcrMzy9AJZwRUeLORXKQlK2+duqQLZflLyc3p4cvfRjNkv9ia83AT1Of5xLjvBRgJsvIIC1Hd+Ix
XZ4VVPZYHJUQ065z5sS8cFyCBi66ydPBbpa2OlN95ztYZQZuUBrUvAi2TxaosZt0emI1We1vIYgo
ZBlzz8nY7MaBIJ5I8/MvswBNmcA5eJAE4KZ5aa3XaFhT/J7PExg2A5eQLg4CsbcOuhHFXB/ZASWS
LDZ5MySyCGIIEG53gJtSGJruTAunX3tFX9riBA0nenr0CgbJM2hlIvZpswJotRuQ1wkciQ5suzXu
X6r7a+95Q9gy+Yj7vJtTQOe9beXX6NP8ZN31KBLX+GPNlDgZ14Y2Fjlds5fOoocEZubv56Bg8ppm
xgVK5yx9MPIYmD+1X2KwW9Q9PNXoNL/4DespDF9pQggZOseFmc1GajXVwSzWBfhksY6dmG9yErCq
z6tJy+Skz3jvVWOkRbQxjLJ5yzPkUNgstQpBK+meylTQoEKxHEpJa9P2wzcdfDQ2M10XHqq4iLFG
OK3AZx0DVIPcZYJOb0GnElUwF8rYRzLGi75CGGh2kCir3NuyLcJE2NcOSinXWLbviTtkDy/fIVw/
psusDdP+ZChSAamJnyYQEHfSJ7qUg7WnEkRPWFgtSJtYZT2zitd5axEBCFtNPXHwKxIYlbdLLEi8
o8C/fsN5IXD3jo4F5oQxzz9ZDkVO5nyYi2tznii5qrETd2HR2PUbjTonOHCy5/GzG00fBlFU+tBa
Po98TOWl2ORuGqAaSkbzCp0FcDrDiQBzUFzMWjqEKT5+v9eFf9JqaX1gl++9S+tgm5CwioIMe82i
5jXC8NaoePZGKMVhbAI6LLPLYQQeKGFyJpQiVv6Uh7dhQhcbp1mHWql7Mhv/PfZBZkSlWKx3ndBv
n217C6X3z+G3R3nFR//6L+/KnL+OE4lfIYH/aeDg/ZdySQZuj19quZpP34Qnf726JbL4/1a4Mfbm
b/yNy5W8ijb+5V//+3/4y//1y7/9i5//09/+8lf/8ed/8+9+/m9/9w//6m9//g///RXZanmVF7KV
oZyfiNJG0ISC0nftZ0rVC9pq+SPKTEw7lpKKaKI/k63cn6TNTwsb56aQJHX+iWxlOz+5SsDJgiLs
OPy6+XvIVubCyPrGnKnAviC+E+SL+0JKjKJH9mMbg1gUY+BGP2G1J+4Yv+U9d3Chzt2YupFtzayt
8xRuM4l22o1uu1SfzUXgIaWBM5PxJwDDoxNF/AyVOOuDWkJTe1Fv7cLDNBjnZ5STDzh7dqIUb/oy
+zA22ZMNo2FS7hnD8gD6Bn46BDD2aMlnUgROR99+8CJUYTLQnM3xxfpsNshG8NfL/0lClW7ahGUN
NcZj3nrxScwkzUHN06vBch9nSQgvy9A2oEqwrQeIpymcUgQDcnHEXVoIp2NhnpSKbmMS4JWBE0Lp
C9ZLZENDyoq53GDPny9mZt4Tpt2LRlM19ulPcIxLnjyNFNamrEV4Rv0uq/IPdKu3hQwOHa47jlHB
YRrYb0W8fd6lj0I1/j4PrHBLt7l6uayYes+qqdU+GzBNkIt77xtXurKumevT7eCVH8bJIWda01Xs
4s9R4N2BqksvZo79tIcofMadYPM1VNd2HVAUso1srUePYpfbb3o3+RzokJgC9qJ5mK/zmh4TvZ1L
u5Rv89bYuOn4YXCmh3YJUyJBCcFbHj1CaT6dvQQpt9lU24nj+roNnEuiRbcgYaCbF9m14c9v55H7
ZCq+I3wIK9X3N31XXaeCtSmZ+DypDzYFVRNA2NkmXFieU/nAjuatl0rELne9dx27mDLrh102OIRd
UYQKDNYqbb93Efi7I+0wyT6EQn78GLR6OqOdWwEyNo2tP9npIaIrtIIKiEdism8cgTHXGfp1TPn4
0LQ6O41Rgt/aiYWInD41BS1LH5DsXTA7E7nXNjYxSo5G1MfWAY8kPdpFRz9jg0oLn66wD5hGUVO8
C3AkUpfGq9Z0DWdpMKecMSkjFzY10kagadP2HtE37U/b2hvZgOIw7y4n2sKLOWygsYh3Ppp52IEj
0kqU29GSayvxT2lPElVbfJirYdwUykFsJw+EvNxmdKpxxUAjqbvrXF6i39yZdfrhm/nr+sWG/S0I
4LX3nfHv+Y4QBJ1zopKOOrbdO4XgdA8LDHoTcZRuqfZT4pygdoWqYGfn338z+doK/vXdAB4o2+Rd
SZJ/7XofeikNA1jEHiA0soiQfqbb0+wr3kFaZlNMxAHRAh0d3Dhtf2CGP0IefH1zJlVHwQY0+byv
35xcsWVbZ4b7Mk0fLSVKHN/T2pw0ExxizpcvIqfGFmTnXkFpYXZ33//8r+34L1dAGY0pnZlWeOYR
SNC2FDpCJcN9OgwXtpmfhxHCJfyhE2KHElvXD97uNSL++f1c02S9kCaaIz7z0Se2RNsMeO/3gW/b
q65x1tH00KRXqDijJQcuWfmtfwcDjwgQDBCJ7Vx01SPA7pNMwX6D6/WsRKJLq2z7wS8B2/RndTI8
ePg6epPteIXpza/382fgn8hfIb6TM70F8QrIrLduisnzEMK4JNjEH5OxPSWEltxfAo84dQkv+uLg
Ztm0ffZBZyBdK0ueT/C34JSiz4ugLCew5QMP8UwUjR9ry7/LQShxlLKaM6z+xpqt0me3buibcKQm
sbrdV728iWz0c5nfAOhFuUcI1Pxg1kyfnvmQTt5dNIuHqUYGSB7ZpUlg+rr0okMR9zucFicVGU/r
5y/i/++m7qbqy7/455/Kvuia6fZLiKHm232QFIyxfzzr8e//5g+//PVf/LNf/ssf/v5//Ndf/d7L
/smyf4IfwWbnebzAUvwTGZQ/MSnoMJSQIbukKkAU+WMKg/xJ+fYCnIAXKiWT3J/2T6QwmFRrTLY7
wLKYB6zfs3+yljnjW7YFPFDXNW3pwG/xLeCRRyOs5aQVVGFP7yXr6PwZbnE5UAfBQE8ZzdUHI7AK
dDmVf9oSN4r4XZNroJol62vQGwJRrXCNsRuQz2CmZwquyrSTI+uQo2B3rHqN67K1pnLXREWIqQ9X
ULmpUtSRZa8N46oVbXpKip1Gh1NQ794XbIxIWXFkeNKZPUo6t6CDlrGslS+z2e96qv9pB4D/15JD
fCbS7zy2//Pvfv7Pf/PzX/+B7f+3T+3yW183/VL+ZEuTVZWnAusqj+0febaGa/7kWqx9Hg8fk7Oj
WAO/PrYeOaUL69ZVwICeN/d/emyV/5PrSemxWkOztVz1e57aoz0/AAEHNOTyOlg3WPWPloXS6Sa8
p8l4UXPA72meejrFm4/NHZkVRDzL8M4n+tPIjrN29ILTMbec+gGzfF5dfnPnfmP7IZf3+vMAYs/h
ulDFJJchJBknx0sUq1bS+rYrLyiVOWwCMNdG3QEu4mjcd7lbORdWWtKr3bBaoSSjzV0PyVvSp707
/H9gWP0uT8tTpFEG0QRDbHkIfQrYAt+/zl/dMg9PibNsk2Alwe5hQvkWlzRo4QZaWdmFYQqSi7BP
G/qCLGRrfFvaBbBbcClhsh8bM2xWA+IKpNJt45Uvx/JXp/Jvd2u/dRnuMuNZ0Py5YUffnMXiOGkv
yy7yMI2Lx8YaIG+YKOPIyMrpQe/6sdPURpqCGecM9C3O1LBbXOjfvx3HGznTFuQ9eKZCX06J1BJH
9yMAVGPaHoZdOpZBJA9O2YHGdLo+9wUIs3A272jHIQp2aGyQO0EBCg+yiSoPqqiYfrDR+a3LQTRP
wpPpmJaFZvP116N9FZIGZbmHKjdd2LahFU00eZdke1jnfkviKTFZKTh433AtD7bhYBsIj2SK0fmm
bBNrOvn+HVpuwLfPtWJFsKmKQSan0MlAe31FmQV0R7MCnPZOm5XTpgzrhjzBLlQ0OtowcSsSqrJs
4rDh9ypPnlRH2Gy6+v5VsJodXYYr2OwCz/ZcS1r+8fDqMAQ3LIegNvAHF8EHt4Gm1Jwr0foKbA5N
QvzWJjXwNL50+2SG0hTZMCNxIuAP7cBl4H9OnoStFVXEifRcrFVUCktzTXJ2FCKY1gZCprBzDedj
pLXHGWlhbE2w5906/ZgnCAb4jL6BoxxQyeIrJ6sAAub3P+nxI0AT3JKKogl1FCXoTBwNDUMlft4s
ko7A9yUHQzfPBhq9lkJUTjZkKwuOxyh+huXPsiFDxdPXBNUScRI3fmEgJGk6PvD3L+voMbBcm4Qo
YVoOU5hJeeHowayUhSa7NIfdgqhKd4YJtO5gyDnMoGGFzqWOGL0UyyODyBevL8IfjYzXnDHFBfgc
eYQyTZRWzGBHt4V8+pHA9LLZSVo4HXSIOYMlOk3qM5JgkV1EVtJ21w2CgkUzrLsH6tkUnFGHJOT/
5bIfz8M2j6u9YOJD6J4hPn0/t9iSXvbI/+jUthz9vhkwy6HQsdHIATXF7UJM1usB43pZW7bBRK56
RSQvktIUi7BZR217QTp79qZwq0H/YJD+6qHxHL4cT7LuuDw51rIWfzutd5mlDXeMAA1DC/cuB4FQ
9z4gHlpd2VE70g3GRR2+GbzeXhJFybe6qBvF4aIz84CouO8/LEtu2NE9YDp12LlyDqfc7x5dTmAm
Ywq3s8XJIZAYs0WU217GSX6KJF6y+OlouHGquWlOcsoEa5CfPZLuBnFB5Lnze0J0A+eLbyTOhdmK
zNii1EShRlcYT000YoxcDxIZHwERuH9+39rEF+hxzPSWgiIlQuUvh99viIJyosDk4/japUHvLXJ+
jbwHUYa29gqAqPkwT0CaroZqjsunEWsfrhbCV7784B4uI+r1c+Qx+nniPb5ZZpqjy7CpKqGUh1Mf
azNGAmPJm37khLBOwqGGSxqzB5eYsKWqzrO4S0LOtg29QZ8Mar3PwQXYT8SktWP5oxnqeChyg5Rg
Z8fVYeGwns8S39ygiNDfhCjEaheZaugPVTuO7jrM6qQHgYDIDzZyh70uq6MCBXYQ9fWmUyoOdxle
CPfOJlJT0w4Np+pNhqBGXZEtqNIrnuy8PXz/Lh6da1jWWTDYwELsszEJmMcLKiXdjOKV1++q1s3v
Me0RUT1lzcBBXLZk3ObIezmY+w493jkgHtZyAK2fmFVfy7fuBCYI3x/OjDbKx3GHVhRA2Ch7jT9T
4jGw65nCHmDs9rQLZvcjzc1YHzRJwrejK+jw1bEHeD5Ug3OI46LDzT1UhB9egM4NaU82OqzfuNYI
bxfaL+/AIYffkok1dz9IZFiel6PniXwJl//xNwblMsN/862F7F+aylukpZIu0Y1osxGBTkfh9tri
y6tP41nF564w8vvvfwe/+cYekg1lAW8k/eL1G3deGeK7ABXRFTnRyb5q673y8cjuRF7U/cGORUBK
cSu77ur77/wb05DnsnEQwJgVur3lQf7mI4Pi6gLcBf0uj2al3+SJct/6usm/IOzv/PcuCH5z0+kq
lZucpRjpNvi69AfD5Tc+PtsVyYe3XFYD72gDVRLeYxve2O2ymKLyru41PVgDRQWqYEpo401FSWCT
WljGfrAS/dY7K85ty0okuPdHS6bEwjx68Ft2tOB6eiFkagVPLWN6HbejE6Ie8mSL49Hzmx+tR6+p
rM/DjgMeZUDFCgjt7WgBoDDZFxpo7c5VfS42ISGAy/lH+gfAivneFwYUqNk0TeCD0g3ItqM7TwJ2
m5KWWgIeK/8P7oWLcpODGVUWihyvH4WkLStwTWPLPFAW6hyyT/Ul83L/vDYNo/oyNNo5zJ6O+h98
+8f7Jpi4gpIPuxbqPksG5+v3hbsmqkaxEio7G5cE1cK7ayqzvRurGp5iOtaYYJsQMD9wM8dItt8f
AcfHUua/pUDEvoABYLKfPBr18SxjRBxVu0unjtTlVVjUw3ZIXTySCI8QfUOfxFSXmJXCGAcj4KrU
bXoG2XEeDxbz0NXQVTgog7TGvyendnB237/EXz+ly+2x+cvzPP5xdIV94+HdQ0cHERTwMqoLx5ve
zVoap74fyPadQTB5vPG8ofnBV/Nb94ajuhRMidCDKeS//m5s6BE9tBJElWRr3VFiiqZNwmAi5ArS
X7aBvazfklZggQZMMues953inHqUeSNypCTovCRqqXPsgNFHsx9IV//+nfmNXZ2/bOm4Mva7nE+P
N93RMM82WpldF8/pp8GKYDuoqYBfPpk5McOxMpP3MV/8rUWe1WkWAjdaWzKf6x/cql9PpLRvTdeV
DhUgpvCjCzG7dKiqKm+AFjmRwbMM1BZtTWkap4VZyngzjSDAAJsk7VgdQjMAfWfjPbz9wQ1ZlorX
axg7Slsu59DlaTmeVnz4kktlsUaUVFI5rPFnE506ZCgQRj8fPJphwfBY1iPCZgPjw3vgT0awm6B3
XKTanRO4ZmlxP+b0SH405f16v/bcFQdO7Hqey0np9dMUlXlf52quoaOwQ99Gg5edG2KCMiREeMbW
Ir/vu6S4RyU7VRtlQOjFd6WKvSzH/AtZe0Ql/uB2/Wry4cCEykvBO6f0JI4nH6wfZaUHbpc3thY8
nLZs7gO/JSBawdNxEHx79r7PnPjRGzN9EcwO9DzHERzfAZQmHlu4jts3MDnXSPPB7pNtgl+kI26l
Wc95LnZAX4CM/uC6f7V6sFCiSVq+aUdRQTxauExqvAnrQbazR6eykg1MGyi0vewRjTGXTu5tp3Wl
P3dWWKQfmzHxouvCqnTzXqXoZldmbi0i+t99VezDHY4VSB3QQByXzuwK+IDl5PGuRRQNE1DjoOKc
bdCRia/MAL3UoUdNZbC6T+wLH4C0usPtPPaBo7ZuXs5Jt9O2Tbz79y/sudv2alRQUGWlFczvPqq4
4xJNgQ10cAENbpVRNJUFEcM2qXxa4UDi7Eq7g7JPSnOKlhhlV+fpx0KYI9WDCa5Ou+vx5KYfE1FR
0UhAY1zyexp3guxUdw5cZ7QPUMXsBsiogSHgxPZhL3ym01HzVnXraSP/waL1qxUBND41BhZMi7YH
o+n1SJpmmFRtCBhi9nj5XYlOqTxDTYvML/WAP+DxC6wAZ6ALi+Hs+zfTP14VbO6hu9QXJNMMGwZx
tCogF9CoI/JkP1W1Tvwr4O0zN8sfId9h5eSMRdQENOtxgMppYXwbTjHYzTUStTkprpx6dLr343PN
KLFaak6RPYw8J7KPliJZH2el9tZEboUiORFVF+p+T6e1NyrQR8zdD7rQZfJkuZWR3YXkdaj3Sc16
DMreGpCr26GTeFyAIOZqLXOOYsGbfB6CAHkiarr5wZp4B3T+KTFc+badEz/wt3lSNqRzOGnHy65T
u0mQM8auP/EjY16KmtSMrK8zfy/6JOXXCZJJKW4xXy5vHag55t88cnJaD8kY6hX4GJyren+Ls3B5
dCKcntO2irylJqYTO6RYaAVh28b7MIF7b62o4BeOvoXy5Yx6g3p7mD70Oa6at7JE4V0cbIfiEpM4
fkpeSgunDqx9MAC1gUqN5CeHZpoVJLCMkVnzMfK6sJbDJURQFAtL1hgX3sNY5M8qjK3OZaPiaPlv
HO+kOvHy3G/n0xTEF6FhLjdbZ1dGjsDVujF8KzTFPqk7IM2nlWMHAc5dw1aVWr6fmJPd2WiYjLBr
IQd2z5dfrzaueZAkWc4aY+2O2C61pLhx7jaN9Uy26vwQTJRakI7MkUQ8kWDvY3SCApB8ZB6jbCzP
YLZSY1SxP7TwkpXJ0XQH7FaG/UGSJs6DF1EV5dZrK8HLtxUQB7ixkQn/kxM/qvpsPUArmh8oGbSM
cNxYyZMfJigCFkXz89gvx0XDmrZ5zi2BKLkM4K//Rmd54Aa58ZTz6R2z9ssHkw61uvVaK5sfhqpo
ukvfwcLv0Bpo7zNvHquP8UACznkldd4btOXrPhAbUNKRjQ9r9CO+yx4zOG8KXpRlau0EhfvRrhWo
GTnFSwVT19PybREbykyOSkaoe8ek8LoDHoeOpC+iqX9wzCzhkrOXK49s6rcfAe4XQDeJxmHLcVNh
m0r9fWegbw/g9syo9TYSkymjAnXvMk/bXUjhCJVPWDuXPpRQ3yI/eVoqpimOSNM/CLvwu+zCLP3A
WgUkuLSEiOcZqNGpk0tEMhKEsb0eVDKgTI9jQRwfUWXDrM/rweg8cuRhKuA7q0EVDPuwURazAnwE
1JuobllZ7ohtb8oH2chBo3oqmYFWpBOmWq+wwZfIK0tjuWRiskI2vXh3ZuJ4EhQ1eX/gsMRnJAEr
LhlagtPXcCsy4Ims1grCygPOODyS6xGUOzoBYS8/Ztc8PFRqbIVb9tqT8cwjmKEe5D9Clw2JOIrh
bjjGJTCAMr6dq2BZQuLCcW1wSGHHw4Z6uOBhU8Gw/CMddMHtxNKdJk8vowzX7vJLNodnxq05+8kQ
v5kt4Bw+UHEAbB97Mmi5ThXFE2OFKWb50gFUNsu0VjY8q0mTWMk7FM9NfYJRyh4+DEx9JKJHY5n5
xDLpOLgtBuJkT/KUFW9cZZXnmV8ECjbFcxSGy7hYGAPJU0gjgZygGN8pITV4BZfVbgw9w8N7Tw3x
xq+TJn6ozF6ke1lTNCbjLaLCOKETLKfkDTPg4N/KBZroUU22ZgT9Edvd8hwh97SQ8l6+p1lVtGNW
/LRgas/1wIL/8oFJ2nVB8yv4Bf5FP3U1/b/MrvpPbqfD/m2ThrELv9saaQy22VQgj/JAHYHJkWPV
Y4slRsT4XDayNi5k0xRY4mkbes1N1/pZcuJU2olQVBnwD9dtPxtnadeHA1DlLLHykyGkbXbZUHal
lwUSmDSGJjNIHMGZEwfhgx02JhccJMh+8XA9DwkQDHxRX3sa3L/CxFJWmKG+x8xYOhjuyQws0405
Ncs4Grt+ns5qv+74l6AkUCZd9aG7LJXe4MnprAN7mX4kKmZ5DHXR1yQZ4Hefhl0QGLl/28GG4ldp
vWi+U6r0S19jHINFqQ4rH0IDcRWUjGGKNnPnUEp2a2ie5DrE5zywBYpu3UhYuDKjcoMhqfS8Jb6M
MLK1PSZ0fdeREy9zXNV2KOIgGrTszjaFb0PXXn9d2NhcKD3so8pqQ+TOqpHRdVbrYHyc53ZZr7/u
lWwZLNP117UcD23ABrMwxmUcIb22eH3G/tIh+rr8JlG5bBS+LhJmoEKGZiPtZbv0svGC87esV0Nh
1fya2znLJJ735TImxCyXtTip42VRLcZ2WT/JL475urIO6w636sVy/3XVKy1A4j0kCDAe5h97dY4R
LfOmS3Q1/sCpGE0XBFRbzXqlXppEWQHNnFfuzGVE+aVenodQTUvjqfA8g3uZZIJNDEazkJdS4AL4
b40DI+IJ1yqmodtJBHPW3CdGUBsOhti0rGEblWTMkhffjozK2jOIeDq1X/al9Mc1H7gJR1iiGzgL
qWcdkgWZDzYGgiYThDbskl9waRmwhogOUqixFkG77Cnky9KXuvny3LCvWYZeXNiLQhbpyXMr7+Ud
3FQUtkLIRdEB/3mcLQso9tw0FXsfbHPIyfDF14GYzam7+xRndpU9NA3ZuNg1g9gQyYfIDJa7Xs9u
w3S57nUWLBYZNU9jI0kGMz3kWWrolsfcKuWyLLeFpq6zK62CJK5L8FL4YLYCYD+fgh11xo2seKTt
k0oM1oyZrM7yJvk4o8xs5FVY4MIoz8p4UAL6zIDiEqDvau7QkpHqHsvh+U4Vkbu8fwQbOvhA7GKL
0+vrtkDGadw9Vu3k9ffY8SwGo/2/2TtzHcuxNTu/y/VZ4LhJAlIb5/AMMZ3IGHNwiBw5D5ub3Bws
CZIAAZIpATLUgAxBctqQ0Y6AfqO6/Q76GBHVNzOrlYlypetU3byVEWfi2fyHtb6FhHQdVJe0pFu3
6tdjOEv9bH3SrbvWhM6qkCDcI3UddqhZnnLbz4am503uZ0Gu9dlL7ZHZXcPfJ2NpfZGQEqiI78ZO
Cn2Loyjhw9Sg0QESYszmF2LYGXg5KGsbvkSoCQy4QqtgT9mCjToHRoPvcmM74XpVeGa9Li8zkA88
tZdf4VcUu81Z1/YNT81zVM/fnFMF/ORABkXDr7GazAUp0Ti57PRV83w916pZP7okNNdv0YsgpCVV
mKflAFgSJyfTTw+HGoJfWTD6YF3iSeA7Xzos+JJUPO0mkDi4QtaXmZddr0BB5UNhX5RAETMkfWZW
mNXOABuWnKj7m+zR10ZXo/WOA/nZD3m87UBOl9vDkVJt/cYFB8FeX+ZFAOzKJHS41aROtiWvuCo9
7KidS+WJ3ZoW7nWemrKDCEO8OBqXFLsddphMqXB4RZ7wMr+WBK5ALiDre+n0pu4KmzJM47AKnau0
L2g7oIZ4DUwvwjVI0txxQQdp+YDd2+ZfkLkqKba4ksrVHVnEkx9u5KArFOcTS6ZwMyMYmSUOTi6o
V/xej9FF2pd2/SkjsqDH9JnaC84w3pvCt0i6D5q8vQ0Q5ZjlPjRL7fXX4CqmYDi0uoktDrss8W4s
i4FVfyxCtT6+iRdrynfSaNY/uaXVuseYJIzK2FW2PVTXrQLkExwn2QdqOQ98fL4O+/gldSxQd4Qf
xlto564kmZmR8sw9EmJ0fpwUVHzqZwk/soOqNy0W25/KSWujQw1frwffyOW9nnjEiOpbqAJr1fxy
ZLeZHSKLobYxMCXXQqxnPOucELp6H+Rz/l6pdvVMVrGSCVAx2qHqDkRVC3UQ2EKCXNojDe01xIOA
T3YcSl/0G6jEWOWueqscxcYzfLMkNNhovdaEqpiNffA6WCyuG0GijsKZnFiZd2V7w1quVk23tm2w
3tebXD5xnym3dj7D39k4z3+lNhMXYpGqFvSsEavYtSmjAVEcGc+9qdfV6+/CpI/qAeQI394cdfky
wWCdMC5x0Ybc0rlQKCaXp/YkJ7phfZdKfuYCuMZ6r3dmxiIgbZ2107XdZL17C461IQOgZseE7DL4
jfPs9HJcIMKouSMMWJg5KCj84s6atg1bzLS7VJWy++yWPjHWxHsUbo5lsyBsiQOzI1uDL/GsyBIA
Kx0QfYmjLUj4pnJe+ZzshDLYcf8OjbtAviua4qkmjYluxFf6rJfAPE+bhdlsPfCCccC0tVNEa+PJ
AFHBe2rX7SoWySujrfW+wJzbFUch2nQODiGqsmnXDGYtb5zekTafNdmKt5waXDWeGRfYnjyrndhU
v9zGa5FPnJGzJ57el+c2xlAqseQGsSjYzk4F5NuyIeo52cwl5CrDchcu/JTTIOI62s/HckbdSoP0
XDj3xCww9zKAts7UM+Z6nlXPR16fliH1zMvNNW6NjA+kCAyjzIgeq5ioEN8TLFzD5ICvlU/Wx+uZ
58zmWirYAcgZ+qjncj2JQRM0Zw3bmrWhmG1aRELa11GDhZ6TO10wZMQ6kDRlrYWWSWh61+zKzAjT
i7EFXmK/A2IwjcvB4w0msYsrBPKg6cq+SaKatMTk85CoPr4L9SwL4i9TAzu4znHH6U3I9VMRPJ5K
d94CS8VgfmREVwSfGROY97KJ5fQuHZ1VB5UmfIwHt9JZe2brJJ4f8e5WZMyKZWXKtL2z3FNaLdI4
qCb0puwclo8ls6grmqV4nAAem2/tuLLgVOoUYinD5XBM1CaxBtURyD6CGr/NKrkIvBGlkwVH5t4G
/rdwmecCGNHkvrficrLPyCmX+Ye8ty22CUvjH2oHSG993peLFmdLD+7krmIjF1/rJFu/l6oGeBAe
JkmB9yVedJ6EkUAHXkQukhVBz1IWLfChhhOrJ4erNWsn4jYJo+Zqbc3igwkcuiZ6reedo3hEmAsI
gX2jVV56qVSQw58vnJcqmzJgbcqfhwTP/YrhxOsN1x1SusokbCngfYfmHTJfg63e3qZt7XNRqudG
HdgRV8vz9f/ijbWfv1XTvDBuHJkecXlkiC+L98/9RREva6n5Uue+fCV8T69ltTSr9Vo0nF6abxkb
tB+knoE2bGZ3/dz3i4PfFqi4P1StvSGpYNQc2naw4nFSXBbP5chaWmeYunlmCr98ftkzIsuvGztY
04Qrw2yqc18vooAEm0zrkcFMd+2DDBoEHj5024kvf9FU8drMxCatZCsLS1KCYnAtEEfGfMJNhHIh
5jtTkFOVfOFcKjm6lna2iFsD3EpkD13ZWN7zlRKpIMdr7kxi1D2UImexO1fjiQ+wHU/wowPSxzIT
bxrjEyEXE8NzMqnPThgO6jO1xJB/SAMp88csD00uQ9XNff6hh0pIhEcPAExBOPJF5w5bojfWfiqb
x1X3tNRLPb9rR5KgG7qvphWfcyQkWQ5ZqdL8PRf7LG+biWmNPzWtNi2u8qfhkc8uHxwM5JWaoNrC
aNe3o5aTyUHaUTFQG8nM4w9aBZ049U683gkmy675qF7OML5xAeOJVGlIuWaGWx5IeAEfFMOoB/+o
egU5SfKBief70GDCRyu3cMDXQqwznbXbiGd/Pb5CC1zUo2fYfCmilq+Eu0S/3aTXoRNve1Os10Bh
4XN+xBA/iO4we5jaR4amQWtf1l6zXnyZNBt+fTVQUccbW0HyyQ5StErxYGz2IKROvqMHKK/eFHNh
Ti/iQYbAZcjMo5q5eJqF+KtwYw9hQXjx/DwDqMyaiQmudZpo6K58f4iFcAMMxqAn+7Og19p8vbQZ
E3eEli00/ay1eduCkhoLQ5w16PuXe6pZt0/D0xGh57wj6qCdyWpOpDXsHMRc65uWzAPvNYGN65tG
yb2+TXEKbahnssy3HFxIMisSP1tnvWt2FplX3DUhWbGt8Q274s0ws85SEH2LqRzq3RQ6McQR1vP1
Ml68jAFYxq6VBgOIgsOhe5nlMYelcuh7fz1EXprFBBI1LUU1iIrAGdrKYPKiTOqJC7jXs5gPvnR0
QJk8zzHHSafgLjEdShQTsWNmtyOfi9U7AgIDo9EgsTeFztd/1UHDc2KYJz235hpKMSlvOgQcvITE
EGuBX2U1nzto/fUPBqBwWoAMfEjVy+38PKnJCu07l7zvTXsiCC9xPgMhSUxqLwu0gpvaAOS2Duiy
yX79tFH4Q+6C/x8dyNa6tvu/mw/+/F/++6//8z9+bTt4+oFn3wEuAZa7OL5ci1hZ3DGsgJ69xusO
/MVlYItfkDeQskuQMiJybAX/5DKwxC8sDtmZUyquu3N8x3/zL75RcD57xP9iIf9arC6+3aPiZGAP
hGMBrwMSVMa13+mIMkZZTMoCj9lDsHpiUDohgU04uJm9z9YrzVS1P9M60PLKqFHTozam2SEuDgRT
ZLSdQ7LT5LRfEDpwhQL1iU/44PUa1zn4/JO6PN/0K0RhUwM1/xiofoStmmjQsGQGQlvwiqqg2sZi
fWfUWj+as0y9bca0c2bEatduhNp5BGtpSvOm7430Tb0sHti4NABwr9BI4ShekpYJJ7COgoMKVcoF
OumVGqm66S2rEaJjYXSjsCxCn9CJTNJ27j2YcORA9awh9naTe+ceUMAYfSGygy2IvWU575ha2Ft3
VlaxC1uSRjYLDIpiD5krc8hGA9Ux0Yb6dDFOzv+e8sDfZrAO4R0l2Ag3ARPM41I1BPu5ZAEa5wz3
7SIixcS50yQHNdsGcCYrNL/7mcTi2609H63w8JKjVXVoMdB6frdrLGOrpDYSbjTGwEOOejAYJsdw
FcYjCfDiBoRiuGZ1VBH1tX8yldmLrYBUBEsUPOCRX1y/+up78Op5cfvN5faNyAHVPqKUMPBcy1+3
ur753dVmMdKvUiiKeBQL52QZYopQNATHPJ36cxuH9E8EOKsw4S/r46fHY2nsY9EPMNHazrqO/Uol
B0xSl/ZCkVNNCtwLTfLbGFdrVPWN+mjZeXf48etbn/+3j8eXyOTRTI/v9u/ko0OrigB/ShCVjOmi
gti0c7cZQSxmcfmTl7YKBX73UBwjiL7wBbveKjT46qVR6SuBmATU6JwHu9qYmo/Z2ELF/fEr+t3D
cPwgs+Ofto9PYoUmfP0wtOtNvjDQB8JrA7pJEYGkDI1+8ij2dyYIHwGXjbgkxJ+3apO5Qr59HJTI
7sidHkJcHCsC8cQEEjtCQ0gImnZIKX0YVsrqWxa/lnGofTv7Qn9s49NngwxmtwZw5E4kkngUdGbK
2umaOhWwyaYf3fgtO1sY2WjRimmFaLY2GDcw8rTDo0mABZgR43OYC1ldhYljaEDii1jDvqgsln7g
Aio4JLsEM7lnk2LaqcraLr03ONsxIMTvLZswaYxbutu52gfFlHDc2dysyVihlb0bHYMzglVSUUd5
abfhgSFX7N7UhqRFrka4XWtecOpU0eLppLsQ8eCM8dYzBgPRv9IcwN42rnBpNUTypt58XiBZ8LZJ
Qdb70ajhD+1rq2qarVULXZ0sZKBW1Ishr8kkYHQVX1C4Q/Gi7S3MXWICXgWGk4GZIb92nOPLSpsC
2KzUS3mKR7MVD+BVNGxLQom9D7Q8Nax3lrfykAZK1aR61PGbiqmyisKFVcObieCTj0tO0o9XAHxc
NkpaWf9qqQsjf6xCBF43eKMoBUlab/NjkBVNdoVkqSU6piRiFH5WO7LViHIModbexWgwHIHGaQkf
cMoL2Cuzm9/K1Z5B6nuXZqdlqA37YmExPUOei2ueSh/I8FoPgu5JVkGX7nnEgJJxWoHd4O+8D3OB
N2s0EmYsqW5JleiMXLWf4qQscoB1fRIMR4/IMmezCEsRQBtUHURrYyhD/wFXcwBAJhuCEvHGEpLa
1iGkflApI+A7vVjp9FjmWVLvVBKgVR9xuCxbKzBmfV0iqE6Ir4llGb9xqdnEOSQvUHrCSIAL8Fmk
SQlLG+17EjEK1fZ7G9u/QVw0W2j5MQlKn/TGJFFjsa2DMBvJEne0sYmdDLyqr7mB9rUwiBZFWJjQ
w0FvvigdJrWbsBvgMxa+EZbnXSj9A0slRxxatyH4sIV3mXITUG2AWHVg80ssluPvQPYYcJTrJYV3
3zGhPbZEw7+dba7JaBlYLW8AQdUThLAGsBE8INJ5s2Lw+IqNM3BHf+zi/jzoXQ2bpPWWcIfwn8ZF
xMH8QIebXLLFKIPd5HgZaEBeasjgUYFR90a3O1twYLlR2k0qjIy4drvtYFg28Tw2KTmHqZ5hWGUh
lKRNnbKoYjjnmMml4zLa3ZuBpedjivYTQnZmwzTFQf8ua3yC5lj2+UlkkD3c7qXMfHFGHlCKCxdN
g3nOJMgRNKDwWzfIXmt4qTpM0IoOnXefppNtHBtnMDXkcbM+Ke35LecREqOoq+Lk3tW83m0iCTE4
BNxnKoSoA4vL5Wp2u7Y0CMgNnYqnDO2MRB6wpz6PM1SMcTNCE04o6EF7V/Cy7fDIYpjJ7EJWUOce
kkELO5HnEtayXYEPqZnS78sA1lRk+EtbuYdsrGPrZ1rr72RDPk4f1/dxVHrAj11Bp/Dt2cwRApOt
gHWfTjlTWiBdReyeus6RBdNOP2wfpwqQ9pkt6jY7mESRv+v5moSXCP6JJwZGDZVfsgdG1NOLOTyl
uQz1w49vVN/delfnJ0UsFQaWCNfEofvtk6wZMKVZl6fMSmv3OpxIYxdDPG5YQhk/ufV+R6ngZsVj
OQD2nm70FOHf3ayoJlsOBh/OZKdrplELlpVgHCPXbrzH2Quz29Zp2fQEdnKKA8Pc4W+MiahN27Mf
v+jv6pv1ieDfX5sICEU2bvlvX3QoTeX0fp0xfJx9ceRWkxCul6O5yAiqDi+DLnbFTySM31UEXA2U
AdaqXQxQ79um8+1j5mvvb7juGJFROpOBxenK4KjY/fiV/f5RKBLxFbgB2hF6lLW4/aq80ZOTpa22
MGWO2t0lLcZdHZrLT+qOf+ZR7AB7Gb3FWpN+L2wl+9JkO8EOpE5786ZTrn02Gsr/+OPX8q3oj+8P
HglMOq6F1Qkp+PeXpqPscZIl6WeI0OCIhdLdei1Y/rAJuUMECSNew31RyP6h3vz/Tee/ZfN9+0H3
/bd//+vf/sM//uu/+6YBX3/muQF3g18wIONDpuNdUV/OPzXgTvCLH2IDxVUgfJISOGJ+g1X49OOw
vILf/iMqctUMffov/2SHv+BjW78M8FUEevs/1o8/FdRf1fWgTGjbOMgwJ9tcmMGqV//qwvdX0Cg4
4jqSKQuObdcpQX6y1zjbpe7P0jgrj3ETc0dMfOkK7t3dCNlrSXIiA1fhJqFwqQcj05JVcb82K31E
p961B4t3xQal3bRrKoLq21PVm2GOLYuwg4M5Ku6aocxScc6UqfLPxaIcRryF4px/N5DsNd/GTBoH
itKcKiKnrnMf3blUsLprlJHAa0RlBfDGUuutOVUxwePFYC57TNMMo2Ixgk0dksEdd12ISDdKunJC
wTKUpkn+rMpfBZ1ildNlsmb10LMu4nvfDfNDSshTuYmnhYmyGVao1bC+9ckupET+kgsB8l84YmgO
2pyRHmy1Llp55Q2+W9yg4ZncBzt2B7QpUva9QMDIbtGM6KzG8RxTOuvqqkUTts2p2PPNMMyanhne
kn8I59m6zxwSUzY6fTpncf+cjKUmszomBQLw1TQTdUt6xnyN1ukBy18jNpT5+fsAffq1lUOvj2q6
XQYnfeeQju4bzSc3Ho2LUrmoXfOFwd3WcrTn0Yybdhax89ZQuNm8MeREZZXulRSex5uR5W27sZbG
JQI5dRdjxzxcPrAWLpeNrZvwSpeVrc6KvCh6vE/GkHwpK3+w7/vWDFibsH2A7TWUBJ1I+OBMAwDF
o6yRfg0WlqXoFQWlW+y93iUGHLo5l1OSrLVJEVY8tIt0L92RGWEyTE5Um595fZ08dMkEmL1lmFXt
UBsSDcRYnTmIYaj4NvV7cyD6PBB6R8ZV8CkuOJDXrIg6j1Tj9Oklubf1bZr3S7llkhp/noJ5foRx
CspMDkYP3A0euNx2+GuJLSrAee9cj6Ac/mvwNgEoeXTKzqwOcR2I7hx6wARFMhFcYjaKWRJO9FTk
+7rAV72tnG7cZ2JKF3Z0E2ECiLyliZoX5VA0MI3nEpM67PYjEo/beRT+FXKaFrBuQ6ouptwWxtww
57DRkS7B2rertLwuU4hcmCylfDt0VYBZFB2nvfHAzxHO6lWStGu/J0U8YelDLNUY2/7VjOmf+1sc
dNUZQr72/QqIYlJrQY8MsoEkWM+jbwE6rOLX8ECYpgVM2h6W1BsUStrWMral7sdTnndhvGmtkvwY
RSbjFWDuwCPaNy7SLUHtRDoSHzPT8q4SFgDhc84gDBfH+xAVbgoEZyJnttENVMBCCXVnGiWB2GPc
uYRWkanS7rXdLzMxeJweVyPhFJpVEuG7UdUyVNrmonEfwty31c6BYgsthx6jo+9EibLvkAQX0TDO
08c1rjChoPeATsjJ7V/Bc+o/oAwPP7WuJNbDNDXEEy4FhoWE1kC3pTUiAkov9usiFzG2kgLF71b5
7fyWXtH3mJNngos6FeIVyhNN1KeI2a7lC4FsGxOQNgqRMh8HpKbOYJ3VvLJ2K7rcQrKJQTvbl8ZI
Ak+e8ww2rMkAhZOwsJyyYYT+mpGsA2VNFURyOSELpYjMP2Nd3omuOlYNTLkNYYjBRxc/SYVwaGjr
bRbrMt+uMbLEI7cKqO+chPRZSLiKU+lisCB8ze7iPUvWag9fzP4gPUwUbGJd543f4NjdBLRbF1iP
wBeinVK30G9p7DSHDnj2fK5Ya1cchduW8tDewXq0bks7ExHY5v4W4JBGVs7OoDvkhDjwUm2ciBtU
SstxIDUI3YtZSg0cOQisrbes/R9ZnPEb0Gvksta8a2jaWaqlZI2BdiETxuWac8bCOLMDAldlRryV
nafXNXeqzCap3IpToOFZ+tDOGfI28m3Txc5RIfn6ko8r2c1UWIWXjNepn0dJ0ZabtkyK20m4F2Uu
5asiqG+BpWfXc+WTIWYQkpnexT0XAa3QRT+3r+I1CD1ThrsVgX7lzN6uJgoVRiyDmZHMgWrL+d+s
a3yC5E1hRRgR5U3sNeduZ54xtkK4ASch2TjqkXsc2fFlfEuoZf5QzONjm0xE+/AkhJlCbh6GT4k5
HazKfjTJKIxRlG1UimokiQkWieMDuiNIjOO93yMN7OBYcIjY7VGLha+sBQNS5qTKKOOQLfmHRhQP
yq/wzwBYZIzifqan388cJle9Hxjnk6P6JRrMKn/DpGoCOq/nba9VcibG9F7yG6wCnSUUxWCl4Oem
UyJ65HrfxMMgj2Q1nQgRslgJim1luhfc9jjlSE/WwNiu7VkHeydD97Kx5iLZudpLotiegpuwFvZx
WZDUbwBhEkRtvvd9vJOz36yzdeSOCTF2bITPe12RgaqhRqv5usyqm7IvLg1NOjLRXl7xie74qjCq
/GJJqunGJ2QSrgwUcH4R6aPTKUdOcV/pRkSIgyD2z/kDfhe8axj76LMbcRkX7MlSzqJDUJMxacig
vi5M9yatw+ygPTF7h7DoDjZxdUfDLR7Itymj2OfOS4hBFhX5cIEe576zq/AILOUqDmP3jtEZ/PG0
sm6sAcDA6Dk3UwcivgrG+p1nIyoLKhm8ig1uJxAd5m3dr9lBdnfq8Q6zdw0zRyHWq/s7Pbb1F494
pks3aCzE4um8nwdTXPUMX6/NTn2y88Q5kwgLmrnm3JmNoir56kHhTCf5WTXWtbJzAEr4PKqjOSO6
Ey3LbqIoQMWrmtjqcMhe5cmkE75UpT41cJUjVH0Fd9ceCkyQja9YzBakT6X33ZS+xmSD34BSdRvi
LUC4376OB8KYyzH5WJb9O9ORlDRCeO6dgeHmXhiesydFxvnkW/EDmdPLQ1kZTExNl/plIfJyBrM4
upneWdV4cDCcoIAri2PSOu9KSonNNLifBqPYCt/cSMT2eGQS4w4TKXc9XYrIQ0i3sfL4Em56cTb1
M8+fESUSjMtCjt6pXGpgzs50pSziILLUC/MDMnTnrHfDMwNny4YFwk1T18sZOdKrM8LHAWmXexrF
8tUgEvsTkr1bgiDeIPH7kg2GvkH+Pd/bXpG/S3ppxcNZSiwZyllPLsAHmErYB5SYqj5jBe8NzY4D
1bYkX+c6/hCbyNle2Zat4ZSzqQ6SLQL7yfsik2aZKk5BcKGsUCQTrmpwlboF6r6Oiapu1GQNpzos
vyAPtksCzGKAjTvMBtiScTgAta5PsgvSkIzo0ccbRDamoZqPOuj6NSoLOvlURdQETl2cvAXsLRIN
mVXVOR6PgRTj0q4sljZBADXkJk/RkNyRF2ZMb72qSvwRexN1lHMusLggf0irlD3TfVcxJcMQISoC
fC4Tgqnr+hX7kTJQr3QREv/znmyERFYRjtL4iwnpG/dj4zc8JdUSqeImOYnvLO6WrT0R4xEF2hXT
YXBacUvIEeWy2RXlXrTMPKBHaTAfJ4aohvOQ10H7hrVIa+5qEizN122Wukb9PBv4a2v7J2slsvyg
tf3ff/+P/+ZfwbX+prVdf+Zlt2yDtBMsdF1mdRhsXP7Ly27ZXJHUK9cEc4zH3IpJyF92zRZUGPZV
LHpYltn80G+9rfvL6q1lffbSEgd/ZNf83bBlxRytjww5bwU28Ey+62xdhoRWG6tIda17ZcFlPwfw
fPPVG/LPbBh/9yAMpryQfTvzKdvC0v3tgwxsUw2Ixl00lgYL3Q5Zn5Rz/MfmbmzN+fXURryZPIQX
8JZ93aTnAUGVDOa6qJexeTGJ7B7hcLLPtMFaAGX78ccvav11X80Enh8OTCFvXeCC7/nu4UDKGKHw
py6Ke/xGvironcM2WoKZeHiosNscy9lP1sfrnOH3j7l6RVe0yhO58+uX2PTrweiYPCYgrkvC4MKz
vuiQmveOjhYN/pdbyZGZyHxG9MP8kyHjd9Pcp1cMcZCFoHAFy8Hvhox6ptwhIBDkjySdchxpiBEM
KBBKRBr8+M39/UNZHteLzYiArTRXz7efZZYQyqvJMYvAyLCNN1kQyFB1W0A/c/Tjh2Lb/bt3FR4D
kx0uQbo53NbfPljF0gzXKMqJkrEE2SPNUJ1n8HLuaPMx3rHl6N4FZsKxik3AysidGIezEtDIu3I1
jBJsAdkmRwV1JWcdP9oCBHvUzUX2hePdISSz9t9MEnQ2ej9zH69IJRvgOpFpyN3ahhXjFmKGejMv
ZfLa1bF+Z1hpdh8LWEhbFGaDRUxv35uRzXQiBisOB4kE1Gls9gGZtRS2rnmZBh6CdLHE/SUrVNJU
3EG6HTd9Aykb0+qPMZHA7k6HWQlXI7cZR6M7Db9MTRYaWyEVjDIpFdzTlAjdC3Lr/G2rw+AqzJ3k
fTx04SMuiPiL3ySEpQ9lW39CjSGtszFXHlvNvqweMjwcZRSw7aQ/GBaMXF5wP3uz+5B2cGkwFImJ
ZTLWQ4HO1TXe5hi3PlIIQ3SovDG3WOJU+SkTZNJtqtynHZwRGNe7hG3cEHlIlz1+iTfR9009GbYL
I7MIXxPbGpfR2LAxtZm9V+yM0LFgWCP8ehQGIA3WhcS19vPHVtTJZ9M35JUucjkczE6mb2B6Zvfm
mK3hp50n7pfeGVnl5H75ieKOeHH0HObVmBvyhOx92fW+CRAryULSl5c0ve760DxHKYoN1SViEDp9
F7DSZnuji+1IAhMRxE4/7slOjUsUYsTIbHVHiLjnGEcqZnGyHKWmTRXm4SfCpdVNZppP6LiUHIum
7JD5pAutXEKhRnJWu+SP8dAKilbU4+FuRLfOlCGvs/fo3BlAVnLyLgg3pZ21Zt2ZIG7b6dpW2lc7
bbmYg0hYXo6pcBGXxtKPDIJFi2M/Tsunucop/pHV9goXSQkIkoHL9IXyqHkE4TS/V1WnXxtmt4Bx
rxfmGJzJWBQnxG5vAk/aEAy7Bp482ST2a7bKWH0Yg1T7rOnFmW67gDlZpj8MQe/cdmaroqxZ9Je+
V3Sgo6Vchqy1eWMPlqp/AvX7XtDACQbghAMb6Y0Hk+f7OW6LT9fpEQ6R6ofNVWE7QWc/hg81uj9C
R3agBtHN8nYMRDHUd638ODoXCquEDE9eeDlV12Muo9m5CuJ7VAilbeyhMhyeDqS/VlJ/Ykn11dn8
u5CQX//bv//1f/2nX//dP3xTSa0/81xJOajsvsJYe78gpeE2yHCe8ipcS5ffNgPuLyynACtSeNmI
rAQrupfqyXHYDLBiCEAmOmsQiPVHqie2zN/eOzjLAx8VFxsKx8RWHa537K82A93qPcLhZ5HYlPUE
Suki+VSGziog8YPiyjRoGHwuq7eV38wHw587Nk6UQ+98pMwk+uRJQ3IHrt2tbsvyIevH+APtgO9i
QAksvDF+4RLLjEshquqqfpesQy9CLIHfkHteXIZOiFU36dhS061aw0KDu0zkWnY6qPmdOQdOIqyx
jQjAHL8QAuU91GWY3+dkBN3HBJjg4FoM/67xR7dg3ui2lxUGuvtq7rMT5q25j3KdJZdDx5p4X3Zl
TGokS1y0iZMJstebuze9w+xl24fgQBEyD8kpVYtPGhpEhIdBwz6MOoNk1MOC07i9sPQU70KXELtN
OoBy2AQeZxnrg7F4iyDoUzl2BfciEpdX7GWHQwveJsH2Jl2gK8MELmMymu/che+hL6bmtZNaJ2yi
XrrDqmnVIACLeR84A6FhcuiTvZ2iLjOCXtok3NoFE0joVdbGxRsstmoyzfOWKBFn7zA2fueV3Onx
HGmS94JhpbvUSjokSaZB6Wwt9E19xP8r39euIZtt4lP3blNsVXfIh/OTUp557WBgMXhxM/MG9Hx5
sXX7ltz2lKzQ+OCr0bvNFHL5IIgrksdMG5FUnMJr2ciwHndV2XDPmZSYrvOhEwzg8Zfl3E6Wwo3g
eg2v3VgkdWSPo/M2nkYiNxB+Y81q/EoewdbYH8tGFwek8bCc5tAqvuAaFZ+4PefyfGGhYxHUYYjP
vF00nOZiEOXktkXGI83VmQOZluzRkLzIDk23sRcYlnCITwz8Ny1mkWrfZW6aR7kgEnqb5EV3kymi
YzZ9nDlelJicjngM5JfGgfG8RVXTwzzwCnXvota8K/0yJ/Upp43eCKeV5x1lwpuJuSpyCuy5L3C4
v56nf2KK/KPz9M//4b/++j/+7s//+d9+fZ4+/czL0tX+hf6P2gU8I4JcFM2/daaOB2t9LYbZ+jyV
4Bxrv52tbF0tmgDw43z9zKcD+bezld9HFhKHIPt0ZwWy/qGz1XTWvvCrdocebl3eMhTmEEdd/YR9
/epwVYPXTXlvMDTC755sF6dYNn0am87n+mkkVjuVnWMsU3b13qpqReaYyoe9g8u12ZfADlv4A6xK
trHA+rJh1YbHtGrI09kSfcjIq0l4AhcM0E0M8WkbfAToXsf7ifTgpWXp2DMFDgcD2ik5Hzrzzhwz
jh9s1y/CaKKuWk0xS9B2JBiK1AeZzeSR4VHIwEtmu9nqZf1RVDVfvg11zzpysojRYwBlVb473GV+
P7n5Jpj7Na2px0fob3A6JdUX53mQFcqwYKHm9NOxYtCnbqfnkVeeek4ku85mFhY+Dcbwd61TMrsn
xe1qgNBivgoMK/6Qo/dlqubNtsMhM0wcX4+yrIb6DBiAtA9z7zOOYzTIaK4MNYZqpuHBGkNSoWF9
lyTTfF/mQl3LAbH0gJcW3URy9GuyVIk0f2xi59QneqOTybu0y/4wszjOJ+fzkKU3kgFbRs4p4Hd4
DJSLkpj6uQ+rbZA3EOGrkb2Z6jYyUN3lqrvfeQ3TfBLsL3lar+PC5T3NWBurwj3HpgYtu38/jae5
RVhZpxdwkKJC+iQ+BvF8lrUEOHRu6t+K3rsMk3or7ODSXbVavXtk5E06l2BjX7SP8yKvWkaF9pVR
NfJ87NT1MqeuhkLErQaw8Q25cvmecjvHq9QP59OkTktse3vluzV0omHgPJyLN4vbTCeReu5p0Nal
Cb2k5sKIfVRuhXdHjihRTEPyCLjAOXZgg24qWzsbPWuWZmF8TMauO1QTWWDTuvNBRPXQG12LIZH5
KsvU+KBbBsGyj89LFor8oLIBy5UiPGaxY176SX2HXiGyu+qxLfokCjH+bdiTeNlWDFMrgQC16YPu
7P/D3pksR6p0W/pdas41GgeHaUCgUIS6lJSpVE6w7EQPTt+M7pPUs9aHjlVdpVIl2bk1LbPf/sFJ
kxDgeLP3Wt+qj47TenQaGpdo5Tg56d5vUFiYItFMgVlLacPmU3sxQV7b/OcsYSbNxiPwuCsiEzN7
X1uWuK9jIj/3So/zNjCwsOw8BgLVenUAX3ObirXdSRlV4djOV6nMHWz3FbTHtSbcQ1c+7z5IMs+n
i1QfaB7cjg0Z7Srtg2ntqzMIz59ZScMy1nr8zeV0w0FK7WoOuD5HccZCitOIEkd7budqxNFeLsMl
IDSd/7gck2JYcUE5Fq5B/k920iaclh7koEGwONcb48rCY0YwILVUH53/D6PqA1xk6Y92zolvRQ/7
S6ohV34vVnzWtnXRT2oOSJyzjqmXpycJNfcSDxCB1fl8UJHVkDM4kN3l5quZwHMVareqqQ27auBU
X1qXGXWOnYNN8rIbBMlf5WIH3JV3Y6axGPdYnJ0aXe38PTeKX5NlVKGCHn4lXLOoDqLWlot6VMZZ
VlT4/JaEn24qJYNp0lEaaMj6jkBl+/hsdZLU10ph7yYkKZnZT/tqMA12P4DKqZVXzdlSjjYfWzUM
zAQuGLlg9RZ8r2Yej8PFZGVZeV022pOhDdddop6cyDHpL8J6sG6Wur/vZoiHiC3vc6kUAsoVU37/
WSeknJiyWF3odnREE/l1kWR8/4B3AIjcQYfh1ueZgSMxdXUCZ42osn52ZKDu9KlykVa23iWo8au0
ZirMcbPTPqu1G+EkxzZVV2nViRPz+W5QhbguRsg42IsHZjQwovqIwgVoBn1VVNU+MUhPeOpxsxaY
0a2x+d1OIGjbRH4rCLWjcYLJ18pBy+jKDZc5eojG5RLJqEZPhK6LWZl0XSKvOc9G64pjupWTayqQ
+XQKAzTRzRW0DBrIhl3i5BVo1KvsBmn6FQ08GAV17pJlIzUj1Ng5InSoXZ/6HPlMKW1CNPaUe+yW
FJrpZGTrZSdGa4vQ5Z+cWX/A65760O4SmkfYVE7okBHY8IODyuo72UcY6hHlqA5lvJ37Htn2g5ug
N+70M0so+wpBdn+uor4LHCdxp4OCOrSjlvI0IwdgzrGDtWPBiOuu9NNF3kVW8mhH01dp1/Jiob5T
NYfabcJ5bHB+Ft3Fyq5+ydZzQKTD1zKL9J30hvOKGIT1fPZASxfNdd4srKYTBQDLZuzXzZe41fsT
Gc8ISxFo7ZH7nkC8gs9LiW2OicJNYpsIEFPcWrOIf1nj70IVe3BdPEG86vlNyuSAIPyT10+bXe6s
J+CLMCGUnaq5Tgm13xWlo3+D63wLTuuiSKxbx/2uenu8gHEXzB0pQWt0TTXrUq+H7sD2lsoYydSh
MJL6hxcP10raxykxLsveOC5Z8Sk3zzmqhTNSp4b80hiCmFWxD6iDRJ8utXS4ABg3+JWhfV4W+8pR
2nXTJ6VP6ul5aca/mXyn+FxSdyPbL7lOU1GErZdduNqTMj4R3riTXRGyOXgYvVXD7JApsIke9qUc
U2Ka4yQnjjyYmvynYp6s1b1pAcnMqNGREJv9IgSdqLz6mr1BqM+Tr7eX7LX9eRObVfE923E+M4Op
qN9lGlKPzkBjkh6cnh7QXam1Dw3B5Ca5tSzVXhcF8frbdeDqAAN2pBYMcwMsfTqU1XDlYE90v60d
rmJmFOmwthOKKwn8kuKST/aG/aQPP2YLATs0K6CrActsxWScZkHeoYJKx2NnzofeaM4c+bNo7Ws3
tW6Sssau7PqIoRhGmz/60dYuSksgxW90gy3BQAnbuyyHbVZ8IL49QLoWFN7eFL9a3WSeMtObYUx4
XvFxrhUq+NXZtxE1Uq3bu1pz4VHA3UXxRK+17r36E9FN9AIF6nEzTAjWxSp3rfCldHl5GJybpksy
tCo1ZcYkMy+reiAzd0IUjKxXfco43OREfMitQd1OPhTENtjMMgc9IlcAOD8H2Hm00NZ1gaEYLQXl
RaqjR5AbtNgjdAqufT0hXKHpbkTkhyvFMhyv3SewAOa5LabqWGt2eogX9qUw46eG0IY66/n2q/4r
qiHrPFO1pF0qcWyg0E/bT+aU3pbttUyy+jCW9AGHZr023e5ktOPJ7Pf4j5fAlDXelbyUTJF1fmtb
pfoyW954cGLeQI6IzfO3o18tnuSS3xAjfh7zI/SYvQAv2l3MTsRfbHtLEgYTy7k1LPP21GJF2k1q
uXD15K6xCp3TqCIy2DovirO6z6zeFxMnxUlRtgY7U03JkW4ko1uAktq1DtueTKcE7JrJ98R0zqXM
HmrSUBAWWXfRkuwTkputJt0tsjsXdnFvcuWqhf2rObASTfeLSOEPUhTereaV6D815jbirSJQgxWm
FeHN6O5LLfWnerkwUp3A6pgHgzAqO0+khjV89EvlHlLgA+Ea9/uIzfGS2r43MVjT+VA4epAU1Fhm
tngTlJskKkOl6V8tdDz5TKgeKQKlqK8yDqw7MnE+d3r7sP2U08JDmvO7NNO+eeRry7G/1Qz9qdfG
zxMAuF3LlgDI0+j3TY4uk53U9TpRZFyisCmysJybS70wjpoFNSA1WOv1GN2oeWeI7vOMoseqf3QF
n5ekrI8f4aQXDiPA+WZ086M3TI9uKy/jQd87a4XzfPZCjcjGKlWf5zq6EoN9IJHDCTELlBxGKqSL
vW59niS1aIeM5z162oWfbZhz8W5qFNJ9O8mLczMVe5msvq4NSbOLlQOWIKbqm60uUKo45FCQ+g22
GuF53/oxbU9QIpsDnJVAsaNHj74vlnQ/9M2+t4pPcXQk/enRjeZTzliBTrcvIyStVOv5Y829U7Re
mNXuMcYkpZWqwf86H+yB41SWPK6ug9SqWrpDpXS0eVYwm+kWRh24zI5ZRB8gcoKke0p6caR7HmiN
91122r0Xyfu4GM8cMt3wNdn+6Mw/7PyExsTbCUX53DQSFOfetZONc4CMCwXeeoKCsItX2z5i3slO
DsgMykbq4FmEvjD/xtTQ+9zEKGt/1ScoX4penFmGclKSmFXiFeRyizP8nLL2FY4dKJycHtipMMvs
m67+VuTOnhJ+QNb23pQdfiHMXXZxgSn3mKzXta52UnzVhb63+ie4O/thrT5BqsSJO+zqumXz1wcz
z0hU1zroOmzq8KTYGUdgAM1Y/7SahJLa40GwuuUxYbd5HyBo+kZT4VJztC9dfy2r+a6xk8su5rAS
f5+2kAJY+mHsOJcIEoOsn77Uo0XqUcHqsVJ1vFeLy/pgtavhd/FV1m3yp1R7cqx5D56spLmxhtDT
lpNjzHYRoMRcdA4vTfEzjz0xXESSnHoKmDUnHHhDC6chy80e5JBLJkIxsxenVB/9REJENwXz17ze
JrVX0PKplCfOJKoueP7lov+WXWb+NKY+viXoD65XZKTkKamWZGEdcoNvFX351EYV03qTZSwvpeUt
d0ikJUSCGIbRZYKm8Nx6LtBhQKtyH89WQxjwcxHPpbZ7PXKGg2dn4zxDVmm1KPyivv2OSZFioPlc
GJQRTB20JlGn0bDZiocGCm6oTltNkbB4NJcdgrej9Vx01IcBOaH3XIx0s07T/fK5UgkCRe514kpC
GBs6lcznqiaijSvnudC5lTwHM9G/Wc91UKIOOPNjpjVIsAd0QK10rvZJyyYZMZLoU05mm/Q5fS6z
knpIUwqqeoQzFf3NqeLhsrt6LtBqaN8/x89lW6b9+MpOqR8Hw3Nhd9pqvALUAhq65/qvaQ2dE+Zb
WXiFYNAHUQNxiT8MsIQ2qAtQtFa+y0DY3ZWkrY87uK35fUbwxT2GL/szdcnpiUgKqtKr3noFh7sq
T32E8SWYzecq9jTrLK92YWfY3ETBBs6sBZaeVcSUwptGNlQeRxvHlWTCkBQZOW5yUG6d2whX272b
rfjbymWkgWYo2A8XtHtKwqNmzPdh51QTagR9LfO9tVZEqZJMbMN3cizrWoBL4+sfBnntNsVMfVzV
w4mdJRiJ1ZBD7ecziyU116XY5vEJhEScGtkdBGtPsCXwbMTWNLVwW7pj/D0FKfbFaEn8Pitknup3
00Q4DbOe0B9puBm2jwCNbuCkrT/r1C4YgHmZ2jtcRmAvlmkx2n8a+f+/Ivo/jC2H+R2tDjaU//mf
L8uhzz/wTznUsf5jq3naWziDS3PQpuj5j1BHiP/AWgbcHtACMCN43f9VDt3yJU1he1uJcvtxGkT/
W6hj02pC4Qc1S//nx/5NOfS13MRmXOqcg010bAZdnc119qIWWuG7XLIGWXGZDyo6QoVLT0nWGdFh
dkfL+2bXtZIHs2JV13YvntEb8p3XYozt0siEyJRBWUM/45WhrUKwl+Yi0vdiYIuvQeS/n8RId3jU
k+qDa72+TQdtiUFVmShwWnq4bv68zZEelk24OJglYDMhiudf6KXnEGWEwwG5V+S6Z9MHbeE3rwn5
39wQIFvd+s9r2hrG9LqU7CHEAjDKQhaqETL3oKlcu8obdeu0rvjgmtvvfFHatrb7NBHTCHbSFn66
V31De0BD0AkPApaKOWZEbJ6v84Vsjh1Aj+KuBP74gQjrrSvi40fNtjnfjNcZ2tPSrW2RgNWxOWWe
LL1hPyNXM9QbawLk2Q3/tLH/oJq8h5XgDj1BagFiNYbrXwa7riBaejUaMD5WfEoQQqDeSK5aJ06p
opvTP1Pa//Vqb7xDojoMndYd+BXiwv58h23ndSnBZXCq8yYmO2K5NrTiMi3hhDuVfbDc5O79j+K1
pm27Pcbo1gPxUO5JrGwvv8dlmbF+LzC6UtP53I2Zd7TXpfzgGb51EUeXiACx0Hqe9+rLM7UZ72/H
2rACh4oDstUWYsMAD5+/fzN/Pz3IN0xwPDhyEPDa/XkzDY4lnSiWBQEG7OMzp4Vrd20hVY/DQfOk
t6cClRSY+rsSzNK/uzbTKt1JWpjMnsQuWtszeDGxmWVGKlfSrsE4LuSSx6r/bCQjOikYf6yr1Xpc
6fZ8FPD5+sluV93a9bS/MOqCav3zqmDOEalDzgjSuYowMFHrbBGyGfEavn97f12ImYwJlIgH+H7c
6KtHiw+hrRMOWUEvMxwRSVJ9Mku9+SB57K2reFvemUW/jtH/agrDrbBJKxM9KFFUfcuzf8jDCa3p
9+/m9UBBjCdNcGxIU2nx/fWZjY2D6bdmB2YPTv5LMKfu6S+V17pDwH1l2dKHodXHHywKzyvMy9lS
4m+GmyNZR10b1cYrOaCLbCrusnwMHPNMOSgG8r3s5jPHtA6dZh+mzNtHCjEXu85/eb8oRXh/SEwI
0dm+kT+HiaCFrxH2ALdCWvHFlFtx0Ls1bXAMEjigBdDkAMF4f/P+ZV+vuFJ42J8NuCuQ49lzvrqs
rLwR44iBiM1tF2fDWawRhVNYRbNfVLWWXr5/vb+GD9cD8ELjkj6rzlTz520CeJ30JsJ/GbcNJTen
rg8RuP0PPoXXK5BE+4yzGx+tLokn24TQL790ORp800giA7IW7NOcyuWmXar1TKP0uk/mdP1gxfvr
KXI9i3HD7KKzaXqd66K1YH7mNXE5C3ndfm29TYuTTFST0p7l4oOh8tcz5GpsDcme2zZqcMD+vLtB
zGWf0ikKOonHot3iGdZkbj/Ii3nrnhyETXyFFlRGh+3my2eI2zSxtdWV1BeV/FkBu/9JMkdFSdyE
Nf/+qHj7WoAF+OawUL9WOHNUmpVdODIYCUykkNOB/3TIBl3HeflgwL/58MiSFeRsEbv8LNx7sQjE
Ml8zZ+XhmXGmTm4uOn+VZfdvZ8ntFfFRbcpiVjn31ebS7GxvIm0G8pQc6/uxUtmxjLOPIn3eGuYv
r/LqFTk0vjoLallQOqZG64qHtVg4OtcktsBPQcB+/zUZ2y/8Y3Z8vq2NLLYdNP4SvreaiEbmLxm0
Tj99VipL76a4tk55uuShAWxsx7+aEJA6HXYabaN8HKxgNYcpyHI71IF+fyDf/muZ2P4i9mEm7DqG
zjOr48XrJLOcwlfJyJHdWIYa8LcLaGsy7KYq8Vt9+KVPrfnl/cewrdh/PQUbiSEnLgT5m1Dw5Zcx
lNUKTMmQRNaYlHYmez2Dblxy5h60L7FV36Ipny77YpaH9y/85mdiC5ZewF8mC8afF05asKEaFKjA
akbrYKhi3acDgCF4uPKDU8M2D/99j/91qVfztFutRTpRgwgIDJgvksS4NQcw6/gmsQqSw+F2+nrX
pJpJFkBdf/BS3/xGbdeELyLwWchXF4dthg1Q46W22ZSimqUFsnToHf47T/P/XOV1cGYTL04yjVIG
qzXOJ/jA2a7yXBoKCtTQ+5d684a2KZsZAfDEJjR9OWKKFbEDOydenOmN4IJk/Q348EcHhTfHpWNz
TuDYDgDw1QZQG0DPxxmPbbYd8pesVR7HaIofZkgY3+kxV0fO8/aZ2wjzg0f59pXJB3QM0u0YNX/e
X+JW+lQCCw+KKTcWiPS1cXD0lDzFoU6OM/YAGsXpGk7tmP/894+WLS+bRD4JHEavFsM11ZU2aSOX
xmt8t1aixlExxx/MfG99eS+v8urR0iSadIuaJchLIwsjrRaYvQnSpvkxXP2/3dCrpaOnISDdhC+v
kmN3nm024q5HEvX+Vd5aOjblHJUIbwObbP/+Yt6UlY6X3+SGlqbyArg1o9957MgMiZVwt7p198EQ
efMJvrjgqy2ZbrW63eN1CRqnKH5WtlkEeVSkX7oJit779/bW10b5Cr00Dht2E69eVuPGYpg9lsUR
SNVP2Y7LeUvt+IMl/q0bopqCCFFnlRcbLublE2w66O0x+QZBLrzZ57gbnUyF7q7m7e3fv6E3LwX1
jrBLEmWNZ/Xii5fV0p9L4KG6CHIQKaUlCBE52HSWiT75YCf75rOjdGNwXEWq+XpcFETnthwKZNBb
wvCRQah9qdkfJUe/fRWbJRutpcUm9s9n53q5Y5lt7AZOpGxCnF11sdRYnd5/bB9d5dWstACViRaN
N4QUnlk+HrV9atXlf+sqoOAoJ4JHs1+Pg8jV0xnhAihTwJjdMhPZkmfpB0PgrXvxcB1u7klGgvlq
BcnHCAxcyb1wUhbkB8Qlc7v1UXXmjYFG0ZVVF0+DvXkd/nwvnYncMJuUEXg0sNSunQ2sKtFit6Ed
RbH3wXf699W2IhAGU47cHD03I+vLLwiafj6ANTCoiZh6GjpkkDbsItGbneu1/aEn5+9HaAuPKjyh
1QaZ0a8PNIaZukhGEzPQ2tII2UqBKNmAKO8PujduCp3dth3FgbsV0P+8KZyEpgfU2QzqvimQqkhl
EanUxigYGzfP/yUoDZ+RQ6l8c/B7sKCN18X6sWzYUuS0KPF5278ocC3IKQhp+qgc8/x3/7khdCx2
FR5tAZeEYvFq76nAci2Kzj3KmSWffhCy6DRyb0hSl85zdBILPvWOgKUHUHRCnumjNbX+CEkBAg6p
PTYM1ZF/uaXobaZhzeG8CfEL6N6W2gFqhX8zqjKEW5eYexiwqETH0Wits3/7evAyujpWHp2F76+z
c0yqYt23FueFgW+Wrjm8VX8AGpmGCLLr2/ev9nqVdUEnOhRVJdMpqa/2qxHOG1s599hRUGEDISEH
1sLjQKxTAb7LkR5orjnK/uVXxTVBrVpAe5HtUUvaBuiLxWLo4rQmStQDdrJ67klNloVp0rU0NFMD
xp4PxvvrrwrugoX+fnMlkdULaPnPy0E7nJGOTwi9ED9SiICX+LjJbz6YZf9+ki5NWbENPqQ/VAX/
vAzZd21Wo8gPtEKSQ+kUSv7GP0g7347UNzsfjCl4/939fWO41bf/scZTk3jtt9p0/9SKzYgPeWoP
qquyczV17gePb/t8+NNfflkc5/j1m9OadiDz4KutWNdOHeGWSb0Hc0FUaKE7WnOQpMIjczbXbgrj
Rp8jQnij4SsuTTicg5lfF4CmruPRmgc84KuV7uQW+BnEddLfEb8VfV/LTZ3Uan25Yzasv655fPJi
476Ka9IcAAK5O5FFFnmHpRdhE2Bn7jgIodnoYg7oqbx8AfcMSAyAzR0xc90tAhZUKUBu2/iU6SsG
q8lGnT2zt0oOACto1OWGsVxVsrXLHeie8t7uBzAiUSrOAQ5RS01lZj+MsdeeFVGzXJEw/VuZWqow
QKE4baPE+FVmENono8u+GYvXnVQH92PSDJZVDTH3vTWkqF6saggi/hK0iJEK8Ff9gOyM8GsQS383
E9uL/mlcKuQlWWVAb2uggu3qSWQEusdujLYpn5x4T1ue2CC1jra2KwhioVwn1oMzlS4IHa0sd4Ul
Cx88o7lrbKhQZVdne2kPra+NHXktS9voBK9W+nJJtkYdLkLkxq7HvL7uLFEitdkSGXepFnWXRCNa
YKHySn+U0Th/yQQVkdw0bbQXHYI4lXlDqCHf/y3M0Rx9RBRJibULYG5bQ0IZEV9DSme/+6VXEuml
BhuEJwUsR4JUnabER3ywln4ZU4kMI6dEwOxCWJEPllVM9q6GF/plqoX8OhEoVe1qzUB7pFyj/l5k
MFHIz60gxvVGdep4xcO9ZhSIG3ctWIKaThdwEROqj9shKBnJnZl+l6tMjJuO8Es0Y63pXMvF8BC1
emVHcRIPGQWD2TFVSP+K9lg29YVx2ViDOe6XolUHoMsCJUnRK0h6BCPvzDIyHAQQZTaSDgyf+bph
0rHPZGmn+q9xKFMVVl4jH3Ir0Y4tVDLkXgQ7PZhzdmskQJgWZLhfzcXEadBpk0SnRGCbhQJtFYU/
A8n7uRp9frNg0A1HuFdYIYw4BwhtwguTWSt8oRf9AgxUd+Sm3nYmUozIP0PNnuJR8SsypWe/T5cl
PpiZM9kdtDGnsesxTCWi3x2Su0Wd4z9LyrBCZH4FSCbX0QXOHQrqplNXPe72Gbc2EgwidNy0wN9m
9vASWXeXy0yluVXe1hxjqLXMcZTPn61hNviOJlV3pFZCg/XLslmSWxbIIQtNc1ptuDMkV9469lry
ZU+u7cYpbJlirK+RBGrlVdx3qIt9HoeJ5tjG/xasEAHtnZfj/MSE3HZfgPGj2pQdUvFvlZ5X1gHf
Ry5DJ4s1DYdG311rzuJpgcG8hKlZxIue0PJUqGZSPaVngu97HaHlSVxQmuxHfrEZoTuUbpfJvePG
ixZYzPF8ajkU4E2pb4aCb3VAJIOiPqwWV924I19SmMzFehN7K/KgyBkrpDOIxWbfamLnV4mYy/I1
6Xho6ZjGkI0m/Uzrt5mQ5ql4Sau9pQ/oflz8Je6eOKH1ixZrm6sDWZa1J/giNnYkVqKhVlm17ty2
Ut9FrpvXBORMaTDojQafDz0djlFJWz4x1tQKgN7k59KMpXZ0UyP+BYojnwg7M1dMDks2oxFkWHuE
YWeTF8g2Wn9MhM9bvqrc8RGSXS7P8I7SZAFkGH93umQSASQ5uIBrgs6B7MQUon9i5MmD0wIn3FnN
NGlo9gwtDRe8VWeTLbXE1wnpQBREkjKhiqveIA2ymoVA53WsiCClS7XDTJKPeGg6sGAqxsI276ve
nbMAAmImz+VkTM4lazs1WsZAaRz12nDzUC9TeZEv6eL5Xq8N037wJAlnQszmQxI34Lh6METrfnai
DOxhNS5PgP2y5Hx0VT6HpNk5F1hYWLJGW22wR3c2SAKFDOcDfQKaSLaifBqM3Lti62SJQ5IO9qPj
9CuqNSJxaXoRT58dhOrGmsSparMLZ8L4raZ0XPeitNVjURJY6KuJIJKdWGIpw1ka/cMKAR4tWor1
6tCzdHzKSTlkgajXwUPEXVhoTiOJQg9yy5ZULupfWl5DZiqNaRIIyXrId3ETgUQw6sXq/GKQzk8G
GY4nsoR1Y29gP012ygJ24K8oDwAA9qKAvjS21qekzjI7TEh/0v1mqudfdU228c51li4JiEds+1CI
CkNrFcNc9BXePFw9XYqvVicOj3ajyNiPdoyGbxa/0URfEBWTb8nZ6pHbddqj3grr21SkVIFBsllf
M1HmNk+0ywl8psF8gCoANdAg1IoRRbaAt9OV6V0YdhYXQara6HejiTnfSXuqJWR4gWWjcZK+C3MK
HeaudNLh2jUKp9lJEoaSPZW7Dof0Aqrdj6jMuqQtxLMVdNqSf+6xc+mgz608Z1WemiFEbD7/WCMm
6yvHTIbP0UqaWIjEHbIUbLmLvC90Yh9TxfgAH1r+1gbmRl/1feJ9qp1pzXw31eDHEUcNP20o+6n2
rW6Gs1rrCevbiNI28r3Sm6yABFqpndVLVI57q8qa6myp17QOBx627at84RYnHEObU7CAHw0QyPlp
w9G0To2ssb4pZJ5iV1nu6h0THWceDhNElD6fWJr6xYxFESEq8yysTSKqmAlIegnM3KivkpFcxF1O
hcFjC5HGBJgj+FoO7VLrYd3iJfNB8rbDV8L+MHSOKjeyYMGSbQI5WTKiPYXZ5Vd1tdKwR1mcIOlN
q3FCCR4XVoN0Hxs2wVhdnWQ/SLxI61/9rDkR5UeJzvJMTM64dp85Uxa43ibZD1oeViB34xWMWEzE
5KcOQqEZhaMNn8PYR8CCwbi2mtFSecnNAo+W4PnVw15Xa+Pofu2QtlsE/TqP6S+wemb+VZKUXRAJ
0NlY0Sw2bIIvra0xj5XOsoRFBWcUMEoOEiWNy15dR2RBHi3+ANSgeZOtu6gTxW/ma5C9smkhCKsk
WW1SXylD7SDMQUpt0yn53WXxBqlE0n2nl2iZQmGv9llFp6EIYZIws/YD/yXgAzYvS9o6LKojL5Q0
IZYEn2ixWF62wsy8cCnj9lHwu7W9myjtzGr6cTrTyh7NstuyKYXlZufuPirn6VOR9cI5zXhzv474
cbpQxORsBABQ1g2xlreGFzaZPbf0k+L+bgPHDHtEY9nil5o7jCHezfiok2JWnQ+1mtfPbTsmKKxd
odyHotZaWJd4K76PaAGxoOQ9q9/qjatHDGfZkiEyUB0l3H5x7+YCa5TPE7SVn2CwjcJ4TvD3WWYE
V89KKyPbu+bo3UIrAhEDmMU+aak2nlDNODMGGZTrCzi9xyyr6uQ+U+QenAkM/9fJ3DFjEW/XH+Ef
TAPOGNcSexIhMraMNLseJRGPsPmoV8Rhaxj1ltvkiirUReveIIQvnoy8XAgM7rDO70a52mydLXMy
A5HJ+baQqvrBjGjekz2CU8s2QcGerXj95A7VhUPDdXUmZNV98rSpLMRZmZvDr0XrsINoRC+5QaQW
dViyXkV7dHDFk1ez7uPQaKEXtXk/3swid0Eq1kb0OzOdnrOLcti6N8uagw1mOdvXSdNe6OO6VKRF
mKzMRFPgQiKatz3ikWVbOHaWVGHBihBqBFcbgWVkJPmRk6vEPufIQ6AhmWpf69V+iNYFlGgRf7cn
q9135XbjwunBb4tleCKJBCBoNPGbowLYs5zT69YdfqneSwOKTdnljKGVPU7XujEQ1qjubhK+9Xs1
zelTlNomqEKHBDhXDk3olARTMB8BNfJZCruzhfp/SFNFC7M8xuBoNWv5A1hV85Bp4m7mIJTsJkzh
KK2RckqAoLk4G8eGjBmdJGe9TTf0pUOqPXUubCPsxznLjLhLjCSLbsvJ1RfW1ca4cCONtA03CaD0
GveC5EQyVzAHt/3iXrqJbEJz8bwvHg3IE6n3SPFR8i+7QZ+0e5VW2mMp8upuUoMWEqEtYHBO46fR
xTK/i7z0W5WUVIEAHE5kKWacXrfXhjlxdddjwv7+LAVMtWPCkg+x2013JbJmPzLX8UoQGu1XDeHG
ILsxJ9nl/TpXB2NQyKbdfr0wR2f0p5YvG97sAusIGx5BMgNUazcTD2lTpAejBqu6soLsiaL18A01
lW9jGrwE9ZTWjE3ykHdaxG3V+XKHlRf/AR7047SkENepYO/mXr8AT32SlTjrJVEjaFRBFEeiZimk
1Oc5xbDLJ7TxKBfMBzK58RrXhJTU9Ww+roJILbstsi9VlSPydmJdXq/JOobt7J7mJaqIMsfON+o5
GNPFaU+R8I4a3ZinZeya82lMv3qlSK5wSpe+EnDQVFpMu7mwtYdEt5qLpbWre9cW/e1CZJETjgL6
CAYzUz9gSu/3OkPRWke4I7l8HDluApLVz2kz1Q/tQFl3LSpMIb3mwspuuhOH0HSh7ap7j2mTySQU
M8abpIOlLUqseNDm42CZ6vQcwZ4DyLxcn1xXsw55U7ClzoGYexyjV9ApjnK028LLo4MZ99opS7EK
popyxA68fUbWbnxT93Z3Qyh2ep+mDubOccgvk3nWzqlLzIdFKuaycfk9oNQIy2g24B/jEaUeVe4x
UJOp6Hb5zyiP12NN2/GisOvvFXsvThaW3IF1FkFH4uoJh1X6XYvL+h7Zr3kkcLbbNxEVh93iODxj
Vy9QyDZjmLGlLPxIaIWF/4cIp4xDPbDQLDpHivVphT1zAjQCxUA4Vbtb14oBXOWTuU+c0QkUjdkj
yE3tqBzjOBZTdC5IbD4Nuf1FRJZ2s7oG8S+dIPlOT3TG4wpYxkmUvJKOecuEIX+XmWBtcGLrhszy
p150DwP38J3jR936pV3U3+bCS4qdcDNnD/e0uzPXsj8Wa9oeLH26KarB4rthUoX5HWWojfFVI8dg
2yX66TEd03Q3r5yAZxxVUM2fGc/GM++5VCihdxz04UDnGxLasJY84RC1UQOWoVOjb8KP8IjCAiZd
qIYlO31mTNdpO7dnrb6xp9m/DbdJBe2Xw6hxO8a1Pu/58+3Wx8Zf1MHwTLIWTQHVetkA1/Nks2t1
28I8Oc8EbLXBsNUzF1uLN0R2r8owwbQMVfmZob0OTnZF0hZkbcpDBXT0Z+J2w9vCn80UUeHI2ajc
mATdnwZTLL7G2LHPoOyaxVkBGwiRVp6z34qeAd/JM+w7FRUl2WljgCeeBg48fUaD58+YcPGMDCfX
CyNn+YwST5+x4nkFqO9/sXfmOpJra3Z+FaFt8YDcnAFJRgRjyqkyKytrcoiqOlWcp82ZtgxBgAA5
ghoQJMiULDky2tMD3at30Mc4p7szmNEZqrJk6BoXOPfcKgbJzT38/1rfWk8mD2+ljIPCSgxfPVgl
RyS5Vab2veLPoPIKAJKJrVwfP4GlAWUeH7HmqRLoH4oj7JzeBEy7Clt9syJnrr8tjBmNHs+UdFko
9VeraZr7tMuABPqKEQQe+V3Dt1yJwKyztmH/aY74dVIHQbE7Ryw7LGjjKf8D1n4Et/eKg1cRtjFA
9/YId8dWPIPej9D3ekyreBPPLPj8iIV30WPYK1bfhqFA3+5LeoTIR5nE29T0zeCjn22w6o19DqgH
HgoQ32Zm0Te1Bisjp+nkr4Yo7u/cI7g+rwKA4olVlU/2EW0PYM//YByB96oco8ADYt/8aGUCEr+Y
6fhkLVbZYThC8+URoK/o86F5PIL188IvUBMbCQuNOML3W7b+rTf6VfWp7BzQ9tlI1ZTgd4BHzLQ8
PRHMMH+nAJSwFkfIP1G+zm03k/+nag4BwIgOWCK25Dh49jEowDYiRT2QkhZMCA7IEoCvTqdilE0c
bwGjMEVGhGLDzD3GELjHSAIgWsQTEP+r7Eff/KQfwwvMFJzRpqcM26BHTgk4wFXVwWfPQI9sUubt
99achhAcgxFGq8rfOlFUhzeCTV0M+JpODTUfEhXKY7hCYM9BC1MQ+m+LP+IXxBzFUKD9JJo2IskY
NBRpDWnnU8lmAMYc+5zACjcovQpSPCkU47A+hj4YjUEAhCFGwkCdORdiKiQHMvcYF1EeoyOgCiOl
FMdIibqc4yXwABM1URxjJ+JjBEV7jKPQKLrdEjJSto/qMbtCKfikOIYcUy1yA/jI1olUnLzlMfnC
PaZgqHpnErM7zekYAwRwZ63PoRk2p5XfYxo4/dqeyI1YaTLOVW9EHnJXzbEb2uDGOXz6cHwjjtkc
raVihvWnY2aHYTZ37THJIzymegxhpr3rjlkfzTH3A0kfbIi0RKG7xv9FNkgnOZJdVTmR6Cq8wL5s
yMc85omUTTkYTw0doORBVnVe3cYIewggCUWaTmzfSILbOHNISXXMK5mO2SU+IecwKY+ZJhS02/HJ
OWad5Mx11GstfFsUkIlDKY7JKAq+MH1VHRNTmqAlPcU9JqlUo2lrK8qiJnIb33LrXV4mNeJ1pPQC
ZVZZ923FFmDCmjfixC3uQWNxJDM6c8IZjx2tvB8TTWq3uN9gZbhdU3AqyWSrUhvXkxb/Kg8Nc0xF
+omvB5l9wG+Wl4gq2Cl8gD6PSLrt2R1uTfL/OtymmIbU90MMktbcDgMNgWt3tOPhikJm19zXNWLc
DVO+6B7NGrej3LSCeMSeWmYUW7si8mX1Lk5NoJEtqQz9gz8S6PZDFmqmYHF16/KK6GW0fUwslXzs
3U6gTAPF434tYP5bIfD2WG8zeCuGYu5MOkP5oWaXC74j16xyxmRmUXUXUfMroBmVYXeMU6SLpK2G
su1x2jVTQdr5OqNh/aOpjeFrQmxdt+Y4NlCmU8faSuEDlemQHijPNO5TCvoPCSnGu0kp13g/rQq7
KflvlMrxF4Klc4dEH95MtWK7b6NUUPzRoog8tX1rhGNAb5gAqfYwYuQ2NwMH6ewj9fO03yihQSr3
qtJih702cFUzubOgUVCaol2pTzvN1GSyLwTVonWgVApHSLOHusrZchws9nk53Sayzut6gINAtk21
K8PCHjeqLRX7qvd9RYENMZJV5npsAYPsPTTPvt3Z1dCx21ZYypW3vYigCWG9L5ThCeFxHFaeGmdN
BtNhdIt+V5Ow4N5nMbzca79wo+Da4pAPQbTtDEj1dArItCk7iT1SUrNJ9qSLNOVbulO+2Jp5YnZ3
qSUKGvHgbUqHZEsEtRPpITkBAGVT2ADwNJpdj2OqVpnJcjcoZflHW/j/+xT/BnnNs77nCxLmX//X
f/3rf/pvf/3P//N//9u/O3Erzn/sT3ib8xsAS50uz2yecWah059mRes3E6+ORqUAdjh6dIRWf89u
U4/ITGC1f/gRZznB35sVnd+Oal0H64FOhhxKgp9IsNb0WcXzvH2KMwo0J5aiGY/JXzj3cZ/1u8fE
bjmVUOTVyLDKVwHLDac/FcWEXKvENxSS/plScqI00UWsZWv1QAdKtapWrS/BgXRDEGXrPCAIHvZ/
4SNijkL/SuCAitY5eZ3Z2gJz5hPGHpYovdpQG9ZsAQPyrBIrIWaIbyzfc6XhmwzikbaET84lgX+t
phOg0w1Xc+GSqInO0R4wJAas5DQb+eao/60JnenoPrRwklYpZddyVSK24OsrkoTCb0cYvGZX+YF+
6qDgMJbqreI7lrPP6zS8kVE2Y8IMQbIObvboPhMQPA490r6QoJBadgCZQGt5Tg4XJIGP8Eadmrup
SQAiFapyK1z2xNygNOIH5FLRJ9KcTDJCKBJ1e6gTYmCGiu5DIgzf6yjuODtjqn6fN74B2uCYCzb5
g8ViUimQNSw/aH9321gxN2mQp7AJ8l4xr2gy9oRVWtKqN6QV+DN0M+IcbfsGsRbhKMu7QBkLk6wf
RxADohZCA3QWslZZnNlgKGjunnqcNu2I3dLDB/gJsKXUQG/2pRE1/n0jaSxuetJYr/SA3M59rBfg
gKoqN75atIM4+2iN+JGzM12l9MruyeCZbeY8ZdohkfXoa1p6Q1p5R7tnmEb+10722Ksd8DzhNJTf
wqSZVmouwCSYgej3KeuVtRJjeWfq4xcOg2jMMh4j9D+TArJx5cMw/WAn5LmtOZWCAQ4gU7NnVc1N
G4t+RVs8hWOiatFGG4c3TeoSf9H2k9V5vlrlwdq1+wJAckKDYBcXFx0eR0/R6aeD4UjgkpkZtggL
F6IKowhdhsjUemUQRduAKKWdUFH2kAM/++MTh2zgFbQsmp+60bFI1sh18jwH9NDruPrjwn4o7YJU
dKcMb0mGpJIxPzkONsMlNcZSV4Vah88cgxLmA6QgS1Op0Yy+mqQJnHb6ctEqjnU/ufej2iE+XI9B
rcZsjKhBE6aCWkPUn8mLU4drnUh4d4NPovMSiSyGbosxydVAC/yH1VjBD3cw6c0pbr5X3MR4FIBI
UCxlkoq/HccFiJHcgtaR/4DKc6v3dnFX8CFuqWkBSurrFhg/2ePf3dGMH8pyaj5nHAIq8tjykVQN
X9PtdR1q/vvMVJTvY+AXD5XhpHeZRY905Vc6bTq15q9YpzJkNzCgs9u1WUIjMFQASlwQB2lLscn8
GC2MEqgILRPVzkLGFWuD3fWhaPFjRObbAsD2x7aynpIwEvsxSJuDCXFvDeR73FTEZFEibWwkKW19
bxPfcLC6qHnyyQryEtAT106ohFu7apLtqIjuwis/81Mt4MkCRSPvHbHo6cTudnlI9QihxyRF+4HY
KDLJ4nLagr4UO5KLqi2KJGQdfErFpcc0C7MWXwaiaA39qz2Le5eZt64rQycbaZEDm7QOOWS1vRZL
l87IWL5zlA6+XyYgsEV1th2nutm0RdGtJ7fYEuQ1bdTE/e7DFrwxRgECnSSJK7B/yQUv3VHIfPor
HVZYHg7lF5AA6kL77sT5kBVW2HqpE7OcSPBQbVD7j9Q/WTumsY7XNZtHEEZjKzDb+e3G7/RpXdnJ
Rzeo+z3FYOMjHgxC0iqh3EkfvJXmdNneony9H+y03QW50B600AeddNxn/NSW6035PX9s5Pfvze2X
8l/Mf/Qb+2sZBWFz3BP84z/9k1mmJ3+o/lfHvyT4XswbnZN/oLMdodtov8vx7fe6Tf+4wJ//z//b
f/nPvh//lndj+f1f/s23os2b+W+jSpw/3zthzXl1y/Uf/vVf/su/++t//Pd/+R9/BzV3sfE6/uE/
Nl6mNceO6rZjo/jF4zTvr/7Mc9F+43vARIk6ggY5KtB/2HkJ6zeUjcyRJtsh/JVznPPf77zEb2zX
GNXIyEnVdcBO/MTOi7/n5BPBaYy0XrNQuWLnBk52+nlaLhKUlDwrj9/SUZNz80Pk59YFfdwsl30+
xOergC3A3z9v7sABn16F43Okl5LRi2AZ1VXR65+Vti2AIanRDUZzmj8dvYSpCfX3ZAYUF9yCy1WH
y6Oj5D82Vi90eovLU1HN6EGNBILy9W1o6wPk0UIdtVN5SQm4nO7+uBR7WS4DG2LpWtBT2q3Y8A0P
cvrWyKZ3vQU8KouLajXZeEg7psJVI6JPz8be/R+P8jk84cxr5PmaRHyrnDSN4/b62fZZdlIxyQDj
Dqlwg0J1lW3p+90F2e1SvjnfHOk/PEsywUzLXTzHBBvK5PhUdFRggTfjkOafFa670ti+3qikqn57
/a6O42IxbvheoBmYrCFEGC1Gp1vSC2h7W4eQTD1aM5vsoABIBe3si4LgHjJd27VFzWrb0jz70U/Z
50idu9q5Vj5d+C3LEwo3z28xZjeoSTbTchDVEDBRhgXIfLquXM02qZFOoQ9SOCCBa61PZGuS6Xtr
8pupzGmrNiqsz9BHAk9R2+rC2nZmSJ/8msWmz8lqNXINRfdMRWQeTdwvqh+oSH9qNbzw8Z4ZWyY2
ERpFLKGCz/f0422oF/fBIOevp3YPBNM8pmUtftqnzNPlqSCgZUpkwT69SIrmsM1zwZvmS73iIAus
0o7DPdyFP6sE/yT64+yje3apxaCi6ecMVkweHCJ1oFB2CFGzLW+boP55WT835WJSnj0fnJHnafHZ
V0ndazJqZiSvhDG6KWy1uu711vnpocDOg6+DeY0tNeaS06skcdcYVI/huIF4PuTZNB46tr8HiFT1
L1zKYPBDaOHcD2/g9FIhr8nPDbv0sj5r3mfoCfcTDeL3bFfkhW3Ry1HnsLThX1IZF9izlqOupacN
P7KkRWmXu7Cg0QHqb9i8/lUvd4iz74tXJMRxaWBtOL2hkZKAqhca+kJbaN+tWo9v6sly16oFJLeH
a/E1Fp2/f/2iLwfg6UXnmebZsGgHu8psH1Gj5WvOe0CkHbBQ1W5WGmfHC1P2y8c4vyoNYwnLAyz/
xRsrKiJ6Tc7rvDGSPZrBra4qo/Ev+IxfLgy4YTFjMPrA3ACaOL0jHUpD5ndm7eUauWl6Xdp7wnSM
ld5nPEZNMS+4K8+8NhP3lOUIrB2k3i0Gh4kpO9SlxqGirmZO61T0ax/6wPUAWPaqorW8cf2guDAR
nnlvnCLmh0iUCu7txcRhFxjy3YyNOioTii25zK7SQjaeE2vywg2eeaD4tuaQGoeJl6Py6QMNw4p6
1tBxg2rbvSlMObddIockYsi7RugSB/b6mDyz1LLKmuw02bfQfjMXNzfLvwdRRdJL1JjY4LrJCxa5
yqyIIaUF70cVOhCrkOaXkkj2DFVJ2zy4Wl89RG7ldBcmmvlqpws/m1ue8Vyp1C0wI6f3HzXolbO0
kZ6Z6gihByTn+UZrGoKTwzyo3tbxmKGVIdiSgkysEYX9+uM4M8CYlxnM6GZ5IC+wYnktNLrH0mvd
xt/quVJiiiY7jGbAlzZ2w0PV9s2Fe34xvHBQsoXA8cqkNJ/rT++5R/k0NQ2nVaEh5Ki7CDI/jTjy
v/Lvr9/dy5c9o+HQC7CngeOCQu/0UmWjB45VA0PsKcqn4C2Ev3MAmR8kciwVrHRvIMH04w2nT8Ne
Cz+0D05vtFd22leR9/qvOXPf+lwcgFnlcPfzUef5dEhG+9S0Qqm9JpPmylbs6q2ZagQmm0V8YVF5
8VlZlLc58HBwmof5Ehsy5c7oK2bWeKVahBsZxah3lWB48kMQmsHYOh9fv7UXsy/Xw8Ul4Djhd6K4
fnprlkIwA+KU1pOh635LgDdu3UYqh9evcnxCJ18Ll5kr+zOKh1l++TrjzveJzuu5rTLxr7Ua2TZs
efxpjRIJgOWGlJtkaGvks3q4HasA+0syRFdIKpp73GwBiq42MIBzNj/teOWnmSDPGGtiDr5arHUW
AciooojyNOkxXHW6DpuvSMMLu8d5vC4eABPzvAXiEhaWzdPnHLW+EqTmRE5bEpUh8jgUyqjHA98r
q1bsdJD/tzVTqidg8u/NyMX8cOEdzDfy4ifolOQ4IDFtu4udBLpR1MR+V3vg+QSOSovquJ8XgKWF
ed0iYUFqEuIyCZzBfmKMuvf0drMNkBUqrZPU9iWpgheW5bOPBZIET2Xeuy9nlEAUwk7yli8L7TKc
bWT8GfsptYHPTnDKHsXQsAdBK7cib9zNWGqKf2FSezGRYmyd6V+cS+kR0Xc/fTMydUxlsOehGWvV
m5KnsbKSMTm0NKN+TIozMEYn7cJn/qIkDrUHNB25fTSatPkofnpVq1UHJSgw2fm2/sGQd3nREMGn
eLlCW0hX1ljAD7oVrIdwvI6xEOXJQbd/71CE1n24MsH5Y7+6QBp4+SSo07LxY6qbw5COyXDPdn2h
qw2hKiFVmlJvb5CuiLu61Kr7yWALoWDYx3dll19fH5YvJzyGJK5E9hIaPbzllgUsRN8S9aV6OQnc
1+OPpN4YQ5ltWNqyn10ycRZjWMXmr1sWJLfFM896IycIKAH1Fkfy4Siv1ukyPCYA/fcwIpybCV3G
BcbMyxE+X5QqGSUP1o+l61IzQhodGDMQ6vIUqfLHV8FU1/sUlzMBd7kT7X0IZvoqddvxrhHldGHu
fbl4cV2DDRMLC3KCZYUiKC0zbpJoFuq2/jrkpHzt20X9qUcDd+FSLxcT7KvsSGByzk94WUQrsXyx
H5tGD8mo/3uW+9F7FIKfXh8wL+/HoIcEcYNeMBXppZu/7NsgCBwu0qutfKw0s9wo6DK+JRLk+euX
ejk2uRSnAMiKlN3Y5Z1+pP0YQiYI49HTWpkeLLSUBCFrEXN2TXIe4lXX2bx+xZdPcF4h1dkAw1pB
63pxRe6LtgNp9sgZ1b0uKxqnfWdemPLOX+V43IJlyqZ6cRU1kKSsp3zogGI9LUaJPMVZsv2Fe2F/
jP2dkhTtv9OrTG0XoT+HNJhq7F2yOrau2zgYLoy5M+8IYYCtMofMRRl7/vfPJq2kVWFL2w4bRTGI
Q1FU1gHFR/XWMMLQ01TtEvTlzPDTHOrRVBhhL8AnO73ekLQxKGuul+EeutLj2ZUjjTS3V9kwXFoe
z90crSlABiBSML0vZqw6bag61/DNFB9FZEygQIxSSVXje0bPzzrs4ZtxruIkMc9U89p0emdoKaVV
jcgEK1m5nJkago0RqO9fHxVnnt/8Lc1EZINew7KXVLQdJUrFpDFoBLh1IoPNjv6pYUra/cqFOKRx
PqVAuxzkSguUR0M163UtmsYK//K6p9x140/tz89IjAYM9fM6blG3O31wigNb1vHV1lNdrbzXC1Pf
KLZSPg4lkrrXb+rYfj7dxM217X+8lji91mSEInBsjt1VaQc3HXE3EvHGFKGFxoD+oDd1Z20z+HQ1
0H855WyjyqHZVTPkydPHunDXtq9nJFviJJ5gsaP/JQSoc+j/53LI3/VKXn6XZge3eZxtOF42FYnt
vX4bL/GnFmozxttMtaOns8TzKjKMw04pOs8cA3WDGb2+bYem+TjSCduYeO42NrIxEuOMSbkRdeQj
0DfKXxiK88Ocmc5Uz+zFzr8dOdCOAuVKYRDsEyCS4dRltTvKR+aFS535kOd9HjsdZ57ZzcWsMTZl
AWiy77wqrZLbXNdJPR8DpbyRRAauylCvLoFUzl6RloLJkVVlwCwGipnzuXd4mTyDsskh0q12L118
2ujlfO1WT8rw/vV3emZRMdio0N+ZeZQEYZ2OTJzakIvECDbCLXC/uSP5TsKKL4ycM7cF5pIOEume
bAKWHJomNfyx643eq+JS9eI+ba+qJJb7SY3kG2XWmLx+V+dGqgFoFb0nFVie5uLjRrSJab5oBi9A
qLQKRpynUyDIA0S08Y78D+VLppOj7jm0EB8i6bpfnZZN0C989+zhKF7O+jP2cfPTf7bMBUFhpXqA
Ply1Gm0jkyQ/KNTUg7VuhO3NYKThGx3j9/UoQsy8FhEZTTyoa0ANBkXbtrxPYTRTgRxnEU2Bw6Gv
CffDMOGlPp8iQZb0qSYHhejrz+/MdD/3o1ROFSoc1KWcZuT8QiiK0sN/GCN1lVvKsHezXrvP877/
9vq1zo1ARjyftAskBrzU6TNy+0BR1SzjGWEg24RFiTAZAMH2F67CxzzTidDcLpfJXnGdSZT5QCW5
9PdpHRdXpduFl8bdy8MY9QKAN2wC6aFDMT69mTEPe9RJDHQtA0PQp1XdIqcOyQ5LkGEf1CxAfigo
7D5hSs4JabMM9a7Dw3pAjfND7e1sb7Ij2Y52EtybRofAa6TKsR80tXv/+hM5+1PnkIP5A0dAM3+z
z8bmEJnGkBY8d4oc02Eso+wmBYBElpDv73rEh6tWK42vr1/07MACxI83hcIVGb2nF0WpbqLALAg2
apIPElHjWlWxVIJxyDavX+nssHp2pcXt1VQ4Y6jEvPAul15OuN5tOKWXIhvO3w+YOtrWugPQ6/R+
WjRiPqW4AVYThh6wKGqG2x41Zy6I274wnZy9JZxUlD7oFCPKO70Y2J6WDHImtQSO5hYfOTaJWi0v
FHfOXWWum1LrmMv1y91rZQ8sGGY9eAY+YKSHIebFchgvHGbOPbjnV1msO4mm1pWmk2macY57bAsT
fvlQjO+N0u/HC8/tTFkaQ/hcomXQoQdedj16zRjVOGh6hgGs4cBwwK0ped1fdUHmfOilq10NuiM/
DqWaPomEOEC/aaNrIxsd69IMMY+IxVYQRY7B+Hcwh0LRO32J3Yy6U4y690ahpcz0Q7TJ1PDDoNly
F1r5j06PvBxW6xXQhmllDVGwHZ3owtM/+44pFqHLZqONPPr0R8SgIdVhgtqBF6zcm53WrIqqvsQ+
PCpEl/fK6USDQq0jzNUXA9YuDQfUC4+8loF9PWVB8pCwd71jra0dT/hWcxXVgb2JxyT/qjjoGX3N
dj4KSnpfiAnVLu3Dzw26579n8bUSLW/3xtD3nuM7eAgkD4B+RrkpBCz/n59+QF3b4G45MgEJO33C
ScK2hFYIC8GoN9jADdLqyiS4MMnNX8nyASP1mmuSnDZRbJ5eReKw6UzEql7Mnh15K8YdY9XPvacH
Q01IDeyIorzBmEKlSvfjIvmFcUSfZ44WmgX+y7QTeraBPQUmPvrQza6qLpZQNTL59vVneaYPwZeC
zIq9FP8BpHl6m6IKEyLQKXpIfQxxF5rAi+ypVd6NZFxda7CTsvUQdzXZvXn4zUzcAcN4hzjmMDWa
8qEXtUEnwldo7EZZiGn89d93biXlmc6KAlB+CNFOf16VVOQtdmpPMUPV91mAcV7tGxsvr4NWsgAq
ZECleff6Red5Yvnq530leEyD08KykxgEbSQS6CcwrdJoE4U16dJFvG4t85PWKO9fv9i5+cLmydOG
mFNK1MWkJYqWYOCRz4WGsbjSK6dZqbHZ/sLKg54P5zXDGZXb/Pk+25F0WkIEOF4/Tx8smFx5dj81
nXx8/VbOfTJYpefeGe12d0mqjEjcY4tNf4Dgvfq937jaXeZM9Wz5bj5jmXU38KLqlav22oXbO/fG
IE5RWcP3TiN2MYpp0HVACrmyHsBnCyMZXlWlooWbzEpg1WVqljy9fq9nX5ttzZxjxHs4vk4fKOyU
tuMXDV7fu65HirThKQCct69f5dysyh2hpCOeBK7pYpaPQimcPtIGz/cJDIek4F7RimkOakPY8uuX
Ovfy4I4YCFspESEwPb2hVBoWcX2EHTmB3t8lZDc/+XaT7wcZKJuM137AptB/zIWv/8KjpOSqzmXR
OYNs8QWUql3TIVXYr+hD9D4qSh1jYm5c6OWce2HUNKhHcRKyOXye3h98FCvqUp2Jrg4Lwj/7DIiJ
KNxfmbcxRM0dvFlzuHRFlSzCuVVyLp3cQdu4vTvurLGsvNff1rl5kaYlG0kUPDy0xTOrgtmDaAwD
6bx+f9tGfhpu+hasj1RdaXlyzBSsLGl/QeNy9vCPtYygKtZfWv+LUVLmDeFzGnvLvjVUkF55Zd/7
zVg/MTlae+iK3aFGArqbirh707thfp9O1efX7/3snpMkMBSFHLEAlS02AAYgsEIb+CpgPIhtqkH2
7yy1/BLXfrQbIdH/ropJ/8Q5oV4PaY0RFy+3eR+kMJFe/ynnBtXzX7JYnmJQaCXkGjb0Vtlea3ko
trErqwut8jNXQTPO2kDNgNL+citglo0RRGbB9nrqEkz0gT4RBpqW2oW3e+Y67FnZPVPPZ1ewbPyW
mSbKrG40zwzr7GaIi24HsupSiM6ZoUuTV9AYY3WlNbZYinIVrIyph8CnHUUyaVrjtyxL8p1En0MT
MDDJ6UXvsHv9Tbl83os1neFqUI4TXJJ+7unnH4sQX1eYal5fheKBENpw6wrshInIxbr1R3k1xUO1
VnGer2HYwS17/fpnZnJkMlQdEbXPkqHFXctQhkkYBAC+tVa9hxynbOxcjo92r/z4hStRFGPLSAeI
AXN6p46rTUHqTEiCame8roy22kxYBB9Vvbm0ZpwZMChlcKfOzVzSNRaXinAF9X7kaN6IvGw12FCm
BHm/3us3dGZlcji5IbBAIoDwc/HqwIb5UhJd6QWVjZIJr174IYidtvT8XEkSqvJNeBcKsza2AaCf
/MLCeG6LfHL9eWg92ztZSR1agKWEh+1Q/iCCuX3TGcSwT9Gc9F1gA93pbZ9tDMWusQw4g7bDjW68
F5Fy7eD9LCKnWgdGUH97/bmcffq4kGZd4zwVLn5Xn3cTPkAI5JjqSTgfxtSzR0tcuP0/ZDCnn87s
7mUloyuBKWYpSVHttneVOmiRYkx2v7fHqYLqNNs6p086uK8kdWSywz9KfywfqvBdYZdF4tVa6KIC
bv0chykNlTUOX13ZEyjdmO/aSCrBG2aj/HZoJ0KUW9mB++yqwFGvqgzs42p0Bsc6BDrYjW0kwf95
VhCAoS2Syv3sDyUZX+Qc41xtFKLGEj8cxv00tSOH+qYWwU0WEkm94jeMQGHyEetiJgEn7kAZ6SFP
KsDWAjkHAYkac5wmiiOo0bjUmrUapFO7Gw3Y47TScvCLG3f0g5vRLKenvphiqmo5yJ/V4FQu6IjO
6ION00u/uUr6sWyg8ChIGcowIXNd6wGhrQT+RcqwbdIHq7H1M+HB7i4+STm1Yp+b8OW2tUZZbQ1W
wbQ3skNss6pFXTq7VJs5QIVRzC6UsNetXdfH9i62IchdObKtx32C4LJCeUi76rrW6zTw0O8Ewboz
Suy1A/YWLMpNT2y140b9uqASDvS2jszkSQ+iwXxKnHp6EGYPsUxLh0nHlaYq1XZmII8rtoWY/aJI
RB+IjrAxA+lddVtUSvnRNGs9WAlbXpUjsn+Ij1FZrNM+1B8BP+gJ+vaxUq6Ujv0SBtB2wjNM7sAq
DkZ3xHTtO/bahOvYXaeiDWxCpOv6bW1GRuPBQ6VcHTQ0lHcpSYTxOvN9+ya2bAn+1p/EsKvxnH4g
kCEeV42Z6HdRMBIl5IbM9QcKP7G+thtRi7U1hGl1Q8RtJrYZsv45972trl3dR1+XhOkUem5rA6HQ
/M6u9hCpyvaNsHPlvV923Uc5kpawtqGMtdcOqKKvIyP2i+Xk/RupkbHtAPWg/az2YsVJR51Ts+P+
nWpkbrGKDdlfgeTF4YHGRmvWWlA0oJ3HIQOrODqBc6dCtVP2feQGw6fWcRpzFY9Cn1Z903QK/51m
sZd2qv5jyA0lxJ6ux7tOkcqPIqLkssJaE/db0GqMWBV2+lsmy9TdwFDMPphZniqrPKBYsqYgGH6O
49I56FGUfS9qGd332tDFb/zANj4kAMcaJDfYQucES2ImHUP3JSMGJtYqcxvC4fugTmvoZWMtV6k5
Rh/yTpXYHePeL+4HMSmJ57R0gLBjRvJ30w5BxCYpnM+Vb5fd5yYC4rKvGggkG4IyzQ/4bPtupwnL
F2vaSKTjYnaHp8yI3YboaZQNzuypXoXGyEfZ5VnWbozELdWNLe00WAtlct8kQQo+TfH5IRF2IOAf
vLR0pbij9rvkqHOXu3r3NZCqoqwFqdzRyiR77kOEmh8DvF1O2K3DOEq8AQ2K3KCV0pyDi/tW9SLX
YUOXu4qlr+t6iu7xuzbBmvwqWHedj9Vg7fhDDhsgTvODa0QQ66Iy12lHybakZm2JJlylYPo7mEdx
Wj9ARqSBPIDdNbwKzHPp9Y7ZxbeWUHpzHU0SjJGjhBJGsdtJ3N+1HkqPo0v+UfQq3Oe2A6sNSAs+
8VaoWGWRfUND3cveauWqEuBJPYryuEgisAMIu1w9fxgGx3xUAMqIbZVOMqPJbfUa1OMk6r2srWHL
w3G2RyYcKhQrVPrKg2YWSb8bLDkGcyvMmq6yrgaC6WVV76L5bc3azpKVMii+Vn9FJpcPyoOq4KGf
Vo2qEzv/BIfPgaiVDr6gtfbP8wqfHb5fA1hWlN9R+3IfTaaid6aQCuW0igBHcADpVVyl8SrQ+oiJ
RanWsrLF0xhqMf/areWT7edAjHzwnvmFPeKLlD0HrQedJdwCFOgR0CzOiAHixi4fXAMsePDI48oQ
N/nAEiSIuqKDWCdyWXn4339nVUrWwBbsdYEgd+UaTDZlW/9xMv4pp+4/6b898ey+6uf9f9GpO4fk
vhLi/rf/5i///W9PrL3zH/jTnWvgwaUjhHJvrjUdtdN/clG032ipsktBQEE7nPr7P7hz593Rn25c
TYBIIYkEfSXq/dlA9BNmXKLZFycLZBKz5eO43+aI8eLAj80RGBS4ssJVQoi3cSjLe5CfYQTdoXGD
bpWmQ4Z0I6jgwN9QYc1gJNnZ9MaemMUOlj2yiUWwqFQ7oecVteZ4ajAviIy9nZ3l2adRdNAMqjAY
P7AU2Z+cIpkiYCdJ8WGOF+Fr7HEFlFC0C8Xu1y1rjPO56XQc8StfOkYXr9lBg37z3GQc+UtCv+ue
NCsokm2QVqFerkGlxsqPJJ2RLmujC8EnrFQmqoQpHGAeinR06Zhh1UBTnDUQiiKBXhq3+hYAV3gD
Ak3pb9M+ygnBBDPdb+10jGGP6pNT35sQ6o0Dq3Oo56txkubIfqFKii9Oo9KAcUJLh8CQ2xHQa4Jt
EoBFdmKyKCCID8Uu7nFC3YRt0/jMVOga0On1rfmFzZ+jvgN0atLYTwjQ1SHrmSAQw+uY0JLsPXTp
qvs8DvUgn2TSD9q6lEM25uwHfZhfLrLv2HNdxJLZmq2zPt5NaSXCB3fy3c8DjfPy4A9FF94O+EIt
IKN0KmPp6aYCTg7zAUILsY75y7C3osAsM9C6TlTVnh+UGSxfXTCHtF7RM6crKUxMGWSPLEyxMfJi
bLuY4OsCi2PF+kFo32iGG3cmBrAZzWE1Pyk9XlWKKXHYuJ0X6BmipRVM6UFvbtIKFVK3Kpick2+i
g6q4N8HpC7a5TWNk+9hyZPSjag1FPHL4yHdTZEsIgcA2nny1bL6gh4nXZpiquecClVFWqh+n1xXS
iPjAllVmtzYd9wSevm1+xCwg9T29ZKu8IohBC/Z1KEZ/XUwGG4DWTR96f0S0brjVAxAEkFNWWIDJ
rXtLe4A11hwa0fWbysnaJ1H27sdGzcqvsRW/EbK0P6hBrIyozHXjodBl9k2wMarWht7CKxWoWj/q
VYScZYiN9GOpDupjFeAMyLvS/YT2JLgNArZrHoBD9vSV6UIeAiGw7aP/w96ZJNettOl5KxU1xw30
zcAT4DTsRFIiqW6CkCgJSPTIRO/w0EvxDjzwnmoTfkBd189zyOIJ/eGB7fDk3ghRVKJJfPk1b6Pd
WavGz9DWxeUsCrdDst7pvo7O1Lwv0P//atoymyIzhV8XrqPBjVEs1s4ffcxEtBF9ZlS4LnEO0XZK
0yOraqpzCg1gG6pF7X6ydATlnF/gwettN5gO3hv6/VB0auv3pnvldqvEs23KD4lffRiecuXCnn7V
TSYv57k2tzVathEfR761M6qDO5SO6zpCGiVDzMxsmymM86x0t/jT6O6lVxdWGuVdnOUXrSO84FII
HClRhhw7fzcEyGleF7oxZVvLbdLyM/sgG3+svKUA8egxBg8xlEW7KZ1Ec78k2Spbl82TJ9D6LxxU
hdIlrjY4kJba9TLFaok0NCO8m0DrPBfNQXonIZ4a6a+c7Gwg6XKbD4M7BLfTJOR3H4FtL0xzFwEk
f+rMjn9J1A8BipfuPjMpAqJSdgObKQCfsZX6YOiAN7ql2dSznZmwK7q0wyfD6FSkJ7r5eTQQAdwC
PW0lFVRjz3zlGa4YKabc1bdSpbm8yO2xzs6QmUqMLUbGcbkDFIIXbDgFSIF+stzWnxDWG2ozsnq8
Eq7axifVjyeplg7jG1wRf3pjZWa3iNA2za5Dt0rqZ0sr5+UusBj4REHbmsWlrLqSp6MA1CehNQxk
98+OuNvfFfVzQYC1Z/u8zkbogCm6S4cK8ygAb0fNfiTrAwD5dhCm6PqFakjzS7e3YmTjh/6irvQf
f7wchyDgoAAUErPUo/aBhzOVaBTy1UWmiU9YhVqXWhGYlxLNwmtrnu0TXcy1GfT89sioANFiXkzz
eD25j1rHyTJmeqtmNMmD1A2LLvlGW6MJXSRdkF6uQnMoT6x43HN7WhE6CdubBgmjr8PGTSISS6AG
5JEX1/VuQV0PbyAfOwo9P8Xtf/XmwCdBpAAGhcTZ4VKOXamB4RdSrQqIEdq24w45pf7e82W9S4xM
PHhqpKh7+xW+doNYqSHRsQLgGFcerirdIllmp/dCGq7DXmuE2ppN3u5UU6gTufFxswnACo1nyr8A
rDIDh6Nn6SVJFRPi49AYkv5SaN4aVdVw9vYNHX8C6yoMe0H78D++hKNWHx4pKp+8kj1fDOn3XOYa
2NOy2nYzMu8IOcW7f2I9D8I6k1GDRv56Pc9aexmGMbOftTGGLZAaUps+Vs8Y8/NgZXUf2l5S/hOP
kWcIkxEKJ1TooxtMgeQzie25wazDSqbyAFJBAZTdH/YG1wfJtgDGSyAB0HS0Mxwq+8WzBmzhSqP9
3qTj/N2Q6SnK78tdz0NDowkTNUZR6GccPr4FunPh0vcKESi1zuAPiV2ABd4H5SILhka/ejfHHHxv
v7MXM6j13sDVwRlcpXZfUCeLEbNoonCMaRW9+06brIYJb9JtcTnJtj1WY4ipWUhn1m3QbnXmidhA
MID/+PZ1vPz4gJ6sABxyf9KfY1dLrM68zFIOAsxV8skHBHVFOo1Wrz/L87dXevnt0cYnuEAjotkL
JOTwMfvkRqI2Fi3skiq4d5bY2C1qPjVDf3k/jEdQTANMxLTZP26zVx7eX4tCfdzFeyhSgamwQ6ni
q7mbmhNx65UbQm2HyTlPjo/umHhJzKL941Zx6NDAvfTp1KSjeQqW+sr9wGJc5ZhA0KzI0cOnVriO
3mFuEYTo6FLgJHaM+RCiz7dmjs/Yn98R+pHsRebLEOCPYTQZIwLM9RDpoyj4rOnoLC5JLk7sg9fu
iFqTMRJ7gGn50R01Tmtpwh6DEG8PfPb0vu/yy3yokNWrariymz/edi686xWpuCIWjw9sd0YAlI8w
CHNX9TsT0d0tcNZi+/YqL2MIcQOpLaAbfNSIzh2+JtEveIjjMh4aDDRosLik3mbq5fe2OY0XwMfH
PJrdFg+cf2Jd8ix9jfzABo8eZjcNhpz7nO0xlvZ9sYoPV0VQv6+k0z3OYILvkMuWJxZ9ZeO7YPWh
gLH5ASgehWUbvylPU0EQdkIOGOUVuvXdpHd74s29tlFAfK+jRnyrmXgePtOCuIy8iBmErpZa5zBK
fpCV1fssQC7+7af46kq8kpWxghDAMYt7yNCMbyW4g1o31BfKadmE9qLgMA1Gfwr4t172YQbJuUkj
xCA1IBq+gFW7iewNly5oHRd7s1jcSFPe45hYak8L4wRN9eWrYgIOjtoEewKt7ZgLk3k1DnJaRct1
HPRo9QHd4GEXnHh+L1qOGLOzDAAOnSPUokF9+KrwnpqKtPLwi4gXvFx7d8T+uZ/Nft64Wl0F0TD7
PNNs8NLP2uDLhb6xYhJkaSlmOpjD0DdG68EusZqp9FO0pFcfwhpuIMysuhNHV+dQaWI8xl17jdtG
yBjqu9nFr/HtTfQyBDhOAAeI+gckFdnY4TNAkTdO/b7EM0fl2lUN4/M20RkeGb5q7rAZaD8LGrYn
COcvbw1+EaISwKvAz3J/h4uOmhf3aA74uFUO/j515nKjgiLdv31raz53sGVBqbAIggp8YaZ/jCv3
ikbLtUmhbDtX8tERc66FosjpRAmzbNuNjE1Hu07bDDU2B97fKRW/F58MtExwhcRxUGorZufwLr1F
ibLDCyaUTSmv+mShbWFLYzqbKnSDQ0TqT5EDXkQE1uMTRQGRAxZ43FHs6YO4ESlhPmy91K4e7Bg1
+5BsOrHPFyzGgxMVw4vXyPTbJSkCew5AFH2Qwxs0G6sDjOg6odHhhxXEgH1gJpxK21/s0HUVIioH
PAwrcJqHqxRyHBDatRAwznOFtkxt7B1scSIDteTIysvmRxs7w4nP4mWiCz8OADIxj1oROYCjVbGn
i5mKJz4WWQlTGGP6LFzjYxV4136q7p1y+G7HaWR7w31au/2p1dd6/HDrggACewiwn0Ia4MrhPXfd
0o3GXOAXpzlyqyENf47XZB/lizPdurjyfkV/NnsPDQeDN0bVZ33kjK394+0P6Oj9kpACwl0vgxoX
rcJj7FNm1BUDPMwHM6/ywwbLk4he+B8CWZ5WQeV4BdLboIPso3st8mReGhGUkTO1cyTaFHWxBUPh
t+/lKBhAmafPwptEGtHAx+IYsy8qExSziTt7sAxBsqugLX3rlPCLSDMtOX+LXWfMdipt4cuO/Vws
395e/+jTXNeHBLSmPDQoVv20wzfq4Lvipwv4BAsVuA+cHIMZ1pY7mTsN+nv3Z9kqq3G2AWwGDAlh
+wVBz6VFllST20VdwhgCv2X8Xxjj92XoeqN/igb5lCc+264sBz4FGCnYf4BllDCHNzcZSyyFgUuS
bvkaqBADz4wxdKXyxv2gZ1N30WeM/oClIOhxD/rCNLduRWd+7waF1l7bMmCQDWNrGNxvUoctsbEH
1bUbLGexKnHrMpWhJ7wGokU1TnbESLL3NtDv9K9zYUp9m+VGE+wQiEMTNcTIJa8/x5luZ7/f4v8f
Cv7ryuektv2Px4L7uvhW/ctd//2HUJ0Uj93zCeHfv/17Rmg5f1Fa0ihAcXPdKr/ng/wpZwX5vkUY
Jy1eYbP/yzfB+otGoUu5SDJGieUTiP6eF1qo9yJwQGkMRd/5o2Ghvh5Hz3Ypktq2D4YNLQFYgYCt
j5qgomk1hDsDTGrjYAnbEtOaIoDagbAQJr7FLjPRXPGMT8im3kobUeSk3+Kn9I5k2N7Wnbp0SvcM
6XxMK8sbTXMv6sG+5hi59Mf8IzpK1/gdPAwTjpRd610UhOZBqjMjH8KgMr/PenIhbf1DbQMjxYOx
iiBP/Chpx2JCX4aW8QufaGGEqhz3RVE0e1x1v+PU5f4EB6PWUZVpPGAK1O8dp2WEz3d2MfheF42Z
YZ3j6ROHeuH2H7scvq9lFtNXfY6xgrfKBtN0zX+fgp7J1bckb+obCJFWiND4Y6OLaZOiEbuZpSov
kmAcdhXokRswCemZnSnaNw1p+toz9s+ZwBUo2Un3wzTnd4nu1I8ATVZgDcBVzdTt6y7rnR2TEgTM
wQ60aEu1OFPjFOac6ZX3qS1rBQYr8KPM7oao9At4vw6Ov5be3IJvOreyqVw9dfK918u7BjRnOIA5
fHQK3DFr/g4h5SIvVfI+KJvzrkUnuMSGkIouiut8Hwzltqjn83GogWCnF7Mjzrz8EpPhS3TDz30c
R2X5UXXd+Wq9EusV0bcOfWe5FqINmzmNoyxOP87JwF/A7NZGgCLA5gpzJPXdSbxdZfa3vPovU7Ns
xyaJDP8z09jdErQhHmrnS7FX7erQfeeVQUQFg+xhFQbck81cBbH+K1TkIW5P/W3VztWXJsN5loGG
1yn8lZLmUVmLs8mcdNkadqPODbPKP1rrOKeo4muYVufYOcvdVOlfJ6QZHuK5uVPJrJ9NcZbdQOa3
tPrCibOf9oCdPSbphr3zMtpxmrnktLCcu4EZDhv4UeaquDWdxjlTvbjIUHXJYy6xbAcNfDl1vzXM
u9yAd2UZ1Q/2gRYt3mRsuKwc9EvcXJZFcVPEHqNKM+4i1TpXE/oB55Y9M1XT7SXyWkV3vEtubOwC
wyRPqxAL9M/UG170FIn+KCz/34bCQHMEge1VivM/jrn3ffX9eZj9x+/8jcZw/iI3Bp+79kLXYoqs
52+tdOcvEvOnFIBcA34TIfXvaItW+loM0QMHzg4aeqUK/R1t1x9ZsKHQ4+TKaD65fxJxj1Iu0KrQ
ZtaGMUR7mElPKfazBr9hlnwWDmgrT++ivLdVONbp58zKv5d9KvcBPIId2MBnD+j2dzh/Psh7AnM/
i/JPq9IPh01H6WyCNTnMRfgD4c5Z6mwMbJTCDq3cENuzi2wW5cVgi+sZj+qwcq19Vha3AN5xqsCK
6zKX6UNGdN1wfiyRXmX27s/36P+beCJ6EzCnLdo1PpWSj5DOm4nEf/6wvdt++Ljd/Jd/+fRTdT8l
WQWTbDKx3z4D5z/+07+++k/+e3bB5Bcs9KrzajFM4Av69wwDnUpj3fQ0tqEaHWQYpCgBrB1+iwx1
rcX/kWHQpCYvYRT79DXYf7Lnf49Sn+2/157F87EWOq+WLHBSiZISh13pOGeJgd8g1KrlTHQClOI4
pHuI4e+cQnuf2cPHuHdxsDDOlWNnF7qV5qHsqz0ycHgB4VhPM6YP1HXequKr708xVvDY7ZT0gkLT
TMw9GccnC2IVvQ3UH2aDHMKXs32DHYfYZmL5VTjJF9CrFZ4d/nilFfEYYmSMw3P5YWw85jdAkt73
3QzOdqjt88YomijoMPvE13IDwy5lYhYI/ASHWrYfpEnKkk4GcJ9eTPsZfBDWQrA5UGHd1RP46ap/
p0rf3uFl8inP0ubWFtYcOYhlhgC372vb+pZKcV2V7gc9BUbj6KgGtT7giiy9ri3veqnFR0D/7zPN
uKI8fodNyx7c0rItMVy/Auwuo8GxoDtjjBI5Zkau4QV7W+/NbaX0d1ZT/gJPE0f4UhmRPZlXZb9c
zYsORdGmxCwHXMVHXf+p0uKbit3rJMUrLvE1jZ9rOfgJiZVfN3JgK/+8aBzkAoCsX2FWOG2NYcYU
OMdiB8eYuAru8rg4rwP/psfpe1929fRTqvYX00EVpbjx0bWYzzuj2KgcyafK/9bE03mcg6UyN8Ai
MrpPIUnpdoy9m0oUv/pZ0rJp+o7MoQSA48nmxl2YY2OMaGMAVHgbK9VBx6ikU+fmDCm3kJp9XUlE
hqm15N7mEWIkZ8ttrE9ntTK8u9H47iEVEfWpEhezSO/SxFzIe6qyCR34m6Bi47AHXP9JiOWhTD3g
3QhwwbqNt2011bczqI+rTo7jLYZ8wIG1UbtYKvVFqTTYlwjR+V7xOFRWuwOnAVLejLe2M3gXZFYZ
ieAKjTfmK0/Tq702TA+qa+bVEt63I7Npo8nsseTWw8YszgKvvMHb955Kbou3Ca7efZjJX+CDdigH
RJmFfBRkmFD1VtRX6XZoRJgmzXmd4D02f21nI8z7dlNrbqTm6n1XGXtJV3com8s2MaNK/zKQggbZ
tHUkFqExopbg4lBFRMPH4eMAT+MXe0/e6um0H7uLLGCuep33frialLnWR1s47yrUDWJfT/APNW7w
YTCxg01Wh0Gc0+BtPfxvPDn+D8SXkm88O7NfmO/923/9H//23/77b/+95zH/6df+jvHGX09QUgbo
YPcJ2GQvv2O8/ReICx+0jkk75+kA+Pe8xuOXcAUi7DPOWjOef1SRjvcXDX5UIVZtllXF+Y/c9w4b
ktjMUCmvHDoOFB2e2vEoMHahQI5dvWzMKdcfXQ2ZNdjwniTJbqYk7LCJvGpBQP1Ocv9DHwYu/1n5
ui4L6hbhBYg5gAqQRThMbBbLm3VTLu7GLrTqoeEI3CPgqU50jp5mK/84v34vE/CoVjVviMbHJgw4
S2ttlSYOLsJl/8lQtnbnzJq8qUXRFyF4T/Pe6ka0nlq987soLTv7ruga2FdgUkpAkaneiX3ZOvg4
WMql0oaFU6stDPvkUX96Qq7En31TTODUIiVkga10JWKyMr003gl6bx36VrIm3isstHceB+Z9Lts5
C7GOS5vIMAdAnzVSTkvoTD0oSCyBRREOVmLE11Om+h86PAuxgTOAmq/DAP9bli7ZfdCnpg35JsuT
y1FV4x3MwKHdtqnQP3a+qLuwo+dZh55bM+lCSis3w8yl2XsRj15+ZxUZ0H0jHrOMt6wH5W09W0W5
X/w89c4WCLNuBK7VuKBKze2oBfxabKnuMZ8yBGjjuW1EvTWaUV5rc5KqLb6vuK7jfZzYYPQ5acog
hkGsF619W+XCNcOyHevLfMFFJMy6lCcl9ExkG0D+1O3PvsJXMud1OHD04ldoGJ+HzszkhYLAoM+1
hd+vtWmt2tqinmSErgPkvrUr6B268E7sNHvttxwtyAdE29BctxtaQ4cbOvXrOPfy1aNrgdu8wViv
8K4QHRrSrWM12Q0GcWa77RabfunQaRCShlyk+66Pcb3tLRuIaysmHGaqfM6gQ/Xpd2tJvCzUXTDZ
Z7RFjV85EpJip+FFvJOa3wDsbAYTNCiwSF4VrKcqV1i/oxkjz5MBTls0GjH0Fg1VEWxkaU4Guzhr
0vPCE8F6zC0T9TrqMvjqGrX2UQ0KnCg25VQObdsBiSxbrJgdD6JZWBeJ+LpUdXZKHPOVVxUwxmYg
wn+Bah21zEExQw1iJoNLxbBs08JO9vj7atTlZXcmmuCUQPQTtfz4VdEZM2mfcZwxvT58VQZ2o04B
/BzvHsv7XtZatkkdq460oBmvYTO5Vfjk7O0D410TvIRksSjbrS+C5mNi5dUGTLl8WBw5gqqF64MD
sK6PGNIbRfsZm25gqxhF67vR57eYN52ayj/xpw/vgA411F9mnAx1kCA8vIOEMS+8wdjalBiDZhuV
KHEJQwvbwx4AVR4qrBZvC1EO7tYROv2KmKaFvxV5yXda2gpBsSqdymaTxeh5YGnfpRPTLkZrYdLQ
5IKoo2C0Oc3QX7qJ7Y/h0MQ97BRLmjclZDna0r7qq2jOtMLdvv3prqH/6OZAAFC+UP+sKiPrl/as
0naVXRm2LJxNw62/6+hrbXOnr84W0NMnosTRYGw9H1ByYIQBhAj8SaCvx9SztXIuQ/bTom1MTUcL
NkWlH6Rb7iHS4ihFx6/XpvGHAyjgK6w/cYlMG6iZ3Kpy48SB+PIcBmHHGUzVyZFIg/jwSlAM9Vtp
acnWa412myjmngsW1MRMH/bQkNsi6priFCX56QA8fNhIXEFiXxEzKDEeQ4Wxk8/xo+nSrT3MEo+Y
0p7rXdY1zbUVa8AF9GzEXdUpfT+qPcidEboBgcTe3LEhDsgGwLfZQ9fL4H2uRDBMgqiv6sGDD584
N1ZXZT4DR93GEkur8viK2tukS23GttiUuZV8GhBQzcJUN7NLSySFFfpxXrJabww3vZ8P7a5QnFoX
srbEJyclDIUNyf2y9fTZ1TemJ3BJTwJN02HRWvZHQFVVfW5rWgxjbPF0Ki9cgM+MMran7ViQXUOe
F0lYZll5UzZO50RE1GWvgsruQ7cPJptmcr80J7b1izBHC2ot5XnBDJgQmT98wV26JDGelMXWLIfg
p+ja7KxdDHE5ZWm803O7/qfWcwxeK6+Xue/hehPHAiOlstgK1SQ7T/owRdw20Kg2O3ubMo89BV1+
8eHCgtKBCABHXXFe+lFcnSczcWGlFlvLnko+19TYzwqRfc3Ox/u3Y8SRcgcf7roWYAREJtah/HH+
WBqFqnPyEFjR03g1dcLag9dEGDUHy/YJ1Ug0g4XmTFdZFTd3S+r66PKmYwpoYujNXyeuZg0TB18R
VwOeeZXap3GJN9Hhs+5SN26gnxRbvlWjOwf8Pl+PTSHomAz5VZNoNWSEfPkx+ZTCwpHqgemqv10w
hN5Ys5Fc1VK0+yqG8Xriyg7blr+fEz1Trg31WCLdUTDVDCce29zJtyjixPle5bXx3jdmcj4xd04G
KWRusrAdOR8i3F3iJaJjUn5dNCliLLah6URgtQ25BV3iZVE7DIJiUjT+mefUCd72BRa3lwVgNLl/
+9Jf2U28XnzT1p7wSsU7fKbx1C4Z1pHBJtdm96zxRHvJN6x/gE5e//ExQAuOSTagISIE6eLRWm6n
gFZNiQZVTqkHTZd4T9tJ+W1mhnXt213yNXUX97yh9bIblOl/F1Vtn+j1vhIf1vqQTcTrIoc8+noW
z56GxMU5BMqoLXaTbtf3vVtmeweg2hgu0MJOifA/CTsc7VtummEpmDvkPI5lXTPdanOtKeNNgS+6
s+9UqUMR1214vLgnlA8VXtw3SVwU+NM6Wh8FqmlbGim8taiuygmGdwDmcpP0bW1txmJud5DOOKUa
S3gP2dIvFA6Nnj1AuXab3dsb5Ajx9rS3EXLj1Ab0BqzjmLRQYxa7RhxvU3cxUDKx1CU+77HsR7T8
XAAmC4ywMeR8sdFq7kRch8BTMMGGCek+KjvRyp2nj5YMm2A0hxOX5x1OaJ8uj+RsFbuAMgLMcN3g
z3ILu8GyXDaDt+F8XOKLUcoZz2WkM2/GeBRYobAbkY+tnGaDLp12iVmHXZCLWbncT5mfmWE6aiIL
5zRQaOisY1MHt3bcdJSfFRtEybQxEh2+68WshIrGvJI/tcnoOCA1C5GIzlycMoLwYQxbPVBFEaKo
VPUoNUj0nvo+Te9dPcUyhyNdDV9GBBzSdwIHvF0snCy/jt1ivO9VZz7azDZ/QZdP9bAlj+9JRUxb
hH1TWsgm6UGxhAp8Ggdu4vg3sxEsd7E5TD8riwt75ySrc+bgaR37BaAnZ28iWjdspFURbywhb7GZ
jL8smTdg7tWmblQtznCGrQHl6xIn5RfRaO6P3JrUT8OpYn2r6ynjOOQFi2+pKrDxnhXs+shLLPqy
sSwLNnPnzy7oxszS9h5Uu8+JyO0Pro2xcvj2Rnzly6U/j2kG0eNpYnP4opMEyArdEhqujq7eCbRJ
IEdio5unqjqfXdBkb6/3Mmul9gYMiDUwtGUi41H63zVDVolVmGuIHXknR8xt+0Z0u3QOzN0i7YE0
fvYsRteeenQ6r9+lRnvK6WKNR0exA5k1pD6ByYBjO4YGk83YmeZKDaVw5rIFqMBQVoNzbk6Ioxpz
8GOiN/vBUM6M+ACGEW8/gxfpMo9gPWhJBDjcrKfB2bOPy0eUAuCNH2/kWIooM3DAxLx+eUR7f28b
yXwOwP2UjjBfxiv3DEljhZkDNH8RLx2JJQVRQ4PPgCltZNqDl9d0btsUNbiloGSitKK76o7oUZwZ
8C1LCCW2vB+yEss65h2eu58hgV7mfpYWYVeTom1K15/sLRZ/9r2W9nmGRfmkf6/zgi5ypc042sDU
IKhBDiUGWGmmpwz+EdAMGYS48GcZKUSxE4gPeZslaWRmQaVFbekrpFIKHUcCp1yAhrcmiLuwTQ11
jygDhNyqmPwbpL3VQ9369s8u78r38HWzW5WLGEIqnAeawdlUGPtG1vH7oh6adO9py/LDIXoWkeOM
+bXda+n3vrDmbGvkE87KPbRkZhJdMeGAFWdmg8HYUrwzRp1zzRd5u6prA6Hb4ECAyK8XLEtwgaX9
+FV6jqaFFnLDX2OQXQhnwOqkaZPW43cdGXURTrP0P8xzNfUQ5DLUy8Ck9h8WZUDEm6y6/VDnAlUU
s1Xia+PatUGJ2oxV2FuueOdNI2I4bpZbbeg1wrmpVd9mERLri8Qm3jQQ8iuqnmbZjE9naNaaJqK2
c5ketUNsaxEsyuLKh9YJeNHxtM8iFumPFgp+HqER7l7nc4WUzTCOIwVN3f3Uh6m0w96dmjMZ684v
I/fTKkKotWQI0bkPTV8HoHP69k5Bt/84B+BbAFcgKBJlaV5NBOzR9sMRUQ9Ua3Cr+zQbJuOWbIB8
HSmn01ApodVFu1LUEhkU6SomCwBqoy5YNBUhB+TfIy435eGSNdo72+lbLJsXsq6NqGt935RZkF+4
7qzrZxDds5vcc0a0UNPKOEcYGN0VJ197lck4Jv23t7/hl3ETTDzwRRQOyUxBUh3GTV/Q2TKCCi/l
IUu3nIwuaJp6vnZSm9ZWMI7bt9d7+fWu0CvEPanDaAoeo/7LtLaF0koO5LJxiRnWcutw3L5XhiFP
5N0vbw3KIUkJ7RkyOdqCh7dWDkUO9TYnPOXS/wgwM7/2R40xqhxg4U/0EP701mCf0H4En808gUT/
cD1jsJAdclCgqpvAjfxSVhdVkhRkOq62e3up104fzjlyRjDSDqiEo8LSFImW104WYCwnYz7DIlhn
SL52PmazsfVEZz8saJTl+2oU4yVZrXo/MsVKTtzyKycABGke7mrpRM15dAhate0sdjYEG9+c5uBM
SWNcIIFrKMT0aTegl9X1lbUtW/BP/8TSUMEsOogoyXEJh0/bl4VRWoGMNyk+Lhdj6fY7Re8Pe+yh
uljKuT1LtSk/UQ+9UslBCKZ/gKkL2qrH9ZAm1ejUU8GWmkxr3MNYbzn40BpEfgKlgikMGunelEMf
REbQiT+vTtjP3CsXwEU8nYzPzluzdg2Jq6S2STzPfhSyGykUuz7y6wytvr5RzZcT2+yJNn6UYDCZ
AtRD7eWj0nK0p019LkW+tPGmTtxc7Ay56OD9erVKvC1yPhuCefI3rlMk6E5MPlxGIwUE9H6QVgrQ
za5p3OVAHiM4MPW3hZKLIbara8HOx68tyitNcAbm85KUCI2ZloiSZElvvVhm36t+oE5A4qN5V1gc
U1jMdclnQbZfb0c7QVCpHidP7uqgdT/rnrlMoelPnHSjnimL2BK470qy9ClM8Pj5VAfd2G9WLClw
urRDZgwNAgeqTlYml4NHR2aLgSJt1kAg/Wa0FlpJqk8KIjNc97NZQz4bAi6qBltBu+exUjP+rIMw
x68jPDfmZ3EBdpLb77ihlPMOInv9zfOGSe1cszfKjaYKR4bC6jnepiTPY2i1vqqRwvPHhyWd25sq
TYv1ChBjQTBjyfsw0UztvghyFKjSaspaAHVdzCChT7VvnCAgkpp0LtHmmBbThpiSo4PQ6NLFazFP
u5/1ODgfpGVkv0hkRR2OLfZydyLTu2wzpnHzC9+S2IsKVcBRKmprvHM7kWvbaULTJRqVgSB4iar4
hBAJgi8ACUqhAWMYZXLVAHl4X8ZBsxp49epspEdIq4JWIeWgRIptvwye+hkIA56KXiPvVjEyoX1p
zx06+mQXF3ELZxFwqdXk4bDEJjO71mraT1PRjo9EHtTKvLxYvUFS5FushpyFwmpFNBhkGjI0p9r+
QdTp2Ut2NY17nCzK4gb186HZMkN0k03cNavmmYilfcX8ZzHO0VhTLuzRBL3Z0qzRDLMDdAi3epfQ
bWX86DtRbQru2UlQnBnLoqz2yhN5A0yl9z5PQkM+phAaGM2BFLwNOVkLJzL0yn4/WHKZzlz8Cr6L
RMbTxteM6ZHZv/OYBHxNYWNrwS+SMwcwQ27V9V74vSfQStWd9kLQ5tFwefbrX9ayTIpGRJldOaYJ
29uRa6YvqxhBtGqx5y+DqabLxtErAaDFMvuoTu3sU+dX9iP4+SYAC6IRiYQ7MeYL2lr2Z6aA6oFP
wmwvG0/rwTZYjbMk22ketG3ryNna2LHUuS81YsLJuLNeotY1NAdlv3hUG1mkg4PwUFXdcyVFvTFF
WhSRoS2TdW7onS0uZUbnfNfQsfnzggMKJF4oEAdXU4jgKBrNqPEWha+5GyEr2iNtZ8xl1DBnRcJD
n7NzldTpPq/VqeP2lTJrpQutNGr6eJATDs+apPCcyZ/X1hQZFNO6FAigN9jTvu5qJnsOwwKvdaf3
ejmgd2tjcXIilVlv7DgMw0wHQUmLkwzj6AK8TkdgADrdphJOdYEzjPEuiReQX0F6Qo755YlOUedZ
KF+QxDAMXH/+7Izpmg6ficn2N/isr4XHULVbQ4zJD81Z5N5pHGs3ILZ54jB/eX9koQD5DQZAkM2O
tT2w1KgBW3keAnrxcs7RMNM6mOr3i6+fUvR+eYSz1Jo6oXQAeuN4bDdPVqG3Aw0rc9Hrd7mb4Elc
0e3pOiu/QVU/4AWmbv9ZZcWJ0/SVmwTSiOn3kywMWN3DR4spK9IhUufRotd3rdeKegA8+MeFB3qi
Mn9iqB9uGCS9yBBhsJMk0p07XMuphkTv7S7YaF2RDF8azKk2/dAlMzPqovvpycwWe4Fo1BJJ6uQN
aUU8bpGz6VD7WRoN/FyTDDW0GNtW5wCt5Ym645WHQc8TdhYDVLhFx9QJr66JI74Xb8Y8G9+ZRr6c
oW7ZbZCcOjVfe2VL26uo22olQ754vKXhInRoIdjxxpNiDE1UYzd53ddh247adYWS1ZYfdKcsVF7G
DAPe0uriBjUcEZmjT3a23GKZcUnYWMy7EpTETPrZxVwa1NOaPaEwptX4efaoiJpmp7/3pC6aPw4b
jLjIYWCHkTW+SBgZFpTG1Ogxmrht+auimfJFn2dwDyWDwvdv54qvPGUG4ThEQvwFRXCcGqPoa9lu
XvvoF8+t2qH92aLXS7DOdgb+Wdx1qn+EgnwKnv3KurSXiVVYHhM7VqbP84DVJI7dTrPpb2SQIdvl
6tkvZMySii5QwjtO/idnZ7brKJKt4SdCYh5ujcHeY+6cM+sG5cg8BgEET38+Uucibe9jK091daul
KiUGgoi1/vUP83iAJLv+e7PHOQQt+M94HKLZWd+8uInm9sxPOTQJHTl4BD2H1FpNGyFLG2+om1/Z
s7hDwDZKVuj55/kAKME10fGhkLgxyMhvdB/uCaEd0ZSq6qdSo31nObNHtDZWorcC5F/5UrfwA2wY
6Ts2BOX0AXsl9oEQMLIoxeD2fTMJeQe6rz9pFR61/7yGaNM552B8022cj2dL3y/hP8HWMVCNw9S1
Oy1KKp8+sgZIbsh/Kj2s1cStjPTLWzS5PewFwXMZFJz7HvROQ0q6xZjWEJb329P79rPu+8UdDsK3
kjK35Xi6MZ9e6uxpWjMqW1zomAhjiWaG2AFrwDuQr/65V4S3juKX5wkqTtlw+taAKaWpExcVFU3W
POIsJN40TLwetWaF3AbJ7BYicfkdohiB3EcO4hYcfM4YQfBfFOZQVlEw9RNElqIO8m7Xc9B0kbfa
3XOSD/P7PsiCJfZbOb4tQQ0/M1wbDgmDn3TnoCkr4gbMKIMwVjTODp9I7JSIoblzjITx7fXF9ieD
/vxVYNqk08oTPAn6dfqIaHkKmn0ti7JpwMK2HdLqI57G2fimB2djOIulQE7Qlh2M0Uxl+Vt69ejt
taFuih15UU1JqGrmfdEh8Iz7sS1mYN++9f4bqo55h1WK5P1UW9l/uin6twtcoWI3lE09x5CEpo/1
itR9X9e2jzWu7dQm+GGgzF1njgAJ1+/1lQUOiI2zB4uPjNZz5wfDqy16oSyP4K7nqHdr/3nxy29J
Ypsfrl/plcoDIg+Hzibih896Xl8VUnk1pp9pZAEYx3MtjLi0Jv9l9AvrGSx7fWn1fn4naZme7RYa
S+nkCTKxDAK3VxpNlBVNDecVk2ltf/23vbJEbagfEHqhbQETbE/pr9p2xUk66PKcF24MJFRk9RoH
Hax14obWN8ZI5Zk7a3Zjmf0hHZ4tM5RRG0UCFzREVWdX9fNJFUsXaHuI/sgeg6o0n3KdIJV9h/JY
R8po9HZo2aVhxVD7Te+Dk6bip0kqV/CUTGJBIBnMQCiJmsm3hc7mfUFmn9eHWrppcLj+jC7LFpqr
TTFL/a9DWDFPnxEULQKzWjAO4YFu2KOqsW/tF0zosUHK/XsHe3dc9KUlIrsJimd6w+DX9Z/wyhbJ
TwBXRIzD339W2F+viSPeL30jhbO5ZnU8NNr0C/up9fP1q2wb7dlr8Sg8N6+zzQ/m3A+pVwJOwZpk
UZtiE7urZkMjWUORl+bJUaNwoNu/fsXLT2OjuJF3DpQGN4eAxdNnW6vObPshdyJdqjalc+4q/L+8
/gmGdBJrbWa8ZLCDDo7qhrsAwG3Y+amjMzIuveH9nKX647jm5SE3mGNd/20Xrx3nZeBMKJIMM/Gw
sU5/Wl9IfeoH14lI+AI6ktT+X9ZGDWgQhNUbh3bZ5DQUGunvRbOxtjFrF/7K9R9x8X3yI6AKb8ZD
fJ40u6c/QqWjVtft5Eft0szQ4Go8KgY8RPNRS9A0q/I+LaYiun5R65Vbx1NlkztuDntMU0+vOprp
jDdUkUQoXNA8Cdte+5i6tVl3pjWVbRQ0bmHhrJxY7winzX7BthQ/3Kyev88i6UDb8CX+rZa1Z3u3
tCDZ5b4P4LWqKvlmkj2qw21bXXL1xmr+7c1Q5Nnvq8GP0yKZ3s6TPbyliM2hihdqzvZNDbM5dNmj
D36+IOapFmv57rhFq0diTI0X4gMqL1z1OV3vJrvwzNBOFRYJpes0ocXvzF6olCfnviIK3T1ef1yv
vCMMGeAE8RVuJen5O7K1qe+sYYhyr+iICa2HNyN+z7Ft6w/0b1lMR02KxvWLXuwIFDJgz4bFf7Hs
Pw+EU2JxVN92IuqNTBxbUGNCxRcPXsn161yOVbaK6Y/kELOL7Qw7XQtydruuM1buDp+xJ8ncJdSI
WD7YxWBjd4ympwhI6AiyAUGBI5cQXM/4dP1HvPaEKYDB9/kC2ATPdgkoYkjXPMRWg6GTcJrnKmI/
mMNFCSsqXbs/QinO6hu3ftFi8OXpjObADNj6mR+c3rkBTwjS5iKipRHWXbMiRql1Lb9zs6SKMuQL
B+T83wbUcDecuS5vd+OVIexlCokN3vnxmGm92cjSEBH07+CryTQJZa/qrZ0KinrdJ8LE7twoNPvG
uXyx/3PD24JiQ970peeowLAWteckPVRsYyifF3Seh8kq9btprI2HuS7k9+uv9ZItuV2Q+oPHu5mh
nrMlBltLxnrF1DUPSl3th6J29viWJ/1GmvB/eykqDLcYai8csUgWYeWN6rmfyfTY5eaAaO3677mU
5Wy/h8hDgE1sNJxzu0+85bOFM0VEGt7VTY551UAqCExkme6JacH0O1sHGDQjKhLUhFmx8bEb/K8J
SeqTPkQDKx70oZ3Irektq4zQqIh553E6uJTULlkl7JxGdxiqmWk28R7Zr5U8cfcesnfxZqZS/E+z
ofpTYpsa2FM16ARDg+bu+0WnHC7b3F4fiZkpvmoSJsZuzr1pIpIWemBpzjgBF7bOj6pk7r7JZJWQ
V29ZXyxrKccd5kXZJ10rcbusxDoZjAeM1gmXVO/vRAvF8NClffYFxYXzvM61UnuD8dUxWLEqg6IL
XzNCkmEle6ev2uVnMoARRjNU3oPJbKLJd/CGmfoVZR/kH4ZA5AevyntcB/M5a48J+tT+juo4jY1c
LHgY0B58bGYD/B8R0GodURVADpqssTcP5SS9IwNd3YdBUqvfBIIMfWT3OfS56y99qzVPih7e+ea0
ygYONghn5/Qr71KmSTOhPhHZSRMxI8oLsbRZ8Zq3xxvnKtjA5cVA+ADqaT8ZiJ1HfvddaxdOatZR
Sc84fkFk3Hyt/MYwGC5sXDkkn953WtQEbdCSL1+pjizzfSO0SsWURvqPwhHLBN+xwuG7Xafht2Hi
bL/3dW1VDzJJx48lgKp3N2zcxPtK0xHmzk1TQyYfiq5FBeRNH0gTbY394CqiSgp91TdvsbJ5X2DW
mIUYuAAJLmS6ZPsJRt7HQLgEyWwMfP9l6KC8R4vjWkQMQfgZMOuzkOlID/XOJEVHbIyOACskcqAS
O4Z7EKBsogycR4eEuP5Iwxu8WZqy/1nlzbql08lSR9qsz28NpbD3CyqTXKd5tKEfOoHU3rfsBOTh
pFn7yJwzhd1Hjkp/7/VrPYZWBbwULqw7J0yduv2v1EZYZnJ0W3REdSZdLLtc7xi0Ip3icmESzZ7j
pJS1GYFdDSxDOxyYtxKFW0EK2bs1fWGcyJrDbV17D3C4mZtjXrvoWhH+GD9zL+vrL3Y6Wc5+GXVg
YeBk/c6dXAmpB1/7bgdVETJMSSTCT8qZzowwqEyfcM33P88jSBV/ppHbz5jVtlZow8IhDcd2VPJW
pT0y33ksPSOE4zB+hX9vEziJzfcvYZa9/37BQGQ5ZKoQ6MP1OSHRSA422irmYM59Z81JEFYpvyge
MpGUeCaOc/WBpS3KN8M0zm+r1DOqSCXIG/ZjEawMCZfOjkWBYn6vDEHIRWCk5aeF3CwbGRh6bHwa
XbX35qGxQ2pAopb0xJ6G0CxB54jTcsHNA0cr1h1CaVEcRFJPWZh0ijwZwV8O4mBGUYegK/FHoVKX
5b7O7eE3M8fCj5Fh9kO42fN/y8slWEC+ydKCGmmtz2nire9Er+tfBkgcIrSntMjhHQX5F7x5inTv
LEJ8KI0FcZFRSn6USJg1hWje1DP0lvS7i3oCz2ISyQBgxJT+TL0Jy1z+p5vJfpI5WVuuMbZvRVoN
1VtLuqtJktUEl3ocSmtfVLP6InP5bxHM8APB+RG4IG+BFkONbZ5uO1Y/cBKYQkYgjPO7OUiyO5U0
P30Ed2/BEG5xjF6pZTYobxsSMurhsD29XIqbkaoyS0ZNYuLhzJSDXm7R+hL8oZQRpJo+Ru9Z3TUw
1m4E075SzgDWBLAit0TV4DziWpnjorNuaiK7mgygK8NPAF7AselNmEfjYn6pipvO8a/stPTJoND8
dMqZc7Nnp6cPmfqljTS/hnfXdk5UwqCMfeCeT1k/O4frx8grN8n1qMORWmyewWfvU0p7kU3KMdI0
WBR0Lu7dWKTIyCrEeOclkwu4V9/i3rxWQGH+b0F+YYIH9eesONcMfdCtEYRIG0mwiKjt5t/K7hGp
eeWMI1E6N+W96lYQHRjmY/XR97KmP8L7cr8IgiVu2f++9tQxJ/FppqDg0tSfLjOh126j3HyIyO7L
PvWrgPEB+3c/5mLFWmq59RW9cnhvEBI6cYaXjMzOlnUppkYrPFtGZtcW7/oeQgTkmwADKCO/8YL/
mAeeFQokpQPDuFh7MzXb7v0vDAbvMW+2ZDFHtK/WEVZCddfx7+4Tyvhocuoxqvpci8exMJhHpNXe
qgwIlMKZQzrS0iLJxlVx75qztes9v9u7aqhj3Rwdf399Lb7Ss23+5i6sIry7WI5ny0LiMuk40p6i
TIjqEzq69A0aPfXB7vLV22lzOn/tkZBHmWY57wOGoMdSJuOtB3aJIjg+z+kPDZoZ2PliQMIfuEQe
TTCTcBU92KOb1h/qFFoC9mGtLvZ9qfr3mSGwZiFZnKwUoyvrj9Jajc8px+Ymkq675xnC9o+iy3UC
bO2ZrAujApxq53b6DCM6eW/jYvHh+gN85WOGwk4nAJUdAOgcCGvzNG9c0lOiNli8BwmTlfCbfHrQ
u6aLCjj99+ta3vKV3drJs/UFNEw3RJ/tMFQ6+3a0FHqkPzLM8vxC7E2nGT61XYr1//V7e21xsAeT
zLApirDNPVsc8CaImPQ2alcrLRUXi998HcgTffbFbMOz9dRwrPtujKvM7rt4K9AfEyNp/h/PmGkw
PCb2TCw0t0/7r8+JhBxZOn4noz6A2mDPuvEwrGQBglAWj41Yf5JLeqvWv9yeaO4YrwNtgZ6A7p1e
E5JGEKQV18yborqrZKa+58iV/ZBuL4uqLLFuBLS8skHT17LtIhsGRcSX9PSKReW6stZXjvklJ5vZ
Vr19yLK1lXseafZiZD6Mt7U0oei1o4M93mJnxnMP0vyfVkrj1z+/ewQatNyciJuK+XxjAEWok16R
U+WnWYaMjC3Cmsf6qM0+BC2BTUDT6NNTUeqbuDbIES/Z6dfrP+JS547SlFJEpxpgvBacM1sCgh+F
0pw5koYljKhbIfiHZt0EDypwyxl5lMYP8dE5a7TOw/C2X5Wqd63y7bde6phqZ44pyR/6MAxfE3fp
q6gwOm3ZL+AWXxV2M/iwTuVwVxIWOR+nocxLet3MvGXjcTnHYI9lrIcH5zYYQFF1+nYJgy/ydOrn
CMFRzZR/FcfaZzhHfWXx7JSxsMUOxV0Jahm1Wm5YcBfh4u/QS4F16thpdGPe3nmiq+/zTO8ifbK6
4/XnfbkNu3Adtgnktq1gi3v6I7txwc+jlnjxULsz4qkQyTct1DZos+9QCiwvUyP1uxr+Y2ROxXDj
O3/18kCDuumB3xlbyuHf3zk4Gda0baoiN5vGZTcV1rDslCe95LH2WqL2xMBoG45r5WCZZS+wQaGf
JtqNIvTPsPV0e8WvDl42bwpjAnIzTn/H6vgEh5kwWziFOv9JNITOPeaGlMYb2KjIkFKmYy8JYO7X
Tssy7dkxZwwu8Q8P7omPa8qjm1kWlgztLNWutH1MISpjxYClVz1Rt5NBV7sLsKMcwoURq3lnJRAQ
UB9mVo/uO9e+NVYBpN3oxD/vyLqtodsmLcC2MWuIruvSt3ekAvEWFgnLVw1O9pDOlXR2ZY7KfF+k
fXo0V08kcTNjuRF6QVrcDVVTAM5mekJsQJmt4n4aXUHw4NJ9GpLJfpe6WVl+nBO7vOtpD/qdqyiL
fbOyu4Mi+OXRm1w8NMG19RvEucvqDH4NeiTsAHFJvIgzmNQIgkV2dCRdlT825NbsqlawyM22ia8v
8j/90tnrpRJmULKRejhUttP1r+NkDtZAn/SNsBWYvU12iEEruu+gbEmsTm1ziDLQjfrZ0NKeBjzF
ZwfRIxlCPwwx9Ppd40qRfWApMrK4/tNeOXSYGSLMomwEuj6HkaEnyl4I4tTlmmtfnYyINVQJ/fd5
Ep8xiln31y/3Sp3qMVSzN4oboDUGLKdPYuoTXY7NhjGlFprkHfpJFmwy614BZX2qJMmVemvdJ+PY
1RjK92rYE7pbGfEyC6xdAyQiuMZOE0zYdnaRpnerhVSsHMT0MiVL8jLB+LZv/OzLteKhluOsZBQI
3n5uUO4R241N9VoyZkiYFxWjnGKJF9pDJ7LE/feLcSk2JXNrwylATh+R4GxJFeZskWFgIkwi5RD5
Xt0+pIzVblzqlXKLQ44ieNsAgf3cs7IuGOjctjDUqHWy6XE1jO6zBgod25WbdruRyx5nysyYQzNF
8ZpnHyFL+jfW4GVBu5kyblb3HFIOjuWnN+wlATGd2ERFDtX1D0gk3oclaLHxGLLOizTYuaTXJ07r
3Th7/jRFJ58l1oEgngYsOOTcKCZOL5zhdjQlPa4Yw4Ky7F6muv5MLmFZPjn1ondxNoiuOGBQWHwt
ssn62kxN8cExSmQ6ejX7vxjwZi9dSSkXOyWDYc54+Ji7QnZk3VVDLuRu8pSCrp6wkWvIuxEm9yLF
H69UY0cWa+0khD/asNNJ93B+2Nrof2kJfZb7Dubdep/X+vJuWHJ9CX1XdvBz+GW/XJD7abckk5x2
gJNpeSeEl3288alud3/6dCBdYDJCv4zIwj2fNyC6WhDI+XY0ZTStQxqYm/dUNxgPosjyJLKIcj3q
PjIwY7a7+yKXevZgQ8j5cv2HXCwP3hIviDE8gnDc7M8wcBiYmW2m+RptsCCxYi22z8MojDYqZ2l4
GO9paexPGr4m1y+8Lf7TB4CxAIxclMg8Cb6D0+WhGiehc7f1aDHnrLknSHvgWEM5A6lfOuXHLnOL
FGcQ35ihmC/qxn1fbDrcNzAczEzmt6QjnG2VZYosPSsFjWdVceD6zoIosSB8zAcJ++c7BQDjW+dj
QOd3bmmALhViVDOsUeqDQO6ygVn4LnWXOcqINn9UNl2JClCx4ASaHq5f+w8Z/+wxQ7vFRg9PJrCi
8xlHnus0dGlnRDgnISxFHII9oxbgC9wmRuPvF8bHzV7zE+dY5VOthTaRvxlVbFFkRw4aByC51vXl
bkpSpHO6WtUegN8somyxsR7Ha85+r/Hz/b3CAm7E/aZI4tozWn0/6q2pIr+dzS5cx7Z7s5rK+Y8Y
ZYT6pdGnv7tkKgMy5/0U/sdQ/2/E+P/p6PdniHh+8zYsE8Idef4AkKdrzJmNzpKJY0SBL+fuXtcM
4+diednwLLOUyQaWWG0aJ463fp+aYMXaCeH8HGLrvHTR0CvvUIvBTjdJ2XpcqE/xPG0qkK3rL+mV
b3CjzuoQygPCwi7Igh159srahgUiwywA9wGSyHKBGe0T4Kw7H1IkdNnON9ckv/EVXhZPfPaug0MO
z4fYrj+m/n8XT4vXsEuPJq41jbaGSuX+x2ka1W9pSPbFMgcD923AeyhC3jNgruhCZ3LLrzYqqBC5
760guMtTk18EURPAGodEVuzZxuBbaVv4OivWYpj4rm0mdbdyUph7rymCI41jez9SMezXhriKYFrN
/Sqo8m68k0t6EsRX1C3wITeQ0TlnGRuoZHkYSo9KSL7afadjuxhCoZq6PZP05Efn4UIS2g5U/Ylc
tfKYjTBQdzrCw5b04Gx8YUvDEcLq0Y6HA/Nh+8ZPvKguLXo7XDctC3GDdwHsm9LN/br17GhLmXlu
keRsmZvGO9mvzUcSDqrv15fpK9fDYtGjoqFKo8A8+5oQ4EtYnZMV+b2dNIQOiuSh0LTyq5dOmdp5
DejWjVu8PCSg7QJYbe/BgnFhnn7Ac+vkWbqUdjRIIwmFCPJyp9cl9naWQqxRFCRb4US8xj6ahvXG
ePiV+6Vp5srb9JnWcftxf30afSk7x88dO+okUskREfw3QQ9dUVlU+hQuublaN46Ky1MJITygAhMT
Dw36RQG/BjMWyqkTLQy97oHyZLNv8R9+GNzcLuN/fp9AnM7mDLnRHs5DksvWZDC/1FzMl+DSotUw
FazSJ5zcf0II6W7Q9s8fJxGInPSb+oL3iJfU2eMMvHQxZN6nceFYW0KPkdyjCCFY3ZgT5z6D1XZr
9Zzvq3+uiHUdln3bEX8eSNu0Kbuno2sRW7b7iDp+xImgb9/qOL4gSzfbUPjyFmUUpJ118feps13W
ZcDPYAYrRwjnp+tmMpvEW4rUj3DPNJ+pYoMurpZ++WKQe5TsumC0ftp6ouFd1bWAMzj8GfcBY+Bx
J5Ik2MQwhv6C3wdCPsI5LJ2hdlveEeOdvcV0faGNbyynC5VQ6bs+s5r3LvwAbDn1Uv6c8UCc46RN
Nwlpk4lvY67Lz/Uy4pyL877r4Y/uyjTEYkOvoDDmCEKIPTefV7/tf6115RElITMvnuGY6PeiWOS9
2fQeJhVTnv2X5RAKGJ52k9rpovVwMlczGH2rDZQOvkiLnU9e+QQhhOxS/r+YvqUQ+odtYJ5O+63a
4I+C9v6LVSKTsF4prsO8ZfSuWkRnYWaP7a8yG2CtEBUy9sSYK0Lfy6zgxodBS+w9PCXtJWDwm0WJ
8opH5UzpGs55M94FOu+atCKbvCtXs4ofNAh4ZTQsNJJ8A3f4mFD1tVHSm5iVGo4y5I7xNrjdLK3y
SdNzpB3ofjNEvJWJGDcXNWxCgpVSE0cfTazPuP8UayjNfqJLsC1t2KVAlY8D/+xtUqc4yQbmpOF7
3TRbtVfnWKLTblhv1xlyQjy13fTLFT7F2FLY4kvLPPbXOBG4i4h89uGzjWn7xawJ1dtZs+ofUFUm
1R6uyoyLS2Fkv2kqjGZfLG5nhlIuATkiVoKZnKpt4uZ7emYZFhAJPntSN9Jj0ejFMTHJgQ+VAYtt
R5XRwSAd9M16zsbbNXTadiQvZy0XtWM+m90zGUktrsbIEPv6QHM+KSbikD0mZjNofZcGq+I0YLZY
mHJM7yxpuCnOW9rgQXOaFi/Ea1f9XPUEXfqMnt3eNXVePUmo2liIyfV3kSTOTx+SSBUioQByQ1C/
7NkZp+wRFLf8r3BKvlyjnl0VSppjl0hkAnVaImf0SJmT99i3QfGdB4fu2NFy9uXr2+MFxIuJH6gp
8eJEtG6H0BlUILcBRjEHdYxYf4Eoo1wBjzWb6FbyyewCUOiEIp7et/uNVduScRSp+geCj5R8LTHX
L3mfo/pVXesfu26jpma+v2IpMjWmduPXXu51cNbohbdmin7/fAjtlKLOraTrYgaARtj2cHRzKKHf
ZJV/njL7Czepf7j+gP6ouk43OrZx/J5wRABzosE53ehaH7sC2Q1drLsSTxirTdrjUvZ6G3WFoEkf
MsNtQpNWr45srZngoWn1ovaNOQonFMrsB7zlveoDXJMG97F5dJM3bj+5hzlZ2B59JrvwAb3K/5jD
Ea737mL0HX2GywTRh4r2ksMQH58sFazMMZZ22AvMT9Z3ss2s/I2ZWQqFj+3BFs1yJDa1tuDApiek
Sfl2+iuVqfPZgZqTI8cLFnVfmlX3bWUche1qOoLQez5pTzt9ypjf+EXaPOfaMn6v1ynVYoAFgH69
MMYPEMHt6tDwiN+51YZXBAYRSneJIJGJw36e7h0ITnhSMH79KucJBM0r5vwpsGE18jnWze8hy3SA
ZGycccBNVbMXfdOCG6L0OdQQhzT4YWsGiudVsg2rHnJPyFc8fekWY5n3mVXK4Y70N5nBh6+wdEj7
oPo4rjhkHGZIZP1uNJL6Vg9/uehcxng6oBQa4s1363QBOMpWzcykdpsU6vFqYBXUCkbizmiW4YC3
0qFa7OEfaySOVx7DNivdxstQDU4vagtkaSZegLFutd3BF0wWfKUpxAD68vX6Ct8W8OkCx6MSBJeJ
IZULLrinlxrStKzSTIfG3Q8aAxsyFx61zu2fr1/m8jHajCVx2UVst4F1Z4U1GeHL6hIAFluwGIxI
S8vkDYwHj1TaCu7MpPr8zWC4tygkr9QpSPjpIWg6ofuft53412jMbvIsHgkzjPR0NY64TFnPADHi
mdxd59aOekGy5dVhre/5ZESC89rnGjPPIpMrta0Eeqvpie9yXcavoG/dEAW5VgQPfp9mx9pq8OMb
MH34gmcOsnDdwLEjHPskqT55woXQWDO8eS4bpKVHB7+TPsQKK3D2Ziq0LhSjYXw0gtokNIt54o8c
wkUbN90C7UlBQcC8Kke4v0ty3H93qimtB41Pg9SwZlVvgIftYRckptXEvnL0x6zsps0WpbLHnYZW
S4P3WDcxtf9KSkydTC0cRhhsHL+64RI/WVkf5Z84MKTl8rNbKoKp217ztD2zxI6BoT6NI2PAtDSj
Cnv1PixU172XBLDIw4JV2BojuzfwzFGd8b1rvSHD0cikSipUQZwMU+tc7HHENGYaoMajFEjxbBlK
uGy7krD2Bjdis3lODKKy9zrbCP4dTb0WEaOPWR04MIOfQ8BkZEfa6Yp2Ig3KH0qvmqeqC3R5vL64
L4SFHKN/bCI4ScFiaFVPPyKvd5aEyHFC3KzMdEJ2DIICfFfDl9/BlqRyKjMcsMOPZdYS0rNKLQxk
mcxh1frYwbrDrK88wHz81TSWQlvczZjRgzvUY67eW4ntPQQE8gBF6W2+Xwjh2QVDaoW4TTXh4NrL
MxaQjdpjPo9ap5Xx9fv7wwg53SQ4BZkpQKxh5EWfeHp/Q71a/jgFRWwVJqaCZWpadBg6cVyJ20Oe
nJbewylnqo7sl5a5MxbX+dhCgW0ORP0sVthD+v9vrAh5eJwsIt6el+1IgLVFmU9HNrXOE5rQcghZ
eNQ6lsLWeGeWNdJJ3tdEOa0nTfsmmNLxiXgERXBPZxXk8Cx4svNda96vcai0lzoY3J+WW+NNef0R
XG4kuIrirsMmCVzin2NIC7JOr7FVGTtL29yrFWu3IgVBbnQ3OIDrpTdOgMttmettCncUC4gkzmG9
aa6Gaep6cvLqLDNwNTIa8RRU1Xq4fl/n3Tgrl20RiJqLgQCd+1U7RjrjUe8U8YR70lPhDS3OooN4
owZT7f/5UkynyQCG4wJcey6Gg9oKPOcsVSwgcR4wV4TxLlz/BRxGuyExuYCEuS1kFxuQA+bPQPzs
uEnMFFGqn+dxYmeye2ikm92nTP+D53lamLu47Kk0FkRNhn4hXbq4Ku9wOdIdhT5zdYtjwBlYPSeF
vyKEdEbrJSgryS4socLtWSlDdj+O/YALgWakd7Y7Ob8nM5AI+AyJBxA4jvzUO/YmbK1XJjuKgfQY
6o4YPqpWWC4iL4DPx0S4N1MxLteqy4fzZygLW5MB4OnX2mstfNturGPc9ZcmnOZABu8TT9MeNBLB
2OL9aXZuvNw/Hf/pFrGRReD7MgmELXJOeMrrytDFPDcxUZFBsBOjYx5EIZyHWmr6PdJo51jnbbPD
Vkz+srVUqXDwc7KUrcY5Bvi47RxcPZ+GZiXJCfSVZi+oK5jRhi6bnSms9MamfVmRIHjFQpXyzqM0
OK+xMsI/3HXLbOXdeYd5tLCMGpt91zuMhL2hfhi9bLyxkV5+bQHmEFt4hLH957yDSTq/rClxhxgd
xkAiaOk4HxuvghHWMQq7/rltZ87pC0FQiegIJpjPpn1uTmijGcQ2SLTxunZBREUZBW0VI9p3qLbq
4LlNdUVgp6XfKCgv7pE5MHdGpIJjUFudWzool12rW+Y+HpT/EXyhANW3SztWk9W/u36LFwudSzHt
JTMat3I22rOvXPMXZGKL0cU4qZW/rFrYB8Ck+juzf9AZL11v8d3OJ5rQurCVY85k4lZBVubZOWiz
JfuDaLt4xP3zfZbUYqMiIwjsRD8fasfY3HaykX/OgXHPyLGJMU/zb+xuF+MDfgap7gEJGhDNaODP
SEd1NXU4E2RDnBW59qMwJj+Ec+FGykHgBUY22w92W2gWCkK/2kkdOpTym+7GJ3/59Jn08d1A/fOZ
IpzTwxTDHn11VhnrlaGeJPnbex6ef2dU6azzKzBnvnEIXyxpljNNwebcwInI4j7d2IwJVUyS5yJO
iG06VibAJmKZ4lCny/rkBDX5KhJva0Z01Q1zjctFjWsRg1SoPmAAsI9PrzxJyx5WnLLi3JWlgULO
lPetQ3NNAVQkN27zYmfiNjd/eL4d3jSw7unF+GY1hX5YxL6wrG/QC4yjEHq7721z3gcoMu8WpNE3
LvrqHULkxOoOgg2V3ulFh8liRE42VuwD4Ox1EzV+3wXmserKf0uWR0HA/XE6BcxKgBfh6Z5eqinx
fkzNQMSWnrk7KadvWO9Nn23hpS//ukGAUHu4b2EzSfF27omCDKWqu9mkiMw0717Ny/gW3fv3rMj8
EZYewMf1610uULhJ2yHIjmvhUnq2IaEP1tBwjlAbtLn64SVlFnpr4rs7n6RAsTOX2hpQpg34yCvH
f3/94pffI0JehG86Rc/mW7eVlH/NcrJCBCOMQ0pUo/IPGZ/9J/zo63uNneIFSeT/43J89QZS2o34
dc59oREiZsuoq3gVq/1kr0Ltlp7ZFRHX5dcZb4Ho+u1dfhXAAbxGSHB/StazVbNVdBNx49yeQGfj
Sne51xuZ7Hspu50hDO2hWaxbVKrthZ0cohjj0fhs5BGIAEiLTp8pGaz6Au2Qc1MqN05rUrjVrCGa
HfouBI1z6OMYkQq7rR7dbkpv3PPlR8nlWUxMBzcXuS1m+e9X2nkq8DtbVLCDzPKN1pF6nbDA9gFD
lBu7+WuPF9MSmjyXHh1q3eml0sEzZ3C7Kp4XY3psSvqvpKrxU81q/ztuSTNEypsGyhejeQh8kAEo
v5i3Mg8/Z25BwvFWbXWq2E3n9m26eWYf1popCGQo885ZLfIUMC1lgIGj2BPptHLX1YHz3SfmKFzx
Kv92fZFdfsBw2QB7N/M4NATW2T4PnSttJPafcVDr7UujEJ9Ki5bAsGvMqHyRRZ6wtH3QDv4/v+oN
RMAlG80CSzw4W96Z1jS+Igok1ruy/DQJEF3HbOVdnvu3EoMuaPsYkvGSIQUxy/+zrk7ftTOS0UdD
6RE55QVHBwOfZ2ZHKyG7QjtWk2MNu6KVfjwTlQqxL0HmVBrVp6rRb9FXLvYsfglrINgsUihqzk90
7H+8rnYmD7Y4XJzWXD4w5c7fKpGSX1Xbzo1j/OL1BgjYNl0iFBTqxXPeRVU01pxa7kJG3P9wdl69
cRvhGv5FBNjL7ZK7K8myZFvuN4Qdx+xl2Mlff57xOcDxcoklFARJLoxkdoZTvvKWSXwAofE4D5r5
NRuz4g5VgvCdWfXNz97Rlbvb++p6nuCLKaHo5GN0aa3VQWax8UlKF/Uk+soC/kYiZCLn/Oxk0Y+s
1PdQslvDaSAYCFm4vjhilx84Qe5Vr9JaO3WoyB0qWMdn7DloS400eYa+Vv65Pb3riJRqJgRiXgLk
0MFgre7JxCvV2VYW7aRSgHlnemP63Ed2cq5i4uHDnA/iEHo2eXKaFV/nuJj8VjVR67v9M664F9IG
ygTLAH5DJiDr6zqqFavAl1E9tXgNlp9aFKDtJ7VOta/QQoCgeaMVjwEZV2cixFy6J5yZ5vqRRmBH
nJwby2cdk2MMi0NDWw6KUEfLxzVGALieIdwc2lLYnV8izlug+xxiNVVGULVwWkjRfr89meu9SoFY
MplYVDKNtV4mGjBdbrWjdqrAl8+glhzn0wzE6zlT7PDOUPIUQ3BVBLk97aFCZKTw96uHswisc2Js
2gFgU9a8ww7EQI9b1eJno6H7UeXaD2k9VDtgifWLI0eR4nF8MVBIVx8L4yfdbGJ18UtNX/5JneR7
Odn5U5d4yluKzTRr42ZP++fqwfnfQel2woWCJ7bWrx9dEwrCYC5+RBwv6EOAyq1CVwSTGekftQbF
tLyGAekDCkteqg6s8uLN5ZNZVs25SQaxczFsLgLBE5E3by4qUZcn1ZzsLMZDRAUnUXLPOn/8cFmv
GZyEi6xEMRhnAYhl56T8qR+uPjFdOmTeiVbJZf9IOfwVLFpF2FRl2C2+gq/kITQK76w0mfexNKvo
VyqAbKQ14gbtoE5nmL4lDUAR3ec6+SWiQ/MTkC9x8kKQw6ZTFnfoJoLMKrr86xRhoBHlbrzzPl75
TvHlQMtxwrmWeZ7XbmFp1U6ovIPXa8zOebQNmuER6nxopSkRJBO7ceBf5J6KLEM8nhozswPsXJ2j
o6fKR8CTBDRduldovKIjyF8lMYUg6Lh2uAAvv5+mVBSNIl3CBLvxu563Ax4s8+B9HpfKfaiSUFED
pFe1KIiVnlKiibKLcihqtb+fqHvSUiFRx25JVdRnBYHBz7WdGO8oDSbDobSAe5xu3yrriFL+Xo42
WR7pM7H76qIegPqU3ZDNwOiS9h2K38lDjztK0Nv2XvB69Sj8GQtGFkoAkoywdgobc5soLQcagu5e
91FXnPKjogC+ivKh/ykivOiBZqVs7zo5zorTnpbe3hPEXb+E8jeQaEqYkgwx1sQZO2q5uDrUdytj
+aVoCQ2/Bm9kvwH7+80qM3Vvm8oaxOpgyaiK0pd8g+AEXG6IhswZyjN3p7H0tPfbOfYVygp39D1x
6sKmCPOEKnPuOXL6uQBwe8imaRaH2gjH97e/9cbcpc6ZJMUBtruKAgYPqckqEotf0Hhhxt0SRKlZ
PqhqOyNquRg7KcQfktl67qiVEwpocCHog17OXUFELGS8xe8QObrXRzDVT1Y1tfT7IYL2B7cNQRnm
SkuA35d9avsR0PUfvQWN8GDiaoTclZE2CI2EyvxzSBX0UMo+RlzUMRblPHHdKGcEQZrvGGCb76N8
Ktg0Ud3dW3ZnjTtX89bygRtk81LI5G5eBVHR3HoWSkAzyIpSObSjnT3NrtMeRjDw/pKF5itb5GxV
kAZ0yOEyEkGtY0TRY8WDQvnsCyf70XujesLV0gIIIQrE93IuiVws97e3yNV1QP2FcNSma0n0jVbQ
5RcTSwQuDJkevARN982wFDAA3SxCUUbfc2K9eunkULIobNGVId9bhcAiWsYlVFyG0lvlEd+OETny
coa4ZtmIrFX2canabmdNN+dHMiXVF6V3mfzzv565EPNo08i8MgDIIn7Qmo6DtlGRx5VS57eX8ipo
Yn4I5Um0KRh3PuPlUE3K9p9Qxwqcyq6+pujM+nYCKG7v5d4cx2SjyCqPVO28HKfG2QfxXLibRRgu
DxRDqLt4LGyQLUn40Qiz0kcFpf5uD8XwHGszyDXs0fzSLtBHCTvH+qcTg3nKUGbZWYGrA4MJO3wo
kMzUD2SZ7/KXNboY9RBdeaqHhvdC0jcdobrMUD1npNZQOtopx298XIDEro0hkElfcc3rGTBfspMK
IJGoHAdFIA0cGh48frR4ex93a2ps2j/T44iub/UsSWdAU5wT/LgBo6dgNtsorv2uavNzPWvKzlJu
TY38XIp/QGUH3H65lHqoZrkFbyHoaUu+xAWudaVTize94+4VftclLp4GC5EV5gTGnh7wqqju0qBX
TSRUAmhIiKGOCMejOj4ZPzksxmOLC8sTKlaDchKKlR7VrOuC2wdnnejIH8A0ufJoHQLuW10MVaeG
Tlhii247YnoLrkN5LptC3EnTzqdlnpKHEVm3mHbgVJxuD30dvsmxCYFlGYrjtBYOIpetOs2Gszqm
XVUdbbNPhzN8DcyyibzDO6GSez1QiaCxG6Pz5JxDsxixWQZ+a/7OllKcHA3V/bdiyc1PYqY0e2gX
Jf4eIbmIjimUm51XaeMavfjFq88VFaUSNeT2AaYy7Ytjz8M93LIU1qsJYBCJ6ZfBJDS/vU5bg9Jo
4qCRMrAp5fH46xq1HfyuyIWrYPDC5PfcNGhvaRl6O0U7PoPn6U8RiIXj7UGv6ClyY7AtaStzqUKT
Wd0nqDlQClSKKoiF5sXfEg9BVl9tuzB9Y5VogoJFBcwV1M1g3udxm31vF6tLjpDcp+ndiF4+wpKd
wMPPmEtw5i7ksJfbP3Fr67IehDpk/5zS1ceo8hRUW0x8M4yFc8K5bzq6A3qDGu3v30MPNF4VZnFy
63zPhnfrQgIYIVUcpRSRtXoFtDRRzXzOa5zBjA79QhWVGT6E9dmlEo4XrPjx6plKA3W+vyttNdY4
EYGRVx4Dhg7aTOhB65op/oFV6GO/qR6LKf5VqUb6FTXGPYeAjYnS0UDlhzKE1BlZ3YRo7CSpRTE2
KCI89jSzK+77POsDXVHMc6SZe8LpG8+rzUsuwwX4OPx1udVHxxRhFUYsLAGffupdq4zv0VvZ1U6R
X+giWIYwSXhOAk6LCmDpaqAaeZjQHenKhoZEui5zap+HPmwfx6Yd0a2ZlLNQ6swPYxqqh7Hsu7f2
1MP9L6PCPlCpiA+jpqfvb3/njZMOIEKmiPyLLb1KX9LZQ1Kv15A1BPz/1Otd5itAY+/KJmw/eNZo
PDZp9en2mFtLTjQAg0u2WXjuVku+ZLle4oWCp21bBnmU228dJRY79bSrjQSIm0wUoQJ5oZABX46S
1qY2FkiV+n2Upk+aFqRoRaUSkqwPWr9zMWwMhvwM2n7gIfnEfyrwf12YSUpZUKGzw2ctEx9YOPay
YQUVderVhx540s4bujUeN5CU+8eTgara5eScWm91dXBcv8KoHRzp4J3pi9pvVbcUvkjGXcTj1e4F
WCWZeWxgsPjgnS4HXGhQOPqkM6CuQOdR8tj5B6DJFB1bzGSxIh6bKg6spUa9WY+QB4thYei+Bs/A
O1KPpr5U6Y1xVDCmBQLMXXaykj4uT7i6xr8nIJ0eXmSROAoDUetDndTZ45gk9XDGHbX1Dkrk1Hsq
G1d7nzmRCCEKAuZaM9fdAQMR/rKsC9d3LQXymw5kH7kemIbHcq71s4as5cmwdrX1rmI9hiX4oUJB
y4kLcnXD5UZvu0oPhkObjRYE5GRjadaVBnAKffR2Er6rsyYHQ1LPIv4AL7y+3opZRUDcYjBTOpfd
uamDh0VbTtGesvbWQMiBUGDEUox3fPV41wrJu1AKzx9KcK5mZ48fqsoqPt++Orb2PZ0caQ7NPcoy
Xm7D0a4MNZ9ngMS6033QRnzYqj6v/AVBtftOoH11e7yNbwVZEoYf1WPuqnW+3MT9APusgNNVZtQb
+7KtHjukj7VDpVfNz9uDbexH7g/W7s+e9NY6HiMMoCTFpgs9Sa19qxnz78UY04NZZ/29V+bFY86W
3QkvNxYUHXRuEmmcRSK3uotnBNJIbizPr9wBwtyEYXwG2NVXcOr8uQz6HrT4uiBPvxPEAv1f2h2S
FXr5BScrw5CDoq+/oCAFKaYosL0gORd9QYCXIYEf5Ti2dA0NgalxBMzcxTvbYzPcIYW4J4q+OX2C
OflzuLjXKBgEjMKq1+NQwjb6czFUkOZkYbeIna/E8snp9he+ih+ZvIzhKPyQfFBoupy8g+NHvsTc
okoZWvoDcbbzlHnj8Jgip/FzMRf1TrSGi0uJ1hs7Y2/tLgiWJuayMtxZx64mgind4IDBT0Mski30
lx9FAguvLJr2pS/S8QNGwtMeoftPC+4i7GHKMEbZYYCo6bSvbruWDgLOaHnol01kzW+QpMn6b1CH
ENjuK2VqKx/u7IxOgOvl790W2Lk/Dlr3j7K0OO+2puJMkAqhaJ5dB+EtX59C90MY6mPjJ2Q/5TmJ
aW8fvC7qhI8Ji1cErC0cPxFOsf5zKdT4Yzp0JeV1ICSDbw42crsmqkDH2q5QAgbQ4ZVvMmVq8kO6
QCw8dbrbJu8RPRvuykStxkPTFsUnO7RQ/54NN8x3GmObZ4IQW6r4kVPwGl1ui1kNk7ZKJ1SrmtlG
MwO1xt92WBUPAihv0OpL8R19GzS9eq++15a0PaS1N77kCq2ZQx7N9Z5ZyMaxADMAX5vwAkWRK6xP
785p3066n4Rl/2URoy2fxHR4kyJsLCWWo2intnNVlaC69X8gZkJRmM2XSyDKWlSjl+p+N7Wm3y/2
5AMY185zAdTyMCgdVea0FnA0CUIa6nsJvNrbh3Nj0qQcRMFE51g/r43SM6SlmyESul+wKne1Ec0M
2eaqd0SSun/qixlaze0hr58XoPGYsXDs6E4CjbicdYX/Cs3l2vCrtFoeR1MUB/wvcjij/V7l93p2
AOMpNTMIXm9Xbgh6rPdkNjQ683Qkr1LL+eT06c/UTZOjrqWvFcDiQoV+z12H6adJjLq65m1lVI2E
v31go6grTEN8rt28+jxrFLxfv4gyNv1fcCzehJeLOA96E1W1rfuY6HjZYaqS/mffl7Zzok0FifH2
aNcblSQRYRMagDwXdLRXozlzQl4RGwSNGRX0Ks1/2r2HhUOWaup5SWKvDbpMgSOsZXX1U89HZe/R
ug61JD8RxXQaCNh/rvMnrzGdPjJH4L51o75Z8sV4YdP0OxPd2jDSDBDYMQQOS5d//ldKM1q4mdY5
pKN0qtClsufQCDID/nJJ1enT4nHp3l7ZK5iS3DNSUMGQfUo4MKsR1Uagl5UUsIdqz61O2qT3x65v
saRC/P0d8AUoo7mdFb4oBvElpNFB2lGG36Jc6O9u/5atgwlDGpEUenWkc6vt287dIKYR0mlnx1gx
VkV8l3S2epaWCzvrvDGUhmYTBQFIoCz4KpWbZsNQHCgpfphq+bOZui9k4uFjG00fb8/pSjqI9WUm
1D7JG6GZrsU/cHPDXCltTN+ZmvIDpbb6Y0j8UxMRzAnyRUCh3wFOMOdjJqJ2OkxJ42BP3kJbOsR2
i0VT7JT9MepFZR8sG26frwlY+q8/z9JYlSiRgrhOc/Fy47m6orb5AJqdxqrAjxyIwgntiWJEOUKv
gp1FkW/rZXwitxvpAngMW0IvL0dLLTRRurY3/AJHEgMdiFrrFwyetCX+4GazCWcijZpvU+7RA0DD
Z/y3cGlILib/na+aYxXtHQP5wde/iI2AlB+Qd0pGq19E/6pRiyZVccyL8yMCCsavHpONE9ZIyj8d
3MsWgkWBLQRoiASvi1I9zUvX7iyMfHpWvwJAP1c34TqQh7VsS1wuUoMywpdjHCAiTqSR98gTpeIQ
eUoSE3YM+Te6ssVOB29rl8pICNQeAFGoq6tIIEHZUwmdQvXDMh8fVLNL3+Sp2nyyumh+oAqKl1Yx
VX4sFkLAXIn074OqVnf5lAznsmnzF5A+1fexUvMHq7LSf2/vl427F118diflDtLCNYDRNRFALapM
9e0aEykDGXI0SBo73tF3vcZSSNVPUCrkuhAwOXmX23J2w0rMEc5itdBtVPxGkBJNB6vjEE21gD9v
Th9rMjdd6kuoz+kCpQ8J2GgnNN14BGhIQfCSWqSyHnz5M0bbHBwnaVSCsSL+qGeJ+GLqSfIZsQb7
zQRedWfzb+063huEn3h2eGZXr6sm/ZRrF+sRC7L0c+k60bEf8+JB98b6vjMacFv0Oe9vf9PNLQeD
jUMHVhPlIPmr/n7qmE29kDH5Nk/eD9kHe6jHfP4IFLs8l+6SJ0gVhOFv256brwV9ARNQvzRvIT9X
n8xosudDF6kFKAG3ez8WFQZLt3/i1ncAwQZHhN49GAW5Lf/6hdVCu4m3A5MjRY1O/Vx772DIobmH
wIR475hLs7PPtwZk89H5AiHO3bhKSZLM60ecTDV/0KsIP1kxJ+8zGHsGkpV2Inx9GNCguT3JrbMF
AlFSRWzyjj/Nu78mqbSOWpti1nx1NpcXrOY+45k5frs9yMZzSwj8/4OsrpesjN16ou/lzw0UqgBC
24KWnheVBcqY3fRflhGALFZvdFqpNl5+t3BpePVLzKlQnjWKI0lgPx7Z/zOahIL2Whvv6e5flxhk
HQfaGuwBuFprMpGymJpS1gnRcKIX93WPp+KUtdapx4vnHnOjX5Q86ocSfPfd6xcWvgb0JQocYCLk
wv/19bwuXTKnRagFRDAEUAMn1C5rhicIdO3ORtmcI+eAZ0maSa51NlNAEorNze+3XjQ137RCC8fH
KcVQmsZyaaCDhYzUKTIwpPJ1bYpe6yZNIEW8AHsBiBkw73UVMq2SfIxdklUdtatTNKP/0qhL+U4g
63C8varXTVHGgpGChRuyXvigr27Eml5ZhUWT7i+2PU1v7CEdp2cU28bIRwWGRcajHDBzqWaN8jab
TLTPm7Ykic1nXQHhbyg/Q3PWurPTxf3nWG3MPb3FrasCQWA6tvTTydxXVwUgpgTz5BCPpwg6Wa0l
eIUscfuIYdEv6G7LToCw9URIahfyIqqMj1ZHquuBnFgTJSxEr+E5FsbnARe3u7DP87M7CieAAt7t
7O2t1IQaIW0PPgR5preaY+lYiTFoXE3l0vTlFzeb4gez8cR0BJhag/tMUU6fh0XpD31SKsbD2GZj
eVBiYIoHMuW4+g/7gkQUkCUZPdnvmv0F8ECr2H2qHytTpZzVyNK6E/BmkX0F0Ox4p0Y4bX7samMZ
z3GUQIAjqk9ZniE3v6ZaoQ/k5uCjD+qExw+wdy3a27wbFzr3AK8I/izQfda81U5XCrLlVqWMJ3CL
SEIdY2x3Pt0+IvJiWUWq/N+RGEXVAHf3tbMtbdV+wMYdI0+SifupWqzPRd+/V1OhnF87EhcrO0B2
/7GAWr/Cnhc2TRfVNroBY3FOIhcJIgrlP1IxlC+3h7re5QxFT4rPKEdcv4UxAAajNVrbLxwefDdR
1BObCSsGBfrBrGjjabLmaWclNwcFGSj7fADo1ioKYjEdSJK4zPEsdRQwbArx1ADck4eC9WNSmNO9
J9Q9WdLr+4PAhToGSDJeSa64y4cjx57G0IWDt10C/5Q3GDGoSbXOKI0VZ6fCEe/20m7E1hBR6fRL
gKAmOzuXA6KJM/YZ9R2/meflU1zUNNkBe+Uv8I3bIwji8K2Gst8xbXTjbTg588e2mveeyyvuisQO
Ug+XljyyCLjOc2K8I0e06GwirFpzMhR8pB5OlE4DogQwu8VB0zvjIeqd6XtXxfpzvkjNICuER3TQ
U1v8Vivb/W6Vad29tYpRfEE5AUHN2Jrm6tAOyvRLCFd4Jy833YfEtBrjAYqJ8un2asrFujx9TIOK
KcsJaPaqE63Fs9kZKPr4jiZG9WwXWuLi/6dX1ORj/PZAek/TqecKy45ZbySVX1GjMO9v/4rrm4Zy
Ab1HShsIIyPacvlJG91u1dCAI6inDcRJK03et8h97MQd1zeNzIfhtEvwHOWJ1SgLFpO1srimr06j
Vn0QQ50rgSnNm+uFNHrn0dkcjSoYWZdUhbFW2xT30j6LbM/0PbxKmwc6R2P6dtHRYfMdu0WP8PYS
bg1HEQqxA+RapZzV5RKiNCZJXTiHLF3ifrfdtDz2YZx8rfRdD4mNr4Vyt3RhhqrNPboqeXU4yUlD
C4ckuon/0RAI+1xHyU6csHGtSHlwgm42Bn321bUC+NgFVckgi1orBu4LVXaiqBdD8Jmaxb4vUJP4
fnsJt26WizFl4Pp3DKwDBHGH0sGRAw4VqIb4iDjRdOog23+gshm9LLPmpjhOjtM5nWL1zdBO45fb
v2LjQ178iNW+scJmMYeZEzkjSnnMcJnFWr1ukO2L9qTYt4ZC8J7+KXAGMtPVUGAH24KaouvDX2l0
lGeW8EFZBBeUMi17tQH5P1vdNOCfgd8R8cgccbW4NU3D2strcBPKkBvnOs6Nd6bVLsbZ0wqRBV6i
oyBrd9ky3un2CKEWWG1YvLplQ2VOA4ZMXgyewlxtKzWMzIa+NHs3a+1fED2LHyTt03BIDX3cy4i3
9jAHhPQbzC51kdVgA237EioFg+UIDw6LUT5pI1FvnKmtr7tzv8OX3fqeOOwxFmkpz9Jqic0oSdJB
Sx2gKY6iBagauONBS9QkBAI4VD9ub9Q/Raz1F3XoMlLgIl8FPXJ5XBBLA5zfc0RJ1/mnOY5954su
6cFo5bn+kizJbB64r7DagU1TnofGoPRSAsDMuyF+r4TjENz+TVsrgOMjcSTEBXhe8ov8dYIXVNii
GJ1fSDxm/6mImsGvaaZDy7a08+2htm5B5IhYanaz6a3pUi7i/ElODdRP0rH5nlJVf6hRUIt37nW5
iKtFpuwv26tkkeBqV4scOjO+lSXImNiy8NzGMln9haIvYpadYhiHRinU7yl+3ztv5cZpBYAHbIEU
TdbUVs+JWRlzQRjg+mNtuiWiEbE4xcSV5gk3vCU6zLONi4yu1tHHrplyTLzHztF2fsRWkMV14cHY
g4stidiXn1MsU9Uju+X5dZg6iHMPirYEjQNs+FD3i/IhVooi8SfbibBtBpkSIXNvLWNgJV3yUR2X
5d85z6tvYGxZwN7W8II2e8eJDjjyGq3vqi0EM2dO63tFxCOwFaPGjjdtgHi+/mhaBKxSgkdaYa67
IkqSGO0gpPLPZHgB7X+8HnJ1+WWnQtspPl+fAbxDGAnIBi1O4qnLRWtHY6qGsIsDOgPdo5OgQoN0
a85TEpc7m/P6gmMol5sNsjwyMevYX+ucrJ6jBuTg0ItzZkuxZtcoz9mMezFIjT0QzPWZo4oqg22q
pcBC1wAchZwKf6RU8UsPtcYIs/qD26d7IKfrBZRem9LAljQRGQ/5K/66RMSSlHnbQRJRUHWlVJzx
4lOiejLqznv1tmAoqgDw8GUKtQaoedPgYoM20RitQLQ0dd8DYpEKJa5RnW7fV5uzkgOxfGA11vD8
cDAwEPdmaE6hHZ7yohI+YnnqUa+RNrs91PW2QNHuT94L64k+iHG5gGkPrTKNM8XX9RxFvdSz5mOi
hDOIJee5UM3ft4e7ksUm7VQBChMsUl+HWrS6JlSEVFEvA+a3ZFwnB9oqKCV3IX6seAggUInGu9rJ
tmAM/RfyWuP1h66z1G8uQtC4mzjG3B28trEE5Ke0H59GPK/1MzpouOEclkpgObPzk6+7hHQBSLxo
zMte4bpAHxJI9jREFH8KK/vFbqbpJauS6SB6DAn5aUMQeU51Z6fGg44Y69soQTD59m+4vuIlRQAN
It4v0tg1oiyerdGkuoTq6WhjTFlJhHos9FPaFBVlsFq/d7h2j8j8po95C5nq9vAbbRvGp7TE/ImP
QCZf7hInxsweGCgi/ZkrIWCwc/wUWfxfuqFg+YBmdHsoorT6Fs9a8yE2l+REWXf4hadAA8rd6M8W
mrSnKh+G8Jh6GOnd/oHXLy+/D7ANCnLkjVedzD8luVR1FHp4nns0szAjL9BizIHi/ozYxBxobdHs
DCpDtMvnnt6ZhiQxn4UjtO7Y5UnbYBaORDtZlvUlrKuK96kZAr12umBW7eW+T5LZT5Uh3gHcb90P
UrsCdUUaVYSsl59DQAYGr5kjF6tpKBukuhN4Reg+GFa5VzzZGEo2pglU0d2Su+9yKCXWk3I2WVlI
zsRqzpgB1ZqqcQrGqin29tnGUWMwIjRYmHjaeKt9hkNzwt88GpHuzO63pK66gDZlH6j9rKbHXM+j
36jmeOFpNNGmghFueYd4Kvckm7ZmLYUIYTMwe277y1l72pLhbAbPFBu6JPI9bdJwg4xD503rWsX5
9ubdGozNSysJERuy9NVgVetoYd8XUeDlvYOVn4pPzmHAXxU0HsLWe6iHreHkVcZZlvjUdUtlqHRV
VA1sDeGNQGGUvPpaqEByEanovrx+ZtwZBPeU3YhxVkkOJdw+8gC++IpJzpqbTnGXtgkWHBOq7/9h
KNp/UutKIoz1yy8WtmONwpUR+tGUelhNLEbkt+lQ/Kuk9t6bubWC9F/wqkfoiEWUf/5X0AGpvSsw
hQ1904yGPighlDdnZJWxRSzcont9okSlFiQzAm2A0Ngnl8NlhuCDjUro6xinvY3tMfOrHM8DImMj
2lnGrfdZB4gq8XqUqGANXQ6W6Ijy9G0S+qlJJeMN72H3ObRs5cWotfL3EmaiRbFHmE+kqg6VcjRm
MXDT3BpFm2X6p0cvPeQGjCYMHAgmMImxjey5x/ji1+0PvvlLJTfZRWiLW99cHRvs1OYYBRJ5bIoa
HYPchYuthHV3TIVjfiCC67VDtMT1cy3UeA5mVBiPSq8NhyRs+ycrQdkywfSZGxrbwiPej8udQxlj
D1Cw8XZzrPkL2ByyP2vCUtSiclbOFsFc5CjH1sucR/gPHmIZo3Gk/GkGaAni7yyG1jrkLaSR2wu1
EeHBv0V4jQPPSq1pAFFSjJ6ZAugr26I/Nb0ygHznWQyn6QnayGv1uAjwQKPyLMH1g1u4zjMaa6Zu
63F1YlH8oKMV5WMKTojU5uNZm14vCiKHkwPhC8C460e4WFS9HVWcB9OuS04N9bMjnIf43pswTBFG
VpdYr1j9x2XI6y+R45X3cTvY982wODv5gTyGq3AAUCWiwJTHQfxd4arRDujRn1Z8Y9CXB+l3i0Kt
2d7d/pobu4kkn3ub0JmDutYoIPZRvCjU46DHNvEuW+LonZKOHlKURe0XAAVPHT/6MHcohiVa/1qj
GL4uMpxEPPKtokW+uh5KQ+ldYwZ0Y9S6dioQ/8dSWkNRronNwBKWenCRHNkJCzbuW7hb9Lv/wNSY
9uWd1GmTVPUhdRVa6BxBh2YB/nTOMRz377+NCAQxAiqfYBQ5LetSUcMl7nES40BbmiXxwX7Yn00x
Tg+NqcZH3cumR3NKlgMyxZQFxgxaQxcle3oPGzMm47dJnV0CS0qglzNOWk+g2GdHQbKM2rmrCCgp
nOQ/ewK1vRtfZnirfWtKVQ0gLPT61bWadYIFlENHP4YTl1f3NX3kj42tdOcyyfK7oWjF1zzrPPmw
lliTQ+C9N5sapkhuhT96ASV66qCb7CQ8G5cWXBaJc5A/iWLa5QI0gBxMIwVAoXjJb6MFXWJEsXu0
iyE9V1477dyRW+tNfkNmSkkWVsgqoF6ECQKy1jGAmEpavyNWSNzPAhJMTGv0P8yNkifIK+q+NGdW
g1FTbRGP7xmsalUy18l79PLUva9K+LV+Y3TLzoBb6RvVERDmFj0u7qbVdgJWoxQWih7BaMTaeegM
5+zAag1CKzxjcvIMBtaWpkL5fUQAcqgx+nxum0ELWmTZHlIDrcohqhHvG81vt6+zrYUnj4G0RE+T
kHT1iKcYl85uZiRBpVbuKV3sLw2abEHbh9HOJ5ZzXG9z9IqJ1nC6AsAuj8FfQRtVRXVxLC4RatLP
dtwVPzuMdSkoVN2jV2r2e8uB7e85Sv7u1VOkgUEFDJoPX319lkPFNsMwLKNAKZHFm6YFpf42gXVv
DP8hUgRFD0iF5qwkR69WE9iR13e1iIJqKJezhTn7GzuGuJS15Z54wMZrR33K4Gj+afutq/dziBp/
IWflRlr41ogj421VLfHrUyP0uqVkIuUXgLGrCcEOinNhzVFQJkOE+U3Te+KYjtjPt4m61yXYuHM4
lnx+VpAuwTr0NYYOlE5C5ELl2nr0ioEXbS6n5JAIb2iCUDG7nd2/NSIxgzSIlcz5NWU4K6dCLw2u
+VlU4dmpFxFAZ/wd20b0BtzQHu1jaziSPlQ1pNMMbsGXR6CJ1GUQjhUFrRBK0AnNPHIPdYd4id1P
Wesm/+HrySwC1QNp1m2ucrIFMZ+wrcwosEei3CykAmPPONZjLfQfklpQmJieqgSCpOyrjVIKPAwH
U9oCiXoJkrBqfKdIrPchj9ProxH2yB8rW64sKL2Xq+gsHZSr0siRL9aXQxT2yp0a4f8QY93z+joP
5SUGky4yYC1WQ4kk8ZxyMfNgHkX7bOiF/YDh+/iYLsq480ZsXMS0BWySWugAvE2rJ6IQbgG2PskC
Pa7RDcg6JJhM0ZTikA3DtLOE8nev7mLJuJD2uPAPrpCWxtC7i0NjLMgsVXwG1SLetNGuvol8R69G
Qb+KqjbCKlc8PEBNNKSSJgtaCJ7nOXWxyxDIWY2LiyEfrPKD02gosWZT8RI3zmsN0giVIf9JCpvc
+9ral03wOWsvHbNgtuPxDGr1fR8mxUcEQLv7akrDnb1yreKJ+gBVddNhOBK+NQB6oheRG5pIg6xo
CC7sLjSpDdvhGEyhV7ztqCfeKV3pHHszEc9gCMuXFgDeY1SaZuJXhTB+mNaY/HP79dv41FTz8HUC
KEFBb/36aaXuNUZRpcGSDCqYRAV6SZztUVk2Hne2Ed1tYPSITKxbduFMENVjWcKnnoGHAt3Hdk8n
KUHfYsns8zQ69ht7JKJxJ0fsFYI3zg51NC4DUiOqwevQAkbIDEQiy4M8n9N/S0eJHqNR2A+JW+4U
1LbmScsc1BWFBCRJVtec3jtDyYcGgVE29gN5SXZPLKAeqdkbxxG9/sfQ6tIzQYB5d/s7brwdvL/0
bTTKLQDQ5Br8FT71bazWVsoc6WMmvzvLao/jbAx4DFuiveuLcQ8BtjVVKs6Ud5gBZHr5538N2MWL
De8IhHPWq8OJvu9waNMEelyc46iYCvd9OCz1QUfr+v1/mCocNY2oFDjTGvNOspOgxMMim4hEHJCx
Hj+17vx9Vqfp7Jaec397uK3dQ9mALjC5teQSrCY6A/kx0wl5gMEqv06NFfmUm7HGijv99+2htj6i
dOsm1JARzlpFtC6RCywXNQ/0sbThmJXaj7LLi3eDRgfVsHNvB6V1ffipslGegVhFQZ8H7HJqSbM0
7ZApWK8mS+bjrFM9tcOyp+55vYCXo6zCDJzssrLKUSNo9Fz7NJQltTWt7N5NIy2D1y4gVwwoN14U
PhTp8uWENKWZ2zhfJGw0dl5Qav2uLJV954Faf5OXwx5e9/oFk916Gi9kb4CE16VDc7Q0kalRGbjS
KKMiSW0PGSS1J3VaGpRf8C0+WKPM3SbsaHnOsqTZiQuutww/waM2QB8fYOUfHN5fx7AOsfxREQQK
QLi5baCXZv3Rmtr+ITQ85ZyjUPNqgUYscqRohuy9QPlYR6lDadJncRlRpZt2zOpEOy9u7NGAMvek
ELZ2DoNhzkrjGwiGnPxfk2vNuqG+I8oA8ZmOPjP9ircw75r+kIeWt4P12DoMqB3IZAahbRKny8FA
gnVu5I0IIpoQXukHlQdsn5O9MEA+AZdRj5yRjOO4vWjbrU5DhpQi2j2ofSWiNalN2cMhtweb9vSi
B6kxead51vNjrXfz2Y1Duv2hHv57+5hc3928AvTxADBQqLzSXVKdLHYrVy+CoRq8gzGSSZVAQe4x
pU/90Jzmezb9HKhzMewUYbe2q1TEJrgi6QDCc7nI+MYvTlhzF3SZOz9Z6fw7t/ShOCAzavsYn4zH
2zOVKdN6tdFBkBI7PP6A6y7HS3MwypHKeKqz/Bq1xewPVTmWj//D2XnsyI1ka/iJCNCbLZmunGzL
bohRq5veB+3T3y/qbpRMIonqMZgBhFZkBMMc85spFk6AEHPt97GId6iiW8srMSivZnfQlleDVoiT
NLlIyoNn0hXqQsIpJBEQXCms7KXvteycJV7yVVP66O31XwfRAKkzjCqULMdez7dMakGLCGFYpe7j
wFDK7t0c4w0kUIo65KVVBbadzjtp8gYniMeYTjvdELYU9dDrUZXSre3BQyST4iyKSaWn5GaQ5Lbx
kysiEscIAEn5oKAcKvzWCbESwpG3BY88SLHVbtT3wE1yG60+O3AQjNIkQxnA33oZCAL7VEXLb7Fa
zW8yZ3lEVh/tKl2E/97fYZuT90x6fwg1wLxZQ7itOuosE1+TQ57Z46FOi6z2Y4QLap9IlgfVSobn
aoyXbyDOicJIGIePsxX158ZMvWDnx2zcLrK3w8vn0X3Ac/T6S8yZKCijoWVdODECimIpfgzyV0xa
mFxcDO2Jut3iwUKB5FB5enZqbXOPVbJxkcoMB3gyRS4ZN13/Bk2ESJYr/AbQAiOGCANuzF11eftM
8U9ioFcPV6TrrkfhtiyUMCPNjwj+1JcmtsYX0509dAvajHUmTo4r3yIQbZ8VO4m/hnnajkivmOSZ
93/LRhhAq1n6ebDwcCFWiz6lyoxRdJQdFq2rH/tRdy+ZVoyPZQVETDFC47ESQx6g9NB/meAq71w3
t5sdZCINYRoihACUc65XYk5MrakH5KyWuQALjSVgMBlK7A+90h7uz/T2On0lldB5wSEK5Tn5538+
yHlfTwkOtwFIPg8mr1Z/HepsPoTNVDwouLZ8Mydbzd++q6nnoIABEZqUnf97PayoWm3CtMHDL0Xo
lw5uzyGDkP4CeWs84K3K1bbY+mf4FZd5dKsnbeqKnd9w841ZWFu21Xg5AYO8inv9MXMl77pcGNoY
zFoCrCxLAIWiB1Dl8KUGxfE1d7E+xdWcCAr17VQeKb/mD29cfX4DbWpal6QhJLSrDz0qwCt0sD1I
EFjRYzaL6uyYTXqMU8X5OPa553vzrpnqzYv9Oih9WcQPpMzgKv3ptE5EQ10jZKhUNVoncX8Ja7M/
dnPxTYnC4Xx/jrdlEjmeVNqBVgiqYh3Cw9AeDKSdR4Q1C+9rldv1Y+vF3WO9LPPBQA3qIjx7fCRg
cD60fRp+xAfVuvTC65+rSTV+NpGYrZ2Pf/Ogy3oiwDpa9DJuWYMiuU4y1BZbaVquuKeyqnU/jkoR
mG0++ZaXjUHmIEqmD9iw3l+Om7MtR0b+4bU+Q7C+2vkWrp9eD0IgELkXHZu2aQ/Q59Ngdto9DOPm
JGWBVnryyDGvD1lBh9jEXG8IHLtV3iG/qPqQebVLW6T1afQ85dTqTeurdHt3YuLNkRlS5vNE+Wvh
Gc9eSsWrmaRrDdD22qnRXkpQY79mfanOlea2HzGxbEN81lVjJ+rfWmD5bcEo0M/lLbmetd7VorUr
xiZ+GdqgSgzj735O6V5Xppftdfpu7k+SUh4InMIg7QBOXJ1gpBWmsptgUrhFXZyXIQaImWCs+3kc
u/FcGUXz0Zl7TDLv76LNYYlNyDxo09/IaaIhb3jtlA1QaIvlHBqjfdHLCTPXdEmO3qtRS5G0O1t3
46si7IgOMGgEYFjrGxP8NYmkjYhhl7Updsttf8BF3vAbaFmwCobwt+GM0YNY0uF0f7ob3xQaCXq2
r0ot8MKvvyktcm2AQYCObamWDzD+s/euMeb/aLWm72zdjduRWi7vIewV2SFaHZpsbgxBtDsEhIBo
0wzYLmGzUXfPeW+YL2UVtV/uz23rUyKXS+GX+FYCW6/npusRejhdM+CGGZvHKJ3zh9zw0NNQy/aY
tCGKgVNSvpXpxbZ9RTtQAuOGWN/J3MeuBox/AIkVT6cQmbnHse6iJxjf8X/4dnRiYemgMUvzZlXB
UVlOm4M4BC0yqOckbdUXd2yLIHH78Mf9pXxdq6ssQU4LOplNpZZW6boqLToLcwcnGgIl1fr3vZKl
oGZ5U6wAUqsX+wgrJu1pNrXe9hvFC3940ZB9yk0vHP00SnsYaE0GDSU09PmAyGb+wVB0xQrKUY2d
R5F3jndQ8tD87hGSv6RlHv1s0PzHAVDQZfBnysBvBpNRjyUI5cTB9+ShWl1nWtbVajx4XKV9aj73
hujOnTdkx07zuidg4Xtd+1eLitUaSklluSnkSV9jLW1tjhajIeRsQVO4WIPgHf8PRbPc8tM8HKPH
RYzZD4eVXC5DWRTFx7SZ8/FA8RRRzd4Jkw/uEBaeb+kl0h6UYMX8bcqnCR0LCyljf+mX4XM+aONO
1LxxcsGRSA4l55ebeLVStGFzOw6VKSBhg3OOE130u+2tBmfKxIsjHy2PxNlJFG4yI74O+5oaPbki
Mbv8TX8EkRp+Y+3YaVim1XP9MfK8X0Kv9J1tvTUIVq5U5KWCALWW60GKbkk00emEDHHe+3Fp2pBh
yux4//Bs3ENUPcG3gWQA1LQGmi117SaqUIhFtWG58EmHB3MRUj0gmi9LgYZ5FnvezpOycbEbNHAo
B0q3XtKB66ml5iy8YiEOy9q2/HeYl3g5hYpj0G9AAW4n6NuaISA6tG3YJ0S/qyqOOiydkUZE/HWd
YJtWzGb9USA8961F+hHdi7Q9uW1kf7y/rhuvJvVkMO00lFEMXaO90m7Uxgo6STBVqhBBVNrJx3RG
/nHAnBeJs9zKnlUzS15yMSo733RreUHxAV+E0EuFb7U9QeslWulxeciu4LFvZzU60/PoFkkIVMad
R2Vrn7JBJcseHP8NPaNUvQnMUjwFTlnaP/jmuu6rqb1XcdyalHSehRkDvBd29vWeWTyvaS368QFu
eDNmy3X3NEy18YjYBpKO9z/e1lhS9t2hx0ttc92kn3id1bkH5txT4zpY8US402lq+5xmbfcfzoJU
l+fhItZx1tIdJZKR4BoxIGg11MNDtkcw0+l9nFUt3TkJG1+KdIxLm+6txF6ujl0/LiM6pJwEQ0WA
vKvN8Ckr23pnP2xcyBQQcQSBTydhd/JX/HE5GmYpjGIe2X1NTCdjrDWH7qElCt8a4qp5nHPb3gn+
b2t3OPWBByZCRcGQWvjqEaB00vAkuQM6a3WiHDnd6j9QpswXdJzmf/HyA1+hpV0NysKbCvWQJVFx
Vhul02HDVYhNvXn/yOwXoom8WQksr5cgLiKAVmXK1U0ZxU+n2QEb0FfnET2UnalvbFWQW7x8JF0U
xtek5HSc9JQ6x4Clb2WfrU7YX/omNaDKZfnOUBtXmkWVzqSzyWEHcnE9K5uyW9/2WBIB4TdPXl/8
Fpo1vlMcfXpvLZl6cRt8C9DYNT68eTnpUEvBECwFpZzH9cCJYBlDgzla1hy/i/LaIJxIxjr31cKY
d0Q2thaUfEYqyvNooEx4PVjvQEvuZ6QWSqfLvmQp5GdVMaxnYLrpw/15bZwUqWtH0EpZBnzaaiiz
sexaxZAAjqYyvps7TT+9okc7dvjBaMc9XNrGS8h4jmxYIQwLGvR6apmnd16tWWjclv1wiqiQ+crQ
fLG12Lg4uTc9lOqu75Y8eau4kmuNb0e4hGniGnhqKyoCpsnQB7NlZoUf0SPsfHP27HcRmh61XxlD
8S3nn7X9qG6qv3Q3q/Z8Gzc+KdU2oCOcFEidjtzYf9xIvRdqUPdY58jKir9jU8k+zao3v9iuSPYC
9601puhFj5PeKvJPqzW2W8tNIjMmr8PA/KE3JusIRWp4SXHlPkixOQDd+Z5e+NYi/znoaiMJLdWW
yCYBqu0Sx7DFmR/yJYJlHGcOruVp8qTY5e+C5Feqvf2HF4xGKP1WOtcI09yksplqdbEcHXEf81CN
Wn2Cbq/gFFt2p/snZutLwvqgK0HWzNOy+pKtGUXUkljdKR7mi1aSd+WwUA4itbWdoV4JNOudK9W0
6FnDEbgJOPD8KVuB+mDgDHZ3XNo6fVoUPX1qtTj7WTloF/he2jSfml4PrLS/9HVhN35htgkchtw6
y+CdCHqxf+OEsKTk3L31v7hHU/X+msiPu/6dUPEk40jyOe3V2+dOi24D40b7bi6V384UT7qPK3Dz
qauhf6M9on2+P+DGR4AtwZXFh2Bp1mEEmPFSZCnHCWYaVpVu3r0U1JRPThst3/7DUHCbJDSJlsza
wMAYqfe1g9qjWN0qn4wyAweVzQX3VjMYO4nkxvPG4wJyn1UkQFqn3LQLmqK05j5oXPSnFYOGY8c5
/6svUwVFzLK+1IAp/XbCoO/+LDfiMkYmKpMqPNQvV3GZPncUvK2pD3LDVi7Yn9qBB4FgZ5/cSjkB
iqCmIOEenmT9yqvrj2uwqck0FpMNrRR68Wi32QfHacbj6EbK0YyU8NM4eKk/qfCdotpE6tEp97yb
NreO9KiS6pqygnr9E7zZMDsWgtdA5dSakWseFJcUF9zgfLi/qJtDyRo/khoQuNdWWF2kQpNKXXap
N7sX3AQyNDwz7cSt8mZwglxY2vSwiKSA9hpJ46pRHi80BQOvdsJjMlAuErEenaNY9IEgf0ZavNqj
0tzyMl9HBRiNuKF0mFztmiW21SIujT4Y0FI/LYWTHZEdXN65qNFdaB4786muzOaUuamBvWKVV4Bx
w+E5VPPxZOjpeB6UEWU+J+rjYw6O41CCLtgTlt14D2VgLjtO/A8H6/qLN60bpVGucaq6aHjfJ3PK
M1F5j/AC088IMXoHm07j5f6333gP6fKRUBHBcZ7WaBETnQSgVGyztp+GB/gm7Y8sXeYXdVnS89AX
meXrYR8+py0yAkrc63s+4luz5pRJ1LpBnXP9Tk2poKwTE/UYyuSe886dntqIHC8yk/7QKHhtLLqS
72Bytq4RuQ9QKqAmxV68XupE6J1eUZ4PBqtyXyL8Svw+GvfcQrbOFT13qkXyJqE+eT3KZOo1wuFc
VmbTdEetLsu/m6L7J0wbsZNI3oppSRQX2QYdD6nQsgYg9CF7BmJeH9Rd6PqISyrv61J8t21RvtOV
qKR3aeoHNVJmtF5LMPtq1eEK35jPZVbEP+7vqc15S4ygLJTRf1mFHtUwxkOmy+fBCsXJEMovVGeH
v2iAVDu9iI3NwxNkobRBpRUQ8urIlF2mE5uHIsi8So38ruyVh1JPO9NHw3x5n7SV8RGTiz0w2cYE
JYqeGiAeN4jhrCa4pF4/VEvTBxPluZ9a2Lj+ZAn7/VRMu+z3rSmiKQ9ilXozogWrmCVG1j/kHibz
6VXzVNfx9AUxEwoT+mj3kuTqHJym7EJ/FJ3A+Arlw1OWOM0D+PPy7JnVPPlumabmcTB778FL6EAd
IqVSjqPVTP9hywOvgzYnsfVk7nI2fzycda61dTJ6mCHHFGFzL04OeRqmz/bQ7nGjtj6CyX1Bleu1
SS///I+hJmWueqWpWZgG0lwy1eGvuK+TJ9upnJ1ttnFdyBxXRgRs6hv5rTZJlCJiOLomrJjX2cVR
C4X+1/1jsxGdAnWQCsOA2YHvyT//Y0LNPOKM2WMkLVR9Rux3LLznHNj8j3oS7rtUydp/7w+4tYIk
X5JhRtAEs/h6QHO22nGuDE4PunAX0xR/aYqC103S7UmxbU6NCiF8HuydKbKsRorzumlGRkJfjeAQ
8lqQRCF6Rbk6PfRpGe+8altVLhkdyjiYigHODtcDzrEZ6U7DWtJhCQE8qvG3CQXLR8MccG5ogdYc
cXZQv6u9ZTxnfai8U3h9L0PW9OrbK1zE/gSrkl5EOrb6rF0ztgOejmgbjm3zPg8L49DgZB/7dp/u
+RlvfVEXbDaxOZwMBPmvpw1o3iClZZ3rIoqLAO0B67GrEE70DSWbPt3fPls3EzUCavaAVsC7r4pc
k9LmykLzKqgQgvqRZH32vQGU8rGCsyUOo73Mpa/Thdt5XbYOo6ehAC/LBjAwV5/WdDr+ZssUQTGF
+MiKLDwpfaWe7k9uIy6SpmxAX5ge3YHV2TCS3rGTllFST4yHcExVHzofROS5sAIIptlzKPLkeaxw
pw6tYa8Osz08jQmyd9qM6+hfiSYlRNqLu6CAGV1OVg3pbTaOxiLEw+KI5VFYhjh7k6fQpzXDnfNz
+2kBdXJqCNQB2d0ImbTj1KTCBE6QacvyYxpy9xii1pceqsmjMlyEzqj4Q+WoO1fg7f4l2+E/lIOJ
ysDzXu/f0rWrqozjMcBkhxLNXKgfOrt931oc1fvf9zUiuq4F0DDkVJJggSSk0nc91Kzkk5F21Eew
rG2t44iKxQctwW7Vj+c2+6G2tn4OdUf5OS1p+Z42pv7oJWn8JGvg32ttUJ6RvnU/l2q4J7W3tfi0
HpAfJR2T9bHrXwaGpDQyJ+wplYSwfToVw6UWu+cKB6ouxiDStfykW/YQX7dbjsNMaVVC7bhB1ga0
AnNrx8TzK/C8rGj8anFnQOqd3f0Ac6jZATIL6dkY6uFnvKCVecqMBTOq+1/l9p3gNyA3RYGM2/Km
QbYUXe3AhhuCuBqac6fmw7skEvVXncb1X/Rp3izjIYuc/HPQ88DdQcG/XurFiSvdTSjzjgVlJwyO
skPc4mwGssXeOVIbW5sZge8A9cVuWyN0etSSnTbn7855joMmHiLwLK6NVFO5R5DZHApxNHj35HZU
6K9npaSitBuTUpDqxe8qVzoqFZ5WPtl6v2tHuDkW1xR4IPSICV2ux9IHJ4/KmtSaSonWPk3WWHuX
KsPUXvXK+eubtwfMXMkoBQRNv3Z1MuLYS9TBY7C6wQMhjM13qbGEySEeneKgzWO2R0G+fWtQ06Oc
RZCJTyePwfXseAUSAzNiCpsAON7BcgThXXMT3J/WxoGXG17qCdDVBJxxPYrZZoolJtKJGVHg6RC7
6F74ddxkl3lyvL8Su9WPaR1We+3+zdnZYBqIT4jZb4r9kW7PGFlz0YSKOwZeUiVnMBzqHsxya49w
xVKy41ID7yh/xx+BrdpDx6FyTIHHaEHRdoB4C2Q/goTS2+H+Um4OJf82ND1l/LcaKqvzMB3pSgVG
rUYBUZL2WAzD32Zfujs10I0aIVp1dElIuDlpBOzXs1LQh5BFRC4Lt2uC1uyq31W5uIe8MbOHalHs
Z1OYn6Jh1H6lSbJ8wxlpj4y39QEJUjgTqF5wP69miyq2JTyU+oIYFlUQ2ctyQqk73VnTjYeBFh8d
BAftNRpTqyOOI1pRtXkBgnOOF56BMXwYrLk4GpXbv4jG6zDrE9RhUe0+N4a35zC09UlBjtIaBoNO
eXsV7xl1a8TWQLOmX5L0NClZc0AXgNaqPYnj23cPwE1A8zL24Am6/qRdPCluUVaYUJepFXTNnB4G
C7u/yWzeTCnkbyf6oA8EDZ37bPXpIkHnuVEB/aG63v1Sh67+4sVp8RADDdvZqRsLyO6A9GZi6wJd
aXW9FLMwS2Wp6bORhRzMIm6OyuSMfjF23tvfb1TWbIJz1Ee501ZbZVTDAXkUqonqwguQ6GJAX1vq
37rU26KgzjCRuf/JNipfkvaDWgmCawAb13iGtrDyQZXvaplia+YX+VJZH3plHLVj1U3N37YwEwF4
vC8taH+p87EpHA16ZRc676cM25BjZJda/7+dn7VxNAGrwsDzJC+eZsX1VkonK1Jsl9shL6fmpIx2
1px6MeLKxqVR/2NbwEkCCIix/rWLR/slw5KpD9I8Lt+ZKQ4Hz5MVOzQH80L9LIwpq3fCkY1DLesm
iMLT4yAeWZ0qhHImS01SqieAoQ82BaIAXXjz6DXZ+6TBZZFnSrsMc9NTADfMnQbL1pbUdRPLJiq/
BhDb69WpHIuM3GbCdYz3LDh05SmJtF9qb2s7ld6tkQyJdAFuBaXAW52z1MsjpSFJY+9hF19VlD1B
3cSBtUzjzj258YzLZJFlldxdABHXkzKItmKEnggm42Z+qttoJoxtXaAXiRGdG33Gebuhin5/p8m/
dZXH4L5j8rjy4JEzrGIih6JqB8FtQI0sGYNRn/IftlWVO4CWje3CKI7EBHIxQtC4nhv2RFo6mABa
NAxyD8Ui9Ke4y4z/eWnqnBRhxidEq+xD4kW6X6md+en+JF8xgOtZah43C2gMWYdbbZhk8MwcUv0Q
iAEH7IseQsgJjDkMZ4h2WhwGYQMx5uj0tWIew7gSk4/rRPdPCrMXvm2v/mzKuDlXeBCdhjCMH0aU
X790SpbYxygbze5kjLGu+Eked9SHRq7RY1J1dn2aqYbBI7TyMX90LKU85kbkVTvzu81GCSEkxl2W
GyinrMsNGW5fwiYywsbM+5rUw9kLbdnAlemop3h0pgpMouYZOlIBEkuTVx16+d+LxP5YCvTvLPHx
/pLf7Ga5o1BVe+X5E0ytXo3UGrKEliGlpGi2ngRqUJmvNq76FFF3OjnChUpNwLensSE/5NWHfh2W
FhjRDMX1tTRo7eBDlvNwBNHseeTmXncyO4CuSzg7AEKzbuf9uLkfXg8OYBLGAiaxPrQFZasaLXMK
1o3jnetmGC952BeBcPVpJ8zfGgq6mhQQcYm51+APktsUYDrNCmndfBCW2ZJM9DPe09oe6lre3utV
BApAX48EUIJAr49rX+pWlxQDdC23DSuoWsL8X5Fp4TdImd0Br0xUFdN0etfPi7kTbWwOjfqphLgA
RVi3zg1rrFLVHPmAix2je6ubvlunw9mdxuh5ktLVRdPmfjfVb/Yj4lNCsOe/VH2Z9+qOypQOk5MO
BHEKcc4Xub6gDW6PxzBv96Sdt3apDjIUfiYKQnDPr9c3M1ortbxZ4HrZ5T6FxPkweUhwFpaVH5bB
1nf6e5vjUdK1GY0gfN1RoxLJR6YNEKiqoh6LFGx7Y5oY4bhYbdLk26Pzb45HRshawhHhPrqeHxFX
Oo1LIi3es/GT6BvvACuyemjtCIBJO+85gdx26Pl2hgMqB2QO+cx6QXWlaiiHF0RAAnWNk6pgSnOK
FThNgdE71vsitQv3YHhOz7vjKdH7SjXF+EGN+4X1T+Nx9MvOKF3fzXoXC4QSqiZ/qH+Gf2+9OSOR
Pxax+1dTX/Lh1eqQe04aOhX0TXjuj97kpu/ChKyZxDb/fv8Wvs0yGQvgEAk66t4kmquTHI1JWSy1
QudEUZXvnNn6e2Yu5sXpZ+2XaEsYsFrR0vXiEvhkKu7yj6a2vbsTr23tB5JqdgPlF0RzVrluOMND
SJFND9Q8XA5ZnMwvptDtb2qYJN9rV82/3p/21nj4s4BOlh5CqGhd7z+kG3PIbC3l797o309hJtC6
X4YO15swzQ4iqfdgCDdhFOvMhQVZ0KDiSqnzesQmymrNaRtuzK5S/oIGqX2M43AnitqaFsqmYDz5
orJpfT0Ifi3LMjq1CEZvth+7pvicdkDQrEwhAZgG/XJ/FbcenD+Hkz/nj7qLpoEnVd1KBCj3F4c4
0b0gRtb10HWpfbw/1ObMKHhItJJB93IVLbh9MTgFDehAcdv5mZqk+rEiHP9eE89VvjJzBftvH5Fq
gFSg4EIELnM9OTX07JA8XgSu24wXzxWdT43C9svIso86sMKdI3BLnWOHIK5I5AdmhAx3NUX4bJY1
Gbyp8TAZ8dESnfFRp6Zjn+hyt5+VsRYp1mnNlBwxZZ6TIxFO5PhWW4ovmNbNjo/uhJYHMQ1464Hr
A8Z8qetD7Fd5bRt+oubahzTuAEJZuZ49pHi9mf5gFOnv0cRD2B+QrtR3vtvWFqFOxh2Gnr8UY79e
xY4PY1cWq+g5C7bRlHNPwsjUs0e7eSdR2doi1Gwp5aioLFKNuB7KccvaKS1aWuWUzcd2KKxfFMiy
YLQtBRVgfS/D3ZqaJPbQ2eYeIQO8Hi9WFyPRwoXxdIqbpdIbgUAm5Gya4d5e3BoK4RXAcyjgwXFe
DaVFuUnRkRavk4cJ+sxj85zOM0SYrkx28tmN8IqiArkkpGZApetO+mAp9mDOcR/0GJz/E6JmX/m1
OQ+BrSrNI9jL4jjWanUYrb6Jdo7cxjTJ2QHEG3RLOHurO7Lt3Cyp6pKagV7Uvt1Y4pIBk/QdbcxO
90/35lASJQgunGbU2uPF0ebWaEqCjSSJ/h1EZZz0uh9oR43pzkjy26xCZVjMuNbQ+UIWc11erLMY
OrbKAxuVSnVMJfPftOo9U4Ct+VjcG5RRec1u0gzuXw9mNvMRFtqlfty04/dG6ONArlnnv96+eDxj
9G1BnQGOWn2n2etUC8u4PkDjLgmUfuwec/wR3iHurX25P5T8q25WT7ITuUPgI6xp0hOWiXaaU17R
PGwidb3yzsYy9KcsG60A/WmN0vT45iqjlCamxEg8QkWCVOr6ZCPh2y51z6BgW8LnnmcA4dtRP80h
PNMB4NlO4rY1SVI2chn2vsxrrsfTY0guDjJTQW+L5jia/fgJN3DzwnZySnhUbfWQoL+7k0ht3JdS
nZs7hQdONievR10ms7MoxPHeNK1zzMvRffAQnsHiGUU9gKjD8f6n3NqidE5oQvF8UxZc7ZosTaIK
WekuqPqlPGZOr14qZfwbIPdeQ2FjPWFs03DFxYga4JrwLrsMonOUjncOVHMc1vq3zMwRf69UFaqA
o7YKlp9CN3/en+HG3Sm1byV/iNFptV2vKJdp2LQyxptaYzq4qWL52pRXL1VhLtI8wPDTyopp4BTN
Tv52K/GC2ilpqXyGKPHcOBq0mON4bY/Bqd2K6lMGBbqh4jCM78VABRoXFCNwUrU4pb2oDvrSio+d
NyJ2j3703/WstsdISav/UGvhSuJnoQkgn5PVetTGZPRWRcIM/GU8KlajP0SGEfqlJ+YHO7LU8/31
v0VlyVXw+DdBFCSFdZRotG5MzZnagKZQpg86pSJAyvQicS/K0C+ftLnszFOfetEj9dlKO4xKNqSB
Wc/tv4M7EDvc/0EbW57fw6lGvVaGCPLP/wyQm8SNdJXfE0894WNdWji/6j8oVfyH+FhqBtAil+ay
YA6uRzJAc1NrSSkYIFoRn5eG7NKfHUMA6bSK+F3qGfke7H3jAqErSdEAYjzx8bp57WiFVUOS6wKI
ss1p6PEemqX2csFD9WnJEUa7v5qb4/GGykYMz/aa9Ijwph3Nrt4FzlTZP4WY6kAouU7DI6KnMBVv
VuJnN0mRQ8rRiIPcoHBdETd9LqwOiRcz9M2xUwODWs9ZF8p/GYrL3MOHRTIX1s+csjh5bDVaBzPJ
oAWaNsnLNHu/TW+MPr19EQmPEYznkaPOLRf5jy2ph0s+ttijIzJgxxerQ7gRN+rvit3hKiXIBe4P
t3UCuAglJx1gJjiO6+ESdBvnjrwimCKr92HXeIFZJcK3x93y3EagxaeSCAcCIOSAVkegbz0LPnNM
Qdk1O+yeE+2Cunu7c9NubUIJtgTRBXqKF+Z6QvWS4Imn0fHTS9143yjYl+gAynynrlSfrm65E49v
3mnEj2DBwfhLbur1gF5idWnucsogs5TcIRQFk0p4R6XVksOSjf1pFq5ygPJWSo0V2+/1ojtHrWPu
/JKtmUtKFpJtNJXB7V3/EOG2sCV03m/NLbOgWfAm12un9Se6UoemQR37/tbZ+p7YX3D0WGhcz1bf
M6HRK5KE79nkkXbKIscKWs+zP9wfZWuDSjgapoBoUhD0Xc8qIbfQXJGJoMX//Eg57HftRs2nGpTH
zvptRQeyGYqVqLQ8XONKKSu2o2EQb9noTwcJ5vY/wrGtnil3FBSfkuXJyxCTIXaIPt+f4+ZKcui5
OiVqa92LtacMcWFBnSYeCu1bWSU1WA54MPdHkd9jFaqTCkuKD/kHUhureFIMoJzsmhINbALlQu8/
+ZEYZY085DgdjbFDEQDBp4taDGqgTX2yE3xtfkiJtfv/4dc68W09JnbhMcnCqG0635P1AfGGNoDm
llzuz3TzS9q0WgjVEap6FfD54w7V9FjRNYWd2ZI7HCotUs/sUbQq3ZTgJlyMgG5bexLussfD2TyD
zJE4WtoJr9NWJU36hfnjDa5EKQC1WT2YsWoFMRFeMDfQ8P/DTOVo4Anl/b3KTFKrkbwsxquKOH/n
xUV4ngdJ/XSLfMqOYWcqn9KlF58Wza12no5XCMN6QxHIAdikYA8MSn7xP5bZFgLQghtRXqTVMj+M
jTFo6NUt2VeQD6r+QAbqILimK/GHMe1jm3c6z475EIdISeAJZAcibVQPogNgSD/MvK7yp2lSR79r
HF05zmanfnPTYWzxZR8Mc2fttjakTQ1S4hYREV+TeJRZN7oUg9EA9f7+SESuxf6kLgib1ejiv5mt
QrDy52ir23KuUq1Mdbknkd86TXmm0mZOiuQxWRxzrx61tQ1J/1GewGIRa6nVIziCe+tGj2qDLpol
IAsrLir6qIGbz9XJ6+p455Leulr4ojBjeNx5DFc7IVqKtJgVmrYApJUnA41I1TfteVZhc85DHTSo
4I2HXuvjr2luuX9Pswmn9f5R2LpEodjJ6jOQeVj217sxS+JYsbOWwlgeq09L3VqfbbvY46/eAhH4
jqRxEsALGQvO+/UwOl8vDTsX0kMVL9k5wf/0d9SOqOAr7Hxkf+3wr6LEJwnt5bw4JFoe/+OEbpPQ
LMLokgphRBtlnKbiRSmNUBzQzx1mf1SMpffdtlh+1n0tisA1itrx004JURWzrSn2dUUr6ndJp2sw
yfOmzA+jK5o3I3PYG/RQqXVQOkInfRUQOk2dtYVkRk59Yb8f3LCGqqtmJyHUnfd24/zxrEueGE1b
KE/yg/5xfTRLg99OTVUlayzTR9DCuhBihb6egoq+vzduBQok0hP3T74ZNbEbMjVqogQyLpm/F6Zp
GTh1DXt3QR7lZ5Lqykeaq6njRynyqw/whXrrs6grmz1sRWPhJ5aNqcEyp9qLSxGs9VO17pPntmvH
j93MUp7qCEfondx0o0giIwJAzrLtBk/henkWUMFzl1LoNcEMnJLZqo+uopeBvejd77mK68Svi8q2
dm7FrXgWZQSqebKHL+Ef1+PWTm43SUyq3Rq5+U7pRutAfyMu/IqyCDRhRKFh9o9DFrgZlPhhVjzf
bt3qyBHfMwfZ2CIkkzqlGgpv0h76+reAbxeLs3hNgCyE8SuJB/2oNS54126Ys723dGPBYYcD2OPt
hri4hhi5CiUHzR14S8OmfHYzYQRDN0QnUj5kLnO9+ImXeb/zlTdmyKDUuLlPiADXjVUsntB2aRcg
tGODPHnf6w9mr6rYe4v/0OqRDspUAniuKd7LR+PP84a6m965bRd05lAc3ZoW6pBP+hFt1L26ytZS
ylMNJBkAyg24dXHdySpysrxBRxAC3EsedJCWznYNRLhGa/DJMeO92GtrKeUSki2QP0NpvJ7fMrp2
pGNKhg5kowVmmoqTKRywAEkndgLMzaEI8PgXr8ENHzQf1cQakrIL4kKPz5FXGmfh1eOh7Ms9eN8W
AICuKvwU6DAQEdYw8yRRKzr/lB7KhJOWQRMO6P/Ex0mfMbHJ0ZW0+gqD6aSeDp5Hh1wds24ndXiV
tFyFelQ9gN+9ipWBF71eW9Op1XpAhDWQeuvNqeKz/kWhIvqytLWDwH/mck/WmZJHF7cb4DZOal3X
fiFE7nJjOdGTo030+ij12Q9j2RKWt2h9fbl/zW+EPTiSE4i+9vKpsl7/yiFuKmRB9DZwUVKmnxMv
R6M3vnStlj+GnhXtFOg3dgEsOQxNqOwRE6yhpZU6A1qxqT+Bzslx9A4rWJZh9FzXi/p/nF1Xk504
t/1FqgJEEK/ASR3dwW57XlSOZBQASejX38U8jdtd7vpuzaunOYAk9l57hfc+YPsDfvUCdlkcjEB2
GTgi5X+/NRR7hlMHlEEqx9MD3bK1wpCbwujLqOnsJsSxFyHnCLSmGzl1yEMei5Qk5Pg/P2LI5vYa
AaoHhG68WggS+E3WOsArgdkQSIyE+6qJ2u2Q5Ku+FpOqP/39em8+Y/DldglOgLHEq0NLBmgQnEdT
TvM1BaUMEYCAOZYrA0jgf65H0MvkFOcWHBtwfrwqmoXbwmhJKUKM6iE/I1QEOV9hExxHtbwXcPzn
Xe2XwkV2f0FgNa8W6oxweEQ3p7pcg8kdE6iDi8Dw9Tjwd7Vgf+4JQO0ggWDqiC8pqGq/L5xNZX3M
Rb3jiR5O5rFpLhiCNwefRqrAWEBd/v7C/oVCf1+peIC7iSiKpn3Is9/7fz4zMF/NBCZkuDeA+bSc
DEvE0RC04oXBHrnvphj0a8Tb9ihgkiW+Fn2cIzsgZvUMi3mL1oFaJGgUPJvG/gCnKHrVjdz86NgY
HTlvl77SzoU3eHZIMpTwY/5Qw8GjOfz9Rt44eIFS4uMFXjVG++ivf78RLsiWBj3RZR/H9icA/PEi
4HN3mUZozoqMLMuhdyQ/KcT4XnLGgxfA7bp+Z+e/9f72VJFd64yl8lo93sLTqVdNj0OGpNGB1Bk5
BvOanAyPIuTZvxu48Eb9B5sJ4HogNULwg6Lr99vOdUMp2U815Ignt5OzQBPo0pGzHBBWOXTHJo3t
TY+Tr1xql1UL1m2YvGt/9GcJgZ8B470IdHPc+2v9RLwhPXVd8ImldWwRLpOtJzc0BmbVMyp3II/n
Pu7eg/nfeNioNkHFBgCIuclrWxiJxsgNc6LLXDOofjKx3XDaznc27/sV0m8Dd+G/r7I/oSqYNYJf
CQkttswfRYvNgknwPTlNDQRcABVs5WAj2JorzL1aQhLk1Nmgykyknv9+5b12frVPd28ahJpgdhKi
LPz9PQMOdNJKAHBb4+JSTqK7Zf59I4Y3LwNNFf5DWwFTmN8vo9a599zlugxiBVsJnm7iwuZtKxYe
9XOxwBitORBYGx7qDbBr15Lu2Y5tWAV53zwszAziqHnTHH1D2Ttn1VuvG3rcHS4H6RTjnd9/G5nh
Uxm12Fu+E9EzjSF/0Tbrj1kNlksVcmB81d8f+lurend4gjgEjkvIVvz9ioqnAVAyXJEEy3QYmzgu
m4Vl90vew3+O4POdAB1756Jv3eZ/L/qqpU+U8GMaNBi3r32K4USnqpygcohTHt0b7v5ndzg80b0M
w6hzDx993dgHge1s3SNZIt3y7QJymS4U1+SAkCJfrJmzB4CW8QnRz+8lgP9xp5hDQH4DFAhYKGrz
V3cq22xLMeCHFoa02XyOY13DBGOPwIC53xD0p8m7+r34ln0F/7aR0JeiIEITB5Uk6F+vcHXum27Y
MD0rV6irx1O00vkm0Ty8ntKQv+cK98d22i8GCczu7gHs9d9C/T9f123uFxkJgQ649tH9uLromKsp
e/77Mv3jVMJVIIaHgc+OoP852gmgYEJBB4KNNc1DKzEgANVSAsHOfIE6AgJJIJjVLLb3JMl/EiVw
aZyDQPDQoiYwo/t9h+xGkkIQQGSbZuHXNRLNT1S16QYjVFADUIrRPXCatj8Q3e0/wfOozovayfyO
dzrZDnJAWCao4Fw//v2R/LFz99+FLwLARdCW8Ox//10ZG0NHFnha6W7JaakkD4+ZNW1VG9RsepYJ
oJAQKQl/v+wb7xveyJhlQkOANvB1NZXtzOd8p5qnI+9fpok1IbDC+F368xu3B9xjHzoDOQVJbd9Z
/1lXqD6VxmLAdVzQnYa4YX0RMtfS0qqNfQRujKaOkNV8+/v9vbHS9olwBP0N8swgKfz9uj0MByFT
wXV9jSHtNOvlyFoRF6IJ/SH3YY6sKxYXwCTfo5j/+WRh2ou2DSjFXoG/HhQrBwoUvj1wuu2y9Tbk
ZHtS7TK/g+/8eSKheESlD34NCoo/quG16TbcOLr3uavzsptNfEY63lfvF3NuHHDevz/OP18j2GJY
LCBxwecabP3fHycSQvOVxhjnt9AxDyWCdeZjHy31uaMJf+SJja406eT/2gjvHDWgIf9GAWKdvvqO
jtKgM03A5/LwYzvWYnSVGGlbtr2T7+yHPw9bXAon0s5ZQh/8mtq4xCbpWgYezQqb72+NcPyH64bw
vgP8+/L/eJa7+uJfCBK10u/PkoSNxaPGwDKBiXb2cYzqujmkdYtmZQp6m4H4N7Qn5PFM70UavnmT
KED3WQrc519P9TZClQb8i80YKH6Sadxfs3HMThTg7DsL5s/9h8YQfD/seTAMUfD/fpNwTUsIiQDs
QNXPTjKG6O+Ua29OlCr2M6sDwYptS7LbeGrSdybCf3ZYWDcQqe0LNcAI4DUpCpUIMu4J9lytddQX
IwuWHnOjVcHhv5b+pY1TOx5rb/Rzwib/KwdZBQbCw+rCp7+/6zcOA4CiO2yI2mE/an9/DIQ3vXUc
c9R+nEfE4kBYWobDxOg7j/ut68BPBPK/vcv4I5a9DsEkBS8bayoe9XUdEXXcovY96+e3Dp3/XmX/
Ff85zIHgd0bCNwdErLWHYhcJt2zmoIOLRS5HeHybn39/fH+K8HfmO5gL/wLLmOrQ368oAACSCaaa
JUbQ0TMyMOOm4kOU3U0Ysn8xOIOvANiEsMxlll5gO7LcDDltH0c+jVdZQyGi+/svevMRwO0AyQ1o
bXAivvpBMHJo+53MIfph/pQSMVxtfRZ+UWzMKobI6Pcg77f2LGqgHaoCvwnOI79fMFmXUS8ewBjv
SXu2mGZXXG79YbdVeqdtefNSO+gIkgpOpz8mQ0vmbcpAEVPQhR19Ng0XEA2Wqgttcv77Y3zreMCw
E7JD4GLAoF/ti3Qka7fUbAZQlQ1ZlbBu/bk0fF3gKh3vdrFISw50GxwhtuhOf7/2G7f5r5ITZwSa
NHB2f3+ifldQTPD4KA3cKm/XTQUPtc2gHIVw5vj3S8Fb942dCdwKpQCKT7Rnr4HNeEYmhtLgzGeI
bNLXxPUMQckKM1skwVDxqBuC26zTJvInHa7rMyTwDig202Qp4ibr22MIKu0T6VPyddscfxKa87SA
N8EYVlvAla1mpsK8QJrmtp22MKlN1Q5ZG5zkmsgfStNYHrVel+/pNDlXaK/TpphNOz9sAcRpZZvK
+AdTrv8RLq4TZ2QBxUOhZuk+IFZmFQWQtL1I7+jwHTV9+GliWqeYEUj22c6ZmU+bF93nPUdXgG0c
zymUq7x/bGOKulVHyKVCzPzcdAXkwsHt3JlcngG5QlSFkhMsjC7w+ocxOh3uhhRAFNik6M5RtSLZ
K0fINa/c0Or0hFxOuKdQJNUem9yz9sxznqO3Z1NmKnhbTk25iW0eDpijTL4iImzdEQYhwzmXgwWs
JgmjxThuqn7QphafQZetv056Wj8jizMRIGuMcobsE+57VWx8cosoWsRnQu1r7oANhaQifF1dSfLI
hde8G2Vc4JDovk/J0pBbljXhI/hkCuFbbcafQi1RaK6wWIIjZTOAfD4HU9Y9GoTAdAdmQOcrhmTa
XiADaNoiipZ1wz9R3SfvvKHoiODMmsB3BEiZaebbyROke/hwwm9ak5C7XV3V/synrEZ0GrT7dRm7
3s33coEcEA5gcNA61jDOAtZI2uiOIPulvYLD23TXZhnHnTZ5f1UnZEyOI8PyL/GBij8L0zVfLYSw
n0FAzJFiDmf/APOAbjuN+KDSQxsmmA0MroOLHI9rdMHD1GFOMCGO8DYO4s0eapEpmEO2oZuKutHI
WAWpdhtPi6RI65pq/mJGHyagGsAcp9I27OJjtop8gDBnkv0tbAlCkB5G01ypMABxDXcRHuslaeIr
EjtA3CAIxX0x07GRBTOwYTknJgtItaxzhFxVYEFXpOHsJyySkHIlG6BFeKBLbi+QlXQIxamD7Gts
c5UcUw75TzEgNYkVUQhr7MfVTf12avPBscu0JWFXwa1SJCfKOf4YIW67snGbEBhGdOKBRUrcIxNZ
LsUQ6Pmm4w19tLYN4K++jvafNMWov4wsmMAnpHENPQh5S5pchYxzCmoSWkxE04PGf/Qz8yFCepIZ
LLaW4TaHzLjhEqSwU71GrT3RIkOCyGNCagK/yKBexHHYtILZyar49zXNtv4cK758FzyaXlyCqAaw
3W0MYAx5w+K41Vv4q+nS7mYLXIujKG2UKWKXaejpszrOiknp/GmuCZar2BSwNDzj/uywFiG4TNfh
gdcSltYOLcGVg2NwdkJiMDrJSUTTr7nDfAN0cLPAfwCBs31BVjVfsmygSaFReE/HAXAU8JpmGNez
HTJe5aDnx4e+YTy6gJsg+n1TmO+AielaWOB1jzmiNVhl9GgvdcLsR20IWLdb3PMvqcNSqSYkueqL
qV3zE+329iWJVaoqM1KLL+WWOFj6400HlWQ5GcuBrfnjkho7HaK66esLabx1sMQk8DGKJqnqA2U2
CCuarIEvwMeIg3NPMeQ+LLrnqhACsujSbrDePuhwIkji9IFHejCXNavmQExBoaemAzs+EGt31zQr
vN7ndt1MtfXTaM4t7xy/zidh9VUbQO1fNBlyEct6ccZcBCMD0qGWGYje5uBYcSabk6rImoC4f5q2
dsMzOtz4R8hsg5AR2WhxCwZDBCi990L7hxk/xx4Y3QCIwXfejTehopk7IcW8Ztd4+DCoTzcwz0mZ
q6Fb7jfmaHvNPTH8oGAUJ36k1KTj57oZJpyJ26ZIjRzslMHz4ZQmOs++pW09s291uC1RC9jV6A1u
nrDHzV6iPoG1ZmETv5InFSdd/nNDuSgr1m+TJqeg4S4kRbJxDEALF0YzVFZEsl5u0NlquwWlCPq0
P8FCf26+wiI5GIqFeuZ/kNAYlSDYJJXqzOsEPt3XnOU4s8qwzZfgeXFr6D6BlshhHRaK0N7BN7Fd
fvRr1EQvJO7m4Zrgq0JLeDHW/JemSJRfj5LtDJ4T+qOtewBzNrK3zjVbrNAX5CBaF/MYEtFVGoij
+NnmPpom+KEvYn2C03krrntnVYbRHvPI79bjUn+Ga1sSSCyfYK3vOqtkjHC/2ombGog9CDbrmMz0
mUXwuwUQH68GJFJLZfdIhnTu64OIetrhe6UWziR8GUA/fcJzC2gFOlI03zPML2tS+BnulrCr8XEd
byXay0SYl4FC+HTogoltsnQApF1bbDWz/Lyk/dLcLWNu5M+x9btLpKVY+nexsltyDLE3QMQJ4H8L
x5sAiE33EyOTudaVoYjkvjTooOsq4ul4ZyK3LGeNeD2BUX1s5DUTcJiti3yEXw8tUyUFv4cVoITF
YJj5LWbFJG0OK5+uiVfM6WIxLLex32R+2wxZVhfbuM4cxB+6wTCqQFppnj6Pc4uXAm4asX1fLC5f
5cn1eefO/bjG0VmwZI4vvXAJFOKByLujTEGPK+JhL2YFocNU+nFdgxpBA3nd/GCZN/WdBMcxKnwy
woGuVmaLi2Bd4Ro1kwbzxYhu2/2823BUng8oTOVABcKhIiuRYgGH2vG4OkHjUlk4XimEmC5tXiFO
cMR8vG/DAArrCfkeE5Kd9q+k502F6DGYySfhOtyDAQ6TZr+G3admAfO7FGZJyImC0XifT2lNi0iQ
fK2MiZaXwIeLKQZoAZHVEdT2ghkd7KQnnTnMrFokz1Rtn9L7bXDzZ0zzrS/XmIS6QC/E3dUk83Sr
IGlZwfNoVdQe4HkBa6M0Wwbwz3iEfx/Yof42JrBYKWVu6um8JX64QdTo2FXUSXG9kDBobjk0ANvB
G97cG5x7eHCg1H5MdmpdU/ioTxk+WJj/lcukBkwjMvy/5ditKA6yLgPLzDTAVMtOw5APBkCIoSim
YJ6Df2Q/jxjHLbmWBUpFpoqcZ5IekaRn8hODAUZS2HmSrMoWgZNZSwUfahWuM4IHgnVbnuW4WHVq
29Hbbygdo7jAhG/ofjbEdmCMICrBnvgMOZi7q21D+6OvvfWksPlk1Wc2DUuQHT3isyN4vfFEH9Sc
2uGgwjon30Kjgy9SQ78fwfRebZfAasuKFPxr7Ku2a7NDgKR6UmyQ84yY+7BouZ7mpDsHPGmnK4Pc
NlaEcEdbH8LABgHq72STVR3wyR9SdHT6elvc5k7OqWhBYZutI5Z6t8QVcvIQoBuOOcDZdHQeIprQ
WJglJ8xfkO/U+CoXUxIeTKtRlxXopnV9h8M47O8imzb9Q7tM4XS/CfgDHToqtIB+irknGPbx4Qym
XnZp1dDIUvJW+lPcAmS7yfEeT/HgE6yNGFXvAWairn8Q6UbpoZGKXc0d8T8zCZqjU3tdOg3tdNcn
o34ZEM01F5kKUKIoh4EDiLp2TAtGW5BRM0+Hb9g1y7cEGoygiJSX6Y30i1wPIhjTXylb6/lAU6vG
K9qL7Jcx8dxUNQ7PG6Fh8VbVaQ/a9ogCdyzDRAxt5VQ+PlkcE4/xrBYIHEEdxHd6bCd+h7wCqot5
7eH0Ag/gqKngbhI9Otl2okB5LD74EV+3y9xE+NLKqfP8Ct9hDSfDZkIVu+h6dx/LNvwIljTK3eYI
GLvt5W4ipTUxfYEjVYmyIWpC+EU7zv8wOfYPOMuZx5B7Gj+5vgeoh53QPHGZ4I+uKSSZpQOjF5WZ
IZs+2K6FRZipETN4SJcNl5/hmHyG5MBmBUbL0Nr1fT5NlZ4J2jF4s+XlrJIBUmjHg4em7ZIOZVWI
zLqFzeK6diYYXwDPzV85VwKsQxNKfYU9mZ3ICurRl7QZ6gbz7rHrCmSH8E/GdEYVINn5ucrrQQcF
Crz2nyVVy5GofJJFZMB4f/YpG/3NHEvSlkCBl+VqcKv8Zmju8YMhGgTplTbMnpcYp8DYiXw9qkyb
4SptM3/pNd7Wo+CsuQkNTsbDpiMfXmFr8ukCtEOMRayQKXJjV6/mE4sxQjj2akLUA8nbVKFwWAw9
LBmS7j/Pke2nz6EN0qmAFdvUfbIjSfOSeBF3Rd9NChYlE805KE5q+VqTAfwOdD5dG5ejXWVWuhz1
HfDrCAUuzCQifzTdYNlVo2nfl6NsAv0ZppobK+qs5Z8jnK3w3Bhq8zHuluZL0Hv7wnysPqktm+62
UfqvGG91w4Xh6HBFa7CSq2hMzHjiopk+Zs3CAYG2eHgT/H6Wr2TNqC2oBsXbpop9Uk2am3O9zPk3
xhc/n5Kam/gx112cHNQWxd85CV1a5d2UsAuOcRypSYtKVft+CG+STIibJkVRVeBDwcByVTJ4NCMa
9jPsb0J611i9zGeL+HMcMhkX0+0w+7U/21h24cfRr1J/6EPUuzfStO7Uja6TIAwYcoU36b7HXhl5
iomw04cRhSm9idd4/dWAmqkrPUASXMRs9yLrmZhFuYoOGXhLAuLLbdMOEJ2HsEsM73nESA+HuYT9
CAKXPw/IlVsuADPaqLDdMAW3K4KjLrbtGa8SEjNzMjPlKMWWZDiNdLL1uRVB+4GY0brrdIoWe55Z
yI8NIJnlZrJdcklNKJKytpEPrkc8HcSN7257sL4PpwuGr2l3qSdKn2mtBhQXdOnBqNeMvoSBR6Da
IgDcFmQBkrirfgZgBDONelwdRNQCqmw0FQKBpp9Xy1WHYBqs0U4GPDqoKJSP4I3SqcQ3k1wrrXRX
2YwiNCFWuHABOw/9MxoJR9XGlzYGH3poV5S2S/wlca4fL5GW8CriqaZXkHh0WWnQ+9IPbl7ZUUcZ
46fEj9FQaO275WAQsmgLM2IxVThBcbih/nPfw7hpp0ooQ4KC1az9KTq91Yc1Td1Va+Hj5oohrCmw
Y0S2uptBcKGLeF0AFdG2TfBBEd0kjsEGSsUJTd4C50lGfGNFEU5IHEL8DhN3UUJ6d0ZuCpC0AHbv
OEwgy9J7tvJwHfkuud66MQuKAFh1+NCJWfkjQK8oORqM1l+oy6OtVB1sO48BkIL6KuqmxVfg3sKI
hEdt93PisMQvYBhIwhO2dRSeDGqU8exiOMFe4tpv7XW3uT2xBnqsuBgWmCWjByQNKxnekTor2mSn
daMQUOLUCSGtgHNScqz52qgSLP7Q38Jc0yyHKRfR+mkhqBMPHj/ngJoV+vUaHApRGkn7BvgbGh3s
0bxOYGYWADuZcWlVtCTLnuqQT1nRNvXYFLVYgbSwplaQG/UTJ2UEG/z7liDDvugh19b3cbNl5z4Y
Ol0Btwo/4BAfPoPk0MRF5OLpW0Pi8YqtEUi4ZGyD/iIt6kSYNSY2rbrex48dNFP/4NfuaRI98ulP
HTCKL7AAoc8jdp85DZFSwwG+OMnLlG+tKii1+naJ8XH6ZZcg/giD63A+gInf3a21YR4dSQrsBxDa
9g+EPjESQ42LmtJ2UdDeEI2HVTRG2IsUdBawxozCh7XrA3JuNCLYbhJMA9YKDs/p9QT1SV+Jqc3l
EXw2+shGonPwjqNOF2lKuEbT9++79TYnP4DSSfnkWSjn+yxGsuVBrXFtD3E8s6FadTg/JTgkfnqD
SrWEqdiYXOgwm4+Bhsv5QYL5nh8YPjchTn9mbhy0iVj52Cen3uUD+Simfv3mo8yKahkaqo5hbIdd
rhX7+0XJebgYKB2XAt9P+mkME19XbFwbfqZbzB98JBy2U0BQI1sSqEqYBiZKcAmFSqeZG6gK6OJq
V6x+URSvtcZrW7nP7sFoBnaI5bNExaBAZKk20CvP1sCspogk6PIHNwWBruIeohVUY+sE94ZebF8N
CLey7Phg+6LNRAvYcFyaRxjT8x4mXCigz3AgBo7TJ3P/sEiI2o5Aa/WzTnpQy0BGXHQJHRPmm22j
2Q/0Nu6SEfSPBbAEeRrbCNhDvgxi/bbkkZqPYg6ovJ6SWpOvHpmBv3LdLrychya+4XqQPxiA4f7Q
bTb+uK68vfiI18MBJUPSFoltkDPLACH+oj3As0OzaphfazVbuFNMHNP4Am+/Xx+1iJw/LhAwmcrj
pLjEKKaHA5SF8XPOhcPAriHzp5xO7tGl+PQMG3CiUtU6fBZbY+Kr0cnhwW2WB48pioL1SAKL4eYG
rYA+YeI53w9QJwwFjtbpnng0j4dY6enCMASMSudRQ94mbvQnCxNA9Ak+HMZD1HTLSwTu83yBPetw
J4eZT0VWJ4s5hWQezsyJqL0adwIJmpxkFAC7BoHSCd8IKKO5HX9sANM3QM56jEqzUJTzllvIrcbU
L7zaIuZeGMJah6JnGf1A0rZBP+hYcKsQQ7kcsih3X1GbDl0ZLGjdqgw1/lDC0sh9ljlPPsDZsBtP
dZ/FHzWLAdaZNO08sh+2HDCwYN3X1bT7q458ckiJm77sY4+mlH7qYqgFV/8wxSNaOHhYwHrXB7wx
xexr9QESV6SWjjZbsRHkmB2Zjbm9M6nKa1Ap/HLw3ZrOdysjqJhqpvpblDVbW81tG5nKZakNixzQ
+bOoEWb2qVf9iMeEWKT5KUAD9gXGr8yXkiJ9+U5u7XoTwxAmwW6AuLzDkSdjWvTIy/g1CIzZTtum
5R0UY6nHNACxGve0TbHgADbLoou6vZiurRKneprnA0o50O0iOiL4NoJz99MCRtl0ndQtP8/4ojwJ
P0U3ItrjyyK2CjCEx5z7B5I3ESQ5iHUqHPBMGA8FREa39UqSbwAHE3lBH5/ceiXS+my9gswS6i/6
D2jy/TeOEwsoNjRuN1s4tKJAwTV/Gmg7EMxwiL1NrSDY+gjmgNPwpmJaxiNr54rxOuigrBixP7FV
c3vICO4FwKvLbjZWZ/EhhNk4yM3ITb4PkwT4xJavgwJPYWZBAcQpJkXUMP8sdYLKQm0beAScUMxj
ZmI5zO1jH5Z1KGVdAPXA5kGnBQwUNSdMfzOKOBaUDxhkXJJukwEwVB91Z4DU5gnfaBJW/Qa66iFt
vGlv0nDGd8ehblN3QCi37saIHO0PfIcjeRnDuqFV0kXbPe/8+E+nMkhlTIIYVcoQhXgXzx0eG7zp
WlL2chn8rRvp+GISVGCfhjFdvg6mTZLHgdIZoYJLsoY3DImwV5uLW3OwSIrBjuK0jYGlTumPoc/r
sMDQTDS3jQzs7TLPmKPMOl8/R3WbdUAgYaaHFHifFRoCk2uZAq6txrFxd4J3Zn3SZmnZAQYSeipi
WktMbhBHc1W7vhk+5lserftrTeHXb634QjM1NheDTpgcKBz8n5VzBisW8T75N6oBxiFfKag/WTuw
F4hR8aPbEb6BBTwFHa9W4VZRpY5yeVajy9z1wPrpYcMC3a6olPwjQ85d/DyJMVNlgxG0+5LKTl/B
dRAEGB/QkZSjjhzwOaNzZEvizF9QL+FWcKIMsOKHcoTkZw6YmJynmVByO7TgINzuUOLXtKOpg0VE
irLEyDny1TYF2lbWJGY7ENLRf+i6zKQIST7NBXdGtUdlMU2rfEz1J0A6OTkv/aa/hRPGGXeSjvpH
ugTd/TIYCuUeqK1RuUQbhJ196KwsszZXDxjEQ6mV1U1+2eAcFj33SYthUkhhqVXB3iLLXxymaP0Z
iLIzN6xN56dhxNTs2xyva1fKcBE46NNxqwZ0ARv6PzTghfEuTa6jHPvpXBtEft+0XiYSsCOEhZcN
Dt3D89w0ui1QxKgGAx4POHVGg5eXfWNoi6eYbQCz0/7OJjaeHnK7iF9ID4+RigWCF07TsSb6vGBO
KM9IK8UN4bs/49GARpacQT/JtlLopD1vhMeiyuFutY+QOL/GyCdBP9BO+S0sdNIWfLO8gxVCrtQv
GqPjqOg0I/U19WvqdxWKeIAQx92rbtCulDA85PiCSqRepBhRAf3GobpWNRPReWd+wf9fZmv7ASNX
+JVhaM6/B+jYYdIxZgTT3SXVvmRpqO9aRHXqoglb/xXjX4wIERya8AJupKhUwCdFzbobUF6L1Ah6
nmXfvaQsx8kxdr7+Po+Cjwf03PjHFsReGOFCm+cLuQI9P3Yj4z98OuqfcatQbNs+bFGnT8lDDLdH
dadgmrIeZ0nJAeUkaY6qVdPykBgrzyHqOw/0cUhE0TTomI7A3hN5wr1kEaCvcXuiBkzpR4X+W52M
s+RTPiwbzIaMysMTvLyVvPTwiJ+LPmjcB4apS3dYIi/AtG75ZuFV4tGyAE1aAgSchTgH/TyH22e6
OYVhYj45NKdsgBjAIVrclT5zwePauOzrqpqwK/2/62OCCGSoHIjVmIF7G/bwJ4/yz4H2TYhJxjx8
n0IOO2hBBKSdzRikJ8Pmrq3wJ7unWhEVPuUTgkYKG83DfMy1ojPMhLINCM9KMUbokcOWHjEuizvA
/AGEERY0LV8kgsvpCuMnuCIiS8zpI5NtHFR9LertlsN2897TDVQcHE7Br2nOhpsBZO/1NAQd0uP6
1KWHDkfKDkWOagBnBdu8ySG2KqW2UQdvMgoIS64Lu+kTJsmFylB0B0QCTfIWrWe9Fuj30cjTMe0r
TPOcvMp7hvFzhNYUs2oWGXEw+AgAQK4JgDn4yn3VlPaY+rJpkYdmihQ6lTWSYzEZ6b7AdWHGd8/R
4QTaZ+1xvI5xe87bupuvYsw38RzCfcEO0tVVWqP0uiRg37YlzSzwsVlwOBYBR4ELATzFphjeav/H
0XlsR6prYfiJWIscplDRZbuc3e4J67jdLRBZgEA8/f3qTk/odpVB2vuPbtiRiVEka1p1RUKfGhcU
ShJv46W3Wpw/+3qY+8ehKuEj0ZYUccpi0n8xP0uTsqjXYepEjGS7Fj3qS1vSdXuRS8QWZI0BfQ5E
cHsHTDiN2m1ttMj7IBj6Zp+IPAZACVZxSRKrMvcWJZD33bjgiFKTC4XnrwUO/lEMc3fimrLfO7ex
/wauoaKiuClUQXK6hibw2ql43qx8rbL/52vtR+GNh1xXbfu1tjVDvK4C+3GcRIP+fW2x2/qucsBX
LTOqNMa3bdKIOpkzSSEwC/4S1H6KZrN4rUq/dg7TnMNlMd7MF6jspTiOjg9ttzmC/1qM6HDOKyJe
C3G9P/XpRgK0guE0+kVARo1Z3YiZf5BruHhvIwrRNJEsD8zMC9m4Nl13KXvWck5MFUQZNFs13DI7
thddIerfCRxB8akucGCcSzKhPgb4ybtlm0yXdXD1gpFpXuqD6VvLSmuWiVuphdO/N+AqH+1mNiLU
lptEQcdhPe3yciSCCBe5HO4sCOrXgbHJf2cbHPsn31uH6C+4e4FMICohbxoAoXVXL4UDxoMWkalX
LN13Nauxx2c74lnDz5Kf80aSHDeayi/PnrOOZoeOk7Ma1jw3/0Jr4z/ULEGvKDVq5nVv3LwU8Y/N
ajQkyaGMiyDiPG2Me6rrvnqVYih/ixkemayWTiBYcBK94exs5V84DQeCYYOLKznO13g8mK2f3B1Y
AUII5nFki3BVIbmeyZRcWqMoxosoAUEh1QRoinTX999sCowCWxzVfzp4M52uJSjU3mkcvV1MVXl7
Q7+7xujiDrsA0Xt/ZteYx30tcBbs6CIM71z/pj7QBWd5hvzCcMMFxQpT3getndWdv6lrZwiHABuj
Zy7teo62oUZzcNJzx3kdq7B9Qs0z+M+2y+/pd9hv9XaaOcvjdLR1Eb7KuHcjnGYSCnslraV4hPfg
rINZBoRzR99NsPoStJYKYC7e1rBugVkaZwF5q70PmCOu/maSQn2EC8f+Z+2XNSvo7c7nfvdMNifT
+IbUP6/2t0isYsfX3H8OyxzND2Vru/IMygLr3/z/o2x2XPv8gpl1nkXpITZY+01+mt4UQ1o1K567
pBeSzN2ylB4m7K0/rysjz01qXcWZO+REu4wEr/zygTJ4shCHNNlK7Ud7cBqfqyriX/43LEGwgKrH
9lvYreWPbQopUkQn9nc3RmFxydVAzxzkXTgdHNP3b4syzd+4r9W2J9VJLvf93MwJvWbxQE6oVxDL
u80kA985zij+NdYYFxnZ0QQ5Yma0X9iB0J9P4N2C754lS7sxSiwZOBP398iRnrUUnSx7IuHEnxlp
1NuEkn7hA0gn3MX+AAypfN9ydyppxfK7j8bular6BJHSNor6QD+1i66gKMNd0xFPT4rIMBBKZDsK
/cA2JBPlef5WlPdjHblrKiuytnaeGAHvB6DJ+w0hAMoiswb/hkgT80v0+vBOj5sinETF5rUJe8dJ
uXs8mOuKOMX7redI3EXbFFJSCjycPwxqBOIfh9WK9j2JlsvvWbe2n2mpZvsB+t0Z9n5LdNvetfL6
Go+tu4JU1dxi+Thv+jlcrDDcKWWW4U6uFiODqpT/EObebPZEXU3FbltlYu853no7LeKALpoBumbf
xb3adlOBxO2Gz5r7Nh6d8KCNdnysUENv9q0lwxCez9QflkYeCEQw851XCwrA57yMEg7suQ8vOXPC
a+75CL68BNmqBqfBcJIP4XJIEhVdGUO6LwgvTz3GYyVPk+2uy6kb+KMJx6irR8fvNBlmQ99frbaK
/oVbzZQA4Rq3B3h4/6oYfb8gC7ogxR+DwIYgcIJCh36N4jQoEECccx+EyRJEWv+tvGIzqUQdAju6
9Gu1Y8pE+jJuUCB9M/rlfhhabZMYS5pXYAsZQ3jYrEwpuhtmULtH+r2n6Jb7miadiUm0hqzZt0Ej
UIBB578MmI2CbFq88Sc3HGMXOSHP2OVO7ehdf9skWWXlzGCdi/I6j2uj3soKvd+9RQPf201UuqWx
b7ZTCKo8frHOjt9QtY33ONX52uxQzeTB3mJyvd86eNTMWaztvhzX1U/RQyRBWoDvz/cEQ6nXIgjo
EuNJ5ggyU8DxRyVv/9htIVWl6C9MnerFNL/DZg6qO+6z4HvJ5/LREKDzloxDSNq4CVC7I5eo3sn3
13nm2yCuKJns+AmM358eipCLJ+1VkZDVN4f6Zyt9IHkSesR2qt2iejC2LFFJweUDbKgROUQ81PEd
Q7pX7AoHBmRnQtG8LZpC7AOKaGVfZaE5edgl1U9rVnltVG7xSLac9tmU19XBmWhkgUAEif00bTON
qbbockYPn5vHbtkW9SfotvU6u56Ojwz3ubOf8kknaBit5PfWVwELIXn/oEqoipw/kYdWcF9przve
ujLwpzVewei3JEmRcRQt40V6Yp1gD4i5y3RYetfeCub/uHYXQ2eM1617d3K6TyG3Cv3RSL7nqU3s
Vdz11TzCeA5N8uj0c+hnJo+hlgkCq92TSKb2nd27gZJeS3HlEBiiXYHG97s3kfzytACMv4Fjn34z
FG8y77woE2BGfGaye3gYqyo+5DE9E/tos8V7bRcdaZETkiPUQ3UuEMl1HKhiHYcXqI8kzReKg1GS
jh7g04iqlfEhLn7Vc1mP+ypO+re8zDkUUAwET4hjEXI5fL7nZgySgKNCyCad1eCPD3NjiS8AVkp3
7bLsCBZNeo7ZUFTjnedvq8nWriTVkcC89S+oHsZNIvu3OpslBPeeSDTCY50hTNRtF4nsl2quOxe5
2uoUBKdbzeOWVN6vGX+Fe6djZ7ljaXO507hV9NH1N297rgC//pOxWa2snyO2CtZMER7KWUcfG4nR
8nEtN1ewwdbtV2CsaN6vIV8JZ2y5sZWUY2fvIxNNAD9FLeeTnJMOC63wxBksWraH1gnlJfRQHsOJ
11yptTGg/NtWu/9Zq59YR1HXgo+TDO6DBGS2eEoX1e+2Ivb4e4zr/jKjV4dHdP3LyWUJuK37aniK
F8st9mMQ8GTGiLC+SIkDFl2E1yIdr4uXUkVCZMM8B3+aMEJx1FDN9+40rfNaVpa2UMmFhPssCdWy
2RAxehysZgq+Ij3Vf8rS0R9kZOA+Dzu+XuY0awPBkolO5yDa/mmkJvPRDQeLra2dvfsazeCvEhXf
cFigcSLUHTfaGVJuxstId3aPwJuprWz93mSIswRjcdvXlymPljZToyvf/dxzTLaQJmMdt+ZG+dP9
o58btFFwJ3lUf6Dg8TvUCA5flFuGAZQxe8RTGUyCKtcyWf7TtuS0IcEpvs9tFJaHxSzxkoLViq+8
mm1UtFbgkDbl1Y1JLQnzzvBIrFQvyl7uwUibXw1CRqRZk1PTN+R3JM6Mt1ydEwDpyCnvjC6ooRTP
OY814vLSAqgYVRsjafHDlozr2XNPxezY7WlwgvUaQmnIbELsE6Vkp6wyJWhGqVucSKRTERhIF9sH
eH2Kqtx6QS6FKEOMk3zXGo6uTTVb6x1JCVWLvmopET1j6GZlYlSEOLJ6/0iUtW92k4qSgT9QIKdD
/9BtaYeIeEoLlfcHwH8FYZiYwmeX0EL/Tsig+iP9PPqLHii6eCoASHYW5np0OmWY7OJkLqa98FbX
PUZ8B29RUrr+HhHcfJ5Jy5keadqq/iyDVdiPiDECfTd2az1fC6ePn+E7uzbrtXKf5EIG2Z3unOZ3
i+gbyZVv0x3XWMv8SIFhuKTV7JX3iEymgQL4xvqAISzQHSNUz9w+5KZwl6Z+7nor+l5Izk3+IDb0
poNEde7DZy7yAcE84GM/+8lPp2NgJQ9l2V5hKaX6w626Mov15Funymi5oV81W3sXTPm6HpvRaZqd
Ql3o30OG5E9zDP9/WFXbA8N7IrcP6ygh961hqKgt8ErgILbWVxv9a31gsQgPyhT2erh1keAQ2fpY
o1ibIRYrSLd2v8ZIQV70MK9fYuz0dQ5j0R/mfB4gCEI15DgJbdj0KvB9kABteYoAQTe4iAXpX2qP
SUfYf83p87G0fqW+iXXnnjPNIK3dhqytevBi0w4vQVMua2r3DAsI93XlpHO1zrtwYMm9FeCUThpO
MNqkf6O7OGCvjWBi+qB+FPGt3RNRnH2gLcXFBzFP5iJazVFPIgTSMNU14qfEGB0ydAPPXHguvH27
tJyFELC9i+544Aon/L02pG4Hw/fixniO8m5RfhZiWAf0ifVccGsM1fDuTC6wDosq7OJy8xogJR+m
5khlXVedchqvXwTdu9W98su5ZaaWywWNS/9hCFG/mFp4DoBVybFmD1gioaTMsjo731tiZ2/1SeQ/
xPNit8fJmZf21HelbXbtxCQM0gQQnDq0InFh4547DQEybgzGXoUwq3Oqb5YiH3ORcpZx75RoX5Di
F/SsorQsLkFtwQkVUSF5EmJvfWhactz2CNHavV2GXce6G/f8KPWqvvzRoPfpddOdE7eHVeaJgA9f
+G2Mz2MvEGKq2u8fkp7bIhWWKcIU4ajKr7F2SgRDufGTpyKh5mZfzfQSPESaXSijvCPxzlMtmpZx
I6z1rlhDttEK8dI9dHPXHdlg5+dg9tGnCR/DderksavOHFvjxKrWdX/jCGAL0f00cZBvSdxmAWqm
/BBQaITupLY75zyDTtD6EHOSaJrA3lRZVz9RBE+2pyyNlzcaxvmXBczucRqy8KWoMIU5dEjNaKTr
JVlWlaPrd7csluLQVJ7tkLPI5bq3ij6AmB70wk3TCtrhQ9nHHxvKCQbyJCxAP+SKtH9BN8A+0SHM
LZHnApnlM/x/EdvVzui8CbIlMPpKykO/7nGnlyrbttlAEOiprR9ayKM+LRNXdrtqoxY23fjeV97r
yqw7yFe0GJMVWkfNqaYPI0U5xaHY/JvGYF3yR3/VPei01Rd5OtiL/iTiWj0vnZpYGyk6LbMe6X0A
ZYlRJg2aqlwzr5qb7bzwNAPmNib/FfBXPnleNL02I11R+5YvAsYw0giNVR2p/s4DKXkAyZrJFPVv
CQsuV8dVLVslD3HRR8T4m3LFgoP6UWVitW25u/n4oU05Nb8jTAPePuynpSLI2ZWs4/NKX07cUTqb
ln6HeDbxORQQGQ45K7ZGFDWgwZmJm2nkq6XLSJ3nPLDvW3eOgdYcnIwjukewg6DzwosdYcLC27DI
FzrbRxi2qB0va6UjXmpQqu8qt7vwAADNv8srLtUMcGJ6nZg78tSbkvIKoBDE+3INvOoaBf38urSe
vX5KrxDueaJ6Mvludbie69FTFmR9Xtg/BqZMPbaKSKwd6nefyHunqqdj7q7V0UWsL/869FOF/+ze
XrsUYQABqdIdHRrD48F+ohIBoK7fxuB1U17TfISsyQo4tlS3R327PTK9aYDeLRUf+Sk9c8IJMd/V
XiPCU+jVLiLbaGv2DojYusel29RwT+QzngU2p5XPo2Dbc0C7X0K0nC0Wyvp/rfDtHzIHER+Rzxte
czxMQO1G4GCUQE3JcV6AtbOZDJoJmraekZHb0v8EPXPUvidOfYWG1cFPMvXYSZBNop52EER/TX1v
/86VSsIHVett/ly46H5xjWzJzg+JrctQc4geUqcJv3HGANOqJVDlo2ZjFXvpDLXJqPy2Yn4t1XLy
e+giFFFFFe7aYQD3aMfeflUFHOeRHwYlJAtL/1kjCR53oLnuuHdpY5J7FoH674hdUf6zwrz9qVoU
HEc5Rt606ygMfglK2DapNvZ/D9gkmKCaC/Nh81hTGFxS4ZwlybZdJTJfc8fbPfQf5Roh4koX3enf
wCTDdPQhyFcWVH+iihBjz/Rez8KVL1MfkKk/ByHaen9Lmv/yxnfuPbUAEVURg+uuiUmGz8UCmuwY
2zEXJIj1lsmtnl+mqMXowd253LW+bgnntxokkjCGvKsq8TmRvbnm7FHzFD4VYb0iZbdE/DB63RTf
HpgJpscON1llwlNJ8auRRsiUEZI2Btgbh3yhkt8GWVDiUiIpVOdJRwNa9jFkIcjjljmUsizFmNw3
ZtlZPg6VNJ4dZZhYPGYLfgj3aYVdmo66tNc3Xi6lT1JO0j4KLr4TTBlCqmmY3AdiTh3zraEP8j1f
MkJRn3RqtE7z3N8nFcEmOydiHzqvWA19FD/U2qZrt7qoxaSzbf9NPiWEV5eKq/yoYen8+35t4kMt
tescXKJSfxbc6g9ATYixVxCgfSBvTA9frw1pHC3/P4qlLsCau/nfZMfbe6WQsqaOmstXn7yrZWfX
o7paxjfdsQ1r4L/WWhrSeAMBRudtvOi0eKMX2NFF361Z5fhB+91G4wAG6Qz5P0CWCnOJO+jqMIw4
RrKq5CFjwqnEr6K2IdGYWZcka9oNvEVG4M6Z6BCs3C0GnGhuRlDa1ZE2NEMPLs9eKJv6JOGyvCdl
LdsVkwXusmUKzaVmR+dKtqeCW3u0iyndcFkzrfkNZsoSNDF8XDUmD9x2HAjx4NovCCPWeudwO0cP
ulftcDY0WGIt83kk9+xX65WZVFapLMGNWaxxI4L9knOMhivx5h36W9vfkdwWubtqEvotlozMd05V
sCh5i5Vfeu7Ls+2F82c/5nByHq0j+PhlgwBtijkpDrnl2p+LYkRLGznMrwGuvCec8OAnrc7rL2vS
+ZsNhAwOZ6aqy4ZBiR+wPbapaiKG5N1mJvhje6CrQHdM8lCutXkaNqN56CvMMcfYbu1wV3E3PQO7
BMDbM/bdYxznwbvxZGu9J9LLGYebKP7sun771TE3orLYSqYuHayEdtgtAcuWtpEWKqcZH2se1Hof
CSyQ7GVLWN4LMRo4I34mQAkKS+9ASQL74M+xPb/XQROJs11P4vb7aQosI8XqMcAy2UGKBB4lzkNU
vgJG5uWJVIniC3uMvYLDtQr+MMCydOCMaNtr29jBI905JfpRogrfmqq1fvGraU2GTK55726cbtZ5
IvqrqUn+1ymb8X72ei/YTVus6p+5nWRwO0HdpYM07u135VLCd4e2eWtf4d8DwckzxWA3kniqH8Wb
CVOXhwPjrywcBrXKdjPiyDSCLGPRGK/jqrrkkfbWF6S33t2sSGskOA5lwalte2s4uSNAPNNrPPsH
UIQSxfiCYggqVSYw0sr/nmyv5p4hLYtIt2KZnghAwuUpsaW/jaVt//FGYe5G4VSAmjXcORLBbX3C
+ts/I1cTHbAG+TLPfuEP72XnWh9zUysvm5k7rs5oW/mpHy3rAY1nPr27Lb67HUGl+kTvPSC21Wj5
wpToDfz6hHZTDN72JR66CFluwhOUuqBPRAYEq32Kmjnqjl4pzHD0zaDXvZAz8tC4nwL5lNBTWn55
XaKSK8DAqh+UYrjc9Wt4TCzSPKbZ/e1v0n2F1rFHZu7RBMcit93yNGJs6G5kl/uPUo0cDLWX0zPw
WFWcEDWW18psungCfIiLtNzC5S/5/hxPBW711UqJ6Svng186UQdO15ZbNuYRN3Tb4g7Ler/0o6NZ
AZpOQRNE/b42nn9sJsrSD4WgT+PLJTqyICRLKjhniXYMfAsoYDebGJc3CgdWxJ1ZuqI61/08/OXo
Fm+bN1l679QSqqr3RnwyknbmfxZT+AXZvFkuXcTWm/nlQsjb7GzefnH7oNoNTSzjw0YEJG6KFcS+
rvheaUzhBg4C02ho3sbB6OrkjnfGqV5+oiGJK0yWMVwhA1A+vFnGar/xbED/9ACjBAOYufcwiih8
nmXXdZdaDA4pTROFhsdlxKv9QVr3MkGFgWHD3XdlyBAf+AzKtUEe1Pi0pyC4m/4I0POVlb2t0Jdj
WgYedy3EiXgMkOQOjsuPota4PFBM0Acor3UiwMpsfFqMo/MviMX6t8cl4PCAsVAjQpbiEAzE4t4U
AtEbNETxuGLKKdK2HvzuGAc94lsdbh7Ud9z79w6T+T+3jYxz2GL4hXQgKObPyHpfnCHnqr9uGaBK
FFrrbw6RfkVjzxh6wCbX/Vc6ZRTjc+HQSfG4uSo1G4bYXc1eiJMnaHOIZT+JfmOTbcgFKZvYgUlq
uu8owjOtwFujTDLwXXIxxVSiKV/9YRRAQ9YtfpCQctF27dlDKfHSUlLPS1mvawBOWXX/9GzHX/6M
5YFgJEhdV6y894nlczP249jHR2VsJK0ibNdvaG05nBDPhY/4z0tz3SakJyeWeQhGQue3GRflZP/g
OwMcw6cg7hobLwlCSKeus7XwVmePgRVTZjSF8cUBfasP9ZZgNSSBAI2f78Tu335zos9Z9fMjPC0Q
eRu3+n3iPW54y8PmghkGsVs745KSjQdnYZuqvC6j59sHMwqfo0QolPYF4u47K+DG2dEWpq4khPff
cen4/0w/VJfN4AeALvM7GD1Mj/8odvPePPZS2FJqj6xDGU2Ub1UalNH12q3Z6Zn8b/SKAvENPyC7
LZKJ7Ym3Wv1B8Uj8/9jCRJ0qpw9PDAAEKbSdhRvJGlt0iKRFyl0xeG7wlbBGzTspgtbN/DYpzMmb
Nlefl7pq79rALotMWG3kn+C+uyYTRA0SH9HZ2/groA3DOSMnh3cn3aBBvIRgbkQKwoOfLlG73rPl
lcmdw4o0PmgkyM/d6jchSQRNyX0eM9vuY5tIvlRKbR685QbBOHJJot0y+j5/iBW11e9yw8dyBBjn
MY8rx1IvZBL5XebnMrkUlnUD3PJQXgP6FP/aiEhs/vcyuthFLH6zCSRbGi15HZ6JamvrS1+DZr84
5WCV53ZT5bbLUfQjcG1bB4gIm0skZV89qWqRTgpM0/1ukgTayW9bWMTFoYFwPwlHF7sKt/kjJlDs
iqyVPmbtcFnv8VjCvUcMHm7au82MJHWOCKYcq8Zfd66zVgGXJmWlWT/O+t7Nx/LHjSe/+4qK1flv
hRdq5c5uhrzd4z0qHmPgrfq4dCZB1UcBQpJNHNRXxBie+4f3qckvTdG5j5yTBYdzFyzTfceBgKGx
5vM59zXQmndXEUQlzwGc4HUpJv1fhBrpx2aXfJnIVvT36ybHX/FYCr0v/KldXloE37sC2y2u/YHW
xTaeo+SOskxxsrtmgfUUqtiXLlnBuwhFtTh4uR83ZzDXdqB1O+H05edXK+PWUr3PyWhP17oq5SXi
2THwVgNYQ66pvTjOgMAERtVVnTko6vHkEQj/4Sw34SNK9OS9jfHxpuESDb+FLvwbBy0pHetCavCy
BBa5TP2gEv91LZQM6gmwT/o0oCt2XCrraydD3q9SYsdMLc41dc5lrn8FzKtPwqk7pgffXX4CRy1v
q6R8gyFz9g4JFq3fUpVjs0M8Zp3sdqz+i9XEQl557ZTCZrlkqCNd9nYFJLY+5H5ZdDvKm+1fKJ66
/6xAjheeiIEbsZDRS9OXdn5xKT64EGuyemcRk8Z9QDmLJZKYoPmFNOR+22Hcw5DSkyeSX9iekNxE
DYR/aiAexlS54eyxB3XBF6RcUpwcHnuuwCpqPoCRRn0vkOfVh5CiUU3co93+Y3APPIoKEtfmlnJJ
ncftEPsnxQaEjW4cOiwh7ircTMqbWq0rpdPckz6nl0OVTB4Mblt3zw0sJNCQI2Nk/WsebA+tZIRm
nplD79wObtIxtbhVfjABQMV+iRz3QGZXzF4MB4E4Lm+GrMLuS2tnNRlcnsa1zsvCgLJfJuip1AYf
QVFAYQVBE3rp2LZISlKXSd8E4a7LbUOS9Bghp8qxgaHPlFdKZeGyPLkqomgWTVNaQ0PngVzujbu2
JvclJXJO/V6WsX7Lx9Y0d7VpzXWs8vmRORiy0vNdg2xy9If7HN0oFmsrHxnCPWu+ujj9XXxVgb6M
bZdsH7j/t8fInvqC1d9FOc0wqwDcthgjOa/EyxoRhHSwwo0sYL6VOCLihVPoTsbc9sdgaurlYEE1
ctkipJN7cgyaK52/vLRcff4Lu7LfnvKeVBMyuIb2l6rz6LI5HPcpg23zMXiyedDELnc7UefTgS0s
xsgGyHNm0EXBVHUdSfq0l8WHgDE8ZMHtQmjrKBq2n77zUU30WzDspjLPHwk0mcQ9UGFQyEw1dsLH
GvSHVYngrsfkzbcKhXZca+Pr/YiIcE474FKA+TJymx93oWDgMksMbzq1Sn/tPmsiVv40g4d6zJqc
1cXTTuT9ov1gTdvO66IDIx3DjyREoErJJhygyyqDLhGC3hH7Ruf2pXPCm1UIo59EUG95yBBuqses
WpGd44FzfVDaiaTBVPWrCXbRDYYBmPFz/HP41Ld0QIk0PVoGrci1r6Lwu596D40+A4Lab/6a2J/c
cH18t1K8t0Gdc/imxdop7GFraKGHCOR2F1bwMW1qLXqyDv3ARLib7IETvEXTmdl4+0WWIF/EPszd
mK1lrB/ByxNerIG57qAqfKq3BPPVuyCnolwccGBAclhK9ZOH8yTeUY4W4yHgOcqzqRtIF4phtzD3
V7PCeYuBsHiac7d/QUak8cOyC8YZWR3JH3+Z4+ocdYX+aVZTPMyxDgn16ZvganlB4P5XkYOEOrpA
qZL2sBvz7ja0sxQUFcZDpU24kBiw3FxkRoTPoU0VAJe61QOEuvM4PjcV7nn+shbbWByu5biPy8F/
yW9WWCZu22/27LA+7uQRaQYOpqKznxFXII3Ttugeb76j89og9QBaaUA4GlVgbxqSchhZvduoPDI2
4WvwQvMa9uSj/jYCB5jWSdw8mc4v2nORF6r9u1ig/ikWCsj9Dp56PKHPjR7Qs08wY4OLtyEBVgMG
yhPe/Abp4DPsP4ONcmdyf0ICeT5VhHsk9Uxg3sDC/Wc1q/W7hAX9CvOt9x69Sm6E2bABA870bcMU
ENX/HCHMXxsOJ0+nbR5fK36gGyoC+7urCtyJ7GKl/Wvsotz1UipaYl5NyafVUGZ9k0CUTl2AaJ85
CfqWuONMEpkBIwGSsXcE5UEFot3pgHPIvhNb6JTdkTNDFXccJbdGOETM4d5FR8itaXvbN5oive0o
YI7ju6oCgsx8X62XoeH+2lduJQbCqdzOew3roVB3cZvP/3UwH3ihCFT5uDlaS6IUyvWRE5F5Kyq5
nA+qaICd1ci2TtoGOos9aqui+V1YPWfubEuVnOW4OM+FIXbx5PDeiFSYSj9ac2LmLCF6gSUjGJn8
x0HNOmOvxzoKJ7Bg3XQIH0br37V/nYLIwbRJqmDaey1dVUR5C3xhfJIc+MsNxf2E6OsrgtCAFCgL
ksf9KSqSnSArpcxkJdenjsaAT6sx2/g2eTwhPKW88ahC+2Z+Z4GX82cUIk3HArtN7xYxPZ9APTfv
/lB0T7mo+DTQpPM9yRwDJTpUlfVp0k7BK7mEZBAspdy4FVju0UNiPIizRNrxNXEmhQF8Re2r4Q3K
brz3Iy9GqeGI6cnLo1AdHDIqPimjDP/j6/aCk59vNgv7iG/1YKtqDU9IbOWdQ/tol3lj4ACaAQ4Q
DDWh9s02auYhwFl744ekXlmHdRfzx5owNPFl6Mxy3wkxjHdLmUcwaDExMRkgUgw0AvKABZZ/AkQE
R98d8AHgEtJ0T5UZFpAZF1dlb8uOCZbojsK4vG1Gi9zfVWOBQHdWAgkAUCoja09sMloB8tKc/Yof
6IjaYgj3FlY+hgJQPnuHwdJt0q31MZN7nWs/D2OOE5sjstvjfS2sbJ7RKGTluG0uPqJYqtOyhJwv
su6E/NOwW01k7lA5m2qz9F+F2ZLuhLbPD1N7GsRbGWrxrjHBw10GyRTsRdmq/4Cq+L7iohq/xtq2
YYcwlUQpPiJ1Dy0PKzApQxCX661FfMRbOPypZmKqCfOITZ7OZYvvI8cpag5zp5fnjY7ZPLX/x9l5
NEmOM2n6r3w256YtSJAgOTa7h9CRuiorS11oXSKpteavn4e9lwpmWIRlt/Wt2xIBAnA43F+RgdhF
8ySNn1GVmfQ98uwQ0jzFMtwkXmf0CXFNzPLGqM8l4JI068aBHVzchImNBEFGNl/vebVHz2NNeF/7
YNga/gCl5K0Nlb/fJRmiKysnRAxuIwPXe25TEemPep6qI2iANlyjs+PvUGCOk8OYBU14C+iOC60G
ySpuXERt8xWdswZ+hot+IKAktacbWVV3OgJr+tqpuvxT3ZvuJx0StbmrODgz6T3X9m0Rlv6e7TlH
+VariNJtEe/o6raghwbD/lKrFJhhPWgAmDqTM+m2hrnvyxa8RhIaqbPv8rpVmx5K6W5u18JzgX46
VyhNSqEQHEWxG5re+ahVOaCP0MyaZOOC1f82otxlbxKwwh9BotNt8mAcA0XHurFatYVhpQiiBGCY
h6qC06PRKXEBmULLIv0KeagNFghC6EUDumwzmDAo9TJaNcix/eq4U1+GfEJrAACSUT72jPWgT/An
tohnaD7jJvVhhDKl3VKilWo9wELvgebG1tGDoNpukiygYErk6N0V7LV/YnDphE9pZFD4LOlOrXR6
jd5tP7aZ2LWJgSYC+jjS/F3bpvPglE3V045HPQfMXFQX+gr2si3Woee2H1i8LqGZkeU/XHyAvxYA
euwbW3qROOiuGF3SZsPI7uTQTorTZhnfoXfZn7nhY33bgvjktRvq7g+90vRnxAF4/dZ5T50jBdlb
QVz85Zb1ZKxT5GTam8nzdX9PEdv9XaiiCI66FD7C5xThtXUv22LalhgQDXeITshwQ0JFHpzmXfVl
qjwzWFWak0Ng1gIdAItjkbPHYDC6o67ShuPjJumwkzkkgk3hU93fKgtVD/T2MN6l++9p9jNKDZAv
lA/6djdRWqSoZw3mUacEXNCIMRFes9BSvGlx/LbW6I2hczAM9YCpnzAdQgiAxQ9ROUQm/eiWOncA
TPhWOhDb0YPliG4iOkYI9xna8DcKK96LVFoWHmCTGT9oFiHMSXrWI8PZGsZ2pPamr5VT1zl9Lgvy
cNzF6M0F8GS4y0WH4ZTVzRrUAIdJ+Gzw3tkKCeDs1YTeld/YFrnZOkq5+re4fdmzil8AT5Nz5fLo
R3+kfSHZYpVyDBunjTnaevRNlKoeAK0VCKL4wZQ+SRdLyP1AFswOpy6QfkSjM6dWOZnUEmLCwlct
AXN+AB5boyeZ2hQUcR/JwGFnhvLgGtuCRe91PvVjUtGaOJKY4JzOa2qIbwDtiNkxuouRHrWSwIHX
6yCcACmb9t+UltzkBItpurWTNoMrkk6J8wB1tskeKECrb3ZJS+6ThgqMsx2p2zGgBqwLYYupgBol
k2jaKxiq1Mra0C9/uMAeb1LIW+MdMDcx7WUPb3jfOVXVPdJP9R7bXMU/RNbU4UdA4OAW2YMjJUqY
xrwiSomNiWg7y/4uKflHNzDmwmhTpz4ZRcwC5hA8DaBgZZ032k1geOJzPGLfeYjbIfok8gaJgy7P
e2gEsQ9PyHHC5JYP0z25dZ6HW66fPP0R1eQ821oLp3LfWuF4D54c6fFRr9TXIAZeOHC+ObZ+VQdA
YG1/eMxmdCUVKOejQJ4Kuq8ho11Jtb+n5UID4WPmK8AX8Aji9i525WDvhJZm+0nwAoKjK0okKViN
W10vunKNHpqrtl1kds6uQ0sVvL6FWj+0i6jNjr10qm+ofxa0KCT9q0M2oAy57WseNocIUYjtGLlN
/uhaTfbVCqf4i4NkIG8g3Rs/jVMU5XfGAJxuS1rjGFvfAL+88YfJ9zaNM4LCDBBk4mz4YLWoLOt0
ingI0t8fHAMYYYpZdYB80HQ7ICDU7nPXj8013y/u4Pb6A5s1r7KPiRb12gvwYtx33QivtjsbT0xv
C/o4cOmZCR5Jet9nyYE3XFzd11pZP4lBFt22a/ouBKUQBdZWR/7yawwyK9zZtdu0e5orAea2Lg+u
oTBAedAkSbkIJy3qtq1bFndS5oWJjow9JfvaGwxOsQWKl3eHlrZ/N+4A+qqw0ACEgu46+wk4Y7Di
PWHwnpz0VCL+GDf5l4E7CbiHrjXpCoJQRveMmvwAy8qMUmQv7LZYAWmVwxP5oFGs0YSkkOvEuXVj
RAC8j12V9+GxYC0oEwB9Le5Agvb9dgLFdB87nW899k3sxvf9EA40o+N62AMfDX/1mmYLTLsiFk03
JuNI9QyxJ0Nl8wGvNes1C7pyeKD3a1e7Oklr92bQYALSPOghgdNaa/ytjtwnQli1KT5rudVSCZlU
w/VvjxR70M2JoI2q0IGtYKUzR03DmshpMoFe4EQ3ksqb4euPdeH6PTplyra2BTrfhISGrGunF9SM
UCxCmG+SWv8LtIb1GucV/GsnjaAdyzwf7+G9Bb/IQop0pr03G7cfwP/NsXzD02egKxsM/se8iqjv
At6gIigqISOabFn1G72y8AePLBpIHvne3qYGENzBFqsx3wZ91uLK0STtc9jnvOuaQHof4lLPf/UN
/GOUHCAWbmO9xvo1SCeKGrqjowlvU+100XIwkNlyCBpcRNAbPgdpmTs3np+3n6dsmp4R0UB/gWz8
N2SpnOBj42+MCEPtHmQNeguxnmn8JOLSmsEMI4hAxe76UMsgOmCp5T/xbKIBpRqI8zeJVfNOmlXH
8jXyYMgomJWuRSun6XT7WDRx9asteyiSRgWtHj3aEu6SQ/VhPAjYCMXnIkGEdjcbhP1txUPT3mSc
3T1sZa+5HZosfqWiWAvAZfieWcA0GuRH4aC8uh1sKSp5IH05vz6Jd+ekstwiSpe7q0p66d6NXB+b
qJRCyM0QRYlO028yqNtaMBVAzRTxA1plfvKASA2hOO9islwlKfluyoQn4/yI7bwbR9BY3ApjsvOt
qFw0a60MHt3KRE4WfCbs9uYh56R9Nyu3+VXauXeH8I8A1dw34EHqotRnHXleNuT2Kp62kxPoH9CB
BvpUuUnxAXQELe6aZT7USIHRwOeN+F2Af483wHgRdkY5Fvn1ySv0eKvFUr2yWJW+ztDgDo5mOBhU
awpkENeelcTWLVdd6+/RIzKDPSxKloD/szs4UZZwM1nSru88INE1bfnRYwvWmfMlIEepDr5AxlrP
Mu23Jbx4OkxZGxq7IWqnfGbTpB9AvFKLNXut+VugECSBaTTTa5ois3ePfEsld0Enmp8I2Qe/ec8M
DyHQxg9mn0P7yxK9+Bw7unwh6LkPYZs2X114ku3W11wHinxqwtbqjS8+ieRna5r6fuWjg9DwTJsi
3M3RwT7GoJpAxIXC5DoXY1NvYt4ZsNodB9R/U7TIMnumZz0mwOw1QmjU/uS9TPcy6UP97xCM5veu
lfY3UXT4RegRYkc8tn3rOTFagFE5Hr5cU7Hqb9HHUnKdUJjIxTdaYql3zHPf6bcpZS9zHUFernZU
ubTnyQun74aoqmqDQbX1jTI52xxTIl5KCM9WTyM6BkgYINhC6xs40qPpUwhfkcQYpEqZHj5oJXjM
ldv4eb91NZVQOaMXtKmr0GlpqNOBAK5q9L/NMUqeMPf1QDlzhaFU5Zk1wDkPx+W1ZfdDdIcWp3hp
OvICrUs8jGS7gdKlcOiz9ZadaWvPla56cCZXR3WztsQ3Bc/hA+idIFjHwFExIM1wkUcLy2sPdESg
8Wel5nzBSdXWNxo54I5iJlpEbdIhNoLJ0xDsMm48cANg8dawo6poCyeMOqaVIsX2Ebi9gCuHmgjs
s6Klcz3MrYiMJi9UiwR+UT8ZerMPgBXMigB1wpsrpAe8qi16gyiHAR67Qb7Q2EsMXMvH2o4QfACe
oxn7RB/wV/IoQErQ4YVKP7cK6SwwzYz9oVL1LJ2b8ovGsmp++SECOjTuer24IZfK76K+0RHYGPri
96g0cWdQo6GUT4P8XsZG0e6c0QVZHXNg5R1lwinaWLJwibqSG/tBH4FMbKc01NJdkbTOF94G2LKJ
CrnFFY0l7tJwnJDwK6OqQSyGDLDfpc5E2u1JJ6/m3rIfbqweRsPGjIy5zatZ3suoxuS1ycjSXy2d
fG+HEqne3qYlAjcrRP7QyO9KuogrM5pytc2wjezpMVA6WQWhab30QZHTb3AMavtRGUIhpx9U/BrV
lA6oM8Z1vwkhu3Yr1MhKCx96Q/1OwfjdVmMtXmdgkb/SO94ERB+qD6sWdcGZcwRkH0nY0X3WU7+L
n3rNaYPbsC4URD5I/BzHCtJrmecRtKjKb/Yptq8IippuwvtTm6YfISUdxO/ySt/lvmpMSjqOCT6w
QUj53ivR0Vnh3l4nh962qGjBRxPVyms06zlELvhXo9BERsLF7R9jt/L8tSVrIqwXcn53VgBUYZdU
1mitRlnkD6jt0r/X0GdBP3YQX1Qt6x8NMuQgagzS0L2jOvE7ws0oeeC2zR8gM2HdXXtCb7da5QmA
0gkERSbgR9Q/Uem+cfom+oT8Cf0oJPOql8IsMeiEDtT9RKGrzFcdBo2/KzMX3gbZCRoZKJ45T02i
ArIDoi1adqUZvbocQdR/jS6i62T26q4nAYajFLT2zxQJ2w69KbRzVglPQXuFChNBIEtE38O4r+DT
ubRdb6aSdIOn10BmgDaP+qVqIN51VFXe2kg8bo9cVvY96HMILiCR3C9gyoODUYWo8VRpDxU5shDk
3rIeQEIQLG8A7AyOPbfZAtAWuizj7FGkhfEzBxNQHF0EI1M0ymvxC2cPTa5HP5NQRjPVRHsBWv3B
dIa02buGN3XrpKK3uR1x0hF7UHfjg3KGFtrK4OvDJo2t4u/E98NvHkDGF1O5A0JvQ8Vh+oWboUj3
aD+19UqlwheAbdr2Q4hfhHeIqjgOj2AdyKkB2TVHx8x1RKSAj38ZstD54iCtT/7SdQOwl7RDZVqf
ur/DVJKtT00Nei8xeXICiLQ+TY5pU8xElgsaooXVCj2YJg4eNU23XjQ3gQusxWYyu3lS425RMFBg
JdJKgSem5DSnAfg7589WMxEUiwKmHd3Ouqt3qsusb61fKOjlxiQ/qQlAIY4JvthG9KlBaqCtYdB7
NnmdcoYCC71RiBYb4Mg2pMsCfuBK0BANt/poU2YyOyRvV35KaN0E1MC2PfpMLdGGTv26swF9P4AD
adArowmEsrWABGGEa8Zyy61o+zj55KM04iFzPdB8BDvpdlv0duEdeCoeaMd5zpgeuJBDf0M5xEwO
UoKm2xZGJ3+g/VuFh0IEgLEDu5F3qNl38aYFwU90N/GDYLNp8qte+eqTx9vW2cpUnxIgStDbNtIG
y7EBtUOaCoMxvxuwS/mcgof40eaVltH6c8yXtB47VDLgXlOe8Av9K9rzyUenq0amD8rr3kWKosJH
+TZOxptSqNlEhyL8a0ZsHUG85YGDmGJXUHNHAhtfDdsZXtKuHb6WE2B3zYliIMj11N1W4UCNWZoi
RAsXfPdLAg7PuB3wIIAXRo41ywpAs9rjyVQ96Z3BBumB1H0aC5ljV5jzlcAMQV9GpLEHT4W2OBQM
BZJT2wEwQleqwQTxGfk53/huqZqaeY/110NAFP9p6r4x7lSEOPW9BruEWvHoOhHhFYV3ioGpdJ7M
JIB+0ELgKLeTEUCrjIJRjhsfCOaRG6VNECTNQU7Xmml9bFOr5SZLuJwKOKTtKjRKLSafVNWN6kLX
3URZYJOkoBAjt/bQdN8ne5Sf9WDMjE1NVxaPrq502NY+hnYbvvRI9TiDVCOBHaW3oyWkoMjies23
oIe+fUe+Mt7AXzaaXSWp6fuEBCj2tO/RA4fOmz+B/eSJSus2eOnwCgXx3foy2tAOcijMe9Q8Njyp
4q8aeh/lGsnK0d4V9Hi/ZkGtBsRntOHmr5KHCa8hukx2YnHLiByhjq4qETH/qwzcvi+zBCcaR6bi
rsJH5IfUg4gqcCronXQe3ASkuUv5028gnUJDA76GTkHvfywsOjq4ukSU+7IUjQbKMKIB6NKiC/id
0njrPJVVkLX3tLINcvi88r1PejuIaWOEk3mEaxSmMG3KIFv95fZSjhm53QZsTXRLX8FFN5ytHu/+
0gsqFgUFwk1ge+oXvbrmJZNROCdQwLAEzOQvf00TZEbRSdi/qjY80loBWFED3UotpEjV7i/Ik40r
bC/Z5soI5Fpwed6IGBOeQwSGebxiC3XGz8iYfdX4K7ZAqGL2HPrDGUsXPuIusmjWYJJGlKYsQC67
oW8GeRhaP7mbwNh9H714PDoUDjb/9Z//8//+5+fw3/7v/On/W4L+J2vTpzyk8vV//+ucxZBJ75tk
3jSFqy+8DntyGptYx9MHdgfQJSRpKee5t5dHOWebhFSeCagRhInrLCwA/WissAzi9aQZNFdRYXzV
2qZ64J0x3FweafbQOjE+JU6AOjeF5O1j8UFPP2YfBX6OphaWspUW3vZTa+y5TPu1qeELYaXy70r1
CJxjsHFbW+3Py4PP01gMPq+hbptYvSq60qeDl0Hnx/Dw8Y7IquhYiBC/SqQ6drXfwBA0uwANnjjZ
Xh70zbel60fnj+EEgDrDXazgNBZ9E1ig3qa6LT4LiTB2VpTaI3L44Xs9FZmYa5nSkej74F+2WEaa
ZUODvwEEs6Kod5ntZhuoqs1m8HBVeu+sTJ2aim7ZJsqESixMvkzP6Ao08BGbtNVz5UbJ/SDLVzPt
0of3D8Rb0sSFXuczioUpW6IrC2ATagHo5NargYrAo0FU3dEDh515eaw3BnBMxnQwgXTx2XOg6p7u
Dxi2GK6krrm2URtFS3o0VrHMaViAEl5hiNG993DP47nzchFXDLhyp+NFReMjdMZ4FWj8PZqP2tZs
p/TDu2eFr6fh0qQQlDbMxVKlpT9xmzsknNiRrb08cncQRlHGbQTiJ7JXV3wR3254pLVtuL2uYdMR
Wh5xXYMHmwoweIlo67VhKZq5JfJEZu9Mn989NdiVhsV+t/mG5mLBurk0kIbYTUxZol6ioqXhYBfm
a4NA4R68avDeOGmbOJ+D5aM8wAEz5qn/cRVo+AFwQYKi0xDjPUx+TkYOhGrN7X3Nj/HMV2RbYGGH
RJMJO2axamgcNDNxAcEZdEAPGLpwAqjOrOGutVcMJs8PhRLt/K/Lzj+dleHBTIFDNJ9ls1xpRiiO
HgDCSovMKwHqzAGTxAxiIVBbov9ivQoDkOEQMJUKHAMMXR7YvT9E+8DqUVybyuj9UYrxXGEqZbl8
ykXsxeujTzqXrZjhgrwfeulvTDzD9k0dvV7eiWe/oeFKpEYcYXNhn35DSP5459gQw+OKtvzU+t62
yjGojwa/+jeTktApBZ9QWXIxlE9Kb+rhQJTqDXTyUAo4Wh60C4Qf7CuukW9va/ydkfWkrwZAEU/b
01kBJQd04yEpjBZOBpi5RzVn55OP05DHLvS1ryrgeo2h0QWZwCXfjK7kwfsvPq0jHNfUHUc6S4P2
nMd7Vg3oPBieVuKBBNucYmV1EE4fXQnI//yt0wwB/rLAxEIJur+GvkhPhJ82OQ0xuc6mLPiqVXRw
Vs2AtVEByuxRBEn8FFaVeUtzrL7DDE88cuVOW1rtzhEojv17jIvuN7DszOF9DzaL7n58iEKd4q4G
/eXKhTWfzEs/d7E+mgZMNVaOXMf0K/wsoAPrDVgfYHSxRa5drNOxCdEaRijk8pr8k3deGtk43Rko
o0Bx6Rm5RrwRwAPKcqnzqCicrUtddbfuDAmgSPDqVbK6E2EaHMrWu/Irzh06gj/rpebA5cz//Y9w
DHnIjCToHph+aEt6IRrjNXD/IyLh5ZWh5kP1Zr4IKHDCgQErtTh0lFyiFuqeufaa7xYYzT1NmYy2
LjqyBSJCl7/uucHkbCwK0gP6g7HIedwibsxZ/5a2Y+br61w3izvNjqq91Q8JtXgT1tmV+ennvqVD
pYCMxFC2sXQzduFYk0XgwYmAS422L14EILC94miTrh9H3L4Aoxhqh1xg/1RwU9DhwhNgS2kketEM
V92OoL7LDfwZsSsplu8vf5P5algsAKRiHfkUh1ofV8jpWmfz58+R0AIVB7HSKcHbm7TetpdHOfMV
uJZcElouKEOIxbb2poHuK7IH63oUSOqaCKTYlrGCez/uLo90JrQSvnUudoMvLtVi7ya97EDbkfvR
HaqOU5B5x4LuzpoyytyCUNm+q/UALUhXu8M5pHp/UCWhJtYpat5E1cUWSweYn2EfWGtXy7UPjRJw
K8RY5HdQrpOvl6d6ZjtbWBybvBTYWPryAQ1CEg5wyVgAhWcXAIlPLXU60NRTCbEM67Mr3/bMKipu
RpYQg26Lbt7pXsFEBzFPi5I+oLX6puxjtP+KxrmrDMe9MtT8pxbbkqFc3SCt4eW8tHDGpafGGMjj
Mk5sWkBJHbZIlIYBIuCYqm17Uxj3OGNpVyLE2Rk6hqMsMDeWpc+n5Y/IB4izilBnQhEN0sWOOico
kgJNdFgd+eHdq0dnAj1yzrBjIzd6OpTS0JKHXkqSO3ni2SyLiL4BuOMDrMrYBYfXlcaVYHR2dq7i
Vcmdr9vOYnaWbHRiIBtG+H5TbjVExe5RNrGiTQi1/P3PFb4iS6gcZUgy4NP5NTycUIPjU6KsokAa
kefY+HVvqwJ45+VPeW5eRC7HNUzsYG25mFeMjHYO/thaQzizMBhCfVhL8KhtAR9e2SDnLuj5BPB4
oKQD13MxLbj6QrUt08LkyfbXhZN3FjABOz8grK+hYRwgOZz0btbzThv731VVdke8fKqbqdVJzt8/
c8VdRvOcoGpZi3BTJ7hC2T06mZju2ocWBtRucOuXtocU+y9Gcl30sMD3cFvMweiPk8HrDYNSfgHZ
ooGhAPQwpI4McK844l35xufOvj2/z3BVo+/rLC6LeqiAaNXAKQrgvkf0GOmy4V61qejh3CAcrR2h
Jjr/4jjyvoB/S+SmRiFP5+fb6DyOCGeDKE58mLbAMNJA6d9GMz0Uk+tdefGenSPtI9skxULPcrFw
ORwHxxjRbfLCvP1gh2a0xoNnOqCoEd/BEsRyAq3C9z8Tid1yhlbppHVqMccJCTrwdUi3J2BV9e1M
GgUn2NjGg8vYP6wwCL9d3jXnpunYDnuTHaqIdqdfFSU00xvQ8Vir0apfhgmh8SoHzhrhSPq5D5zk
ru218dflQc+FA+rKKIq6POdMaxEORJXZpdmjlAAVZtjkozauVaJBEKBbvH/3UNQ9qclQFZyLQIsv
isv2zDSjdwD9V98EVCvvKCvHu6T0uis34plZUSaH5iRs3ozkOKefsoW+BCmrRinWFWIXg6ykF5Io
5K+d18uTmv/S4u6F5semJH+iGiMWizYIz6vjQq/XEljJQ4Vp9QDXM8Oj8/I48x5/M47kEQxVTjCl
RSh17DKLI6RtwbtU7oGzku/VUCt8xyWCU5OyX2QHZqHgOsQEwY5/XB5+jljL4W2hAJbQKFMUhU4/
qFNlreXbkhMvrP7Z9sT0EVQ3kqVOl+3KMdOuVFzPnAUbr1Mq5NS4pLOMoC3YRDuIaSk6kw/zKM3t
37mo/XVIex8Bk9meEgjkx3dPkpiN/IuUUggeEqeTRPoY0X6w2uvORZwuRyXiUdGd3qEHiaYJL8or
a/rPV1t8VS5F9qcjLc6gvQjebtKPtElrhNXaOP5hBan9cw7xP4QNpRPuVIU+ux4MARSmCdIHaC7/
U0oFUm0uT/zt17Zs5ZJRSLIsnMUXxwUyB/JNIYVSoTTjA6aJySstCRxQISDcIpVg2asRgo25ujzs
201l2RxT5g8tBNGG+RT/cU0q9IVDB1Ml/AtxHIuzWcoEm8kjfJbfbMLwyizPDqc7c4/J1V0uzdPh
kCzUoS4Bcpo1AD+B4zGPVQIvftAGSNlBjszcu+c3f1F8viDB68zxdEBHzarEeV9D/9FoS0YybZ6n
1lTHyPJ6DDTz5soMz6wjhm6MaXOPkLYuLkpZdmGKyxLUTzetD6EsUK/H2mGjeV58CALNO06aZjxe
nuUceU43MTV94jlPHF5xPK9OZ0mBNqeNxFHF0wN0UzVgMhiT8dh6UfxSQVn+ipoa/wBIRlfOz9so
P4+syAx4jyvgV6cjmygLjVVpcWGiX7ql9WwfK+kYd+j85Fdahmf2DhVcXVKVo5RLEDwdSvOMqAhM
E4hDgWZjNYzTFm41YOepeM49nLwvf9OzM2MFqSuBrjOtxa0Sp3agTSHQEyjO2S4ngwTm72k7pHOS
Kx/x3PLpFHhc5dJ2EvZik0bGAMcjnfVjJgiAXaX5WxPdHRS+5Wcav8YeQaPZJmHQrmR1c1A53Tfk
VwzpuKSRfNHFZo37EWeitGqggFBf0nAp2oUUPq4cibcLx/uD8jH7klDz5gx2OpokEL+bdV1HSOpA
CtggQlPsUOpEcQhnmCufU593wnJa9vw4o/NkkB0vjkMlCkSSG9nQdCrNhyjhBRlEGaZmpixDXFu8
ai+KGrKAEumhLFOkSkO32TadL5H16Mt7gajay+Xt9HaNFfp9BqU8Os/cIIvtBPLah4LHGtdpgjpE
R5D96sfNsEcnSH1pGpiYh2iAXbgBxw3I8vLoZ5bA5Z1J1sc/8DYWYd611QAvt6SxX0/ffeSPabxg
Mj1CaSIE7i4P9jZPIgrptGk5N5Y0lu3n2RQXQUTcKQTQ7gOGXIjs2FN/8FIscyms2cfcTxGTbJsm
2lpAEd5fD7Y5RIzPr1AIsi/OU0KJVCDw1K6dOPrFg6i+x6HdQ0g2Nj9cnurbA8RIJGRQSLm7me9p
TGpLrPliC7yNMWQwjsug2Ye0O69s6DOjkIHxwJxTA3oSi9UrNRcZbeHxQScX2i/mPzeagVTq5bm8
DXj2XIKcZwO9he1yOpcczVqUpAfkWWc5rzGQ3VHp0VfZT9P+X4ykyPAkLzuqZotMtkO0DPZKj7Er
YGT8TH37JkV8GL0PmRwvD3VmL1I75xGio1JNZ325QIGDLY2atWPwfaxhSbTWzhyM/l43qNevUlnH
n9IR3l5td+WXulfvrySjPgdkyACgoOh0Ls49Ar3Ud1JgVJgXZne0w6dt3qNLGYvB3F6e67kF/Ae0
4P6zfMuGIBowXWu3Ro8cTwlNKoZMBvc9ekLt8FpnYv5spxEWd1xmNANZBILSix3peJhU6SNsy1JO
8hm9u+JLoSnji6GB7111jeNu0jzL331dMSrINR6UOrWz5WIi1zMMiW926wEo5S3GSsVG713rX5wD
DO6oA854Ahq5p+egHzGGFiYS7TAO0QWdJFqtcqrWePm9v0jFVHhPEj9orFIRPB1KN2AsA7IG9mRj
WWIj0rrFCc9a+RI5lvdvjrmWMoMI6IBbizNnVDWmQJ3s1qVXj/vJRRk7oFG8S7rhx+WRzkUrGnFc
MzO8iub06aRUI1N3SnDbKKuiPTYVL+TMAel/eZRzm50LVVpwa1HFtBbRqpAepb8I7mXpYBuCKj9S
0JVVHqYm765cnm+GYhJk1byEMfkCYbLIkiZ0lmrV4u0qrM7eY48yHsq+pcYAC2l7eVZvztU8FF9O
USQl0zUXN5eGkTe8IuSO4iz1D8CffSSImuAJT7b6m9uZUFIjHDvyKzM8M6wiy8VeiC4C18wyStLK
Zh8UeGFyBZBVN1+xTdT3SRobv5FcdXJEoKzyveeMB8Ofgy42v4UUTuoHw4SWXQ45zcBgB1WOZjeG
fXe4/FnPrCCdPJcZSiA04g0UKeQJZKCZsC4Q3rwBsYwyp42fGwBw88o5e5PnzbMCOkm7lm8JYOJ0
93uAS0I5xLMxZzJgzYa0qykR4AG+oO2LzlDfycPi58Gurxy7NzfdYuDF1kHTBVi9GUzrptH7He9A
1ItCC6qmPkXFDWrrwQYlLxj4mA/f0VhOrxzIs3uIy4CDTweFyvTpxBHZm5rKxepEBJhQrUKBrOXG
D5LszkMiIIKiUaIMMiJxceWKPz+wtNCdootGxnk6cGXrSLDitEWXL+4+o/pR/m1gQ7SHCmNvSmFP
+xgTyPcf1LlHTjWQ6w8g2OJr94Xm6pmXz7MFxL+mZFWnd22TZf3Pqcu0py6oI40Kbl79vLyV30RX
YEW8gqneUkCRwOtOZ6vyySxHFHDWyC9oE2ySFlQ8jsX2p/ePQ9IpSTddwKTL3hvXhVE6FfxpRRlq
dtQZK+82COCtXFm+cxMitFK54MhhwLiYUNhMtpl4sZg1kTFvzfFfmOruWn/2TASw/xxlcSyDGI12
hD/EGjmQZm8rDxX3wJ1ViOx3l0RYIZJ1eiSQM2nQLK4LdKTKtAsMQDcqN74F2qh/MFqbbhd4os3l
RTqz9W2SWlzr1dx7XuLoMMpx3CzxxBrFN9T20KxEFbwfj1UnnIOPs+6qQ5z9yoKdiXDkK0rRPtAR
31SLTELYga1hsqUjMZdWP6m8/I0i4vTQExNuoeBnG2uaveVcG1H5y9M9t4hqrnBRTaDev9wqmN35
TRqzS9pUjXto6RgxRrD8DLR2rlxO53YlWTuwNyoj6g1Y1qXXU/kWEiEUwPN9LvJyY1NUuBIz5yhx
kkazVSgWAuGzYS86y86hbSL5WU64uAGvHlGPtMvj7He7K2e7y74cjSsNtXMfcK6IzOBOm9fxIka7
A5Zx2HwZ68rK0m0etOMO569xD6/xWh307FA2AUSQrls8J0/jlChhQtFsMtYlpMQt0RJhQgzK0J20
r0Fkz35Fbj/qipQGaVWcDhWHoPVTOzHWNZ6YR0gM5rHAPeVmgLn42FvS31/ehudOHUtGZDTI1Ghv
nY6Hc0LUNIqpSVn9jqErHsIG1lyMQ+6mwTAC8+opvzLmuTny5PmnbE5NZQkZKAC8+9lA2B/dRqwn
vYyjzVj2aQaHHh9GRKizu8uzfNsZYXO6XG2gZwgu8GVPp2nlCkOA0SUwR24brpLwH8nrwdV3MfLJ
CNehGkacc3ZhYKFGB99Q33m5gGZ2+YecizfMmyc8sC+aNIt4Gts6PlFBCP4tcownDUMWAUZD9XvK
af3PLG8sqEvI0nd1Ja/B4d6OzfknwGLkRzmfWtLpNyg0Xw3d6GHXlUflpjXNIUYnb2W4O7hJ9aY0
g37bpLW2vTzlt9GHYS2dvWzOmKzlQxfCPnWt+WLHW93c2mPk3cdo3x0uj/L2iM4DgPbmJc1NIZaT
i51pxEhuAEvrWQQeHzMt5F52Q1F+efdItkkUmN/U5GjLZAJfdIp0g23ATpTG1o2nYN87brnXp15d
mdTbw0kjfQbuOgowxhuQma9CS8vqEGi+i6y6zHLUw4WGLFXmeDsAsRpSA/U1oNLb00nfGVAo710e
o7RBTrdJa0Pmbi1AfHA3w4NZ4m1bYTN3GBqYt3UIjvi933MuJ/Gc551Ir2n5PbMujmv8p5DJCqYW
ru9QERlyHh53KfiaK5vx7Rk4HWzeRn+0CIvWC/p+RhDZVYMQtVOjFeG3ciMmq8eqF96+nRPiU1y9
r9R7zoQgA9gXYgpgz+dEZxFpc2E1lk/vk457ZN9jY9ittcD8mmkWbkUFsqcIk2IfOyBhWlY4Hlup
0V0Jg2+XVnFhQqia2SUEgHm//TH7PHSdoBH6uBkrzb3R+tHfj4ntHeK0nFAYGq+ldG8PJePRh4bG
woBUYE7HS5BwRALIHXHSMdx7Ks4DZmiB3Phme63Y8HZhbUGQMXRD8SyGiHE6FGoyw4RWRr+xiqpD
1bCrm5fQRbNdb5u4hTI8WN8xXqlufdzYr2yqt5+VsVlUkM0mlZUlxSoZdfRUh7zfOFiF3/cwaA4Z
BVl0r4x6Hwi9vZIpv/2sc95II5j0xwHDKE/nimPOoKnQ7jFELAnebjSskNPA6FRUXy+fzX9anqdJ
nT0DXLk6aa3NPa/ToZKgcqnY++MG61hkGvsUPNGqMrFKBeon288dmln/S92Z60iSZen5VQqtW47t
CzDdgrm5e6yZkRmRlYtiyMyKtH2911aJIFsahcoApERpSIEcgQBbGAp8oup5B36WVdWdbuF0ZwxA
gAO00JURHtfvdu5Z/vP/dzZMO69A5U5w/acUR/yFIBqNAgR2/SEv7DO106cPiqNjgFWc5uUpW6MA
IY/qVGDEsKiEKqKD0PnEG2Mop6+n5748xaup08dlLY4KKYAndpA+cVS3NBN2hUjAIESru7oB9NMk
ew3dUbBpBgAHOqXcALpOafjFBG/e6a9wZKNJuiyjk6yDDGI59N/dV9ML4Y7NXA61pWY3uAjyQm0t
9QrAvHEmEDo6FPU0WnCw+SB/D4cSqYEXIrQh0GdFooVWxpq5iYWA8dkxhu5M8HPEGJIsJuAyQMIt
8d5qZnHPTqhQlsCENCjlptM1+qXh1LkyaFnd9FKjb92Ykj1dwu5LMbfRXTRr5/o9j+0wbaxUiFxg
3HQErecMh6CuVSP6Qpp2M+kGOjEJmbuymOErRA0WpktdCfKc/n68mO7h9O4eHZ57hfGwOM/rgNfM
RRhnGI5A0zILDkqNgnLW0xbtptYIXyL4eEDWHSwPNTKxivNsvLXLHlBYXpqCluhwtQfSBtrRje0Y
RH1Rf65RLNwbYWf5Q9d0Z67sEQvJw8NZpieUrMi6qSXSOlfq8zBCk5JBpYGC8sUwAvKG6iaB9UaX
+9NLe+w0AzyickslU8N5OtzZFFHMzHQ4Xk3vjQ82AwR0OMrrtE7OITmOWaMlObK4S2C91idZdirC
kQlYx8yo9eoyLl3olhBCQ3jg9JwWU7uyR+QoeLfpeaXDdt3y6uRTX0cVL1zVGO414qjWNqygIao6
Od9LC9Jr6La87elBjywkD/eSj1mQFfo3dMJ3FgieU2eIMgj17KgeEBFDKyiojUUkqBWQf50xC98Q
ces5UmMHbkQXydJ/cLhvE8DjolQnJJtBHw8afOelh+DfXKrObm56bd4OYSIreJeL6TOkDBbc8tCt
QvjbLHQ0AxnSwZdqCh1ohqrFS/DZctpTE9Wi3dBBJT/DtfGxUx0EZqFuY4+QjbHn14oWKaFvtVHv
bmFqH+VVqifVLROPcpiZ9Wf3jHJWDPwd3COPTgd9lXYq46rNHauDlA9WzHu1Gq6iAbpFNLScq9xE
SuHZu0g7HNEmIFmLhMmyy9/tIsR+vcjz3CTE7bz3rnSimwqCgg+G3s9n3NwjB4YOepeOUcAEtI+s
hhJDA89S3JlBYxTuPTQxxbVUrfLCHiE6PD2rIxdiKWSRlbFxTp54s52I6SfrGIpC+HiNc+0Gmpzj
qzSnQEffpX6jI350Zn5HLBnOJXVOVpISmrnaOWPWWyeEkiwoSrt8nTjJJTIWOGHtADJeynMYw2Nz
/H641YUo8yWkJq8RzOhdeRfSjSBcU2fEEn1P8FT1VEhRojFrdXt6cY/tIxSZcAYQfZIiXfmYCdSp
0A2S5B2mUf2Qka1536hR8zbPivnu9FDLO7O69FRYiBBMYFWgelZzFBqsJxEluqCZZnVLEhEx7874
isgOIl6jom8qBGC+NoICxemBjywuAztAN9lMjaacw2thpfBo9aHQgkw68PAMuvIAaupr1an9y1GC
q7QnrTyzrkfOj0fih4wvdXds3Gqyg1tDnewwZh+2Lg8FBCW3BSDA1Bc6Kk3l5Dq707M8spO0iasL
YIRqCwnaw1kKaMG8bobAdIAL6YOmSvFyMlMkfCnlnYkvjy3o0sTNbmLESXMdDqXktIcVUD5AOypV
2EFlO7jytSNLhzqI1PWN3rru3VDTLfT8OdLaaBhwMOFJWcuqf2fgkobUj4ETGbRhiISQhCX1ocmV
Fno1r2jPODPHFpTDSkJx8ZaxBIeDtY4us4TielCWofvOqKYKYYkE0QjbTaYzPuKxu2EtzyEIfcAi
a8RNhnyfRAJGCxwvbAU6cFp/3eeuBVsXgSjpmMUSUPTSt7ACdGdA80ccVA/AD74G2WFGXzmI2NY5
bVoTaQOrVvrLycmjCyeEa37TTBE4MZnr5psiNOyHore6r6UgP3V6X49Nn0zlgqKnMskXOVxqdEEd
axCNEdhZAU17Lqx03JtVbn3Ks1a9tBAd38Yg/wIxEaSdGfzY9MnXgHZaOkqf4BcMfezGyh4MyMLi
Mt9OjhE1kF3qzX3mAaU1qzC7RjDADghX+y2t8OfwXscOGuEtDAwLqxCP6eHsM6rurQLrEIhOo4QI
V6p+UnvmhQI9x7/ASNAhvKDn8Q+eOOixlqWxA195UAwxfI6x2+0LNF4vixqlk9N7eswCMgSgJwJ4
PMvV9dGjUoPmLDUC9OqNaDOQPnksByDJPtouw3WPXPPzh4RqgftDjhFcMtw0hwsZWVUNV1g7Y5eG
/q6jZ3KLbifiNfzr+KkO4S07PcenhtCF1wp2iYUnaaH4ORwQgvHWhihwDnJNT9+D14DlKlQ0P1OR
cyrQS/ShYR7PWN9vb8fhQ0qzsUEVZyF7IDWyui2jrqIBnfUTDKCRWgVjP2rXg2mFnwa6yu/zcIpv
ZCRgxJ7q0r6QRTrcZige76feU386vQBPjy5eIG4DNX3a3Z7UVXtYTiGJUMj8IQbwoNJG/LkEL3hb
l0357vRQT68pXuACZuJJJSpauw+6QW04bdM56GDb3o6F7m1j9Gq3dSGsBy/siq06JK3P6+pciGIM
t6eHf3qcFycUC0GFFV9pDTuP6JS2SYfBigGJYglrQwZFXgqqAedMb5ubvvfaMxt95HRpxoKcIA0G
Ct1dvXYuXdI9goVToC1tGX1ut1ujU7wtMi3zZzSQmn2mO69PT/OpJYbBmSy9yyuLp7lOHSNSpo1d
A0VhK5LkbV7odyJ0qzdYQuVCG2I4Rwn+Axdn+Iy5OHaSMH5ghUFhE4OuJhsViHZ6caYivQr/kRz1
6FrJwfZnMovOPOxPsfaui+cCtAK9H07SOrEqZNfmg4XAhQEoFEDtkMIwnyEk6LZh9ZLDM/g5ErNB
qg/jpaNF05sEv+sBulW0UGWe3eqNE12cXvhjm03Rkmw9MCw8gNWlRl0sRcwAU5LMNBsgCuoCRke4
KdqEyFsgrgTR8GXpWfC+nR742I7jSpGtoV8OBLV+aMPSCjGvdBzmQNT1cINgkP4jaq35pSuM4qdp
bNVdBeHBTsvM4cz5PnalMF8gxHXiY1LchyNrFfxYYQNvMvl++XIUWsVcNeUdvFjyqo2j8IwFOXbE
uMTcKQssLpWvw/EKgLqDkyBPSftotxthpd7g+iEUMbrVmYdh2a2VicZWsZpU3LFX64xuVSDEuyhk
QpE7ytcUKEwI5+Xw9tlbR75mianIS+EPr+5MAwng5Ip0Qr2zGJsNeoXOZVNCmKMpWb2DcpMskkgk
6qJ0eShnzs2RA4unRvcvPjKh1RoHTDq36QXZqmCO5hr1rKa5tOpBf9khTXZNurzzR22snm+FcSd4
2xewEmdntYUWJX8rScqFQVWg6WqaSG6gC71Te+utmyX6/vQCf8MLrPcRtC7+C7QHFq/u4ZExYLPV
M8QdAwql2Qby52yLVOW0mwfLfl0bXfVRg/k5mNBM2Y4qqojbtlXtPRqa2UPS1fDWwyhpbryGoOjM
Vztymim3Y23J4qPGvk5I4spRxxRyCuzK0e8yT5kvnb5r7oG+lZ8jVOG26gSdaja08fuaqPFLiuSP
CmmkWe1QvEy2M/oBNxJbdKFm6XDmdBzJ/JM8oW61RMEm2f+VPaMhvJ4dox+DwaoE1Dr1MORBAs3O
B6EairNzFHRSr2xYMr4MYP+jTRWV6g3czDARnFmpI3aGG6ipFO4oygIiOtzEIiU5HFfk/60elUrU
9bJo18HwfL1U2uctbC7G1YTc2oWNRjKE5175pZumOtlWcJUFjaOUt+BizX3i1MVN1g6I8HWZYp05
2kf8G6wgjhSclEuxYPn597Ft3zj0e6ljkIbVSIp+NpNrfaqKa95K7yPU7tDrVrC9s5TlVPuqnMIf
Ty/UkRu9NA9QLABtb2CRD7+BBVkfipEqlyuxkPaLkMu+Qtegf2vnLsWbXkK8vUWtz33+O0DHFUMu
bYsAV1bvQCobvadij1af0tXIjbbIRD/GraHQQq0Df0Do3Sn0y2dPlvq4ZtJuBYrNWAe9VqghjpUM
aoDiUFt/jJQpvkipejZ7F62AxI8EalFXKN1Mz84skk3EbJM5wYhx3Q5XGRCiiSxSSWaozeoGHRwP
pRYja3K6mENlvkCx3qjOGYvFLq7sGCizhcmVGj1uz+qRp/1Tp2U6g7++smG908IhQ2Kwq6+9fvps
gEHapWp3N3pZvx/hWdlQAO7uTy/4U3tFeoIGO955UCfQ4R3O2zTSeYjJ1AYgzfR3JIssuuksCJxE
CZf36bGOWB9wLSpu7ILCoLi7uvKxR7yjzlyWWR9EdV1goMrAyGPng9m1or0t5mlyd57ZTia68DQ5
bkQIBzeaNUV1rp37qS8AGMT51tCFfwsv5uHEh8SA2oRmDKTZMSu+aLR4PyOZc+b2PrVyh8MsP//O
fsihprfENboAeJsboUzqdteiRtkATQ/xyUt7c3d6kY8NyIUlcwRugILY6kzJ1O6ssch6tOhomXQr
FIOQMqWJCgVEPwRuc8ZDPraOIOaX7SShAJvd4QQR2dQAJIg+MPo2uq1mUT7o1njuyX9qhklVwJZh
QN2El6itlhHMnDeURdcjJdCIHc2Yme17SNDcUalq72bLC++aTDFuqzoqArtXzbvTq3rkmjA23g0O
qrXgTQ5nSWojNoeU8eNClAHaWyiNSyFup3lqtqeHeur5k/UygHxgiPCc1t0PkFl3+kwTTYCsU4ZE
Sp0q79JCd64iTUPam3I8SiClHj4SGWTnsm5PSfuWnBupIfiHqFc9KQc0ClIDkS6ZaIK4xQZFkPDa
GUR2XarSbiA+grH2m6Ti+xit5E1o1t2Psum+FLE0HkQy59usjkcIBnvnhhqRfHN6cY6dA5pxgcwu
/aV0mx/uQxWPJpJCRU8pu6vJaEMy9Eaxq3g/KbVhoBvtOvDd9QMURqmh3kPqbp1xPo+dd/wAWFIx
YoRJq28QuqUZth7fYLBQYPXjsACwm7riTPb32DWmxxPoP/2m9NOvzFOGtF6vozIXKIrav20qNUNp
EhHWae/Nc7PrKRtfnl7aoxMjcWZ/69F4WrVPhImSQMlF5mF+p456+NKwCVJOj3LsIkEQAgcTRoMO
n5W5oJ27rKoYe1jmUt1KJXSCpOgRB6uU5+N3SFqAiidjAtcc4fvhWQmTGGsbOxBm9G66r4bBC+xY
jbdh5NVnfKVjs4I4iBwJqSgGXR2KrtKqPDG8LgBRCtNr18mtHusIm8fxuYzMsYPhYNcXkkWdBNR6
AaVs3drCvk8InF3rqkwDhL9LxJ5Te1G5GJ4N9McrAOu14FQA36/fSQobZd2hRxSENBHB9V20+3Zs
okBDxm13+mwcsXy6ipMNxoIABSfwcMMAQBkp+bQ+kI4L5Ww4e5uoVFLAI7240COPIEExgWsOWXjm
Uh+JKGEmwuSBRVryT2vC6lgH30QZqAtMJRZvy2xykgBRTsfXEoB5F03taR+gmUYBW0VDbdrEA+lU
olCzXATWEaXiNHeolfGCXUQ1zYjB6aU5csAW/CoZTrK6C2/J4dJUk1sLimlDYKJ0sJ+b/EONPBB8
4fYZA3vEChwMtLI7IiSEH2LQlDO4gTGARQTJEkNa4ky272lUQwhKbyNuAzgoKhKHE+oQ4B46hWOs
z7O69/q+JfLVlG1rwiToqqX6UoFP8Mygx143eiltKgPEU7TcrU6YTlmgMwRCpV1qx9VmViaEgA04
QzfuUOqflbpQ4bFQpRGkRJoDUi+G+bo06vpN3UwwUmM5ugwvKoyuU8LOPTdmfHd6p48tDCj6peqG
RTHXBDwZcoS2WcOckmqK/ZAjyro1kk7ZRplHaiUdnQAxbfuMVT426IIDpKpK/uYJIyes+uivOmEf
uBzmizSuPubAnLYSedJLxMPQew1p/zw90cUmHgY/VCZ4BSzMi4aJXp20MBUz3TYKnoYXlR/sqn+f
QZC5T2pZ3iiyDy8TzYEqa2qr6yzMHk8PfqRag3fMdQT/uOigrJtra3cIpWYv7ystBSIoRFu9TCYn
8vypmqx9Usl8U4TqsBsTrR4u2hy40CBKwK4U0c91OB2x6UsMRr0GyOuCyTy8DOhc5lGfa+x5IfJL
TOz4coj0T9Jppyt7bMT+9OSP2Vm4OZB+WTw8IFCr4TKUE5UG7Yl5tuRXlH7oX5ZFbW2toUGXHQXT
5DqCIu7lbNXemefk2FRd8j6UtCkY4aUcjj0balohqS0DrZm8vRerKEVb8Jz4ntcW27YZzlROlrms
TxlcwDwmy9NC58/heFlRx5rXMR6u6bjNCzSPFbutdpnldGdihGPLSjMtaV9g8Pyflb+RlvOUFYip
BomjD8lWuBY6dCRDke8S4oJART7C+oyGKTBt/d3pLT1ygZc+xgXUC0jxqU6LHlVZETF2Vyr2rlPk
okCGfPCty782G7NM5dVoN+729LBH7jDgHYqeGI8lg7Dazdhqcq52SwdslNjlRaaqA5JlCjmEJFTG
N6NjDM2+1xXjfgLLDq+CMM9FLEdWHTQISWB7KcpB4324wTZifu6shCJQXJntvCm/d+oeeetZ73Zq
7dWXkO/HgeDxPnOLjpwscBELxBUrD0fQKukdJk7rDTKXgZIm7ke0ac19Puk1RaryHJWhfnSStMni
AsAoTNvT4SRLdXbDWUV3Zxgd63OLgPEVlSl93/Z5fznLLg7iyI43jpaUP3ZIIto0QwDTmFUTDaTM
DfvIpz1huOzH0QjKCDgihrWE3RnkuXjf1EaMZlJpvxrCOTEgXJ/7jwXd3APrOQ9XXZ40G8yE5fok
pVDdS+3mIp6Sc9oaR2cJb+KS/KOLdY3LdN0YSVsxSPSolOpBGYerHFa2iRZTvfWprU8KupXjfEvO
tTkT/BwxS6CXCH0wTUCX1wdZR90wbh0hA4lc1Qcs531jVJEA/Ao6wYr1t6fvzREviwzY0tux2Psn
lCNdk7oxfqQMbFETRdOv2Ol+UZ7jTzl2RAEQMS/62GBLWx1RpxFhX8aKDNSmQ2CjzIoEAblaTFe1
i7rn6TkdswVAapdXDIZPqtSHZxTV19TK+5nITjGnt61rtuXrWYa0lHeDMG4H8lETkkeyR9uS6Ho7
ZEj0nf4KRxpmwF1ApEDlEoJxkpqH30FBa6HvDY3+Ss1qRoj9YY6FL6IW4Y09l+Bd2shof4QlxCxu
nXjSF0nwPoIxRGpfsnrKHrWkGL6c/lJHTDM+LuUgHHewjmsDFQsvb3IDFWOglsNNkSJf3UtL7oqo
nLZJK/TYh03nHHHZkVHpJ17QSx6+FfWow5WI9cxDe1Jpgr4W9juPHjM0B5vQvFdr3Zx8iibedRZ3
1fMnS90YyCoJLIM3d/Xctm7bg1uFF7tPXVVsMrqFbrKKAs7GQwllC7c0UA1eqjPX99hsFzpAYM+k
B3mSDmdrqIkW2+GMXnlpee+sRh8JJMwwpS2gjeqdKstuZ4/ReGbYb2nHlXcB6gQfaqm1ItO4imLU
UmszV1dA5WfcrVtDE2jS94aXf57Iob9JvdbI/Jw274tuMkvb1zIqCkE4pI0O0j1GaNaFGjfQYP2G
lZG2BTjMJNJk/lwp0ePpc3jEGHyLHZfiN1uz9oQ0K4uH2hsgumpLHQViM/eS6c42YOYokG3s2nMG
4diAmHHKjATWmNbVywyCrSapDrOW6tRg/XGj8+s2r5OrQkKIsDk9uyMngMtFnmI5Ahz51QnoRle4
Mc99EIap9U609tuqnotbF0XhYGz6epc00TkP4MijAc8dnt637DcH/vDUTRQqzax2mmCqFORh0lw4
6ImrOfyzdjO8a7zhX5AGpyWZNvIlUFhSAYcjoo5szlIWLYmseMjon0hneRG7I0XcLPHgS5s1Jb51
InMoroa5MZXUL1td/3R6rY9sLF3eEGRT51586tVaJ1QfwqJtmkArABhPTmv4SuRgx2IE7Xanxzq2
xtDxUASH/wQXb3WIvJyEANe5CeK07d9EWj69zdS+8Bna3ZdzHZ/J5B05R7ROohMB4xJuwJqF1jFJ
dYBBISLMteY1dH8ohY5qGo/QW8r0VVOHeHhu359rvjniESyMNTQa4kjDQ7Z6PY1cSy1dUBpLQN9s
YzghAs0lOD69mkd2DmpJ0tfUFgzoTFfmOVG9xPGyWgR51lW0mJvTVYrq+yb2sub5C0nliyICPtUy
5mpCczXJojc6GXil1TR+lAHsyqrIfcMKPNJT5OzocIi2z56fh7QjbVrUF2E9W80PwLRa6S5MzGHZ
znf9hMotVKEKWEAtPWP7jxxMKEIWpqxfnvbVUG6WQeff1LhwnYy/DkXRbrVUVW9oAXLelJV+rhn4
2HhUGwjvFi+CzPnh1e/ysm2hvJZBM5qO3PKwpvMFa+xd41Lp96PorHP27WlDGMUHms9oPKZbihLp
ao40RiZ5P/Uk6fQcuoPBgeRhN5AHL1I/6bUqDRqhGm+1xJmzS60nqbuLpkbuo17F0TQbNTQg66os
/XNrjU67j1QrfXRDq512BRyW+ANDmxavZ+7jQhhhhHeRKKOfYllL5OAUrwK/Obvv8sotio0Xlnq0
d3MKgWfcxid3npvACw6SCJw52eeVVSV0GzsraZkmuJfXKU9UMBqt6ue1OV+kVv+FdXh7+qA+HZKG
fNISC7sbvShrRpR4BgGZlZUVNKlw+2tASYRvZo52vU+OoJ13Soabc9UB5TnnGT6xNFRPqb0QuvKC
UEhbWW+RonI3TZEViBSOiW20KN0nIQfguXdxGQdDSjxAoR0NjMMDK9wQDYUGGRqYTYbJn6AS3wxK
btxMo1t8Pr2cTy4HY9HxAiJxaeb11uQq8HSUTgc/e5AaYbh3jdp537bGXafE4bYqOp7BZ4+3eJpg
gIkXVVK1h3PTnaJF1JI1JKFUKJ3f2KH3NY6THvHtnCN87xklvAenB30SHi8YXEr7VJ9ByD7JdCBU
3WqIQzGoGsGNrqYimOu0CNo26YIJuM7GQmvolR4Z5xRiliNx4OYyMp0oSz8aBw7m4MPpVigMdyJJ
7UDEjfK2jwCqXaRQZ2z0qD4rRvnNVVuPxl5CZ4prxflcLa7Qu1xFD562Ew9eVl/I2LxpECgffLyO
9LXq0uToh3qkE543OjTXVpwqr7TKct8gJlN81ZsC6gNGLIyAHpl5AXmWXXyZpS1ur4d02K2axRo0
FWE8XnUpTVO+LlXgkk4oq9RXFYj4Nuxf+tGusunD6V18mnmm4KHawH3Imy3QslWMasYWDhsaaUEd
JeoNrQL64HujVVR8zTZt/WF0O2tLaFdfd1YLV6YzWW3qK2PiSHRJDKe4OP2NnmaXlm+0tMKTzSJU
XRfVVWHGLenJCtowMxm2bGomdokRzcoWFkadgsc8E5OUAmSCjz58/mgS70APGSGft5lT1RabFq32
1lfBwJe+DSl3Fcyjaqq7hDaEbJOINL0rGzWHM92wpw/ku63al7DVZ9sKkZOHSXdgwcozE3UMBJrl
ZTIPXoLMgKXR3EOj/pfTc356oiHugEKd/lUoWchEH57oKW/ouJrKOqD7z95MlZ5ftIUE7zAP5ypd
T20THUiUcwiFKOU/6VltWvpCIhhJAt1tuw9xb9o0cNkawjxw+/kqweAZO3H0hFHlIkZYXAUIWQ4n
hyZdVCwo2ECX6bDlhQcjm7fZFseIns6+bAOlcVU/TmdrOwPguCinMNzETpX8Avj6mwOtefFNe/5L
VU9tAt/76j//8Kp+LO9l+/gobz/Vf7t89C+/evjBP9wmX9pKVF/l+rcOPsTf/3X84JP8dPAf21Im
cnrdPbbTm0cEp+W3AaLHavnN/9sf/vD47a88TPXj73/3pepKufy1KKnK3/36o8uffv870KDfHbjl
7//6w5efCj7383/9x3/+u3/68x//6ef/9N+efOzxk5C//x0c1i8o+fCumgvCElIitml4/O1H1MMW
nSr40nD4FnGzsmplzMD2i0Wia6lkLBokS6FawDHwy08oZuGw8Y8WxR3QhL/N/+4X8/rL1rAev/73
D2VX3FU08wv+7qGHQtezt5TDkXeiYYti6Tog6d1B2KMOs0JnG+Jt2tfzhzhDY8DM1XJTQA9wNSiD
8bpo7OpxnEf7LlHm8ao0UuUK+s3ugx1l+nWWZN21npvR5ZTo+Rv6w/JfT/v/ozP2qn9s6SN5/IHD
KH7YdeVPnyRb+6/gxC2MVX/z24Y+OXB//g//8c//9k8///e///nf//Hn//yn78/c8sFfj5zrvFjI
JBa9PIgoMUjYql+PnKe+wHniqBHYc97IMPz1yJkvFn4Ssir4jbDxLN7Ob2fOeLGUbik4EUuaMJc9
68gdGuUFXw3VMeER6RtcYjgaDu2WDvJ3spLe2vWx97KOagO/qtuqMrsqEv3KpiQJM2J24YCZ3VJj
g4M/Q08lax/KqnmXlU0S2O4szlT1AN0x7F/9keVrLYVKusWpSJCtX0MVHIRzJ2O2rV3ahw8dVYR7
+HKrT3przxfSysJ8hyaE3HZeXYS+aMPU2PS9q920WtHe8UbmGzuBWdyXpqokNJorMGSVpjV9qDQx
XSMpUMRBaUfjq8h1wnijCktcap4cgzLRyrealScfQ9so3wjbmEFAx5X2Gq4M1YciObuukaS/cKJo
uEwsfbT9gkLXxmmbCtZ8x/ncSi8NdCtZ0vJTb6fbsM3bbZfItNokkWq8ixPFcHzLyqb3ZSpqqKZi
W72NQzEbQTMXyuu0BSMBeNT6qU7KxsRHiPXa70QTqruuTczIz3r4P/zOFFG61WiKujByiEQ2IfNw
wO6QcUCOBNEWvyl0u/Y1iFY/tJUz34y6lu0aXs+PiSSXv5FKjq5qbppkC7OJRG49ROanrLCmqxCS
xCB3y+Gj3k2h59fCqPh7ZpDSPOVPwq1/Usp8jn3LmGq+Um0uqolaUWwRNpavct1omfpo3GqjGqfb
MsvUKzrh9+Ugr8rMs4PZdr+qkSUfIr0wUl8K/M8epE/kN6Oephty7cWtBkriJbLUd6aepz9Vdgwz
dtrayJeqXtVLJI5FVGwsJVffRh0J6cCpu+pTNRIkB3rvxReyHOv36iTfj1lTUyktlQuY0fGE6noZ
c2iDMNU/FKZEVl5GluKnlvIytJS293vEfb+GUGzu8ahSv0m1t5nWvhSqVG9b2u4D2Xrmx76NP5Ln
xTezlMTxUzpOrx2liSO/z9uN0wx60DVOsjeS+gpYZ7mD91PeJlK5nezuJYXB2XcySn+bwh0JL2wn
uwA1okwgr/LpNRLd9m1WKo4fuYhuzU6RfbGWRiZrGopkb9WSklYWu+67edaMIIZTyR/r6WGOq2in
50jYSkOGM5UuVyPfjW4G3r0YiUGlEftpbFm7Nk/veyfJ9qNrbaKCf/ZcmW8Lo/xqwyGzUUa930ZC
UR4tTag+aY9PbZnitHfy/aBPr/PKQOQVKWK/1PruBpZpv0qJ//S4+2iPBU4/sw5Kzfjc2C08U7FN
w6juKTtHOFtEWAaHtmRXuUjzbrqMjCxCsq0Wu9ITbTCEDjyM3msRZvx+qpUPWeM9Co3D7lZ6se2q
9q62ZBZUtdb4leCcKpoSzdvWqVDYk53Gy6k4Zo+frCjb2tTGiyGLko8V0Or3tPrPO0KrQd+YtAjv
MxvPG7Tra7Cf1aZ204oGTy3Z6qM6vJLmWEAcav84zSLfyGo0PoNvsy2/14TxvkURlgMUtpCtTm5W
b5oy9VS/nGxvU+jaXdvRLZpnislZhXaQWgWpY8W1Amnk5UZrrB5/fuo3s6voVyQIUK8LzdxP685E
u0L33jiUC3ynqbQtUH1vAygY3IwZiV0VahVd5ZkNoU9cCu9HfXS0G8WtJwyQOvfbMYRUBcx/Ez6Y
XkHEPjeY85fq4IqdOVnzXoF7UgTd5Lwx67kMYOwI5d1oxc2V1zTi3RQZ4f04TYN5V3k9OmEaok+x
knzOTBrXB3XKrrxhGO/yPLXvK+aUBsZgjndZEttpEGmTdjELUd1HtRc+yN6ZL0Cve3u3lSKAtCq7
ctFzClKsxg6we4Lc/ai8GXqZZX42FvMOXHJqUxbW+k05ld6+n9PxVT+MGspzeT1tmnz0Nvy43FvD
KCa/ti3hz9YYXlHcH++mNLXRjmur/tHqlhs2ivpTUiI6j4JNGX7tPLfO7kIwG+/aYqy5wXZt35cN
nCU3uSPdc73532KBw8cNbCzoGFLsS/vtmg/ASPE0KeWjGKzExmZUwndWPvw4V4Pt10ljXML69KDB
wQ3X3xeDbfebvBKQ8SsPWWK/BLMv/bBKO6TNer/2Kg+AYlHQBuU+GORGNrPovkIkOvsIdl0t2/Sd
k3PMSz0Mrn5xGSis0rBDGWLpBzx0GWxq9nUUmnz9birBMMRXwyRuo6H65I49qMw6fLC96i5vxOjX
erKHm8y8hMbCN8Zm29kZqcqwuEBO5VkpxV+/F30uZNkp8T/hJTPhU/ckmZydk0MpN9blj3lcGAgi
ap0fOfbWkL8KUzzLD36oCv63dmYPQq7/Y5B18Fv7x2oJZMT6Ty3f5i/h2/8fkZh+2jH++X/86ec/
/sPKJf72md/CMPcFWQ/IImhEXFoelorPb2GY+2LxaQEo0o8BKGVRYPwtDNNf8JsgvcHi0OmHD/xX
n1h/QSMZEG3cYurgfPg5TvE31Nj3F5Tec9K0pM7JISyDrXLw1SLVObmFFtSF1N7FNPVsYEcaMSpp
O+MnjW6z9ax547V58+OCebxfKt+XIrHda8vDyzDV+X04mN2mbTIX4S9NhF8qoWr0ecXzUGyHXCt8
uM3jnUBrDXHvudtC+Sa/mPTYvu26qEazASncD1leurcRzsGjkkRp7ocoKl+OeEeVP8KWcjtMNpq8
bk+utyviHQujN/5QDeEHrNd8f/rmHyZDSW2wLKRAaceBlgDU9iqB0+YwUlohnEMCFkOiAaMK8rKv
t5YwmgCC8+pSzGG75YUp9t9GftZF+8st+mHTVsNPREPtl8efftiWbfIlLsggPLk531+cP/zrjUIX
VpMTUej/+vs//90//PO/+zc//5d//PP/PIhClw/+FoXqL9Av+1ZdJSm2XLm/3DgCVMqFPEbwydGq
810Mqr3gAzTu02MBZRgFxb/cN+sFscFCbc5VXaoA7nOu2wpBxLlCYmBRP13KdBS81vBrpZg7eo69
bDdUFIfBguNjDFXewjBRjIvG5FQFTbyIQ8M0sFUUOw7yCtE3A6KIz1kr6g/fLeCxF26539/f/4V5
CM1QUjGLQswTbqA5Qocr611nS9lEe4iFa1y2tvBwruvhruz6ZN/biXdT6VZOXlEN35XYgNdl0s4P
p78Jqoerr7JgPMkBQESyUB+Tml89tlWTUwCQ+lZ6VufPbqFQtOury3KKtGuAEj/FbT5uxrYdIzSL
Jm0/jpW4duMez7oP1ZuZ/to7K4SkBFid8V4PFWvftDiyc6JhM8p818VS0o9eFN4tNInjTtgTce6s
vmks+SXURbStcrx6M0vd27At4peVmNQrOvZQBDWgPPSr/03dmfRGzqT5/ROxwX25kpnJTClTSi1V
JdWFqJU7GdyDvA/ggw/+Ar7aPtvX+UQe+Dv4x5rucVVKI2F6AMM+dKNR1e8byWAwIp7nv7Vpe+4G
7mxOUlc3eulY194guKRogqqpwOv3pyFNol7zIbourLw6rXqBoB6K63rqu3BSFypjpRzCyTC/ETdU
BGOdf+aHGHt4rfP3sV+qQHYKST0dWp/Yie/NoriWXmx+LJDI0Tgv5RfkxLjfJzdF4fZBoxrfHCV/
tjP1ZkrEB66Tzq6BxxTAOzzl6Oie3Ey0QSG05C6OKFkcyQR7VBbHVo0NX4UsvZ26tjstjYU/CizI
XZ5YCFWmKg8IbukOXV5bfldoxgHKpvRTac6GX+mCyOncuPWm2vzm9mO6tQSujf6cfSuJ1RBUB4p6
Gw3KdDdpmcL8GVGy+Lo6/6iWOF4dp5PCr8dcD/rU6obASezW/FJMTVpcoe86KlqSRns6EUE+LUfb
rvccImqgjB+FpT7ZDq9PxI3nl0ln+4pdflXm9srokp/g959rQi63ebHWeFmv7uO+UP1R1O11pnb2
fh7caiPt4hsQaLahQ9P4Xj2RxyFnCBhWf8JCrw8BboU/YqlHD2O6VjMv+YCmOg9yk2zYbIGeOy5a
kNTG18yLdp3U1ENCd2JDycvhZOjFI7d828+T5pisBaoi5u9ZGdtbMY2mLyelDXVlwnvaTn5omdjX
c/WUd4vm61nU71FgTj5J4/0+yq0HbBQHKrZm7ygk7y10DDA4dW6NBXiB8orTkmJd3eZS3FM/AfsA
f4HotOpZFPMscT+IvF0M7eccR/G8J1HXo/2j80obxT0uYm0fQelMryJIIre1nctzavQV1efsiGut
7ewz4R3jEUuTdl3J7WRuhZNbVjDoQik2A87geQDDNrmu2U02qY65dVWJuPDpqnxJVTW/Uxo7VKx1
DS65qTinLq6NNXQ1t6Nr2xtFcluP9pQFaWnjgu53otIXaurZk2Ti0kv2E9FI7Y7YW7ns27qd651j
IXUOzUnQ+x3cHJLxTlpx/lQtNVfx8lFNBZXnGKcBkScR4tIi8kkE6YLFWjCjtBJxZZiTdT9Ddgri
pa52eqMrpa80rcAHTv9ScEn4woaXn1srwZQHSaZ6GMGkkyCmjwSVOVJ+qIkz3KG+Vh+VMa5OBlFi
Awig03xX6ogwGT1vdgrxSH5B9ey3qkhOpJ9hFcYNZ0+rJNrCaEQNg6xw4xT9EhqYq2MPLYkNcL1s
+TSXfFiTVLsPc2pTUXrjXte6aY8WwPmZw9qSG1WbumcqpeaB2rhPg3Ys7eupFWnmYxE53SAHT8KR
O09Ob0jgw2sRNVypdRXKhrxFa2ahtXo7qb5ry/y+YoWxp7Fcz6W0+o9J3imFv4xJWu0GS8kOK1Er
/7h4k+0+ZgaUqVBqVLqLD/u4FT8Wt5ERXYFMi25S08x2hArPDI2GfGuwNgv2J2HhGqbSNqBPZH90
alV7jJzqqM+ReZunUXV2ralt/TbOXN/MTe1p1pdt2tTmFLRVO3zjdjkEJs3eAx7nSGgwc/BNrR/D
GrKewYmVTZtMWtM2GzqNlLPUPIDep2FeDVnJapf1rsGm92qIDJDFqR60xwIRYuRjczN3vuLE+DSo
rZTn2Io/GzLyCM+d3YV9ooqOTe4UH1xsRtNgSAcdaWadZd9mx3pIW1y2/GVykZBbrTyzZOTZwazz
WNUiEX4Db7rddp3QHsFptEd8UeTZcwvrMEUdGYMjG4YaZ71vxvnwQMTTtIcJVT7Ec1k86LZy5nuf
DgnzfxpMalN/idT2FFsOretO0bYxe24wkee+T8uh5CVW8RerHtJQtiMLfFzKexufsY3RGGgMs8Jx
j15mHMQE1xVfilE8tktjPM/4Kg1BKQlFekiVxgx6bY53cT1muT80PR61Se1CZTFaU8B4Nu1Pgn1I
+jbuy6eRKQ6UuIhhCTpW99j0JYKoZkije/5XE+JRUwYp7dHjVIv8zqhwwHIqVR8Cb2rtu8pOqGaL
Xmnp8jWVu43x47+t7AZV9GgaoWYrRrG1c6O4V6p4q9PZ+GDVpRXvrblmGxhlT2Cuc5TmaOxYhCog
kVvz6Y/l1is0nEfUcarJ6ZiG4XFus/wcU/LcVWMNqwghUVjaxXIsNaF87ERZBIquhkpk9nzBkXWl
Tcu0jc28eS6WxsXusDae9Z6UT3XIvH0dKQ2bQ1I9di3t6HhtbCalKs6zW4w3Gf2snR2bQ8i27DGn
fHcxaB2Bkj17MFjeSJOO3+4Tmneq1o7/3KfZU2t7+T2NX/IR1andxgtBd0vu9g+qTvZlYA/0WnxR
KMYhqQdj3g7ZADE6cbrGp1oSz14n3WM0NY9qldEWwgmE7cfxQD0G90s+6xx1SlYn5zHnkrqJzK7Z
4ZNS7GdsIz/YWjUu/F91+85om2HyFxgQn7JFasmKNVtXVqIoGN8aUbCMTs3Zb/cuTNJu4Wsi27i9
sjqwwo3RGd33XsYxxrz2tnHafAePNDq3i+nuJmF1gaYZ1R08V3EC1tS/J7gcqZtf36C+FCyWBE8+
XJGtyp/7BAYVx9V1RprVxo1nda9Dhw+MRpObORmLK5l64vnXBhGn6XDMPC96XorJ3RS9F93QSC0N
bnAqX1qUV+lhhuBqBqysehupUrXRhZhqfLVMxmAStl7oj21fulSFqf5YDJ2Zpj4zK72NhwtH/xA1
Rf89xb/PII1wYptxe3le4HumHxIx2x03kcQx96Ni860ZMchM6bYseNlHMuzKiFudXeny/OtYbggC
Lf2xa7yfVRJ7R692u+9Vp3qkqhqxqT3mcEsiX5vqlXfStlq9QfM5Rr7X9FFFb6zIJDKAeD63Xe9u
0GRMT6s/XqCOcXROShuPzGG93FtGL54NvDVOkaeBM5gNHc1ff8hNgwWZWQb/bUfCIKxomsQzWh3o
bPVguSkpChYPUJsz+xsinzJIpLC/JVaZ/7SN3DzIouIfM+3SPCAWk/GWZqY8q4otnt18Fk/dpLA+
PSdbNBy+bf7KHsXzvIzqeeTmHwrZMHhaIDPrh8bT0BRxDj2UYzld0+dcuq2psjERgcyfunA+z17W
dv88/bE3erem1fxzqfJvKtH/Pb2w/wfbXCv+/q8X3v/zf/zj//qH//hP//U//dN//sffsd/1n/pb
1e1SQVMpw49fGVyIAP6l6vb0v0CFgaqHkm1V5K5/9bc+l/MXZH1ogldqHUz+lTv0f7Bf/FVhC8EV
wMUIeti/pfBG+vRndQnTAfWQTlN9VSthhrPCsL855eQTpjWc8XloNjIlk2mFUFYwhYvHWU1dkLwV
aMmz+Ke7Qi+q0yq7flTuJKhMls3tRl+BGlNWsV8N+nyIrDw+6Dnmgr4LthPlJIVVDZFrczyVGJSA
mCyy2symAM6cp89wmXI/Xi++lTUc3dQE1lIcK8CV6y53x6eq5LLlRdMXCm8VPjNwnIOf0baZ5yTQ
p+anBfi5jRGW+71hB4sj8nAUxUPlKATFI1dK/G6YEaa4XU3rbdArv/uFhmlr3VF1Q7zrJ/UxXkEz
g4bW6gPsfuq9RiU+IzarNCzajLPf0fJvMwzZ46zNxo6/tk/6KOc7kYl48bGBKPbRCqG4v3C8KaL5
PqTpjSO0G7mCfRA7qp0J/jf+AgLdRsfbrGVLXVFCYxIdtLMVO6ySpg4To7U+Nyu82FK7nDIQRwHy
qEZa5pd5jhVBpcQ/vV8IpfC8mzpO4mCYhRmz4epsIEW30eou8/MV5kxXwHNaoU+8hp9iFDNmB9fV
LE3rw1zOH2jQ6gRiq/GpSoby0FWu/qVuqyLeoL43Nym1wOdiIoGi0pa1t5iP3ZUli2d1sufvltN0
x9Qs7EOn2fNT3SjdV71uvqjLXJkrIpz0vmM0lurrrRzDfCF+hdn0pjVYaXKCTLbpYbIU79YjJctv
rLq5crgn+HZZNY+9rqSBsDvFT7lhdkIvnhYzKg9uTsDUCJP22u0m+ztg2YDkws6/p4BvYLrNOOh3
iV0ZyqmfGu4ReKj2/tQDJnHS90q2tawkv1pGK7OCUUZjSwOlKDbw6qNgkHFT7UfUJeJT5BZ5hoxI
r+6TGHTL12VPBTk51C70P45LbBnHAekpR5PcIoPD3r5yqGSWhAOldT/ZU3HjudKfFWMOSlF80vsJ
lsAsPgJUdhujnR+4QJoPFOT5tVMnFVB9kwO7D90c0TdOnHn+JNBANU+jUtQnC4eAfd/SH7Oqofsk
lSndpVDBv7kyy8RmtT58sLs8grzBC4xje/4E2a3byansH7IJlX9ZWtGjWpdeSBJ5BYdQWu613hL5
PGTuSN3Y6Pc5WR23skvLJ2Pmky2GWj066pIZ23SYs/pWnyeF9YCz566aXOVTXXJCDZWucL+BlsC3
n41TwjtUspDORL3nAnNHh+qnGo1qME+1Fji95/i2OxSbBWr7BgXscIXDfOonSXlbRNFTjv2fMhKa
qEy3eL8OG2mZ+cFu7XTftOWPQRJ8CK2GsNVR3ZWZSbujKoaNUSm5X4ESIL825SPSFZ+rYtA5rb4l
k303ZLFyH6XxjZ513yPV6H/0SSt2Q+qhmvJNM4+U8drUkkT5kHe2m6THNlaKorsRZp5aM+T5bsnm
bUf3MOW6SjfcqzfdhCET4cjXC5yRb0ab59/pYdlPVl3Z56hLzKum0YgG6M/LAoF3iHvX9zjV6U8s
xb5pzHIvlpZ+BaiEc5el1re+p87KpGcHeiTCKhm9bWFqFP1xMn7sksi4qZR7u+lmO4hsR2xM9sfT
0MgaIXSWHT03T54zr49ujWYZTxGCrNNAr6/Z6kYV7ZJWsW/KoeubbacYO6uGFjKlxz5yrt2hBVmQ
1Vd9pgWiAlGPXVX5gxgCPZUppXj7IOMCCMBT76xFXkeicjYTJITAsJocmb2U8Oib/KpunhuZBCnq
UB84o7+u5sY9t0WUbodEjLdeVua+Au/jI2XgwA2d9BqYmQ2XdTQdCsb/LWamuZb7tSqxe4ocpww1
ra7TbYQny9Iu3wrLvJNILXOaOtN4EKXQ4e8kxs/RsbZKMdD9Gsb5bt0zAxIUTovpjHtrwSJcDPQB
bVoLaZUSJdc0tCUwxny0aUg4qa3duoVS7Supyu+6lRe7qaPPQyicdiX79KEziSt3aLM8Gja9ynqY
+kAAlRIy6ExbobfxvhyVeMv6FYGWIrLyq159wNq+vh87CEOpbJ5UxS2u+yZztjCJvrNP7SR+TPQt
+eJqCfnYGbxSD2iSLQ+95n204trZVVWy43aQb5ax+BSvbim1CesARHgOpDq351iXrEcp+6CgR9S2
0dFK4/lzv5QplUCMmDwq1J29YO7pFNWmln0YaVOxxbYJgoNWBq2ef8AILQ6baoQ43DRy55q5u+s4
Kx+dPv4QmU3La+7cDSElD+O0PC1Yfz2MHQmrkTmNx2K0yr2Jv2hQyyHZDWpUoWVBUm6ZcWC0WYhg
vr6J5XDTeRA4tEZ3r71MeL6ZyvnQ69V8nbi6tsf9o8XrjHNMjVwedFqbq1yJt+lMDwyUEIbFSD5A
o9y5KslhTj/jyJRFt3mk3eQrtaQeunGXmxmlljO217odScp2NqYW3vnc5zDL5LLLBvNpIf7MSEel
ae6TtTDhAOp0KzOvjDExYQwbCSQ1X581kWzpL6jOR6WIc3gT7qhvdNg3/RfaFtXt7NW3labvdAg3
QHcf2botH8kubbax17YyVapt3ybZzox0iEmj+UnrdSucumQvPe+kO81dXWVToI3zCcF0Gxhxwglo
n+qc3SadN1UbbyhwfGD9A862rV+nbhXA7NllU+XH6SeO1S+wlrYZskD8PbDsm1kWqBXp0DSY6VBe
zmpPwFwEIS5K6C/OhypJt+Q++N3YfhtEnJxibGIflCk5cxW9R3SU7BLYAHslr9WN3uUmlyhOO3tT
yHHwWfPsXG6Uf2vqRHsQOEIQm8E9LckGX58i6wNxbgmREngHx/XgPUw6oIE+eT8sb6hOg9axyUjz
m6Qo3tVIlu6Udhg5RKJe3Io8O64eOvQNB3Oc9GTjzZggbIeCi/dWDDD+ex9zs3Q5tW2sD5velXV+
Y4JMWKd8oHrMfMPCyPOgeP00+XTOZ+VgzkmGda03pd63ecZS6q96n/9rxdAfyOX/T8QAqph/vWL6
p//+31aQ8r/8h9/LpZUd87dyyQFWpF/9K/0RB4WVFfpXWoDrreUSyCXyn1Vy/htKCWHAM9n0NOjb
a8wQdJW/VUvWXyi9UBtQStHAxZngb1zev4KAb5Gz11Lod0wQjSjrzIMHDuyJfmEFx38rlQakR2iv
1C7sleTgYtCVVu1V3Cy732bkr8P+zgG/pID/GobqD3qESZF3yQ2alwYj9mXuwkFRrute3RXz18j4
bsjkXJj5e+awK3r44qEwvIc84xrI8S7YvzmPpEX60sHFcm5iUP+AYKGnVCHX0wEQDOhgbmWuNr45
kzTkJudsVD5rUUmBlZ7Ekhxke28iFdlFcfeVoKvHvlM+vj0hvywDX/zG1YGU4PTVVJD18vvEaxN+
EtKTXRh5EmqdZgWGAPMQqmZvskJ5SLTmsdH0vcXNTuSUKIsiGnp28kzm01HV5SHHX84XVqFvKK8G
VD3lOy/tl0vK5W9cQ9YJD4CLjBTgz9+YEGC3YI7ehYZjcpVoZl8b2t2YJaAvmX6lmPWTCRnXFbh7
Q147xQktU6NxQmmU+zYZoE8q6FTa5vNUVQ9LXO3hb0nfUSN9+/Z0vvbG8adgBa8aeowT//ylCg6o
TuEwm7FulqEo526bphFF6ACDt/acPTbRnZ+3UMsWLKHfHnx9VS+miVYDnrUmoP+lj6c6uMLOI9FR
VadhZUd8R8rz20NcfqYWIg2o9qxnhJCokdfn/+0zhXCXmomRdWGputfD3O1TKw+12n5HaX1hq8y/
fx0HmQ/aQIgQtHcuxuGuNGdV0oWt1/6IK1ecujzFJx0y58bibkWXM4s36UwZtpBoC3e4vX/7SW02
tj9mc/0JEDbQbjOhaxLLnz+B3EingFDahrnp5cc8RXfUlmL8ukpNd7g3t8pV3E/zp1RwnxmVSHuO
c4uzuxjco2phGRvYZZH+oF+Si63n1C4B3IY8LLM97TWLfxX1jdJ9lm10ihrEAY1TnizCrUMtxwAp
w/kjMTUfz3A6DaPQQm2wbweMy0MjjlUyhJ3bMa93MluiD2R6UQBl8RG6FWaNuXVU1HbcznjH7yJN
xo9mr5qBdLMkgDVFIRbVt65AHmummepbOWTwqV2d6dTkSMhOAThaH/pZ1fxJV33bJhskwdfukzIp
+U7F2w4UQn41S2jpms3NN1KVrT3uDX3St8bY0931knc+rF/e7L8v7vV14MyAGY6jYdJwufKQvAJj
4GkXwrNNtnpGHM6QTUnA1nAP4SSopvQerCsNG+nSAxMiGUKnas1D0hjqjyG1Pg6DMd1Og4GQkpUd
mEvp0P+uwdpiFwPgMT51o+XH6BAaYixi5ZNs+UvREtLVNlpM2jfQZZoNew4RaxNT+/mx6v58e9m9
9oERkoK7m8kTY4z156qbY1VadNERluud8qGI0/4UL+BYQ/Hj7YEu2Wa/5pOjG50W/zGNiz110lyv
RYXVhkIt8n3VrMHArizgxQ8quxblQb8du+I5Yx34bw/92jPi+WViNYAvBJ/3n8+owg/QRC/asEvr
/EfTuafEltpztGCc9/ZIl8c9DwndkYgBbEYRl1+OFC2dBQODGh9zhrNFYAiFsPkQc81AQ3tOI/H9
7fFemVRbp+hYTXNdOnvrk/+2PWrKGGHlqrah2qfmtjOcK00ufmrZ2DcI7WTmGhl372XavTKdDEpF
Br8Mn6jLW4ZCL7KQ6dSGJeT+jWdnR3NKZp8cz+qd6XxtW6ahzYtbiWTgsBfbsjUprtfkDQQSR/zA
+eiL4UxLCHUqIJQq3sAPP0wD/otqR0MRJcXbs/vqgxJYxE3KAYW7XLJ2445O67FuWgPfXMs62Um/
64B+3x7mlUWzen7BdMZCgWV68ZDeUNh4fFVtWC/6uNOX6mPaFpt6hjRqF9qj0CoveHvEFzQ01inu
kat3GuZpDjLXi3WjNe0iW6UJdXhon2wygnXRHZLUY/edi3sg22SjGLY42Jhobl29zZ7dTmyn3q53
lj0th2QW9jt23a+/bA/FOlxg5+Xt1R4U4VZxwstGF9XTL/Ebd/4ivG+trArfWaQCDDacCbzv6P4i
dnh7Ul59DQTwmOjnfpkE/jknDiF6VjuRPWZN2X3vTWFUzkfdrm5mPf6aFXO8eXu89bVeHDCIi91/
zt2mSLq4rM+2EnMCWU1YLN6V3tSfmuw9acJrjwR7nsOLUgvy58XtKbbJY44W/CPjNjF3Zj9Wga7g
HDJp81OsxteD8t7CuryPrgvrtxGdi6029pJKtrQGw5jEwm1G+/VWtCIDgRq/dJZYTcWcKiMBE6UM
jKC9xVUODcHz2Ok3hS32XmbJMHK6L2Opn+JGwc/UMeQ+c9Ifb8/+a982Ug1OdjioFIEXF+e50yq1
GgeS5pTso1PI02Q0N1aW3P37htH/XFT5AJXBHsYmtLtG3Sh9HsSFzDe44ibv7CKvXB/XcId/eaCL
5QS/1ktB4ZswXZZvqYF36ajc0jT9CGvqvbe8vsXLpfvrnMNEi3yDX1/yb8fOhBtAQqRbE2ZGXSDE
POaDZ/ttrt3g2HpS3eKg5MUeIlIdOlZ8//aUvvbdrFGFiA3WyOVLb4tJpoTbCJZYqROSWNnu+JVg
O/H07xvlYlNG5i/1hJtZCBsfmae2JTD2naLjlcObFBcsZ3F3Qi2sXqwN6UVN1DWGCNtBnsZ6evbk
cq912dlJoge1KQuyud4ND3h1l12FyOxz4M7aJQO5sgddLsIRYQStJVQq2ArLfF9xrT1Ih80vSlFq
2p2GO0lhHAgTenx7YrVLNva6RXCe89wYknHxvKhzMjlHUpcl709o8FeLT0qSx4GNbJVY1Q+yyZ9N
kf7s9YLeao6uoqzLzds/4Zc/z8X6pVbGFgB3Mkr8S1NPmqymnYtKhLXVRuHSFj/SRbsfK+n4+KY6
/pjM9Led4q6ZWuOqLPMpxCBqm6Sms5XUqRuaKfkdmF4Sak11FXd2RszHWOykh9O7sCUOU3l+KEyM
VyvExG293HjWCDo9Kg9dS0CXFk8f51WTWknrWkovD/u+gxavZXnoGHDtNINEh55M9qKplifQZ2q6
OI2CSllzHXljtrKQkKYgAiWTLfWBysEljfxhSoA+7do8i9Y5YEOeXMFkmTarmxGW++WpisG9TTWH
sLqA3fTxo8QBNxC5cSVbeUSVaoSgFA29ajcLysUeEa6SXglXq8PABC5KlqTFjub6Ax1sfTcrsX2I
FuM2kTTHO7wStkk+Vc/a4um+WkfXTdlOYbfANu1c9zjWVrGbocYENslYvq5homp2vXaVty7hkG31
s7Scr2mX3xjVfEiVrNjEnTf5Wt1a14OmKYc6fi/v55VjEh8izdWwIoTBoV5861FWGV6pziLspyoL
lmmJ/SRO7tQuPcdeds8/9c5e/dqAFFzY5HLZWGuFP08F4rKlkiUNUOAA9CQKF8A/UbeRhnZyGdMA
ZPedy82LlhZfHcwTnT45eDx8/IshzTYpZiDQmksmbIXGmvMtja/soa6c3h+r9MuAC0Voj7m3FZ51
V5blD1H3R35adYp1YfqRSAo09Rlh2gA7t5jqV19NRTd2gwbnK3ML0Ku3P9PXdgp3tUjE3wtZCuf0
n9M0u2U+ex6ek3ATj64jrhAl9FdLmdxiTwXW7TqKH2ULzPZG/zkq7oPZTsM7e8Ur9wSXVDEu/5Qg
q3Tmz99gTo3h9INTc9ogSy96KBN43CQw09952nWRXexJLiwh9kNiNOg4XNycjE6IYaplHep5+dnO
rB0Fxzs37FcuZ4jfLIoN2EaoAy7mk25FM2ABWYf5pH/sILgHSYWqsk729GWg6nD7sWPjzsF14J2H
e+2ow22TO4NlYYby4tAhps0zpFqHWZde5a71Y1WVWl15npPqbNXWHFTZ+I5+dF3RLyYUMhYuPqQ5
EFjx55vL3dYlcFbjaXOrDeZoeWiscosu3gOuey/i5bWpBUigH7yiHS+6G8MMo1q6nggLyz4r2YBd
0ADTyrCvhVNfK6bzYDT2Q5aon9/+Rl6bWNALcmwQV3Ihulg11kQGhwJdIBw1n04vaDUIGSl/wwbj
2K01w0KAv/Dp7UF/VaQXU0uTEn8b2Gy0yC7dS+EMEU3NwYZ0m4h1U+mOmka5ZnbWVyOXeLfGs+27
svya2j0IfbfBLOJam22IyKCCQQ6JcktTtdzF07wEcYtcyu8JIdoqNdt9m30zTUEvUOm2sYKIocJU
JdC69gEhxlcv758dgbWGWLQPRj5Y/qB5N4uTK2GnQHBw6+SLMPTSp2uMU3fuXtOnGYEb82STeQRs
t13j+g4Mkl0JwWYzps3D29Ojr9/Ri+mhlYbTPBavjnnxnVmFaQtPRnUou3K1vVBM+FIUYAK3hXap
rStzHpydiNSreb0dJIrefC5mbFjwjnhQE3ODG323deryYC01hiBObTIZEECz1Hy2Xfzqshi6CuYZ
73XKXjmYcKeBOWjQhsCv5qIvgF8Gsd9rhEhtI0CTq5fFUEFanToZH3EgsGHEu+8JvVcN8MV8aeAs
YEL4LkFhvLRVLgqJO/1i1SFqm343SOkEekEHgnwejxaIwAJtWd0rLSXaiSLVEENQWWRZpUImND6Q
RvRVTv1HBHKTj/jsLhO2eSXJndyqNbYUb7/dV06l9ZKwcncAV/AquPjkRNfHjTOYVah6NGr77BEO
Tu+ndY2kQY3l+sf8TEiQOO+NADFNuZ/0SXvnXHplzvC3BMFk0oCqLndUDGCEBo+iCvGGuy5m9QZe
PF7hM2YtGj41UMhTrrAuYPw7j/+i9sMhmpAbhEi0aDhD1h3pt9oPoUdqRWNah8UgUsw5vBAT7hz+
BRS5+GsbJQ+sUh/x3Qnh2NtjvziLL4Ze5+S3oZsOi/JSLTgi+3mfR/Iw1+AH4j2/5HeGuWyJwwEh
TrPJ+Qi88QQLjeZqF+r1e/2mFwf++jRrBB/7KPvEZVxqrCJ2MjImcpJme4jspr4uNLPcvj1nL+u9
dRidfCBAQvS0L/KayKu2XS2rwSnynd6bD4lt3thp8nX0vPMAPd8H1Lpu2mavD+9lm7w+OAc+IWsa
985LU3lRjD3FQMzgQrmqBuNuiLLvc94jnxRfmr45xBnZDS72U3N9eOfBX9SZ64P/NvbFjTdTlDRJ
YsaO02FnecW2tVeklqJvtjfVOD42ZvYkXeUR/5Aj2sh3PpQXW+k6PKILcMvVy/+yuo8rRy5T7lXh
6H4lJsFvy/h6am71Its70BvfftgXd52LwS6aP4sSKxTQThWWVRuMLuHc47CZLAIxrPdctt8bal3W
v32EEZw+j9KwCjtyvmpo4KhtfW2812nK/z0PBWGZYwF7lctAOQPtTmNrfCBD70AOsnF9ASqSlLLL
fIMCfvx7JnGFgvkidQTyFy3BEkTSAtOuwtlrh11KmLZPOIzYoZLG8kkaxTsr9NWZ/G08/c+ZdOBe
D6irqzCNxdnRplPXNocGsbOq9/u/YyrZZ/BJ5Eb8AkfJZrrDRRZVK1kPkxnXvPG6Omixl+F6+B6Y
/uJOui5GcAWa18gQ8Pb487k6Ra8iTFt5rtnsQHNLIjrsGwKktl2zHLD494mZ/fD2A748lUHu6QcS
A01vCRuDiy/AxIFa7UkWDechDXD8UDZdlHztGxiJsTgoZnlskgbrt2LeVr3zUIztO8XVK6fGHz/g
4rsYTGFOquR7b1JoN4W9N0EoCne6f/tBXzk1WDJUcLSsAQ8uA36Kxl7sVDK5naYlV9zNV1/44b2l
CeGKl/THHRaMFtIS9zJugtqLkLGuX9i2c+6wtq58TlM1uscX2N5xIwhwZ952k5rczUJO29mYv80i
A7yl5bfJdcKPGqk+kJvy061F46euPoaOm7WHfqC/VjTiIVd1e+cs7X7Wu+umNk6Z1O9wkq39LLUl
fknJuJtSrNuSsZn8YZTk32ieEkS6+LC6ph3nOvbCnnb3DtKkeR2hyVgpL3ib2T1RKcEQsc4By73W
F0aeht1Yuj/rUY0JoUusYz2m+7FSzuNglNc5I21qm6BMb1KvtMFwYeMa1+SI97sRi/gz8ozt/2bv
THIkR7b1vCJekEbSSE6d3oR79JFNZNaEyKzMZN/3HGumsWYCtAHtTG8R+ph19Sqc4Qgi6k0FFC4u
Cqg4brTu2Dl/03dOfNVVmjhkFqOP0+kHwEjjDjcYOBhVvx3o+ZZICm6sFGKubSifdIipN0zSH2Yi
hw8Nr2M3d2CXCL2Yrga/gt0+QruRRZ5tEJ4oj32n4LOqQM0QZXTdTsNVXmAyhcIXz5WkLR+DyLAP
bWZ594aRagdQcskmlmAsZqE+X2oNmlImNDJP/VrU7cdegXiB1Ni95WnHGO2Ggt6eQB6uLiR4A2F9
hcWfuGge1jeppTcU/JTxdozVfhvEk/cYeGiYZWFU4Z+n2S4ivMopqFS5MefiYR/E8U8F05WTFGNx
p1aknm3joUHhVzu0CMyd9EV0Y4NzdlV4cZUamDtDNuqxz/wbTdHp/aQJkosG6sQg/D/oo/8NJDhq
gP2HUNP7E96FMAOLKnfxUPwzM5LirpsqwNQ2YFzpbHXq50jjT81B15No10NM6MEW7AwAYdyBMd7z
4AGuHA3/GBFpV11hu7OhJjyDUYdkFJlb2sZIUsjsnso7c9d7cMfDAcbD1ObmFyg4dDUGP2qvAecM
eGrq3j6JZvGKSOT9Lq2CU1+F9ScNkAt6ZiUIXSsVBw3tg601GfnJaOvhKqWW6LtRWe0iP/8CvzFB
oCCK3d7u+0cEJTxeh3p7VGrvtkCr47lXfPPkCx8qPmxEBdgzHqo14gDKaODBZCsGwGyj/8NE6vqQ
8eHrHZjsXt93mVTLq27QlFtplHFF+biCQKp548bBWURYfrCHHlY/QnERB2vqYg5n6M0gvAeXem62
MaeiuE5pVRwVFQIMgmOHKAdJ7Ij8s6U2V1qKKpjZSjj8kfnEOzr+DGBTRdEaBOSx7GTzLdCLFLQy
NWxY8XX/0wwCYWwSkOSoz4kSUqoyKmguRe3HECE5i4LFRqQBugXDroDPnepOs0+CRp4GYX61gkG7
BkMP7q5ILNwTrAkMsUAF31eQzmROJr3lhVzWbbXVWl5sm3wEw59NTnfAfUThSIHNeSN8/1sDxWnn
YS5IDDNCTbLyp/sGTpN+8G2YnRhJq3fIT3qcGRUWpYU21iDc00nsETSh7Gn7FYologai5PulOChW
i4pDUQ2WurOivLhXlKy7tVKnO9Uae2avRW22Q+Sh/hCOinY0ULmJIUoZ4Z9D7t1bgY0+Q1fLXd4h
wNepnvqodLRXZ4p+4KKFkN14EYZzfX2nB37vovryw2yVwXSLIPR3RelMlauEJjVJL/HkUatNvz7k
cdXfmZn5FOupWze8oBHnaK5jJC03aeEZ21IZUHdEeqCNHoAqPvaasQ9gRxVV9KMa8aiwHOXaTJI7
21cRiu1PxlSMG2gU+daygsBtK+1ZmSbKMioQjNaOqCQnyWkEZnOY6vzalsnjpI5UYsIq203oKWx5
f3wBj1BvZSabfaxqz5bJjVGS+LioET7YNc8QwOfI3QTNAzW7H6nNukD8r992vX/UcI53uXI+i4R/
7TTWLwK1LiT1W9hhkFbCT1lrbHv9GWkZkJhV+1zL9DlQeZN3tsIjWS2eeqf5ENv6rZJmCBE2OfxE
a9crBqCn8qlrjO+GBR6ol/3Om0aa0uGVz5fRRudRaTy22GenrVBLkOouQT/DtmGtS/+EzbK50Zxe
QySmNbdjSSFVVsGNl5mu16Q/oU6dDOdzkDtuWTif0OdF/1AeMVT85UX+AbfSWz8JrgOz3Q12+1NN
sk9db2yDXutPUyzmYilZvAQ0FukfcPe95vZ3NR6lCA4eKJ7f6f5XhGETtnnw3BXyVo8tgV1cVCIh
mT0IHI4dyVkAyyd7UjR2ejyln3UUxvrRPmhmfk+v2JVdY9KKUv4MOq/jdPXvDC3dGqH2VTHqRyMe
8iPnzKa17T/YU3/EHYQZK941g5Z9dyj4+UF6rVaVffCdJ+nJvaIN9rc0j2+bVN5WjZa4Ucdy7Cvl
akyMU+OZ2hViQy5+JflD5AfJtjTMYYvBohub3S4kIdlmDr7cBgx717AnGK31U5wNP9Em7E4lvfvm
lNS9L4dDILuw/jIGQxc+mikGAPmjl0NX2IGRlHs/jKcTFcxfb6dhl162M7Ad81dIEyR+i8eCB2W2
VUYqZZGobqyZKdiD87O/iv5+FOo9aNzPWEhdtXa49qC/8LCk5065F0oxgN/lM6XMhg6vDp5FNSIa
TmBfIR/hxsqHPEH9xJMPeqEcPZWOal2yzuVPLTRPMJkeG826nupv6KZumzVEwOvkF5QuhnVzUWh+
XixS/t7Aa8232+zgeyiICpSt0sxVQIO+/dVfJ6Uag8aOESwf4ilLpFQcC8/xuiRj4TeuF4qNgkbq
MD11UFbUDsmIcq0g+npgKugZQ7WgNPGkXHocG2pQSrQrKNKY8mijWEqyfQvrb/v2wC48BWcIsgNr
m4HpywpoEIXQ5XLmtKvbk++YhzRQQENWe7UUK6/cSyt3fpiR/CCIgdrboopm5GgPNRaxLPwypPT2
cvwmss9GXUD6y2qaQrqBrgSqU/Za33P+04tHxcvQS3gkrsxeNutmH8ZkvPZD+gfwhLn6i2Nvx5tp
4kJsA+vUGfb7n9pngRe7tVYGpUrxZD/onvMRlae9mcESLVE3G5oVg/RLK4YSApR/jecToPzz1+8w
mYhTZZSdFLwpSWwfeaK4ud3ev71iLpwC2H6jKAAqknlctmB8kWtyor1/aPt2I51nkfS0nPSroI53
sWKtQFUuLRrkBKDlAE1Hv31pzKzK1hKwPtkHY32SandK8065quz4+1QVlBD5vBtv1D/5yMdKaw0H
euGbEpTONSqiKNHZi0pJHCRxl6OBe9An9DxgR8b7yJKIP7WasbITXx8xKtyjuV6HUiB958XuGAtk
Twa03w9BN5nXhYlecZqKjuZDH17FJiCuqZ6GnT01cqVtdOFl/yKypi77CkrG2WAxSKu2j3P30LON
w9uL5sIxM9eAmEbsNsEeLY5pf5JlMoXsP3OEwCuvbP1O5zmBYOFKoAurE3ARyBr8L2Yh13msL4qE
qXSqwOs5Y+y4+iLKp2qMf6AkvStr/9qq5cruvrQ8ZjkOmINcyEhJnUebFHuoYrLrAy0zt2rkvsrF
xh/Wvt6FCZrfh5hUYiBJy3X+GS8GVYXJNIqALQck4Y9qhiZCWH57gi6GoCVAsR52FhWt8xDoyExq
oRJiCMdbmaYlrkr2x/9ajHmRvBgGlGJUpxwOqCg1XdqOmyZeazpcmBDEdjkATcAM3GmL/QrqpUf7
j7y7cdTPdh7+6ArjKlDHf3A78/dnPiAPVTDDi8/V4YI2qJI4mTV97tLoe6dn+Bf0yu7tT3Z5PH/H
WXwyy/C70iyo7QHVUVD167a9bX8sqei/Hefy9P8dZ95WL6ZGgRMNBo/xQPF7VC39UUmDtVbBxRiI
x/7mU2ETsvhm7YjoguPN95Pl7Vp4y2W1lmJcDkFn8rcoNNjG82EU9mjDvmcYSH2dIlQqus64evtL
XTjJKDUC6oBGaDKWxWGpdg7oRIdybz4lvwyvvR3T4HtZpzeTs9bOvzgai/4caS2mkcs+nVah/cD0
IyBIfrIJJobUvRurAiQGdAyG5kw+0rDzb3gx8ZoDIbyLZXYAh3SHsRkOyKh3GGXoqpG9Uqi+NJ45
+YNSh94vXvHnsWTfJKaTq8Rq1MepfvK9tRPm0nZB855jH/4uHerF5ORalUvf7JicMb2ZX5W5F1Ni
DFewL5fCAEHBOMeCHY6f0/lAEgAktu9xyehWtDHygRIlrx69WmlD/TYyW2StXJcW2TndE/SfFrty
ohZuewkLgCL0fY66owj26JpviqLcWoW5VyIQaI61ReHiaFLO0XyBBMDXGG3PTGooGmRu/GeKtQIa
4xujTDeTcA5xXmzJh09Zb3zI8mmnYBNS6e1G0+8601y5IC9cx2cjWNz7dVCDBEBd5ZA0CGWU3xtD
HCI1vxVGtTNEdXh7b16MZgJlg1DJ/CzfTD5Sc6FVsJjDKtyq070yjhslKDdD/it01pqElxYBmcZ/
BlsczekAfc8OCaYG1GptpBRaa2PJ538yJJ1GJIkhKMpFhpEFcVPbAx9wQCqTDYM6R3Dwwb0X5PbS
WnmiXR7T39EWO7TrqDkXOdEmNEIsfTyYyudArKSbl4OA4xAzOg6a8/nu8TqrTNICGIutjDsle1RR
vomrcmUol85pMvb/jDKvlRcHW9JNao1mGW05ZDtU53pqcIGm1KsZ/8XhLJZ4ATi6G3UCdcjY2+mf
ifiK9tHKUXBxZYNU0lF5oz225NNYNOS6FAsa8oD6oPS/dFkecsXaUu5yldJZeXRd/HZ/R1tyacAu
hG3dE8036t3gO9sJPuhIcz9o3w0+5f5BrBWDYux0qSwtFoMs1QLf8JHFoArEuvt9alsr3+7iensR
YrES0JtBCF4ZWAmW2FJVtvN2G+j/aL1B2CX55HID43++3ujnIKjbsgz68dYMVJgb+a5QeRWvkSAv
Tg4XHNI1/M8rwKdvjFYmLW7RhpbbgB3JqDUuajcbI/349tnzOhK1NbxqSQ7o974qQSFA7qgRsjCH
zJR7XS+PdU2HpGzvIx7eb4eav875TUco6GIAhmYDuyVmpRMFcrRQ3g6eYu3tcvwM/OEQaMGdgvJf
qt/Qrs1QEX076OuFQVBqbLP9DFbA1mLtxZOTIA83kS3E0061np08uUvrfmX5vd66RDG5jySFyplu
eb4wHA2nDitlvvpo2kEpoQGY7mL1OewEVQW5MmcXxzTr/LMGVdbi4gQvIZWZfsl+apR4q0E0SRT6
hf2we/en06jksWGpHQJKXAyKLmQSB9GYkmgJVIoV1OPFpmyzlYNo/jOLZYGLA6e4CW0IFNk82heH
uDqB8A1jOz34tRpL/KTU5qMdyWgNJX7hq82W3phTALaXoO3P4/hZl4SNg45FmhsfDLPYar35ALnl
3QnwDK/X4ULwjgefsjgjtAl5vsTSUxCkceXaJhjJUDFX7qML6w3TGwRsgLWCB1/CJBs084oBna6D
cMadKfKbVHVuuhHJNjRYMiP7/vZKWAu3GBNP696jb5seSuzlaUnc20Js5i6Ag6UjlrFf/0E4FEfQ
76FYDUjkfKayIFdFJzvC4bmAws7Bw3YsyPRNEtqbiN7g2+EunEtAXjgBJcwI3vuLhTE6ddBXapoe
+indDBoy31O5A96HDNxdOI5IOlpXir+W+F84eM+iLjZxKwsELvMMmTq9d4twAuU27MYaxeNU/rWR
/7/A1Me3PYBpGL1YCa8sWf/P//rf//Hf/+d//I//dqYwNf83/5aY0qT9Lw4M1P5mrNJcdf9/ElOa
8y85S09RtCYrU+0X/r+29i8bLBxHDHwUHijzXfBviSlD+xc3LbVXMFYGwEMqV+/RmDo/0ChLoB1A
/0hQAcONHRea823i6TlFr8iZIuSNDNQqMxVsmA8Hp/0yGA38fqzvCnBGsCCn6kFVm0k+ebYdRfCg
KwdNa20Av7QJdEe3U9rbcdpdRWnVoAsJ3hr7c69CWDd38s+BD6cRjGkSoZDZo225yzHPlI9YpXve
XslTBUF+LcvsynAzU8FPc1/HY4k4vRpJdNbLUrRPJoLUArCHoj7YWVX/6aiNMj4UihOdRDFok9vV
ao7iZx5KgyJoiaeHZ7TmF0BTDf7vkeOnW7U3EKWhBZLcmj0l4A0yOsj5Auyv0PtrM/RfZGgF9R5d
zPhJ8Q1R8xMQrdlzotAYB+sxJcZe1jhAuImC2jZKM2g9jO270o6/5gatH1J5bHUc0rjzuaHK1uFy
YlA6UHJE8TcjHgw1E1I41ymuoOH2xcJ9+Ou2fCkEtgAozvFo1bDW4P3xD7We83iIlNYsuQaXFbw0
JzA/HYoreK/SJf6uilQAZWnCEluRLB+TPyecaz52RU9ju69ZAmNYD2v8uvNTlV8EtBYGA3XzGRxO
snL+i2pfmSLfz/D5rCMy6a2hgHJp80kRLvgYdDYs9G7qnZ04tdwK+s45mquWv/YzFtREAy733Ph0
QBnqJqZI5uLpBq63nZTEAzESeE0it3no5eIem+IQ2f6g6VX4WgpYL2Franw9+FL/qWpJudUGRWA7
Exdi+qb7YPU+s+Rtwz+gYxiAZsKqrZh+aI3uWU9Go/fBhx5kh/en2YH4RqIL8V4zc9+e5vNUaR4L
Gx2TYxplOlWp3320l6lSZOME2Zhk5iFGDH9MMMbSnQwAqK2sp/PLaQ5kEsTQQNZTLuTFcz55ZqZ7
rA4P3ExgDY3ELshOEHxJh7hBypf2gduDr3tfteV3VLYMVz6dR6gvy9phavdlQfcAgTEbSNUmiItx
r8vc21aRU72rxEus336aJtuFiotKnnY+Qp8na4LnQxtsPJkMJIM67f8rVEE7+zSWjSmum7aHOr1y
LpxnUoSlkUQxlgcQTQXjFfC18Tpbx4NYQkumX+YOWh0/IDuJpGzmePVnbaR7DKql+Pb2wlleFXNY
qkuz3ByJKT2m89FOIu3HnByIsOo0la6Gts0teJui3YQazlNvR5u31N8Z/TxIA6tGtBd5dc0iAItv
azUx9iiTFfmo68XtVVUV1gGFch3zj8R5qHlag1vTp1PAB17ZIciOvApuzs9LRFboc1GkXwT3vLgU
+KKyfmpvbpW7sWPUeHNX2RR/S3hs1/R4Ae+aB9ucYCcjDxBXAJyQzM4aVMgpbXszZ1ziygHaTY4P
1hB12e3Y6bV01Qwx0ftyUGTPNRmLBqdSp53y6bHPscI5eExw+phPWdXsJUIoASaO+IWMT0WjSuC5
nlTk4wTDafqlh2Vh9lcqksSjtumQvZg+lcjKdj99tZz8Tz2oRtvZRCMYuFujD4VxF2aqVj5mDhLa
LhjOHGGAPtF96zpW0f4WLrAuG3+mPsnHO3yhoPugHlYiyeJPoZhacM5ZKJ4jJW9kd3QMrCJR1o8s
J/kUTImOnvaAaeOwLfChqTaRPg1oA9giBP/bgfnbGHHhSwPKYRso9hH4cB9dN76qB3dVZ6O7Isc8
NUAfY4k37QMFGGIHHiwU0fckCxoPnKSB9FBMW5ejo6a1Zud3gRVBOTyycq2h3xaDiRNIg8GMya2O
HUqM1LglPHOXlCId9IdUG8rR+JXpMuurqxJXGSXcUsx0RiS7FaMMLLfVvdGgQzt2Y3b0QwDOPx0l
ddpPourj8VcszcLyKRcHVvFdMYtCuGGQoUgQ6kON3ZmjwQz9SWZjNVtrnILop+MkSXZSdI+cZJOl
USluqDQVEvS5j3H2lroXSHX8zCI8iI2+bsFYR3aWPOMXrUGBkFren0SLWchV7/ep6pp+0XTHIOsU
5U6qo8/to2ROUGM6FY7ZA7lL8SuNCtt58iuEdaXbFqYWf6kNMLbc6Ynaod0UD6N6S1YYiidsjh39
GouBOt/rrRhtFq4El2VTPQol2qOmP3wagZJe+Q5+R/sCrxF+lxYnlhsWadSbpwBxuY+hmmrOLken
AAW5RPFbOX23M8XDRL1gykC7JjYg00Ov1VgN3dSlCDR5KLIQLuLW6eNgwvjNN7XdpDS17oJ/nq57
FFT0maoaJ8ceyiWqytgkh63tn2wfgckScKtjRB8tnszt5ynIUP2n1RKpyIXqtRKwdG0txU1P6Ak6
AbWqhpOFTS+COs+iaQ31lHd+J8Fyg06b8s00JGYOrN/AZVHfIPsm5dY3FETAKx0TuqM+dIXiNgWE
HyioSE+IB5wQ+bIb6AST8R3crhYemdyg2Bme1qjb1K9ASorYJCFV+36I/sBRVbX3ZpmX7V0h8iK7
mUZbm1vqbY+2RqgrXenGoi+tq95TuwFGgaUFB7u3NP+WzpkfogmEzmN720VpYde7HvAQotwsDmM4
FuFMNfmeVL5Xf/LCJgaJNlWIoo1cxmg3dHCfPVz0anC94ZUEWdW3pxTquDx2sRXr/h7FwKYS99WY
KF61UdPGyh9zG794ZZug4kbDZEJ5Jfk69r1onlsltcH1T4qmoq7equ01L/18OCoV5he3ihc0T8bQ
GwaeFoiWrF2I58f1rMascdXSY4dlyqtpSecByBrEiu1htzhi+JRnMU6JaY5DrAXarhisNdGq1/Fm
WVjAadwO5N/L7mEEIUVD593Zx14fXFFqqK9yS81B33NITxNU8PfchfP4qAZC41VnkTfwi3NC8CJl
AyTadU1vO/siRjOT1TjgOtlNrtF49Y3dAoLDKw3YuqSx8HbkxZvgd2hpcduj+DCbpi51QNqcvAJh
dx5oEL6DU8xRMbjjkHjXKsDDZ1yCxmMC2QnEd1WZLiXLPt1HZVTHKLxk2gpy7VXuSlKJ+IkD8oTy
GBCD8w+h+Tgg2X3k/QrAZJ+iVhNH0wr1lfzqfHpJPSz+tkntzbQg2lFRPI/iKS2OC0NS/Yq5cItN
XyioI+bQgmBODXaVYcdiYPrw9pdePnVoqYNbwxCXKZ7fYYs5lt44FLnVeL9KdlnnJkaGSU4lVMyj
eKNjNhCHceO5DcZ+vE+9sTlimKmOX97+Fa+HDrIHABvpj0p6+QoaaMrSs4Hyk/gEHg8yfJ/8CgPE
LLH16rbkfegjW1BS43/nEp91tmdzIE6uWU7FnGf+xRIXuj8KURrGld6FMtp4wTA2B1u02lPG6Rgc
8hrDkElMnZw9SkN9JZM/z23nZU4NnHeKRYmfFobUz8MrwpctBhvWfnQ09SrRRQm/pQ/uvIxEaWWm
L8SisPNb7BPwgbFU/UhEM+kRz9T93Ju+8cm04KKb8UMho/dV3/+9e+flxFqG4byUDUpavPVGs1T2
WMdZwRbPluTazxVYhhiRFCs1+PNnye9gXLByRj/PjPFlawbjOlSSM98/1FFlH6MqdtwArPtGoKJE
BTaDl5VHir5yJFyICo6PZ4ml8QzjfXI+c75dk/zqhrJPkL55zIXoj1KO7VYMqviQKJjEIkFqVitz
uECbMlhaXbA4NTA3tBuQGjgPa2cWaYhAWze3phiTwqjrSezFiNic0GYWouornu9qU95OuyQp0tzF
xNjqN45aRf77GlTzr0ENY24aUagwuJUWh4eProSPokR8aCMNhlLRJlXyuWuhe5ljGa7hh1998t8H
FQ9e+joI49vz0+3FXo2qQGtEi7aebVddtQ/jtHSBPILuHeN0a0NQ+gE3xU5Wjojzs4lBWlzuqIGi
yUath9v3PKzRlfkQoEd36ONB/RDpon8Ckt7nbtu2yobajVyLeH4m/44I65j6ExcguKplLQEvGAXK
Zt8c/F7bCejx95kSWYdMNHCRWu+LMKLsKW18NMlI5x7fPorn4fz9AJ6Dz61uttOMnZ41e86HOxSG
CpXWaw4jSu/f4gQZtTjM64+JIbpNn9XavlcKaztE8bCypRbaq3NoWqzcsKRSlLuMJTzG87H7Cjrs
s7rWnw6h3UwbZ0hROZ06FC1CI3UnvK1cRyvCHU7d/ZWMpTzEECO2Vgj8ULR4mgLcQwHr7W/y6uhk
GeFGx1TqlOKkuVjneSG5HJpqPCjlMIOV2uKAXM+3LqXt8XakV1+fSMgP6gYuDvTglsUOMyzTNq+n
8ZCElXCHTKinKaibYxyZylcMGdATkhZ2P5bf1CuhLw0SqOhcmic4oIbzic8NH43uyRkPVNXI8cyu
iTd64n9z+LY/3h7lwuqAmcaugv4Y0CtEbcUrIBRd0yGMtF478AVqPE60YaM2VX7IUjs+lomssUyG
rCjs0r8bHMzemzqSrq1W6odiGuV+SspnIxWFi4B05jqIId5ifhT8zBS5duqczwjZNvBDUlB6a1S/
uDcX5cQGqDGB7AhxNyTKTokyGNMfipJgDNb6XnxvFVb9lMJOzE3XGXt1ZVaW4TlaEaVD+3e+ToGN
z7P24tCL8RDuEsuc9n1udcdMKbJHs+ywgA86TA2SxKUB6JwyJWz2b8/R+WnLHTMHhqKKcqoBSun3
Zn0R2EzrIZZDoO6RR8x+JErcp9vAqlSchXSrUDelIbvPIe2iT2/HPT9u57jzg4p+1W/04usetIhz
36pGdd/Cjz9QdMfqKh/EIQmgr2Mvvkbovxhvpk2hSo7nxrJhW4z6QLGHUrqJuO61Ndn9rRLRxamm
6HugDerK8XopHAQKsJmI63J3Lo4SRS8qbAlKrKmM3LnHHZpXWwPZdNPyGKfsJiE9v/+DCsq1tIcR
6+ccO19BOUTXUCN73/d42W7RYBKHkbLhTvc6bBYHI1+Bap+fI39NIFsaBXR8bUDtzl/gxcJJDKWr
h0LwQY1w5j+O3VPPv9l2crT/QSh66Ci8cVfpkA3PQ83IoNbAgmo/eVmwq8dRMfFIGuwdEkjemoLz
pXFxOsKx4fgCK7MI1mi9Pxp2qGFANZg3tRnYN7KsMJeiWvf09pS9DsUFOG898louwiW+Le0lxmWR
qe5F51g7J8CyXcVWCqe+co2/9Hqbo68wa95C6ZmViMT5J2wcM8VzU6r7WCJjbhqQhWe7dQRRee2r
ZpDvOF/i/fvHx4t6njmmCCT0edBWBr3a2Xj+wIDAgbrxjPzjYPToyJAXpWsX2+sjFGEXuGDcNpgB
mMvbWzht3AVdKPahpbTlvZZbJe4RGUCUZjNUtV5ihiq8YUMV1B4/Rn4x4Pf49oAvfGWO01kshC9N
M34xYDMWCp7GrYaGvYJn6YDwdFYgoFNSCHALGFs7Y4rWVJQvBeWlx2Gjc3ehhXb+la0pSYXZE7SU
VribSwBHn9vuegwtbVfqo7lN27F695akjsHGp0A1g+j1xe7n47bwYAd9H0byS6cm/V7DIRXDFbt+
F89vPmfwuOFuYvnSL8GE4Hx4AK+GVldyfY8nIlVr5MiOvJvIEZN4wo3TqTe6UqzRUS/szJnjhyXH
zEjj9X4eNAQ/ECHbiLZrOAZbRP9Tty2n+KpOSnP39pqZv9Tfifjv8fHop6GASh/3xXLNhDqFXEWO
2j6EZucGoaLf9YgO3HiDEjwlIo1X4l0YGiuUvM+yZmzIUj08lfAW+4h4Ivf1rQYe+cEI0h9xOaxp
Lp2X0/4aGdt/1pgGWwtMdPERy6KP43ac9oUTNl/UNkubDfT+6Pj2B3wdhsoDVTs6aYgfoe17HsaZ
ED+vMl/bY6ZjjHRNKDG5Ihf689txXp8v1FVA1JAkUUTibjiPYztwaOvI0PZqYrMmOIj2E2XgH2qQ
Fi6qAdVuMGW3j5xyrUD7eonMUB2oF4KmM0WkxeFtGw2GpxN6GrxLtF1n9MoeE+pfYxEMt0GCXejb
A70UjtIkHUo0rMDuLQ6UjIeD5tMS2vcgKJCuAMqy681K2wjHb49lOKJj8b6Ic3l9BolS1aFER0Z4
/mk9pfRyRtjQH3MCnE20n62wToMsvA196DUk7HIHEI17ncrYbIBng046j5ZpaQf9BzWuFrWRY0lS
eFDS3Es2aWJHa8zd5cf8HYxUF4sy/NRYoefBTN6qedAQrGhFcBCFo27jtC0xa/ZRISlyefX2pzwv
KsylZQbHwTwjwigzi/m2eJGW2QhVebDNmt2gNeYRrfPxsXUSD2GONo2uiVffelPlHUUtzS/8v/Kd
x8scHwY/AplUrtDlXXxczDTtsI+UZtfg84C6i4z2kOFK9EaqaWXVvJpHMBjIBczgDwAZQJnOhzo4
nQcAQseVpZbj1y5KiuChKNs6OsmwiB/e/q6XgsHj4MajBMZWXOx+HciaruHnsAuKLLr27DjbOTkt
0sapi/ePi3rjXIswWZz2cgqRBGmNUoKSnbQAi9PE8Tt1o3g5ar55X2bvIpGxYACUzlz9+bFCtFfU
8lZ6IMHYez499T3PJPtzXDrRtgmyNYrKMlP5HWpGz7AueG0v0YCRVbd4iVnNLvWa5iShQfO2MHYI
H/IuGnWkhIopX1mPvw0mX96vBKVySeJLiY3lsjxbQlunQ53kyAnDX31QTJbJJpBVczX1NHi9WNOu
LdF6eyBwuKVTqxt34WCE5Ux0TB+TzKDbh0L4tHLIXvgWUIOpnPMQ5m58VX9z4ibTLJr50IizfTZA
AnBLI8eRG+zKlUyrcF8Vhr8mXvkqLH8OYy7yY31+ty15XE1kIL3VZf0OuMQI2A9UoVGhzAZoazqq
TUXVQWtWLuhXW2eOOeMMmQmeAktev+cPyhDE6IUZYxL/whnd2dckDMe8UOv3LuY5FO6BDrNOTWeZ
cuhRmwfmGPa73kA9L0kTHd0dpOWy0YpX8tI5rThbV4Ticc8mnWXxASadnz6YzJRTKRFLqg3FuIus
qnBVvOk/vH3sXJovnm3kUPMbEXzfIkoyBWFp4sLt1bp3GAR+3kNoJXveATxJQahdV414n2crR8I8
tLnnwR6dCcbzHfPiDtHNptXLwh92ohT6FtJmuSmB7TwGReih8tTLfYL7+ntPvfkcn3F18zh5MC7q
F6EXDxp6YQSFur1Vc2O64xwad5pIy/27PyrtHM4ENgFd3mWCI4qxyVqbom4vRv0Hav3o5UWIWLtD
ETYfc0PFgYkH6ve3o17YBr8BkSDP5kLbqx5koAaVXmn9LjS7X3qbazctKBbKbMa4Uny6HGm2M7S4
qxjj+fwZKXrx0MbZcCGKj5NUOFqc2tmmdNJXjrFlUsxSYVB/h1qkN5YXKJ6Rjf3OtuPiJrLirNh0
hVdjZ6M3AMO84EHp/MhVqrxfyXQWMLrfy5SCLRgJxojK3jLVqCL0y4p26ncNZmXIHxn90fF9fIWt
YQBenCKZssnC2nzKEV2fNtIenQe184Z7ta6Q3RQKamq1f9WFY1rg7kErnDetqqx8oQvnBD137jsu
chTTl9OOIyKQC8qNO61pfmlZMn7sIIGtHBOvskymgWsVDAfITV7mi1RoktCgeocZrzsrPhWcwnu7
8vQbuwv0nTaM2koz9lWWOcdDDYqSA48EaETnKwxsVcHh2hGvNMS+bmht660R7mkBaFuU4eo9x4fv
1j3I/6SA8/j2VrpwKhKeZywZGbWHpVpAa0xx64Ug2ko5JLdaqXXqoZb2cGvl1WTjgJC0943ZmMa7
HDX+WnGktTSgZ5AIvYLzYU9a0g+dyoqDP9Vuedra13UDmxPf2WrbxfZaV+DCEseaEK3b+bpGaW1J
COtqoI2TRCC0KMvE2wT4LP2k5Gl+hBaB/3KXVMZ+BIz7o4v6bltUoV9uFdUof+ajFtcbNSgQxuu8
ZBanHcJ8A1A63/o22nRvT8jrE2eWBptpJgA7KNMusuM671KK0l23Ex0P02KKC7w3Ki3XXI06i7eS
i79e7XM+QRORihBCHrN5+sv7ic2mywKc206PVQwGSM6+QtTgkPEwHeg8RXv3eUpSQbMSliFbmLz8
PJ5WJBM8brvb0clDejOjZjX8TJppUlybGcrfH876/c6nBo3rjr64fhuDrnqrRu2uLsL4MNFhe1Z9
8NaeQLPVfXviXp9ONhJa/AMaiaWmi/OhAaIb7VFFEzoI2vqn6AwYbLHVP78d5XUSTuryMsziC9ZG
X/UynMZdBx5qW1tN8H85O48dt5F2DV8RAeawpSSqW+rodmh7QzhNMacqxqs/D/1vLKnRgs/GM4AH
U2LFL7zh1ej0rCW5Mc3/Wkt62r1h1QawZm3ov4AQtbYVGNxdnUtrr9tp9dKmMv43byPOM3GORd5D
TYWyOKXR068vSPOsmighMmKZbEvQTzd1EuuYslvXjvLFnqW8j9oc+SrlaZjmZzemaMUS53nnRHU6
9E9gy+ydKIF/6XNbteGc99OV5/GNAdEKJI2kkQHx8bxpkox5rxJscyMfp5o72KbOZ8uH2+MHiXOP
RoQ2XXnoLt4E4jc6a/xBNQ7++dm2JYErVDVnZjTFev1opsL9oFu59Z+wYaPg2NbBzJp02igH0Qd6
eSNT7VpSdRGNrKPDAubORHqHp/B0PQn1AgulNDMSVdJ+rWhmPujUCF51qep5k084mMtedyFrmO2V
LX5xAzK0aQYkZ1RVOUhnMZeXjL0dIy8d0VpZuU1OIHco9/S3opztYPf+ebp4/xgMenqAXzWDUvU8
/c4Gy3sHUVozGiat2qaAkD8wo/+Vs0i3DvS6m2I0/v2s0DngvkUxiYMDaPN0zD4Y8MP1mFvHGfP7
fNbkuG0L6cF+W8w5u0JRfmMzAQc18etYO6gXBfjJCjTHHpUVkcSmW9ucp+PS+ijGGFbzYjUjwpAi
L+6HlfRX6Gb9+/0JvrgW2ShgUqFi0dsgaDt7YQQe7wuCy0a0uHl5iHsvvl3Q9L6yjGcwr/X+oe6J
LiNdRv7VPefkQ9S3y64a7Eib9PhLO1XjrUzt+FWWBQraqo81BM4TWSS7YnGmZpX1H75RfcYN4p+/
14EPunJR4NNTEz1dXAdsgmzokUVTLpzPLaiz2wF70ysp8+WVtAKOuB2gsBArnL/bbjf5qiIvi4ou
/c82IRmhiMLKghwv72IfhPw/fxXPNeki9Uii1fNjYiHjO5Cb4Duljz8TTFq2juZf69+sW+GkDsDC
ERKssq+8xPRxT6dOarwYi5K4C8+O2NRt3aCAUcmbwFT5/v3vuZg/Cg0wc/kWoI7Eg+u18FderqqO
xA6+YpSOYLbR4AYi5FZ+9WRIJH8zVNneH+/i0xiPTRmACucZoVl0Np5npspbFH2HKYk/6eDjtsD/
K7m1uw558/cHu7jTGAz/tj9iwrCaz1tumlfa+KpnRjSb1fyyBEp+KgsMDixrSQ4kZzTk62W5Ev68
MehaQraRdgCbCxH29AvLXutgNPCFgDybu2YI9KNbew4mdra7cwM5b5UDNfb9L7089s6KLidIBR0F
xPG8AaG0JvCWik818k48GThSb+zUQr/dRUolSzR9V5fLFA6YfEW9jl1aVyH5//6PeGNt1yOx9uWp
2AMxPf1yvUJAXnMb1rbEl6DVhwGsw1KERRJf6zheXKZ8Ln1b8jVnJdqew0ebXjPjDs5KhHhxfj9O
szguGVSu9z/ojaUkWOZYUGVEPcM+e580nEd8V3JltzVOc0karxr7XRJpuDAfhVviklE51xr+b83i
n6YVIGGwKeeJKKKwS4q1hxFNq7tsX1TFAZwKTpIzbJ73v++Nww/0BRtz4lHY2udXtB+jnyHpQRCr
Zjoa9pa2MbxMbtOmTe80YV5rgb81n7wGRLpAYinJrX//12VjxTBNVqgcWqK5+Wiqmk5EZcQ74LHB
BtXyKcS2PIve/8g355NWJ/kW54LL+3TQ0pzdrAUkH42+noWtyrswMbVgp8NiuzLUG/NJuYTQAoIt
BtSBeToUwOXJHLqEeKbQ5jpsCkIaOpx28BXKpb0Vjtddef7emFFGZDig5CSK5/Wq0s2WsY2J2kYh
ptXlcQHibHp7iITdnTkn32ak7q9kAW9M6Co9RocBtCkk87Njnnjt4vasMld4gTbgYGfR6PlJ6KK7
v39/7S6CbxTBCPvxb11tThGKPZ3QRp9sMw9iPbLgc0a51dRbvLXrrdUU3crhWyLpL80ujsd/bpit
IwMVp05Cnknh/3Rku/PnKu1LwE1pXG4BFapQ2jUJVuBfK42/tWuoO6yhG5EF0KbToYLeV66FS1aU
NQJcUzstm6wfykczkfDzNXWtyPnW+llk5mtBfOWbnx2IHIS26GcuGLFuHHcGQhHbcXkD0uHX+8v3
5ki+xd3Cm7CGvadflmlt7ul5xUclc2X+Gueyd58NLdGNcDbF8vr+aJfzSCrM88MDtKI2zh/eZelM
Kw9WS1Dy5kizg3yXkjLuUb0oDnpBO/L98S6/bpWdoETqrqR29L1Ov06BJUDWobIjbKadG7sA3ZCY
S/vN9ePkw/tDvfG8r2MBc2cvAkU7F//t0XMg/+/R8JhQx1Qbd/QKPL9E6nXtHumFTESOgsH64HZm
npcbgN9VETadVdPuo7gWi9v3f9HlxYMQMbkpgPu1D3cu6d3Q3W1rLacmLOLYaUNexFz8mFx7KbfO
PIhyRyUdEKc3pLlxZew3FpqcmCbnCl8B2Lz+/V/PiGN4jTHFgxOJHCoDT4hvHqrE9COYwO3GA3p8
JaS7vIb+3LA0OVe9LkB4pwMW6TISglRB1Ms6j/p5SF9jf6huqQ3qu6zV5H1pxfFqdVRfud8vq1yc
UYrhYG8BU5vIy54OnXjKKqt+As+ZNHocOoLFH1pAgFnZN9+XwZqOZQU9NXUq906fAB23AwYa9TKN
H22vnXZlsJhXduPl/FPeonK5Zl1Y+p333AfY3xbONYRFdp0csbrqd/ncVcekrpeHxvGv1C7fGg7Y
HLj/FfxPunc6BQD5eOYA60YaXYCX1kR/YJP5Q472jjcsu7awg+LKu3N5tKmDrGklCFNi6fPKC4vp
41QkrMjKk0qGpazhWMvEraPBwG/sShj2R7nuJN8DAULkjHAwpqIg984em2VV2bMFL6qUabe1/WYK
XdmbH9A6q7auHNTWWXJI62VR/uD2fEUzw9uUE91Up8Zg/v2TfRlarw4o5LeAI9cy5nry/zpdZQ46
qzdwcm5EqRC3DeZ8A/8rqa8cqstlZRx2NSkuGj6oPZ6Oo0tzGApMPKO0mpOPpe6lR7cwyuNqghA6
hf/jnz8LeAKw6LX8bf1PQOOvz5IIQYvEBl2aT8wxSg7Og4/i2tP7o7yxcfganoQ1m4ZTeLZXG1+J
ZqGYH9VFZn9UU1KUYZCP47Gv2v6aJPjlHUzbaC0m6XTOcBU8u5bmNp9JgGPqgzJJvida4HyHiSSW
W8rB2HzzTkwaesHoV1xZuje+kmok1yFv+grCPItzMb1Ra7S2pkQLPm7IZmBaLPsWwqCmf3p/Rt/Y
JoxFU45wbI10z7ajb1AimGzqWc6clIeEy3KbWUgiwAJJdomXJ1dQyG+OtzaAWUYO//mrLn0XyyjP
5aXFr++myPzi4BGs3Pptbm9NKj+7/8f3kbcTAa5A63OOICFt53ZqtiOrzNxdYIKixSLSw8+dRGyO
XXXtRVkX5+Sy4b3mcBO4QF1ZqTqn587K58TyW9+O2m7xuqhZnTu1dGoBZMQdtne+9IwQ7IktQg3L
w2TrFTLYLzOdYL0yUCZsrl45F/uJnwTCnQuXXYUY/Pn9B/K0c0BcRxXp35FfjcnLBESj8Ob8yl17
sbwMtQLgsOjhiJKHnn59knVLSlPUjmi8Ng+i6fG6WvC1UhkchgEduyvb6eI2ZTywZmuREisncO2n
4zlpHCMUZ9mRMjt4hrKkzR0us6Hc8P19dDGH3ALkSMDSKJlTMjz7sByVKq8ZcnPP0cwiNdnZHstd
c8dN/uX9kS4+CXwZ9w4LRbMULc6zawd3Z+kKMN97C17LC5vGOcBSSK5QOi9HWWU+Vxg7B3GldJ1O
HHInJuBu6eyNWrNwu80z0xRhPBWTvCbUfDl1XItk4VB03VUp9ewlWqzCVlOt/H0Mu+kn/SX3Jq5m
xLGw7fxn7C5ivCDlwG3QhIAmd/ZZhWd0Tm21/j7NbdpHeqe2iCNZd7GljoWuxVd6HpezSA4LoGy1
DiZyPd8VQ97nuds1/t5252lH3XM5xkhB3Ly/I/5Uif++U6CUr7wGPAMoJ6w+YqeLNbgeUOBa1dtR
Gw03tIyuqLpbmM69uw2yxhRDOPRAzu45IUypCbEj3tMnTawD5AS3QI0wNwPeEOnhgtpVhdoUueVY
GM7IuYsMoPjf2t4pfyeN6F7GZvEfIQFbT06MRQ3xcDF/AkLbH+PcNV/GqVe4SfaVb2wg/pv4D2bC
+ZlNquk30H71+8nXp+/JaKL/2FIZPqqMWt7WM+ecpmJnBsuBGhb3X243ygwrb46t0IXA+CxGE9pG
YELhfNDrQQ13ceNZ0w7JYPdXYEl4xmZiJx/jrhi/l+aSgJTwKI7cCWkjd8Tl06qb2FHioZbDqKK+
9LQhcp02XbbA2Mo6whYFgxqR65m3c0dTGE9+18hfY1+Xq1eC7WOkGBsIZzk4of+yBIzKrZg4jcAT
rXTsN3Pn5KWNDXWSF9vCzqayOfQVVmCbzKUZjZpVP7rJ3nAypMlChf9mXG3NIO/Lx0oWItmJTjjx
b8ue8AAl8EDbMtVTq7xVDV4dGz8pW0NuUlvrWqYQSyUVEo6mbVRaY4CRlO7TvNAi1GWz6bau1DT9
LpvWaSm/WcHAddTP85ch9qx8CfFU6oK9pD1/zXFqPUYnG5L6BicNkAuW2TSfzqIG2hqL0SSD2KUC
Z6assdW2BDpShImwl6inNxGKeklhxVb1rlN+vH3/RJw/MwT0BICr0gIsC6L69cr5K9ocsNKcIR9n
u9id6oPy5Pd46KvI9bU28sxafXx/uD/Q3r+/l+Sfm4tHbaXC02Y8+17HjBNgnV52EBZ+pNEYmGUX
LVNnolla0SjcLkmZjre22ZjOrYfJLL7hfW0ep0Xvg703Oaaz9+wsXaIhbvUY6dJO98OytVFNEjL1
82+1TLwkBBM96fd1r+fxC8o3sKcs9Efbh3kS+oHeqtWGiGnxp8ZZeC4Jw4cvSnhGvTPb0VRb18sp
WzhWjmt1J3Euht41GvFjOdS13KLeiY3o6AkiIdoYVfdVAkfy0GvQEnqycPE+NiY8/sccODt+x01b
h+uj+0Mf0sHedW2WVQ+4ZBnWflR6YtyYmZn/Z9hZjmWv3pJihdwaWfA0embzQWaD+MpKle7GQLjv
PjNkitWsoy27cWxV+jIi36Uf+a1T+iN36N98Fpkmlju1zCBIYqv1anQWMJv3N1VumDmiAuDPJ0PK
8Smd0IXdzxrC65DMJ+s+qI05/WUtGB6RzwI7yenCBPbOoSGmhVlPOxqnbQcuJfWarOvmbZ52pfna
KtFOzc2YJklz469WY0iIZsIAroWsmQrT0V2cg0luqm2HLmjFkzVn+vSC0qDxSxHWGUeKZoZAFwc/
B46nWZS7OEAqcGN3qJS9vr8TSd3Ojh6dEvpQa1kAnV4q/WdbXybpaHLl1QeUlYxWblpqOV4El5gD
n2h1LVTocOy7CNkN92MxxdN/geBaeGqqmKc9r0EKh7IzgZYpyjv9zYKF7A/dr5IHUfOQ78rBRmHP
MszG3qUcCGGFqA5B2kWVcMbXNU3M6pE9jo9wVepowDbzYijWS6/rp0ETY/MMzlorI8cv43qn66OT
bqq2sjodLTKU1u6GzjPyUM1YFPcbPamAcdaQTHNsbrM03VVt6Q8IvCKm53+xZ2kvX11t8Z1Xsyvq
H75MLOT40NuSt34qCoHWoG6hTsd9YBYPwYxW4u90joOGi8iV2fyg3KI2DnOf9zs0+80sCpIi6Dqm
ybLSjQcwUH6jt+dt5qKJkXxLmkAdsiVxGpxZhDNjEB63SJKny1AjqJ1kIo4y6oAPtlkHEvnEqoq/
um45uGFlAw66TXuvRtEcv4X5Pi5EA+qNzbi6f1rZIZad1vN+lo6cnxFAC/rQ1KfFi5wUzkjuUIl5
7saxupmDZMo3gOl6/XauUDM7aoT4z5pTJhhP+t00Sp5Ks5u1TdJ5KvuUm575unRl3COk2nH6UJjR
2qTbloUq9a1updq8jYsmd7Ze7Tvahs5GUrsbafLWhRWwKn9VLJvLBdDG0Axj6CZ1qj/qFcpPP73F
0pabbLbwIVBJ1496CNgzK54JXJzPU1vJ/COV52WrVUbmH5zMFz+7ojA+NL0YjFumX5+3LaqXr4rz
I25QfGKRM5DXrbZFih1LAz3DNXx0a4j3qExZrwDoUweB3T7d8nRa7T5F+2/+XqVDYDxKhFfm700g
Me8ODXMqHiY8F9MQusr0UfS+l21MXY1b4MQ0ZhUOrDeiRjhqO48N0lJhnCYO5G00s8ywQFS3+FRp
c/zN1hplPabKWFjwbNSTCPZ1eYM/22x+9JABS+8kwmvUjZqhTj/GliwzrJMKL/Vug47d34ddqqyu
3VL/waRuscdq/oj+pfPb5i9Bh9gLkNfQQiG1wOQ8w6VnXwmeuRvRGkmMKYfdSXuTZc2SfceR3bC/
jHFsawTnLsoPx8TXMvuQLInvRZWRW3ed5snxZm6g/d4nQetZxyXWSmNbqKwZaEsjRQoxxp+CnVn3
ZvGLBtoQHPl/OQSrsdU3O91rvX3vzgLBRZEmk7UbhJYumxoORRBauZTNt8ForWInpWv+1GM6AT+H
pknlNikXJZ613uo+20YLP6VyJ8x/5tG0602A5/ex76d8vu/gTk0UoHhddoUytFtqGhrB3zAQQ4d9
GwR9Fs7ooEb6SmOYqMCXySskjqK+z8ay/9RWaHz/RwxmVciNxXVzQPltNMIp041fQk+ya6IC5yEG
QOm14U//G5wP5cqzTCKzexN/eakftHwqir2xxPMS5h69uSnMHGkYG9V3mvZy7X4/v94ZltoIIQ0C
6bZ73okQMyCDZGqcQ064WD373YKo+obCSPfTwsjRfXC6YYkR/gF0sNP6rpz2TVJym9mT5ixPwYQY
Wujn4/KfM8+Ls5F1Nag+jB2UQPeLFssf4yiHfAzVOOoeZHvDv8M+rDW35dD3Q36luPynnX4SOdFR
WVvgoM7XzPkcDm2TkeUTDfaDb0gBf9Oq++IWFbeg2yLXnhM21zL9XlS1/8munLbctaXXeE++PWO1
jU13HN9plUj1NbUx7DbEucqPP5BkZfC7hDAtlA6r0tqh+1IbX2SusoNdN4bzUtm5/cV3lKFCI0Vn
9NZt+tK/gi7/A4Q4/byVHUWdfiVuXFJgsHV3jVhYw2EEFdVERaXr971LJt2ornrMZj0PdsruMVgP
xBQnIL3l126uams7I1570Pz5q01v5zd4uAJMaTkPn+x++OXHo3mNZnoROFCVAYJowoPm1aaweRoz
23RcOw93+sPoznMzhlMjszrEtYtmdDixoeTGTzP9wdPHqY5WENy/CrrQo0S8fe1sA6OhIrAeub+i
drtP6IPGrn5Q1Dw/0cRSuxYYOoKqGU/OJEpi1/ePk3GeqKyoJLgZROxrw/mi9sCnqsbXKvcA0CPT
gV80NVZbA8nF0WuszH8AoI127iBS/6CZlELmsJtNb9kYvZfHZmj1XeA954PExCOXRTF8zDLXz0Cr
OgjZTWOfmhsi2OLB5d+ah66gR3XlG9bc4mSLUdxa8/7/lbwv1Ab6Qni5Y03+QUh/vG0IiB6pwwd3
XTt5v/tu1Db8B9W1QsrlqBRhqQlb4MzZMefnNrD6NjZ7yr9N4WXOvsu6YLypR2/wn0QxF8nHPLCU
f+cbSEBfi3HXnXj6xazYStdHbIjRzbN9UuWWRm2oKY8yx4DGH30UiBXkJPGc0hZ90tp2bMKstWwZ
Gqjim49JjhBlZIs5RhKtQxz3hsVLH+YsG7oqnNvOKfZTaRavkzBhgVhZA/WA/Kb6T/KNFiqqcRNc
4TVe7Lw/cGb6lnANV4zzWcoopEx6U6+0g+f2iEim4vvoqPk3b4nzxFsoMN9K+kdULJ3fs7PEV8p7
f7SDTucQURVQOWQLvCfIIZ6eNXNImwql7fw4LFZrbDHPHe8K1eLvOBJ6lNspzVHBnqzEbl88yqUt
L78jn5BYd6ZN3OSl99USTi12pkeAG2+GpYzLH37Zp/ezF/t1lC+knJt6qj05hQngNG1XcEd3c2j3
vqmeRkDrd0hA2lM42ZghQGdpIEuGVdLYv2xHs8lEpxkpG6EMV+0QV0/EkY5VYB772Rz9cJZ5o31t
FKlydmtbo+tvKFkFOma5hoIRrCex1PdX7ovLrceyAdei0gvQl3+cTls1LgGFMT07jq6YltAKZnUw
5DI+UEHHgtqMs2NAbzzUDfGrmXzjAKtIfX//R5zvHB5JlCgAPlDKBOV0Xq4P6iYVsdsPx6qjE3Rb
xMQiIWfcwNJkGKhtWlbm6lvb6EYr0pxaT492WutF9M8/g444XEGbi8AHhnA6FdOyjIZfJOqYe3Nn
7UbXmzY9QvbTxjGT0ggTP1U7R+Ta/TCVRTgPRX1lE/8pq/y9iZkJUJ46ZRdwiIAez1ajCxJKcmnS
HjHBEP5+FWVYQjn4qIkuqscEJI2nob0jxep+2K3yTRwA7PohV1PfLSF62d6hLQRqFM2gNBn1XTp0
285o3VyFSjdndeMPep9FEI7lXb3o1fQ9Zo2DwzDW/rGyY7SHNK9oDjIQHdL8ftc2buRg/YHbXN5X
u/dn/LxQzufShV8/lMd1VV86nfHRMK1FaF591Hz356T72rDNkvxL0qrG3rw/1EVPfB2L+gEAA9aX
vt/ZWFmm/AKTm/o4jNrPCeaZHcZFiQfP0M7pvumpjYZpZ3l11FWq/DTGSbJd0rL/SkVuuAUUd/Xs
nQfcXPQ63RW2PqgTQpSzDstMQXPs5qw7akBf041SgwiRPG7VRncoYW5MmS7XuLB/yPOnO2zVnSIq
YX9zeZyH21wnrj61qj8iaeeTFTlFY90MtSmHmzFX6GradVsO6VHqmtBeZliDzWOL28U2nwtVvC4J
BarXgELHY5oEmthVQdEdyexMj9JoZ/S/UIwfp8hzlyLeZ1TvVbi4wku3VZ5n7tcBvxPeLKtKR+cB
iks+PkP74tElr1Wvml2nWha1qAzVm2HgqqZwY0/+AySiVlzZfBeFJeYfoBVKz+CVVhzn2Y5oxliz
KzHUR8u11MOcOLoAdyKb4sagQ+mjBZYbYts5sl0wRVLNT9gdkx8ZWTbOkOrYpAfIEfo2BfCRIp3l
Jp+LRtTzzbQYWrZtZtO6HZy4v4rNXjfG2RpCOiHNWHkutObOeoCqAgCQjHV39HBXTh9lzct+nyZU
hw0D+d1jmxvOg750TrzXzMJJHrXBzuWmt9wc2XQse7wv/3y4wLRQLQbGQ+f5gg5odvrs56AhuDqt
5ji5AxjKHp8Jw6gf+9ZPnsYxiJ+I8c3bznHaLNRRNmtWKOv0RXSAJq+EkG8cLeQV/BVzskKRzyE+
U1LG49gX1lFSSKbes7hj6BnVsrdb+v3Y3WJYc2UKzh9S4JYrbpZeKbfLKuB4epfV/VAYsaarozUO
uNyNjVdNG0uVqb5lMcumCjt7NOUHI+M/2vk1ZdatRs0IzA1Wh86VFbmcAD6fH4EmAyyhi18zenYs
9Mbtjo703PS2WGiCbXVhD+4PT4xps5V4jGi378/Bn2DhdGPCtacLvvZJ0Lo6Rw+bWY63h9WoY0Wp
27rHeSHGJGHIwNrSNEjjpya3NRmCBSvLTVws7s+GZRrvQAMlOKovFLSrsTCSqEcCRT/oU1Boe86v
rMM6Kefx2FjF8A3nxKzYpbOmRfGcW9WVFueZ4D+vL+IStNjRmVlXFD786UrmWYHSp+YrXooilx9V
0BqPWeG2Mpzwi8rCPM6W9AB/f3jsKtlXz5YaTUzBPTNLPhNBVleigovwiJSAy3oVTUKhFoDt6e+x
BYJTCD/ndzlz2+XEAEu+bJBmlhb9D0UiGDbCqz+bOGyPWxyKDOr/2lJaV5Ael8vr/KH0kdGubSh6
6Kc/RDpdsKAflt1lsT21SOLXoxxfa6c2g00FqZ/G5ex1yr5JJYWesJL0cfFDNtTdbIteHUe/U06y
BZWVxMYGsJ+vF6HWB0ZnbGqr1P3fyHRO1OdFXN95DcYbFJ4EWqtuPMzdr/c36zprJ3sVwCdsV7p6
q4EU1NrTj0loOY1KxOZdINEC+KLX+JWYDQ8W1jBDk/WbpJljJ1q6RVWf3h/6D5DqfOyV2GLY63nh
B5yOrQ+IlFW9tI80ouyp2lTzhOGQnqQEwjQxMZD4mKF0lPBbaBA4oSXzYkg3RTx2UoYtfknochlZ
DPJDueKVAI+nSw7Cd6LUSjJrOzgqP5a9PvkfTLp2G8xLXE0PR6MotaOKq/ar6ff1B03RfEXrK1Dd
nRanelGHsTmXMJy73HqZUlVKfKynCaeroLIeFTZI2r7os1ncUYHsDn5C42dHU1iojTXg/bXz4GO5
r6Xs5ypCqmy6p8Fd1XuVD62IQCQ20yeTUutnNdBa3yqadz81b9G9u1raibHJZO3/9FPEQQ5l2Q2/
ynjmmQANLt0QMS/sYGvUiae962nNsagd+vaqNO29xIiuvaGjUphbL8ZaYLXLg3h517ieJIyRMHEj
t3Dm4Kit6v/7sfWM27wJatyaenuYr8QWF9cv/BAAa6RUvAQUAde//6vwUyLtY5n9ktxR+GrGLZSA
/sZG+s/dgyVcbhQ6Mlcu/MvDyZAMiPAd2e/lfq7KDmEwbqC7tk7t/lcwjOY3sJf+sIe/LhqIRkh1
bVQb4+gTBoRkGwqo9HJ5ijNnJEir6Ask4IuWcITiJw55nhrzfhG1M23trDZdyvJB+nnWmjF9cIRf
ezd9a3fX3Az+0PnPDgdv9yrrs9awLtDApT47wIG05M7sGpXdjiqrGoP8E2BbiJBZdpuYY5wegrav
gyz0szoxy03XeRMWD54ich3y+A5EljJ3ta/qDPFNcE5f0DMPHp1sWEF/tllgHTeahcgfAKLNH9uG
ktOuC2xUiyxu+QOwjvwF0y2M3TkykDUWx+2WfDtJDKPCScvo2WJRFJtY+0m7cMLYmD0f4zMzyICc
vH9fnBcyV7EIE1LVyluhA3H+rPaIo7RCBcHRG8vxdwNCZ+/iB/a6GHb8pGusVjhYI6aVU1IFVx6f
P5zp0+UAjk9Fm8eQ7gOee6dbOfBmjMhK1z+OZRzzEKtsdOQGkY/qh5fUmfhEPlt4dCQC47vwlJN+
kqQR7g/HH7GGTKnCDhtXM43vlH+U6kIUxeZHaxTeYByMLJ+zT+SFqFCHhY+Q/rShC6l95pAu1Gqd
uBQPcZvo6ZZGtA+be+mGMUrtNg8+CyMJHv14sSS7mkuuwxOG+qZGs6d+AHRSI4U6de2PyZhqmn7v
L8mfOT+bFjghHDcgV4Ti59OyoL1quo3uHKceZwvSGzqjwYPhtP1uKpdWRpbXDnunzPCwSRytfLU1
7so6BFvSLg3lZ5kFv9sucdODniRpGlaog2hfg66lSZSVGJihSei4abERaW/bG9sbYvdl6vxWabsa
AAIRSGXC4g2NsuCxdfzMbvd2t9q7xuMUuN+cEkexF6Od/Prez3E23Xoyk6yg488066cstW87S6va
F4CklfWUA/wa7hTSbHhmJNPSbEYjnZ0dkJw6HcOyMY2t2ft4wHfVKiJG05xp5Xd5z11J7vgQeHn2
oaq8Nu7DyZ0RG/Nl08Zf6kzPViHJuR3R8PBzO3t1Y4tkV3JytE+qtZejpSrsAUNeieAGu1p+LG5s
ePGFyMx3/6UYm9PYbFJNfH5/Hf8g78/XkaTFAZoPcvxCoDEtdFDNfW8ci0amJZJQnf+dIFXg7ioR
8v1pILeZhMqIlx3YsDndzRBDxt3gcQC2PX5kogu7eJbm/dwNufHYebhCPWedsj4JsLhrJ6qka/at
RlHLexFJzlPr6GNr8aovyfDayMJLfrYJ0qzVmrEFu6CVdrAJVMbr7yOp+hK0pZHS18rKqEkIPa9A
i964XfhN0MJdVLKwRj17q8A1+YVfBvPR1WJfHtDs7J8szbb6e86cqR/tbgBQEwx9Ku8zpS/pNdbo
ZSQG2o+SF1XAFVx47poz0qqFTj4Yx97VpbjPlS7uO7tXw8YoYj3Zzbi7lUcwVUsXvb/6ayR/uvgE
YGsFCgFnGnbnaWJS1IBS+zq7o1095rtFadXzZBbQVnWn8a7cpBetsz/9BY+sFAQZ++1cxVI5emeh
l+AfDVEOHQmQLyxxE6NlgyKQNVb1a98Cht6M1tjkGwrJmsNFqGlGVOrK9OW26Gc5Hts5m/Y+LD87
1BeRDc9VUxXmLdt1LLGFRE1cXJmmywViV6ww05UdQDK57qC/ohndyP0sSQftWEypb+zpaOpl6C2N
X36oHRDc0nWGz0a/Ujj/eX1Qh2OqaN/xp3UeJ+NkMWkqS+/8BNW9jwv6XeYnvRdg9EJiYGe45nt2
eRaAX1CQJIrSSbWMsxKwmIa+TbI0u1NZUCOXoINI3A6E0PET0bSfPvp6bDShVDL50cMiks/vf/B6
1s425NrFWL3uKArCKjmdaTIsL5scGRxbTLgPU7y4xGperj/3SBfdm0W8DFdiizOnG7JdF9Q6l7qz
NjgBEZ99su0HWDPpmJ8Oo+FRYMYga3hOhxL5OU2vu/a1ECqVm3zqUtBBtKbUBhPTxH8yxFx+dYUh
YuBqA8C6l/L/KDuz5TiRLAw/ERHsyy3UXiVLlre2bwgvMiSQ7JDA08+H56ZV5VBFz0TMTc9MCio5
efI//zLOMDxMfZbuPdzyL+2tA4kSBS2gKSqRa59+XVNeHbhtcmmCmN4xnLUxX37CeR3eaTMgSNhK
sUCYKy0vzIu0flylXysNq4+Nx7Ss+zLZwdvR+ovbA6qFrilT7V1QFq6I2rnyu4M2Wc4PLTY0YsUH
foNyl3hyTO6gC7ffEl6OVBVE3VQdZpyvf+FyaOql0/L0Uk2GccpwdIXSq4tUO4i0MEho12D9Fmue
d1nfG6z+8Wp5vb0AZ/AHX/Nb0PdcS6Sk5ZCtOmXeWRWqfkI8P/7j+GVHE9G4pdmGXq0SSsjSk8tp
d30cY3JpKlvwn0ZF7AzxO5cxm/G+mCG3tZzgGKZ/X+xCtp8ySBHLZzjVw7ztNBFUX5tmtg6Om49J
DPkiXa/zfQLEvg18YJtoWmSZbyroUN22UziXXxpDDuXPttFq0T6mxJp37TbVxqxMwpncRy2I1OiW
3mWy0Kx+HOE+H5kY1fauk0zRQgo3z7AgHexC2Anldz7VgduMExARneST9k1ZejIVO5vMXUDotz/d
G5SGbwc4nzZ9tenwr4ukl3l1R2IyWIe76CrKfRMqfmtq8kuSMJCPmj4FFt5h1Ia7lKi88ntWGbY2
3MHg/rK/nFXV6yEaQ8R1bVGaQzpbMYHk4lMx5YbsAW4HfrogkWbkofZL5/obPL6ggr39/H9ZeNWk
MDRYxwrsrtcbm2k515EE8jvSqyGnjYfC3Y7k+mqB1mohiF92YXZ77270l/sJAQ/cT9C7w4++EbR6
qaSTHePl7KM58rwIHqDb7mZ4D0VYFf74ok91FodExBrBKbb95aHty7LHrFbZWugONsQqJTL/nGWz
vx3p9LwV1jPiHW5KQkSLHkiofzrz+S+4ozEL6Do5dw80r4Z/iIEj5nMazJl7HmeCqr4XM9Tjd5oH
/P28NHb+fZzIuSauSyVu5MSw6tR28CG1upvOzuNy3ABO36O+/DmoXn/pKzuHppZzjCGzeXVk96bU
PKvUg7PDh2scCc/y2o3V5+X83JRV+ZkvljZBZknwkbtB9RXC4+hPmGVlS+cB2TppuS/LTPuFsT6s
lbe3yl/+OkqQhbkSnLN1GncNJI6t5qSxX1ymYlhiHFCzWqVH2xDcM4Il9719YlTdg0ox/v5k1hPZ
wSGiAYHT+GQM6cdAguFuwLiF/X2csZS8F1R0u5nBf2l39NWlZRVDvt7M/erOOlmyvoyOyk66n8XN
pm3BWJIj+dTZvMesBXMKWw1Z2d7pE297gPVKiZBkjUBFxnp1Qqi5X/IRLit89M7/jR5FwWBvxaHN
wSlDw62FfafNukW8kd0D6dKE+yt5+nooaHpZbWaxKS/O5Gb04UUs3EMQK3/fivK9QYDj75zxSQiB
aP7otgpzjkYF1Xud4WF9p4DdMJjWVw6WR6NM1OEtypwnk19jettfsmXUZhGZY62PG+A2H4v+2ZkM
+8lhtPE4wI/RIriqTvF+WJoRfY2Qs7ZoED4mP4W+rXfC/9BUarTdcPHjXvvUFZodv6cKaemxW4ql
Pqw8sPSJoPnGvdc2uze/JEUY7jpcIsa8axf7ehcVEJqlhSfkJSn9PPuWWVZaPrvp6MM3zQLzZHuz
qKAtUi+hVTCp3Ix1IdRn/J7ynXA1qPscXUaTR4TsxSVkLgCgiJrqfY0NT5YfyLQpn3UxU+iLYom/
xflIAndTccBtqlr6n4TH7QZj7Jlyn1l27O1x9y0yYkhx5LELBlC2rU5OlQsr0tJ4sogbz3xD6zc9
IjB5iIdY+rtFmU7yzUVZNW6I/dWdbV4ZFQPjOOV6u5gdmh1yTwf5LnEKi+D5KrC/xSoztFM/mW73
rBUTfvF56fahmbYEOEMkMcWhd1rRIlyDknoc2JdNaCi778NaT0SwJfZFmUcXUkN8SCeDoaFTmLR2
cBs8nJn6YFm+k7rogLphN1In+CO3relGhI34Mg8hLRfaFxd+KCTE1GrhS71dxW5qBGaK6zWOzhl3
PHgjr39dbPlcB01JctHc0hh+pM7oRzg5KiRoatA2wUDifEJ8gnWvet50GixMaWdw4AEvUyReL9yn
NfMQ300u85IqL+qsYLr0vJQehgpJt99gZYvuJBqj9g4tLL0qmikoPxxVul9JK8wRbelTHsxfdaHr
eAEwHGBAGipRlcMxd+E2nxLbwKQi7CG+/Ug5SO6Jom/ZGB5GYQzY4CmSYXbTzptTvljSLLNLoAGD
7I1s9jbEQNnvPKuNL8xtoGj6yFoAswpV7CVQShrZmWGFXp57sONhVd7BQW6rIH/TKtXVmZpC17xW
Tifc8Pq2kPLCzidGnhwCm7gHo2q9S5ckQotQaXBaoySwdl3StD9KLw6+wvNHk69ZlRo+v73BbssH
fRyBSzRM6130mp+Q9B69DMEMF1oJEq+bYZabvulbBf9RpuHQxXcGfH/4Nq+6Bg8eIqgiV2BoIFCx
Xu+sgrahyAk8v2i5X6dQhhrES9D/9XwLHGdbERCmyOmr7KJNx2geFK9h4xew2uxQJlozPhnCccsz
LXcCMwKmcAB7ywa4UDheJ4tM73wMNxd2pNB/IrPBJQDIr4OVYB0wsxuUc/EmuzwNeeV98It+bkPT
rYYP+GxMeYiDnvZYjql353XdXqdQweIatzINoDBxXr1+XRgdQeVbAuvCpvHL/Kh1Rv25t/UKaQ3B
HegVes9KHeZ79SykuXVElzlxOM0t2hYvM0Y/hGfiDCHnra6HKaKAH2nvz9VDXai8fW/rWTfvK3Mu
jJB5YWlGLRyp96oZJwBnCIRWGvlaMCz51uhyMX/Qdc32f+ZGm7/YeSmQfJliJP5ZWnMamczUP4p6
9qZwnoXjbWPbG7INmqM+OJf6RMzpTo0dWVWhnTB1jCrbbJxsQ63RjM2sY4v71Ryq9qKytElUWCCF
tIYogff9frKMwr8Dsd/gZVQHKgP+6c7qG38T/8sUEGi20cvT1I6VE9akhiPBWTx978zl8OwLgcbO
WUVWXL3OszPInYq96qDXSNco2uQG261xso3Uf85KBf3SRVUYIiq9dwm5PgqAqPjXegGhX6OhvarI
KVyxbLRke2oWnJv8ohC/KsDuw9xo2rY2sRoucu1OdfjLmpAUcQsGs13Xv1oTCKFScaepU9GM+kFM
9RjFullGZGapg0FjEgrLG+9s+bX3/HeBoDb84Ucb9Gegxddm1HVWw/31m+FQ2ov86Hixl4cpwwPM
zHQQ/Ts74LoA/lmNWoQtFKjwjb2f1wcaEz19ONSotMHBSqGjnOm8ejMbU8oGDUbrHnPo5rXyhCtC
Ar+BXYd44PU3nZijahokJIehCJwvxCcRCVX7SV6+s6esR/umtcVH2dNt3bk//+3VchpyVYNxghes
+XphkqICjK+M4VD1XbvxlFMtOz/vRBfCqPDuoRU3rxYwltEqngHeOiu+Zpy3BBuJknvvUdo4pk65
m20D2oAdRkA/2ppW/+2j7A/s8GrjsF6A/Szn6+rCcGO8LQM1BOXiHlrocwXiq2ZOhiGySyGzpyYz
bBV5w+Iuj66Y61Oba7V7KVAw1E+NbLlzN4uRfEM6YYpNKzUNyX9vQR7JAmr7xnQz56tvFPr3hopG
Ostsg1a5qso+lri15lsOvCA4CL8036s5xdI3L82pupRt4KpDIAqZfgoISnDSXdnHc2Nu2XB2/FOg
WTS+p4yFKR4Q7vpFRY0+9MXPFghqlmGTOGO1kZnTpJuC+XQBf1PEfdQMcvhpxo0pzrpGatIOHYiX
fMm58g5HLL/qTYNwMjmiRx2biHAV/KNLqqx5UfTCW5xU4aS3jTW6EdLXsWogP1gGlyBcyexTOSfl
sDqhje1HLwvye8bSf9kbKx8V+AjyHHKSq2NNM2yuQ1mRHucqMZaPZpoZYZVL/UVN7TK8K2b8su5s
j+uywlgbTBd3KKBouPtXsHcgRno9pxDHvDWKd97gG3hnE5P1jSxpcS9t67plQGXx/zEGrjWo3P5M
BP81zZBV1YMhzLB90Opb4ApAh/Bkp40f43CgJW29LTtf5+6lkbnynx8UshFenvSv8MGuvVgdofBI
zQaHj3yKYWGQqZ4YtfVgL+b48+2l1tnI1Re3Ztj7kCfpT8xrbjVxegv3tdY9cJNQYWNWGboE5I3/
NZ2B14npFiXzT+uIweXrumUEGCJDOfEPSVJr9pdRH5Vzkq2tD/cq5E1phllKsAkWLjCXKSVXFVII
E5Y72p3DQIDgI7NY9awnvoHFRlkvOFgUzM4CNRb/cSazOgOSOc6NdOVS3rDeuA+njlMvwcGT5LDu
vBn25y4w6XWLDllm5MJqqA5v/3g3hwFrIuOCbwGYumqDXr9Upk8SckusHcA+s/5h1hsgdBu6wDss
L7/917XYJHjvIFbjAsSar9fyGqcpKkjqMG307qeaZLwdYL1ZYerN+tN/XctFlYaCkFhLVryODZFJ
ofmJp9KTHzvwO8YJkbgFmabdoFob77Vlt4WMTx0IjfMUaSkWpa+fbJ2WudDh4mNdBPahCObuSc/m
ZrMMgQ8pV3Z3Eof+sh5sLzBXLvW80uAKNUROrcvMTt0js4YRQ7EpPYx6BTCBpCfYZ50Q05168vcV
CYyHS2gSAnD1hOSO2dMyLIRoNs5n4TfGk94a3YnqoqLWUeP+7Z/vGnlYRTH0RhCzwC3sG51ajnsC
ALbuUKe1ZQM2ZYeao1dba8iNMNa1+SBkv2wS0jz3cWDJ3dvL39zQ1/VhwvJ6UXrhvnx1Tkikp57W
F/5RQQr6muJecU7KSf+qS1t+9UetPzhVYObIpkr/IrEmWDPS7JNcbP3On3J7iPCXrNRNSt86NL36
aBxL4s0McnwsoeRsEMjMP7k5ebuW+ddjZvRovGtYJIecUf7L22/htjZQbGHH8Qf8sRy7Op4XGvBO
OIV71Dj8Tz3OGVuBGcsHr2runSF/214BATMuRyU/+3XuswziHCE2S9WlXe/Qflabxi/9UIO0vXdn
nBzefrTbCk9JIOITZIs5Jcja6w8WnB2zodlgOxuzbYWqybqzX3GzMTodHdNMfkDEW70nqLh9TK5Q
SN9APfjJbqb+Q9lyuY0n++hhivLPaLQydJcBqYTV6RHzUeMO0nT7mLTekBtB3cEs8Pp9/ZjBImwX
4wTUIYU9Rb0S5iaw0/45jsvYwTUvKZ60wezG/9xlsSzkUEYvPCk+Gq+XTcpYX6uuTTkcxd5IGufo
M8UKk9J075yZf3tC4teQEK1tAXfG10tlg4hxGZX2ESmq/ruL/fYLjvC2F6KSwZyCU2h5KCWk9v/6
ZkFjmKwzfeSmgSLlqgIzVMMpATzj6KZl+tCY4EMRec3OpZfky+G/T1vtu+LOaX2zf9ZVV58yumWE
A9dP68lKdnIY/SO4t/cECRI0zKxV9t22QQtDSd7wnRVvagD9vs5mZd1VyHUtUZgS34/9CeslLEFM
6PGlTA9ixs83LWr9XjNC78HP9bqXZBz2r5/Tev1zSnwxoPp3TEpdSz1LrIHHY926XPgNySAonNog
D0I77lvnXVXJWv8BQNkdG4pTf9TLcYoh+AmHBnQ0FZc5a4bKEZkLY114kiaRDl2ZyXlbkWSj4yo3
uU9J5llqY+mz/pHDe+oiE76JBhU8UcZRINQdnnQLhe52GWPZfDE7V80XJbXWfxorWAxbLw1qXLSJ
rmo3M8JG858a+tIY2T778rSYFQml1kh0xWZs62X83GGyZ33gcDNg2EuIv6HeIn8Ly7yIP1V2WZp7
s0Tisa0wP/pcVoaWbEwphne1hR9OZPCw7+CxyvTc4Pb0rGXTVIRCuAXCuBHNMb4Q7nfPlN6H3o4X
fKqIDzqoNrF+m7Def+jO2GkRrN6yCjVbExlu/wwaw96qqRMDdOZdWg95s4U1IAbiqTpEVYs03Xdk
0tB9t4acHz2yNJ9XKdbXkmaRKzGvL/QghZ4yTOLSyGqA+SKmUb78ZBhlPoYqV/Y/TIfbFGKusTRb
JOW9tfeHcjoPctJgY9iFuVVaQ2jiQuqqCvnfDWe4Xz7zWdlilzJWRX0W3hwQT57mFpZXY9BgTsdY
yH3w47rKIm50GuofNzWxbMkUr3WB2PlhaNok3ssxTx9aBW8j1P1a/STex7kYpT0O3IQT7WeG3ZcI
yaErviarf+rq6Nc2+nsNZ5/04hDyWDzhZ2ZrP3KrWU6dTPzghwpyme2m1GzkZhy1sYpUU0/BCQtS
/YJbsYrDbp4bGSY4ygF+OLPRPJb4CoAXm3Vh7wy34nRtdQMVdBoYwWNSC9/BG3BsIAVgBZfvUeF1
UyR83Dp+1saY1Q8oe2GzNDZGJ787JPBp5CB/QvUue2vZ4qXm/GbSzUCDmtFesLERmRXiSmk4jzHh
SbgcuQuO4B7w74ZbeDx81ouWaMzI7i370iM06IYQglGj4OTPk/Yim2B5b6OrWb4PnlPNJbnVg/xR
Yy3UfzXnWPteq56vpyHpcMS5KkYfiMqiX8AqGlGbJbZ17VD16G9SHfNNrKbKTa6hbT57uHYkU5i7
+pxTsUWuR8QJoj/R0zzXPvA1ju1zYVZYgTAHhZ2Xdq33M+9NDZ+eZcQKFkFQPwdYFujplxynszTM
54D4Qzaz81NXNHGHolcAyoi7VnlcYn7oXeT7Bxxzu6esHQyPBG5c2aJKzMVL24jGxsuibrStVfrN
yN/WFf0XZlmqxyxCSFwQ+hQUeHZQMycVSeSHcjGCJeIwxEGhhtk0nwtUC90vT4DG/xo1u66f0rxO
HWwfjXjEEq13Kiey5dAeS+i7zb6cRzWHcHUgPWqB0kHEe82piatjsPGYq6lg2GhZ8y/ICsG0KQQl
m+njLLRw7GAFbXmzZvcEq9n2N4xHjC9tq8on4Wiuv0taf6rC2aywDBvMPOPD6JbhQ+nq03smn1VA
uEjdDclDt2pvAH16ZmaGhaXRC9s/9c95onsPflKhBXLxZwqOWWcmn0q4Rkz0vIT/QmCpLhw8N1kt
CtkqO+haxam1mxq+NXDMWWor41WWfSGjrtNaDIsQb2abuW/0z4FctHajUNOAL4tpIH3HE/LoW61l
bXqkcg3+Tgu8m7pbhThw23370jSJ+62Uk/8IDDCNEF2GQQvnwh6zrTfyHn60KpuIiq+xyoqmsZoY
8zOThK/nTnhjtnDCkl3ttANpVVkrmHghIzDDJlXZiwZJ8LcqkuDH5OopdASrcaL1fktAihFMv8Yh
o/qQ3DCfsz5Jnxe3gi84BorCUaRp8FnTRgtLnpRsxz3Y3XLEyXPG/D2u4i9TUjQFDPlBfJvImnjw
mhINsLbUw0Nq5n4SpcSRj1t/0KZjEHTVP4UGkTRUs1l7od9r/ecEpvHvVjNxVK/crmm2saztIRom
T/yCWF6KsK28KrDCEWYHGFAJF2Ffj7hILrXRB/sJDzEindpRM6Jp0PmRlg6HwjSdfBHRac3vTYj0
aTgPzlA8Bmk+fe6tpHifiRi3RS1wm+rRzhrNfm/ZWjCnpFWiwzxOsOh+9/MqdWqtvMnfF9PinOde
efgGaHP5rY776aueNk6+0wFGye0jE+WSEsWGRVnR2++6OXeNUA1uA9bStk6yb4zFvXiloZmhN1Xl
R5KKtRcmMEZzxN9NAZY2Hb+KDd+RizfeChFxj66MEP1XBRlICbfkuK/RyaoYwtbB+pP1nsMCegA8
tTGZtGz5AAXHRY5f65B/Gic4uTkHBC72diaPbdyo7mhx8+u3WZ8N+ratSOUL4wyf2qjIuuZiCSwf
sWkVKTlEVdFDwupwOw5d0TvqwYFV/6i49TabTC87TOM6aeNAarniUgRJMO38ikCzi81U9FfWxqvj
J+Qt+KNK9lk4CKt79iUiCC5Gosi2XPyHlwG579feAuPd4tna4/zm6CVzJxjoYYwJ23sp4nogUFMv
xtDAVwFqQ8CPtRdqHJ5zf0FPRPtnPM5V7dFjCa64+Nl6y2NZ2L4KUTExdzG4s5Th1NHCcOKUFWN+
lBoahqxG71GGAuOnRyipgmip+ode89vvWqKr/GLpqnsxJHhSuFSwPz/ossgSftPS/2Khdu8iQ8nx
JdOMKT8OqF/Lg2nUMWYlbWkFUa3h3Bl2JmYuPqYq2dlPO/XLGxOjiVK3cfrPRtXn9TbpWn2IGKhb
xoFc1VWgs8zMNoVt9OZeLH7/7KQYRfGA3Ak3ZMf7PtrWuI3BT7AWmofarU9piw1ISKCNZ71MeIuL
vb+Ycb7Bl2LcBlWH2Sxd4/gycp70u8qfoJMpcp3tBydXLkPVxEv+CexOtWHjNma2YT+PQeQkpDuF
JmhlepwqOWd7TfdnPEQHvcHCDT9hG6qVFZeHIlfpliErYvrC66zPuHMs1bZHKIKabpjpy4Jgmdfo
1wm/vok2cmuapQvoRJ/G2ECbHO8ggyB/1oSGf0nCYNqP6sXzn3DdNGYoyobxUAckq5w6oyHy1JoN
Oz8MeeK/pEGJvx4EytHdyanMqkimadxwvkIv3eT1wK8eVGnZn3BVkQwIeqNMvzRwq9qwigdjr5cL
SVw43bX4rpvm+jwzhuV4YbmGfIjh/8T7pka3HooqFtkxjxOTD1Ghh8CdroGqU87CzUgq19LqGUTE
UKeUTY9xY9nE+AOmGrN2LSHKs0JN+QuZS/6M9x+toONx2pyUCfVnUAUfQI5F0VkvXH4hnKZcL6Q7
HbDYCxINg07MnZbQKRdauqKBVRfac5wjHPcGNv3GFdOor5s6k6hCEnwnbD/VP4ip8oynYFmDpH0l
RRPqQa/wZnHS/JxPy+RvpqXLH12MENszthL9ppspHMgXqp7vt6uXqf/o9EPQbfy05i/wFkd+KiVS
6496bcQqmq2y5wMwhyzYqVarMMy0utQ4crMfMPWcqrqfHk2Fvc/RJFItCLtKyJQCntY4/YytwiPV
1BFDrcM9umzPhDQYBsxuv1R4WragHP6YbIyxyKodtGwv2HbNoL3PA2zev/kp/89hLcw2xqyscTUC
tI1Ce8IgxaA1oHLVGwydWZY4CFk9QHjoaFNkoT031aI++m1QiLPTDH0OVYDBm9b21G+f5nSKcq0v
q4u5mGZ+tO1Rt0IjqPjlKkPNwzvmeF4QZWVfqwe7k7QzgIyZhs9RTuvlJE3pfUBWoH1FNG7F3xbV
tO96WIL9Xusa3b/je/83RIG0HDAoAGRuv1fghZODwwx9Yh+TsTstY9F/MI3GjOJBs3e6nH93o2bu
30aj/gAi19deeJjYRyA7ADlZ7/3/mhQpvKAb1JXWEQGpl12sapysjaSBh4CEd4tgKlb3DgapbWOe
4pQyFNZqNA+5oxF3goAJ7gXxhcGnPElXI2xKuBeC5QqsvcFqQ9dI0ovepkO7MRPhfsQa1S4v0B+N
n4Br5Y68tTnFQDjnx+tnKI2bYRxwHsLktLeeay8T5tmclJwurYIJh5FmMfIyujyLCr0qH301UhRD
DVHg9C2va9sJq8W3f6N/ie2jga3qJyhg8Xypmsn54vZomcOSI+S3oKJY+8CNNbHr7QUPT5CeWpz5
Rpuee0PrwxFBPg+VvipanFImIj73CHLr/iQ8BI7HORV6vwMaWs6zq8xyZyD/NLbp7Oaf5sAf0k+1
FsNn4krIIMwecivjdOjvpbDfABfoyVYZDdIRMOub4RR4WoduxEpPWlDaz6qzlksuhSlDtRQTEHXi
/Zz7qt2n0/Dx7c1zi9A4FiN2JnhwiKHrrfv5X3sn4WaPmK3KTkHvnnxPxi8QNoOdZWC+cQfXu4Gf
oCowrYVJB3Kzeti9XgrJyqQ7ZY5TtMAhaka8cYY4MEd1K72PcVzcmeH8BYVnPZBLxmKEXjCNe70e
oveaOUDsHN06EAdTLNmTtih/2RStO382W2Q3HhvlbIoBMTnW7PSAw1jbJ5007Ze3X/PND0y+Hbxl
fmS4kIxWr56dttAM+tJzjkiAx0NbD+Yum1DGWWaAvSQ2Qu03go9+ZGkce3ewxr8tveb2wvthIImh
+evXYGD1w8BQd4/YxtHXcX3Z0Sq0u4AZCa1qXA7/eLyms5djyf/2U//tJ2AEACMGtQXT7D+iiH/t
Lstu/ER6s3tkHBJvTPJOvJDSENdwVbQhAhfBwEIBrxih0UOkQvsxQXsg2dh/B6+lmO5U579sQZgk
/BvVCXN852q3Wwhy8Fr3wHuXsdvXqgyajTZp+mmYilqApGXTuH37Hfzl9bPkmn4NrwRQ+2oM0gUQ
M/NKOUd4X+ZGDGmyVw5kkFTY6YlAiGnftSiGrMWWz2+v/JejiHBTuPJ822RT/Plx/vXyO2OCgzox
pQj63t8VcZJ9B3UdwxlDrOOAFH3lRBNb9/aqf3teEurgOPLp8dGt//xfq1qmjJMVP4O3jiPy96II
rHQ3ErQQKdNTJGWoGAf2AQuMXTovwT1Vwl+XZ+rEv1ZruuvlZ21aem/QeOh86nYl+ouzP83qqVG9
V0Zd2sY/E1F1h5IuXt45iG/HjrCGAsbFBuFU9FVXZ385AaUCcDBXHUAaMMKkKEVc1JHTB50qszDz
BxlNJjcmV4zuA7yh4k6NvSnna5YLpqTMp1ZezHXNw93JIoHCd44I6M2dxI/hWJGImnvlcodid/tt
E3piwmm1Mb+A9WZcdR2dpxCSLdSVAUx33FklPJXVYhLgTKZ20VxGWYg8XPV33i5o8qx5H4Czp7sl
z/yLGo3x3ljuRiO6+jKiWzZW/zxIGNfMC0zgSgOpsX9M68bZmy1NfGjT9e/dIljOeNe0GaYa0/Lk
FU1fnAcdNurZLl2kUXIx5Qa+EohFboh2q8kuvvfj3HyQDPjZlJR/6qGN/+frTyMgYYp3OmSnoh7B
Y91s3DEQbTZG4pkvi11h8QeIdWdH3HwQLMrIEHYqDA342Vflf+nsjvlDnp8cSQJp2LqJ+a718uac
JkmxHLtCGAMYypylhwSfd/e/lgOWZ/SDtwfOmVgJXZUDR29MzlwbcZIi+qknmwZZMkM34KXCaA5Z
36yqSycet1rijh/+Yy2CVAErl2YcARcBIVdblF9emQtT6GOctCgNzNqQeLlxF026RJ10baiOrdur
JoItp/9+e+1bWjA5LCsrmJqwho5dVwPs+K25lvC3dISon7Bwacu9bvQTNy9cuo6dYvBzmcoGfkmX
yj7+jHoFtkI9rMbLvYtdx8buq7FMogU1bvHd8KfaPCMVSvR9Llvr4A759M/bf/TN+bieFvCC15nd
n1ij1zu0xiwW7M+uaZniiwtI8c8Mv35nOu2vcQrse0Lfm2q1LkdUHxQFwGZC0F4vZ4wTo9nGrY9F
ApnRBlj9jcQj3/Wl0WX/dWa/rsUkia2IPpsFX6+FbxbMsqqpj4ktuud86NGN6P/PYDJw0tkqHEc/
CjGPd1qO2zrJG4VJxNDVgroEDvl64QGWKZWRpIU2kON0AlU1t71Vjg+C1utrk3JtbSFWlqEXFFha
ZZXWvbTVCOAMryG5Q/25eeOY7cEQQ3kO6o+v19VbqGcNoKVvrKNRufOXjnHpo20lVnCUgT3eM4S7
qXc4Iaw+0Tq24ljCXT85BGziGypoOIBbJtEXed8aB8HG84/kB3c41bptHkczMVbFHfn6zUb2qbIE
UQawItlX+lW/3fRVI0ouucfFnQozNPl2HqyS2VRljo9u7d2xm799rSwHXQE7KPT6N31ugvnDBKY2
HtvMVZu6n7MnzJGz/aSKe/3V7UtFlw+nhss+jBfkBq+3k2O3EgeBcjyaQs/20jbjbZbDJZIJUCfy
C/OdNJL+jtbzb4tC5IFozvv0b/pmaCDw2x17PAZrpNYmLd1ijEZy25KQwaVdHJKlaV4y8nnvWdPf
HF/wC6mewdo/o0289pSqQWs8Pw+WI/Sx+Iu9JOZ74Frinax41LvTLNDlY6gkNTMSQSzM3dsF8fbB
/3C4uB4jJYCFfnV8Dbi7adxO7CNC16AJe91Lw8LGULlXubnNO/nSGHF/p1Td7iZ4jh71gu4Zk8pr
DElMuZbNnKXHStT5qTCc0YrQNnptpIEvxYe3H/HmU8HRBo6yuxKaYVXeoEdBykDA8Npz3dRKhr6o
mWAlScr8EJ/GF5Bd3vB/XhJN4srOM21q0DXoIEq0PD6RI2foeQaTTlUweysyGgSXbJ3kVCfExb29
5FplX2Fk+BavdhIrndniUL4qfNDPy5iNNJx17GwMHKu9fjjWPQPDl7cXuhGNAxZBlqLgWSbPh0zv
9QfaMvp3s0yfzlkDJ+woSI0sIwF0K34l3eR+8J1umoOIoGqRR10p/K86+1c+ME/JnpjSKvGzKj3l
hrjKeOpON3j7Y3tr7ed2xp0ULyPr9R+ndd44mcmgn2sJOBmaqBxCEx7Bex/p20F28x0Q5ubzxVcA
htOaKYEhKBnPr9dDBov57YR1vCymyTt15Oa8Q633G1ORdI+ZujG8zxpLP2SjyvZv/xA3X1GAkREh
MdxFbYv2c/3n/7qIGim2/hJh2xkJ8+gOocSdvX9wJtJ6LujW7mWl326w9VEh1AJwrXqVqyddyPny
67jEpdmvWvszbuEYvxPw5NR3dvLtK+VmvXqAMWtbrRvXf/6v5/JLh7msu/pK0tGIedvX1Ygvoj7k
X6Qz+9ORuPC4fU/Cohx/urFdfX37vV6vj3sIIBKYIaJYB0OedYv9a/1RJHrLUZiep0STX63ctNHt
OuY2M4cOs6i2yr4rcmX2tjYWyZ3bxHU5/rP2ii5w/tk6AdCv186nRutik7UrTlds0NPmxAjkf5Sd
x27c2BZFv4gAc5iSrKBScpWiPSEsh8ucLvPXv0W/iVUyVGjA6EkbZjHcdM7ae9NRdOrltRuL8nmK
2+nl8xs+HzPrRfmCOVSCEq/c5/uLMthTd87b5DqJGPZ+AtN0MlFfoTueEHCn9NfFhQnyT3Do39MV
1yRiCEE+uggW3j/Bo389ZHBHfQ1cT0n2HOKNrOMIa/es+2I4CWGCk53v0WbWQY8xhxa0HbCa09ve
haf9jze91hIA4RE+82WfTRYpXEsj6VZdkwBhvHj06e6Vaiqu3cEEULOidDp4jjKGlgf6+vkz/2B6
vj4ADiKAoGx2iIk5m68lBI+2GF16TQpdle8zOsDkGwiaWX6JguOpzeG56L21mC0s9bJc1XOsREEm
FBrn3Tggimr1eYsWOd1C7BvhVOBeUgNrX9NKSL8PMr6k++Dowpdw9tbWdACOu2wWKLmdTTl9yYHT
bsvl0I5eemdPpMKGygi26hde7Op+0pXGwULUmgZgLfn0hUBD8Vv2Bm7NZZqVzlPLgvJY6o38BdY1
PuHxKfK9kuq2glKYxeLGg1hMvlbFmE/bCFvY6KYwBE5GA83mG3ibQjzHjRn/mpI14cgp7fHZ6Lph
wIJab/cz7VyI71oov+M6mrTbhnZ2PNOpSevmngZFf4O+q11Kn+pdmYZS9r18nOnRZ1siFWuL/KR8
UfUd4gJT402oVvG9qBqNvE86r9+apZnlHT7LZKK3HShMgPmA8aWfyqF6qjpL4Bs1az15U4UhLXVv
GmX1K1Yd7V6Ll/5bOWk2Hk+IG58E7afYV5Zk+t2NWq1Ac7ZZg+zf4KToMeWRAGDioqo0kWVu+twZ
t1VkUWlaUNpsdSN2o4NHmCAuTPidk287eEP+WAG9pPet1qnj3uit9m7EdQwsweljaz9aSxfviHGd
oiBtJ0fZJG2TFbdtnkVXJgq6iVQ4u+mPs91MWqBVdLTZDYLDbQW8mQgbBwsf4gWoB4SJWoxPYxcV
5b2ZaCT+VeWCqFd1B/t6Nq0mCqy+pyjskZyDwa+sOn+upuG6Q8E/+BUqv28lfhsO+o9mysKUjmcf
CqwIvuJMYap+OnZypncdT2+9gqbfT0DHfrmjplp3Q2bgZNTlun7y+rkVdyXS7Pm2Zp4o/WpoClLW
lwlOpZg749pOC/TKuAESgp7QI/hmk2t7HOOFLA6k1zPpZCJx4oAefmxgg214W4cIYXOnRSafCNj9
3ELCyWxL+38A0+ZL00l4BkLeNgaxh/uxWH2f2dmgBtRwOvs5zKL5oaq1lW7IpdTyL6ZDss3N4kam
tlMGq9FuvagxqMv0tvu89NZSX3kDqIvlWGNP2FBuaDdUEfMfzoRBtr8QHhkT4zDUkm+NA+EDfvX1
8KtvJlFf16STwAT2RvENvMMVv6Ee4uxokWA6/bbo9GWkQ3hOFJKvaEd7QzQ1PiF9VgIoUJ3ajZw8
OKVOxvylN7A83ZgGNrdXMyFoxSYVC5RowRiow8xspAzJJkGuh0H0YF5N5kCZHepA1U4MXMV4IMgb
fMMZsFINcmM0f9COHfNQDCvxhCmiqftLn3fdEyCU/uLGTHtf5JgSW1vlqvaYxD2sWaS5ih3ODjPL
azpHI0dpnMtt76CLxfyJowXfA7SP2gZOthTHZUnsp4KM4yzsY9V6ohQ3ZU865zeyFU1nkn5O5VNe
VSIx5i0Rg3mrBK5ZjRpqGVi4ISS2ziu/M13L7/QJl28kSao/1aSghTbEoDffOpm1Ff0T6e5QSXqY
dRsRvrKRNkZEMxtI/8PJgr5GsDDwF02vEy35PdRi8B2V6inPprU8OHXWzagWCNfk1FtNKAnNLK8b
ZKxLYBJXELqLNLDfdkhmDrC06e8n2VDabtR2Kb4qdFIAQVGsMj6sgYASxkNb39BDjfqN2jiRFaiT
Te1Nx8j/gG6S1cRgYfiO21BNqAlUWufjyOtda705tZuFXC1rG5W1hfeTNmYEXqdL9CoTUv8CCpuY
1ILCVa+DOddNMCRj+zp7NYM24jz7YiTC+5r2g2neOrrwQny1rf6gtFG08ypTWcPNZF/sqRhVeern
FHEP9aIn2Q7ClN1NUSu1PgWpadkgn12dnrS4nM1Dhbo9vtKJ0r1qrKWvjjUt7Fr3sX3CiB2UMrn1
zKyfDz0L+0Gh2q6R6BeV9mbl4Z+9HB4zZKtGklMktVFhRq6MrwQHNWTletDQO05sqRO6wClqEE+Y
5JNrJpUIdzuYDjXzvaGsHryC5e3FTHK9/FL30pGH1m3BhLBoqov7hnlH2VfElv+KpKUthLE1OlHF
XaGZU2iMHfjxDAqJKJo+vPvqCd17wYWAcEtsGQsHjxysRkIwXBvPIAFAfwXO7o64D5oGElhN6eCn
0p7az/3cdVF1J7HDH68pfREGGxSrDjn1q6SU3VeyQuvkavR0eZO7XpbdFEM7HQo1ztXT4E0mVrJm
qflJoyt9ONsdLt6LOjRXhobJZsj5Xi+u6mHo0mBEiu6FFueWh0m03pOJgbq5b6vZiV8itqTjlxUm
+8oEUr11RqzcLkli5IeYANz21aLKMW6Iq2YyUv4Egbo1vmuP0Ftac+jdKN41GKUmG5UwAe07RwcF
byG9qbBlitQrpS9QVuOhXBGVRPSpbsEAJYuD872TLPUOf+elZiRPZtbdLPosnDsSAcb2V2/Hzi8s
ZKtqSxXM7Pbq0nU/Zynggau6xmCSQZ7SCtZoAFfhylEANXGy2C0W+ZVvVErHOrTd3PzlERoRkec7
xdoWRlwzw8kWlvajjm2tvPEWr4ng7oGy85eo4Tu9Qi+sxb9xZ9JNP6PV/DLlSN72IllaEbh5Mew1
3qF7ZSiJ9ZwTfJISBTyr1ASoAMfXjjVP2J2XrWLsZ8VpzGBM8ES/xs9o/J44CaZAqaWoynXc2Lm4
NnsnF4EnEtO5iQZX3SUoVvNthc2++qROqkcuNVYrPtCJWmyxVajKN5TxjSAhojFhrRwS1IIJpsTe
kcFkatv1ddrBJDGUx0y1U3aVCSaH1oKq1x0zlMByUohqEw8dFblCmZesJgJEdnZYa4pa74TpFs+K
kUJl1kpvRtuiNFjwGwzstlA1+hjqSanHO2eZ5nTLHpFEGkHIbeoPmqjn23KGlQ6UUbT9RiNTuQ/t
rrNeJm+cRYAJF8gCqQpOuhkrL39r5ibRtrk3AC52Se5sXTMe2Ma4VcQOzWugdg3FI9lgduSbkxJi
RI6xUPvfTuWAilVdijQRl0/qh0Osuyn2xoumd75dLOltVta5dYV7fBLm0RpIpSyT0eIoVNozhliO
tPCPqY1owxZ4hn5zMhur915xkm84sOTsdeNxus8oocrAAovsw6R0B/eOeoyM70kTT/uHeVDKXYEr
D1s6OlreTumkU4JOVmIGnWvk6jjg1142K50Pyel8QcuT1bfYvznjiQpS+lxTRyn3k9d27LbIIGzC
0ajnV6UaYNz92s4LPRhomdd7RaqDE7ZJbikbtGjQ+4Tu1OFQWtMQjLgsTGhjwcpKootjZfxBMjd2
Mk5dGeaGjxtIzdWLmcIktWzsTIzC/pZlZtZuoiYdM2YqSnvhpDvS3jdEnlwLos5E0IyGvE0MW9p3
To3+zMPkqrHq6wprFHNjK3DBQcy+DMcaJdWgrXPToFMxul55C2letxReI6VJg4rNcXFDgg66lQk6
G8gC1HrdcVPkPzagQhabR7NRnJX5bZiZ8QKcgahb+Ti1pZWFWuWWYpM4OLptjKns7+0lVeYf46JU
uKsW6XjVqFkLbVeQcENKDuk8MjBYCfQvtTfK46KKPrtBXuGR9iKlh8sYSqJKVW+WQou/2ZgntldR
783MW1RG9BNhNYShI7dg74kKVRIGgtF3PPgCDzQchKsGbiAXS2xsWVH7InRTeiJhR+CuCEsx5ns7
Io7hNlYH6w0Qv6a93nlOvFPIHdknGIwRP9lmGRnmYDjqzbiMihHA+idtiC2SVmyLhP1aMIHZPHLp
wsaSf14qTMhae9zxETUW8qV0UoNIekZ2P+eSSDlChQsqhnXcBPowDd4dHuNsl8w4LrXnYlmZ0ZzU
2OwQR+0cP01ZL7GKxZp7b4s8UTcE7XLA06CCzaDKgC9Dq6pUOs20gogz8a0Gx31mssYrg4H07IKt
SJeNb67ChsTPO9eaNsLzchKaNGHVPkHjcr5iP6J3+2UVUy+NZxMrQJU+goCll+izUnUen4Is9Y1M
EB5YGe7Yt6UnzGXDU0abHKstJ42uXuzHwtbZfa46FHEt50I2qI1stE19NyH7yYspYbIicnLM3SV+
NAcZbT12+QJn+dFrn51IH9IDOTnJI078zrzJZ3Sx2HKlSN59ve7TajMlZT4FQ9u3+V6S/2fRmKdg
iO+nRri8X7Rg/cC1vRUH0ZRBvxeJbX2NlhnOM9IXxd3AhrJzxlKpnsiC75bO4hCpJFoQZ8wRFTZC
Vp7dTIntyFvF1gkT0IkW3QvpukRdIlhinwth2GFTGU8q762Ys2AY2ujVdsF/fBv9WbjknAp9G7qk
CepxKp2DiCGrNtk0DN/m3iTQZjD0SW7YgUQ8fYBr+xmnlho+1h6H7MCS7m4UY1rKUMNf8FfLDJJF
UBB21/7osir92hSqOT0XeYUkT43QF5ZjYvxAB9LMt46EZt2NWim+xcYyzAe1cF2iqZQq644yartD
gVVUFcZjYYz7rNP1Lbb4HpznHDfJoagcUakA+0uZ7oaFoM9QWHPFQmYkPSwE1UDFfVQxsW8PI+ev
780itN91YqMlyV2zNXcGbm3biYWs2HiTRZxe2RvKYPu1kTRN7OMJjQyI/TkYpC7R+fkC3PtIynum
bgFC8+VQUmHuts5S1VPIocYaA1iQ6mkuGqBR2ArbmzdFkzGTqtZivjjY7EybecADeaMBnmthYxDd
29OQL16qjJvYFrGu2A867LJ8ahSiUsNkKQozFIsVmzjoJq7jmwkZO4GOBG35Fkl7mu5YhMcuZOYu
rKuB4jQnX0uFMGsyhRRzGHWH/AokDNnB7Pj5aEWYxUSAUb3d7zI8IKWfprDd/gJnEpt+U2RFeTeW
QhvZJNpLt+Ggo5LUKlpzvO2zVh7Rich0Z2NRbe1WncFhtAGufMKMkO1Y5No0u0XDHArqo1Tr24zB
871NmCiIpCcSZJs2mFYjIsC7LtlEBo7Bd57ddM4zC63mPIlEY7vvAxS137XIkumXBqGwduNKaq4B
jiPNcovwSYP/nudVn+o03hszK+tYWU1xjbkKu0lfbWZQ7VaiitnkvdIk2ykV6osE2VSDto8BqCP8
fqBd51H8skXaqZzjbKUTvkmSjFJeqDJ+rOkaFg5hFLPxkDNpn74vr7bakvGNqaQz5no+3Ke2Jpgs
3RymHz1lvWsd6hGngi9X7j8vMn68MpQDvkEWWDT80p9Ozl9FVttIpZtmBBEalVpu26ZkIlIUNKC+
k6TdTlZNPhxSs7Uv2fd/YAJotyFBdlyQAJp8WOi/v+cuQ1gkSBa/hgphC8dJO1eoe9U6PXEhVBRZ
TvEmpgwBh46Dg2+3uh30FFl+aqRzX2he//PX0ASE1ISMpI17VraUzmQRBKWQxOWCX7DcL8uBkiEp
W1Zf108N/HF3PWctTSuUH99SBxe5EHwFGZ2GCuPzl/Kh6MzkwR925uy5LOwH3j8aZSLD2tM7cZMM
Vv6s50t6Jcknw8sRPYU/ZPW01zsHYUVlXPJ7/lDoN2CkoDTpTK42iedWdXh3MUdBoRycrCpe9b6N
tuSLoPwwjeEa8eUlS6IPt8qHj0UoPApuaki1zroZGvaES2nM2WEkNy+Ix9G6t5pKu134jXwCay1q
7F4YjPGlN35OKoJiAYSytmKljMb33I9lwlRNtqaXH+QE0U6aqNumR8Pq5wkF5h+MoRdOYM8wMYEb
T2UcDjM7nK1DjOpuVlv0Qfbcz96mzYbSe0mVSV12GbOTubXsPI13hKPP5lXualkZRuiMLjVIzh4d
1kUrEsA3QhWAzsR5FouGR3HfInM41qknNnnGTo7KsOr6yD3rfUF6a+nj3Or8VsrYvPCF/inj/1Xm
/3NxLOAthCXq2jRfW4F/zRumlXuZpA91pEWTyI0+eFnUBJxNhvYK1U5uPMghHXcTRL96C4ta3noZ
PW4qU5Z6LeLFnTeCHoVFaIBiFbepHMZ7VhxXvzCznn3Pf34nOCq9XrDDteH7/neyV1wiNp3asZ0d
9VkvozQNAKz7AGe6vAyp1yQP/2nwcsUVrAaAARPhuzp3FsJ3XCXmqdWPAFGLuO/LWT6xeiMUnRxq
WIcsUrWvOADE4spwpPn8+dXPvuo/V+eTXpu9gBPuec9o7gajpq+kH3sYnY0Eff5ByW8IlFI190pT
uOEy9d4W0qDYSsVeLnwXHx83BvaMZshjOs5ID94/bu7SpCi0GEcU+N1mqFaZvFXoT15OQl2A3rhb
Np/f8Fm/6c8N8x+ak4g3UDmdfYg5LVcvUirzGBFMjk7KMYcnpUoxWzapZl1o5Z+tlv+/GBslqCoe
Mg3997c3z/R9ZF1ax27GE/9ucjrlt97VYP2scRPeX1n8WNBquvrv94jFDn9gWEl5ObtHHmmqFHxr
R/IZsjdFcQsPKxrDOZgjLsAX+q7/ukdSXSFTaK+63jklopeKPXZUKI6gzaL100lRjvYQqfd6NpNN
GKudGVayny7Qauft3j/PlnYiF8Q+1obGef9sdZS6rV5F5rEWCzYAsxkDTve9UwdWQrmzLAv5U6rE
jKmpkhDAZYmN03v6188f9b9/BlwyXAjbEvCy9z9DqahxTYpjHgdD0W7Uyci2tjJSGetEqVxriKIP
djrXP1BNuXcQ5tG+Qll8YdY6346sDwNUB1SShZF54tza1LZWeg9HK16C7JsrAgurCeW5IcgcEwkB
90Mb21+WDDHXBkv4mCyGcVzWCSWmURybzXz8/Ln8Y2BzFkVYB3mHodc5dcC5qMyzNjOPnAGIwWuT
eNtVI8SD42U3XVS3F57Ax2FN+wzLR0BIrgq6/P41xKm6xjz2Eed6jXI7TZD6Rc3XHjFN//bCHPJx
0sR2cQViOfax/z5fSbHOiukz1NlRQ7bc33dtuhi7SY5DaNhKXGyoHVElK+Om+cqpJ3/1qL1Ab3/+
hD+OO4QYNtPKalPGqz1bqTos1ZWKk+qxojHxxu/pg3QcDfTwVeEuuwi173UWEWf++WU/vFjmab52
j50Q9j1sO98/aAQyBFigtjuRGjWVW48+mszHK4tui9zWhPxcuM2P10OKSUNjDdNFi2mdDXOqzlSI
Ez06VhklqCuKfOUjxh4y346ekN0mQ5twgdz85yV5oC6Gz+tm7+yS5YIgZUxd7yitru5xfrKSXZM7
XhnWVjmNO3WxzezCY/1zfHm3QYK654hDvCuRN0CFZ3N2bBMSkVeFOOWaLuwVTirb16xb3OVxkpOZ
hq3Ej/OgN15+i1uyNm9mT8xlUKhqMWHH1LTNZhhthKSfv+8P3zq9spUBd1DoMLjOtydePFt1Ulce
cFTXP2XtWLw6ZgwRQQIHXa6hybDmJc0lP5ZDUeI07CQXaPB/vA5oHmLqwFtAC9SzD33Ah6oy5lmc
hhRLbNS0+teoSqrA7VqRBRlHnEsRMeu/ePYukGLxgXuUUjH+PDtqTpGn5BqP4zhEqEuuKyMvrvLa
dRnNE8Z4VMtrEzFaEWfBqmQwLnwLH+Yy00IkTFI523SgkPO5M9cGQoSTJjnFJJyl2zFz8p2sERrv
aLxcJHA+3Csyx/U+19Ayyzmn2wfMu8oITuqUKkp3VSNKeVysxvgmTOsVJjSlNVKRzkvfGtHl55/W
x7VzfacO3K656qLM82sblXSEUypcW8bWc1QuABJzpV51o9J+tWOreijJDQo6RJdE+pbJ7wkfoQuD
/R8DzybUfmX7waVx6T4bePR3YUGIOD8achI6PkpG12E+IBTrnvSDgbP9WLF7SYwen4lpnJRoj9VL
NvlaM6ZlMOuxjkZbX5YLn/0fw+D3X6GtcdSlk7pi8h82OGVX6eUAx80ujqV902kK3f2qrZ3Bz1t1
TsJEcedoV8d0o65dm5J10FFN26AQEGLv1srS7qZ0jNKAY2Fqbys4tBccxFx4KrT9JlEAs3mk1a16
297xpt+47g9fuhy/mtPYMAUGBHE09SYmqvntwptfyc7ze6NgAPJJJZBl7Oyhp2m2aE43MMJs2Cn4
H4Ojc7KsttlOV5NXIuwdaUB1YGAZcJ3POp1Vp81uHHUoLoy2D+somC0/ZKUywRLh594vaD3LjmNH
U3QkuM4iFic3BEY/WuvQjhjF4FNN5igu7DZ9+Pwh/OPCLGrYceNTylnk3F2ZWgXGM0xBR89qNXWn
EFn9Su5BNuxgc6fAyJbhEW8BZbkw7D5OL+zI4MMoFFG7oYb3/oaZCIwUkE6c6Ioi7lJxR6O5vpoW
WNqU/kfJIw1tG+QWWStDi0rZ+QnPhaBCyJOJU5/n4hdZZDLbdUNqdPeQfjTRZltqpGikFEtvcEuL
qwewDaUODS1rjFCqjXJhXP1r1uG4si5niE7Yypwt74oQ2OMMdnxKRujBmtX8rq9UQug1g5pN1uE0
QlTKdEW9HJnCogwTOYNxt/v87f/Bxs+GgM2CxvrAOLA5+r9/DXAS0yA74R1HpS/rKxMBvYuxC7oU
v0eks2yKpAI39xLK5IE1ONarsGSJCtzM034/VUoZPUUGvgp4Cubzr2k0Rkg8r3Hu9T4uvpAIHxd+
jgtOE0TzVD7MoB8WiNJsdXeKa8+J35uFuF1EnP9yejYeOPuXxk3r4eq1FZS4kgdXRXsdkFXldoGw
lHmVoGfVGrpuRvZB09p8Y/Uiaen/Kckc0MMlQtaq6Pn3uSuxiYlMz9nPrRp5YdLmVfIjpYC3bzVI
IT9LZyMNVm8PmPpESnfLFytjf02QJKfMG1OV9sNcfiEUd5hv8JvENLKvFPhlVVtU4zu9K3M+yM7U
5w1FfVsLh9illUPjdrk3K9aw2is1csqzNHn6/OX9OdWdvzwacawcFrOX7RjvX97QVzltcjs6dmY5
/5zLsVl2SLdtOzS6PqFlCW1KUvbc4RtSSLfo33SWMuHjNFPk20ziAea30FZ3UDSCEq1b9T/aKsd+
MIsqeclFwlg3LGc/lwKEq3Hm57zAT37/c5NyIr9aeMoxXkqshERfkqxeQR2qXNuK4+sBsq25F51U
3Z2CKrDdmBEWkBtZROCJ9SwGDlWUMIfGV3Auo+mu2/2+zyXmUstoaG9LpPIdGDkNMm1MswenUFNz
UyeLOtHUs/tlU6EWvrfq0Z43CtFeXFgWqYStnPSGr3yABPQ9bWKn1fC8/Doe5gbRX9FdGv//ehgW
jpwuFT5nXfvfPwyVgoxaI3w6kttjqN9Z6MYR7slgIfVb3OLM15IkkArToblU75y28w5eoirVgfB3
dbSCaOjqQ0XV59IZ9uNGF7tpzJxWo2Ld4iTw/ofZHVyCjSfRKSMuqL2HTF6+0koZkjvyVa09Jojy
wjr88YpUY1eRFvq0NbljfVR/VWXjyUAJkXnFiQh5XfVJtWBDUzi4SQo5k6dRXUoS/dcFmfOY7mjm
UIte//9fF4TDRWsUyfpU2KMLmdAbGW53ZOrUBLxhaSWj+j92rFiAyA0wUP6hDftH5TlHcYGJVF+f
YA0lLfTC+SpzY9GCvijTwOiLrPHRVHn7z6eIj+cm9jecWfkPuPaHbUVBurVrJU55GiG8nLuk1WHs
Um9qflom1W6IW3fxNrjCEXOzWPSLMYqjfXJJ3/+PB86I5/SGHA8/kXMx0eAMid6ygznhVod0arUw
Yz6Mv9rE6vkVwNmF7fQ/rmdQysVy22Fng3r+/QvuJoGpFa7bpwp8f1dU0TevJM6OJHa5w3ooPn3+
lP+xmHNryJP5bOjO4BPz/nrlsJR0bo3mFGVpp23TOaYV6WKVFrFJhsxt2W/EG/Y4mn49UE9mUcLT
NsHHbOyy8PMf8697RzrL9Pgn3O28DafGRlZjXdqeRBSNO6Ev9Y2RaZBI2KLdw9ORgPr5Bf/oDN/P
66vkkT0ko3jtTJ3dPfEcpkd9nuTJxJRVGEEqv1Egm7z9UjvU0lPYEdeHW+TSKlbWRCuC6t7jqV+W
IA+0ygIdyZ0V2GqJUZtdac6u8ibd85XOzDhiN4ZZh1KUahmo/UIW1CrNBjdxe+MrYpIMN4ZWLWN/
dGdvJnKyktYXb3LM/7xHJymKhp9JEJ3FcFq3tH9NGx6spTHZXX5q2j5/hEK1t3mhEIGcGuOhrpfs
inXv6vOH+4+DIe0Qzl/rVhGR0nlJsdBzGwZ4cU5moZYnXifRTfpkfGvGVt/ZikxfiM/ButnredJC
YGjYAObgWwbggvdwrM3/eWzRJdK9tXPh2kh8zk4qgL2JI/E4PEE1ZJjqzjY4T5NEE8yrq9/UWT8s
Fx78x096LSfTeV8FevRLzjYOcVKPWTpkziknqlvx+0r0AQ9hfkpSNdMCr2unC1urj6cTrmgANqwF
Pyow67z616sep6Qi5Y8rZtGyfI0T+K98hfF9WINLPkOoGPjX3g0gi1o55z/WP6Yt7vP91SIra9jk
xR6ztLP032Ozk5A7bkqQ6htlGJyV0KnEREM2VYdQeiJqDlxexL0wnxjZuffaGQZQpM+IauZrUFul
PeJMluZ7q7Jz9RfjTdpfEgQBblhlJAd+73SiDtgaL8TwpUtlIwSJS3GY1LRNScfs2G8ZuOJcqUD2
5qPAANa8U2x1yPzaymHMgFfT3vhOgYr85wNumjP7/IHyXR4ShaDMByw69FtdFNLqA/S2WP/VQPRg
8Viz608KZzQWgjqeHjnjDss2p+1dBFZhRNvKsFssSNUWSElJI+fFGYzhbt3QZ/uWIK6tNU5xFzYo
fcpwZDzmwdQID/NhRZ1i3Ao8s1Sf+saAI4X+wqegHtvl6CqN52xyyxveYlNJQRStSr0vulF90CZL
m228Ic0hukrTarXQiAWyLzfRrGPhRhKPBz3XXjBBQ7tDpz/6klbTaCI8MchSA2jQf7EftYznkmFY
XVfCQh8xZEvztsR1+73FNYlIMlWT14xnRfFTXdTwlFk1J49tRcPVGPv8FYOA5piYAuSTPlJ0KjIK
Uo5V4zRbDJTpQrgWeV3mEmoowSrvZPfCeI7EODxmThb9GDIP+1iq72VxNehCvNZe4f2iNKlFG6fr
GvFQVrQ5gyLjHODnVSqNIAVrz+9KY4jGu1QdqzenczhFzRp+CH5jeDGgcC5z14970PTdTL2wDhNP
qt2uyUr5tpCO7V7HWpw2vqW4OsjLlHjxlkMiFqnuEnXe0XG8VRKmFva1S9zHE+XOKt1K0yuv2aa5
XtDaboNGn8jPJJiTuTnaS4nhLpnsogPmsuuaw9k6ATgeQmjcP3rvG+4x1fe+1sfsjpuKw2Ue3H6z
EBl8ING10H1zVPvxYXZxTQyXRc7TpsXv81cdRaZku6eOS1BFTp8/gQEr+lMjKmMKQCQ1PO3cNnob
TY63D9BsiLtcNVOaAOwX1h+lXpJTkJnB+YHl5yWoa8hAPH0Xq+Mzp9v2ve1ohwSShjdCI4UdFcML
KhzIttOmsKfdXm1TYHzOYkgwkaZSglODVG3Qpdn6oL0OZVeMXzWgRP1eQJj3DwaP/5UKTjW8mbGD
vSfcGzYgWHTk4406aG31DQ1j1WPWzmqM8X5bj1jzDNL50UuRjr9lnJj2nfQoHG+JsylnmGq3O1Rq
4k3+GlWNRkxtpu9WJr372oxaC+/vFjl8nwN3B3Mbw4GOM8I7ARmSRHfYelrFgb+Yb4gDaiY7gMqj
PJmzV8KMe2SvsHeRuSbPhZXFAT6xdXeVLw36FYQM8wLOb7oqRp/F4oTzYjbOqZcAVrzfTLqhUqgk
lHRtM963y7IQyqAqys4eUujyuMT0P+yEbRCB0M/JsC29LiuudRxJxq0hXCmu7IXIvcfBrL32jvuN
qqc0TSdOk3lrdvcaLO0Xs+uEtjGLrvjVKZ4WX1gqP9TWWLXBOFaogbY7TfD387pBuaTO1HEmRUy3
jlHm4qrF5BKFyUCM88FcwPJ2UR5ll4CGD8sXjSpU3iq9HGB7tHXvLww5JxCxsUbbean8zCrx2FGy
SKCQ0Wxd2P59WJxXTTnHRLp/6/ntXNWumv20hnK7pxKp6Laql+It5mjT+NFsWSe9a+cLG9yPu20a
ErSp1jsDNwOieH93C5WlHKfl+KG0RndDsJp6h01v+ZM8bO1Oa+V0IMXA2GmLNcyBdPuoIRbEfP18
Y3Z+sqLJrbJd51C1/rG89bH8tUNI6HIWceUUD/psVLqPUoGIjr5K3kDw0y0eMhylsNlup9uuHXvw
pqL/zy0pC6sK9kOwBxTmnXPHPEJTUhwr1PxBq/sm2qqpPuHZ39OlyFoW3kNMU+DCefJji9/CZ4QN
KXfMgZbzzvvb1hQUYyazxEkaCXocC3fsFK0lcuSGvYFXazWkLUqOcJa5fKsrDMQpd884y5kUe//r
vpDxBX6KHQbIH03Bs3eQknhQCL2cTu6YWsFMKlYwYdRuAih3ztHrFHEB9/jHuKIHuPqArv39D44r
EMAOnLkxnyyAaXyV0R4XRjY+Y/GKHOTzD+x88lg/MBr8lEM8zF3Rtbx/0lgXINwjd+EBrl0XobfK
Ahykftm956TdDZ6+7RcakMWvzy+71p3+3otyWcwf6TpC1VKbPkcp47Ee5rbV6we3wwziPipLvicG
onxZMBPY1eJ/lJ3HbtxIu4aviABz2LKT1C1ZttWSw4awPTYzWczh6s9T+hfHzRaaMDyLwRiY6ipW
+MIb+jLc5gX51qPhdvmX26MvF1iOzsFGs4AMC3TjYnsR3eGQIdBepgiEil9elM6nNNP7e7uBv7Fy
kSxvLpDDlLgQQCQiR9Rv6RXoQLA04BA7z/rQqmgUmJ50DtFHd0cfTf9phiKKVoa8aqfRyictR+HK
oWWExMwi1MdSEi+S2qvOuWIglu7n6mTB1LALJyEsq/LwDnTkoL2W6kisTjw/Q21IR+NnGeq0Pmsk
cCZobakz78iz0QQNx8RN9hiL6g+IZNs8sEaoNJsod8dHMuxeKgLbldi0ZZKFzzxI6oRiroCpknXj
aD/f/n7Xm5bp6SiMSG00qUp0uWm7JIgHspn23IZj/lmiFR9qMoRz2o7TRhkb+4Sgf/Tn9qBXsE4G
pIfkUkil3oMkrtzTf93FeRe6YnaL8pyrHjroUFLycNM5cXgKrc5BxQw9WmxdkjxEWLO2nCNahv2d
wInEOBiD0mPNYXeTOJDQjnc4WmQgleGpjZ9v/0753F8eLdSagQzjFMSRRmP88mfGFpCYtGr056ku
hLpPqZa0ByNr/9Hs1mI5QKKxrGThFBuXcs2wV0Iqzob+3FdNMiHl7/xngTmLN1qv0ub490lxHUpt
TACavIiXk7LzVJiNaevPSqHEW1psRXTvzEY1rbw81zeDHOP/x1ksHtj+JBvUQH8mG6gAWXsgEfyi
b6ZgS98HKNntab03nJQtMwAVou25bM+JsXbE6M7Gc0z/W7Jt0bi34uwX1kTFWnX0el9Q+tapM3Dz
MuQSgBCjgO9EsU6uEaTDt0ERge331DVf/nVK1PWl57g8n1Ji9vJLVZWq1wld5HM4VlpJsNLOPJx0
2zZxUus/bw929YxQDeTZAtSB1B1ByqKAYpthp7lVGp+NMkV9Ht6M95PUL/9quZ05PYATi89WnIg/
M97za1pZV7eQHBwIosToI065RJ4CFzCg807RmbwJeUb447mxRa/L8xOsD4NDK9LiXgvseaVY996k
ES4lBgYOR4SwuP2w/8byyamTc9TWAc0crzJ3aIGE5zmZxblMZWI/dKod++iI2P/8nAFhoJACCA8i
BKjbxejODIjFEBXm8QnlUmNIi40zFsoPs0E7s4uatarc1RGR4xFcs2mB9yLtdLmfQHcGUQ6w8Gxq
SM8co0HLxX7sggz8TFpMa5pGV6fEQHse8JXDhtBdw11cNLpdO/j4df0ZBnqbUzvJzf+8WawZ3r7V
xy9uaYMSBohlQksVUZllUAmrFTZTlU9nN6ZA8h0GreFsZ+TQk21S990jfHV4wTqiTQHcWxqtaP3b
VYWNl+VNxwzbLyh59tDMd0FsQSdvLTG5u7THKCAi753q+VhB26vPrhuJOzi3SKiDyEZfGs5chrqu
rpDXI7hLTt8e9DRDMCMRhf1SdnXyI4qxQNrcPqtXHxKdX16MN10yYBLLbklNLOe0QdSdZ3io4DFG
56uGGcShsrs1ke/roVDFoqBqyRjvGvUwzHo4WARAZ+QC23MUpZ6OMkDzuRuBze5vT+s61kJBTnbG
2aHguyhWX25QELcxyaNen7sZTvghGJvszhlMz9iYQdzWfzy1TaBFp/NsHSKjE89g/tG7COaRcocW
NHkJcHdGTgnPJkf5NKk5fiBO1YzABvrQFLvEDOdfSejSi2jsTv9jEa/d0T2YxF5pU4xPEyVqKiQ1
0BRaQbRcXTVYlSBtY0rKBIHyVe5HRzaN7bw7a7B+sK+tRYhkgeg+jnpdfpl0XOFMIx8PCXXnle1y
FTbLryfV0oHp4ZW8jNE1L0dbp5q6M+5wiMNqmaB1bo45HmR1rFbNIY/COV4Z9OpKl6eR9iHUIfAy
QKUuv2VXuTySQm/PWqV140GhpwkqRSStsSVcGz4UidRPaNJ/fkoYlwYiinlEA9BxFo9mXaMUERt1
f9aNJkE3Lm3UIwTfexeGzreeDDkmdtTXaipXx0RGh5JUiaCzQwS3CHb6aKwTpLWVc9FR1fQLDyAH
4i1Klu+DwcnE7vZJucrq6Vo6wEcgbvN4cK0vZgnaCFxbAQN+Aq1+iiua0agwJg/U+h7jujzYKGE9
NUnTfKBUZ911TPlDVaMpcPt3LGoqgKCAXwJkB6el0k1dyg6rSAO2vJnBsVH1ah8Ek7YFk1sibgWg
fGoqZ9sjpnCAdIrOV9/GK8uw2Nhvw1NOsCwJwgP0uHhAkyBrhpJe0FE30uJQFqicp1oOGZqb+gvU
BW9lvMWepngDf9WDwEptVwpMy7//K20Rc8CiK3N2nGCQ2/DVB93+jK+eq0pNPKf5lSOCF6G2Qsi7
cn28NzS1OvY27xwovMXbLeYJhE8bZgi25uoHGIt5vAHuN70oaEokGxohf0I1mlYmvNxnbzOWZCCJ
ACLt1Bf7Og+wkq3dKUfDR50MnxilPLhTkXyOAL9C769sceCdj+Ot1eruhzTvYVULxbR/2TWw+9u7
7d1fA4MXvDFAPK6XxfcG6DBE7mxnx7ZRZN9ozINd32XG2VSogfnYyuhSPsGbX9V0SGRDQTTJBuPA
OXkyIrNdUfheXOlviyMxiqQcUiV0mbbZYuh6NVfzI5X/3zEFj91c1AgsAM+0/S7EgcvRkV1SIx0l
hNtLYbHT/op55NCEVSwCGog08pexVYZ1i1qD+zkqkVXd2ZFW0uUanJ+088OX20MtQWtvY/GASHMD
CUtfnjJNR6+k79Ly2DhRfm8YmWJtaWnFn6YoLctzM9blt1B1lGiPsJiI8f1stfCr0iItczIzinK4
xyal5cdeXf0e7N556Ywo1faqNqjT8+0f+966UFHAhkEHZX7VBs6que3jFFvqYdKmc1OFr8lUd4/U
WYKVq+/dkSQflj8URPXF+4aYXeUqRSiONDH1/WyHDlpnUS12uQiHdCUyemenceVIcwkyTrSE5d//
dfF4TYOumqGJI/6iBsIrTj6M94g4hx+AvGsIJPZG/gxYxRRYr+busLLR35krWruSTUMJWWYrl8Pj
HDxHnZ2KY1vlyRMwUftjMzd0u9TBuLv9Aa9nykCaDqkUcDUV4sUVq5R1bzZT0R9D/Ne2aYtpFHUK
67429OxRUezoUW1nGoDhmobxIlsBbwWbgENFD4YZEulezhGUgOoE6EGhGufGD3nHfkanxDFXlvLq
Hod4TJXH4iChv0GGdDlM68Z2rNMpP85Opu3GFqPUIqzng6pMCq2zurkbw+rL7TW9eqVNXg5Z/Sf6
lAH24hK3Gyd1hG2JI5KnMaaBbVbtytg2z+qIiQ+KFaXzsRS1hUBgEKIIkdZZ+9/tn/DOtGGO0/d4
q/uBK7ucdoOCUqQjbXRPoctB/XAA+6JJ8kPiSm3uEioR5c2iX9lN1x9V8rGAvQBbZ+Rl40kt0sQa
kHk4ltqIMKnWK+kno0U/9Pbsrh8m9g4pC+kneHXpvnI5PSUWSMLh2XiMPPTIX6gY45M4I5xXvtYz
6FR/ipMYgIEXa8p96upFCz0HmR/fdTMspe9Eh1Hb59s/6vqrS/cARO0Rr0YofUlQqcXk9Qi59Mes
s0dfb60KRK4JQJ1bpjB8jKnT30ESDDtEysW90aIrffsHXC8+P4CsAzo8ywJXZrEoVHL0zsqGo6aG
xn/GpBgdyARz/ucT5coyA0wcInCbCPxyGDL3empgtxxp0Y7fMiN7JYWkI1CN4sFtkVofeCfvb0+N
6hD/14sHGHYCmTExiEPvA9DR5aixaGFr2vp4nNi1H3FuEWLDx1A7+D0lckMKIu/n2GkNFGdaXKnv
cQ7FpNXS7GkbWEao+yPbNf5gxUp0LHozmPwRdgW21daQENqheuBsc20M1A1yV8ju1ED2kZ7FrNEk
7GqwfnIoXD2ruKiXmzFvtVMr7X9xVxrdPvejOcie8rqPxHMKyA4zULTK5o3Tt9059GxKojECE+IZ
vbga3PkQx+bZRCSye+JAuXdFDJr+u4aor/d77rUmpU+HhOquiyELPlAw9zS/Hu2auqdWoW4Y2xHA
CYSW6OUJpWy/tEEoXrE09oC3WaXxQ9fVZkLPCLgT1GpgR8XWlt4pG1HhQkOZrMsOYhRt8YWYU/ld
IFDo3UkbJZSQWJbSD9wW5Zw+H/9E5eg9gEQElcDea13kM53ZO/Rqh5ZHaGn9gzeCXgWiEdQvZjKl
57R3khF7ysBDbbZvrB7V0DodDyWubWdcftFlROaJ84HmUocGODYC0ZdZHwP9kHRmMv6GChBVu3FU
+wzZIvRe74Hh4vHWWAPyrbVjKI+oNvbPCWJg1bd48PqPAbDVYFubFnqhvTOH85NwZd5t6LUzfNRF
lCo+IM34OUB1JN2EdpClO7OiVH6vVS3WRVUC2HnbxJAkfcqUef2HRUJVrhJFVGy6xJW2xrnjfg+y
rCtXopu3VGaxvynbUQsm3gAIseTPzqivwUm26qNrDOpr5MIowolZyIps3hhfddRJ6Q8lOGM/Gpkz
6sHGLgy5wUSnPoHZClGlDtpuxHsKqOQ+b5n9fRLNRpz4NikMWoGeIea1i1jWFJc/m19LSwmkOE6I
i+cVwEbYT2rcHJ0OLVYbZzGIFHpSoo/adS9B7Iyf08ktMUGo8w8Njkh3MKC1Y5vW7ncrV+bpX+N0
ikcejAH5AEHP9BbvXp+ZRd5SCT12mH1s6H+jMDQpg7X1Qm2t4bKEWRDCEPNKsxrZx4N/LBfnrygR
V0qEWZ2iOXK8+VC8P1g2l2bj/aKC0H/MQTdvapck2YEx/Dkaq2gfZJSqVvaOvPoW34AOAlcmFz85
yjJV9UgUO4qnOMY0k31A3Ld/zOsm3mVG+Y+VLbAyXL6QAUHqEYfTuLicsY50EiHHYB7zWq8+ZWmB
nG0fTtwMWRlV2qYXkfh6++q/imRgBpBXsMiQbKkHLJ8bQel1qPTqaGqR9Qmv+PIezoryqJf5/FuB
JbbxUrEGEb8OMODeUeghBgc/A/1x8dwkfaGDl5rME2LrqAOj72l/n2m9I3NmJ+0v7D6bcG/FVlNv
CG6nnwMQ7giIVqvEUrZaXXlzrwovEB5hmwAngWUKxnex0+YMxl0YOtapCWfjfiZh2beZqWw1vVOQ
hsPV5vaiy2N7saXw3qBbzB++Mpt8Mf25t53arCPzVPeWteM9GH4lmV5rexBDRrlT3Sb5FII6Th7x
6Ta8lQ199cnl6BQUpW7CW5PqcpeZUxONGoLpp8DiEHdg6yn218Optix0NVFPyz+Cj1TUlaTvnUVG
F4WkRBpsQTpabG6rGg2371z9hOixt8k1N65fgQDEv7IIZP1rQkv58+1lvgoZaSbQbKREDWCcO2ux
zFOEV5riBdoJQKn+6iJbsNdQpT00k2P8wqHIQ5sdRXc0+0z9YFLaEytwnXe+M6VbSExShoYccFHg
CYeGci3A+lMdh+XXfOyMZ6XOlC10I+UuzUf1PrPD6lGoZVutfOSrWwuNAAmhgccKWIrKyuVH1rsW
WhfxxCmd2qnxcb+az3rtQQwEkrAGyb++qhkNRQzY+pJAT4x+OZppGLDDuYtPHFapuqaUu7RSW92P
iHG3BffaneKJ4neF5Okzzkn6cD/qY/LPy335KxZzNvu4CeZB1ZB9D8IvIM+5MnG8N5AfD8b5G4pz
5gbgSQivyyvC8u72bntvxemia0Ar+AcHx8s1mHJUVYuRFacF6WyqdHRRE9cV9c4m1VprR1zvLNAV
tDwRRpBJ8BvV8a+3McztXLUrWz9F6pAap051AcOhm3GPk40dox1str8CJZ3jxywouzV7vuujTI0O
iCeehKQq9Ngvp2ok0VRiMWWflDlA8D9EBXPaTl08PTnCicFD6NZKvfjdEYEOsGWpG5GaXo7o4kvg
ldRKT0aRi12Gt2Xjq2qhfQJca+9gz64BDd/5muT3lJh4kaXCpLxE/1pgs9MCdcgG51RpmXcyYHfm
u1xBhQwt/LZa2TrvfE2DZxAAK21fLF7l3/81mK2oFt0WB6Ua2/aeEE+ynxEYnY96P1d+qhaD8Fsr
jbdgd52V1O9qnoRWMKds4hrsZ64KOEOPhmmdz+UpKUOz2avpqBIZp7MooflUyFPfPiRX35FKNzuW
C0FH1gH+6eVMVewFCG3UipmmYotCfnyPalJKy8eIQI6Nxb+uLIQ4rkGPPgO5KC/P5XjIFTjhjMME
4JlE2Qs4iBss3dtNhNbETitT7UsKLvlFy3rj0+2ZXi+sVH5itlKrk3txsYFollm9pU/1qU1a/ZNq
z8ZTquTpJkHBWKzEE1cvOrN0ZStUZprsosVYUc7N7sVmfeqAhtxbYZseaRwi3Vz1iBlq5II+BLe1
Ku4739LD9xzakKR+8+dybUPav3kRjjjL5vjzbJohVs51ZXnPPcq5O1T3u5XNc/3M0CKk90qvhKsA
rN3iip0RD4O8orUnJTBhwRlxUP+y1cTR2LKw1DL05mMzeQ0sK/8GZzup723VCiKPulRc0sn51y9M
IxpzQBQSbWAvy1+DnQBHK3KnEwJszl7NpclVOP0ibFu7b6/jZeidNGSoJXPvstiLbVy2eRfVjjaf
QmoI+b0+2yTnvRpUB30oqOwWI1Xy7WiEzq4CRFGf1ZlwBn3w0pwmHzcwkbzcnvzVlcUvQucOvJ1J
CIsa/OXHR36hNyPcGE5ibEMXS2qtyTZBTIp0wvwBAnUEDiPehFERt4eCzNs93/4B13uei5JbSwJa
CT2WMfQE/yWkWTaeACKEr6OLItaGLkZm381VrJv7GAPB4bvVusZqMUFnbn+F7zx6kPLA5JGpvXXv
jMu5c2G1FvkCKpWeVc2nDNxT5JzSrkFm11cw4qkQpBrKMP0BKTXtdmE4l8lnTBhS71lLarfzkNCy
WrSKmZqzytiUm+Hvn8elQ/GfMFsiNDTK8pc/b5RDQCQbEDKYPLPBKRqEKSckwhHhzi2V4QngN0br
lOZHJF52c0CBN/PnyqnKe6WN2s5vuTPmteO72DKsFluGAIkbg6AB8sTl7wrmwlOwvsJ/iULe5A+U
sJu7CERVva1tZzj1kzU9osVi1Xsw4Jiq394wy0Mkx6e4+ZbFE45DH70cv6GbqrEu+kPlGuKQ8xls
HgNlnH/1hRMedNGP2d6bMpBdfqbBIsB3OVGnrdeikKkZYtXVXZ6Riw/FDyI7kYqJxDQc68sfhDSg
EkSQdx8yfEbuWodioh9hIbH2PCzyICb+PzdzbMy5Ra4e3az1JrvJhPPgZAqmNZidjKnfW6njbLIC
e8IdkmWlvSkwFMv9abaDeFONjZP/2335v58hexdUHKTW0OIS62hkV0apuA+phZOBnyvsYL+u4qb3
vcJC1v32977ebsya3gUEHVqMqBRerq6XWYAgR9t96IDU79100sp7UwnwAytRLKuyeNw6imaDrYp6
d+Wlem9sYND0NynmoOskn86/Arq4q3Ix9pn7oJDpJ/cFpSv6UMGg30dQY5Q7bNxDz4/iqXgG2miv
yUMv7ka50uAKUF2gjUBQtwQrmZjJ9RMJ6YPS5NbRDPsCFGBk7WdFazb1NCl3cPHWwoF35uzhOEn5
hPYMMcHieGlc+Faqtt4D6XhSbTM8U0ufRtK0Bb2TnMJmQOceA7tPRj1oa4LF782YbBdpJXyPqUwu
Bsf5DmYixaYHjqnYOb2X3U1JYDzCjfvSFFG/o4Lu7m9vMO3qXMEx0Ol8EkSQ+vK1L78ygu/hOM/T
9KimoZFsp8Rs3J+GGmjn0jJRmA2t3sv9WOt7+1yo6MB+HWtBh5I+TPwxdzPrGemPLPs8z705bjIr
nCzHn0anCL+gFRPUAvlDNDtQ1xPTAS3seQ07v4hRNdmZ5kag7EgFEJnHxSNe965SohJhPIAYLFFS
TDSkQLzae+zUeFJWzuPyE1GIodVCeqORMfLCLK5/Vc9nWL+Wdgox9tlpoNloIpUDurD9fBiob3/u
emutDHL9iSSpnbzGA7Mr7YQvP9EYzZkwlch+7JwEsqsutMY507vVOnXjJEYuzm1uqC1NqWCk2YW5
b4uFS9MZRr+inL48HkxatYDtkOyzYzigl78EPQlMb6jzP06t42HI6CnzvBWlNvT2XlGm4SAqZ2ju
pgLC73c9Fh5eJbf361tj/O/3hoof2tJ0T8n0UOpdpiSgKdE4bCr1ATESmsZ8ZBHezQki9X7SVY6y
DcI5PSWTqiKyTRfgpR4Krkl/MprQeh3KAc20TerR0ftQB1wBKITBj5o3jVp5QeBjBz52d4WUz3nC
s8MecZFhoLMIo8jeZRpKGRvqR5HxKQ8GIK/j2I9fLQGc8t4JOhX6cVN3/SG08rLfhWZkRJtWV8On
hhA/2qOb2PIfMq/GaRzNgab2iwCWQkWDDn1u/GGK1id/UEwMxjoWz4ua8SzIOFvh01BM061iNQ6e
TL1hYcNiDkOmfcrUcLyvQy8cnzSj0esd/p+GuR2w6XG+JcM8nyFc0JnSojxdU4O/OhCwi7mn31Io
qrHO4pHACMqJEBuNHkI8EbW9pfdoT1WG8qHBIWdrwcUv7wgm16qii7SN08ddJbcgKuu0fJfCT8Yc
DogiCO/BNSoY6FCd75uiZI7FNNqfUP/L/rGDwogEfFQu5AVMoGMutn7hJYaS6on30BWWuw0cyjZd
aw2A2h2xhly9ivKkwI9DbQEWH90akuLLc5aOtMeaWkSP4Nxm7S5FBtv2I5rJhj/T2pyoyamli3rD
1ErjIwcDRadFgnwbSwUweYqzlZN/veD8IpBOtJHlGjiLZ6IJXNrf4RA+Fm5t/ZxwLX0hRafV3kjz
Bq3FTmbloDPFy3POgFx7cG1oGtpLGCvRHgoIuhE+lpbRnnSG3dPSjI/2MForQfX1C0ILgwAD+pus
+y6vlC7qA/IsG+1PMIwfOj0ePyhVjVhp1ayxlJZXOTqwlOLoG5AG04xbRsuwQkNU9lr7lHlxpeza
pvJ2fRtYtj/ZHG9fEa13P6B14NdmNH7zisn5eHtdl/E6SE2gGSiRUmmR7giLrTUOdSeqOuse1cix
y23WGF72AKcmn37cHuiNW3vxBRnJ5cFy/1cTXFJbINnaVYoDKelQ2RebZjZwIx4iI9iKPDA+TuWE
cXs1aSIiicPaaxMiaa/seXepgftNjMbHWetsUT/meq+RW2TdgEWPWeL96MJxDXJ8wmzvtSVfL3wD
QAsqHh56AStx8NXWZx4eEChdYrVANi8CDK2uO0qzYfNIdaQ9dg12zdAGtGOAbsGfrlbWMDrvjMfj
xmaENwMrfhmRaX2j1ZodNY9oAJWbzAzyH7xU+uSnRv4xF6V9d/tDXW1/KtFQ8CUkybEpvS1uNsyv
rZ5wtEVnpEKEMbaRExvtdP5B5tedb4919VzIsXguQPRxtumcXl5s4GC8xEWD8lGtav1Rw2Fg77lJ
cNLCSt83nTX+0SNIrv84KO1opLWA+nBtM+YiiRowhR0w11MfQ2eeN15npWgeDulB6wT4OiA+zqZP
y/T77VGvDpoclagN8RVKSzSnL6caTKWOlWOrPgptBlGoWPH0DZRhdH97mKuvB3KKmIjdAp7Q5YK+
HEbQIzMNxdIendrFnEwvTAQ8eFw+6YOj7W6PdbUzGUtuSCr8zIoa3uVYpkp8GeM59zjGZnHkDOh7
5GfnoxV7iuUHdiFebw/43uRkzVAHLghechldCDWmDpb0WB5Ojaf67F68IGeAVvcNEcDaPnnDB1/c
WKT0vAQ88SyQpBhfzm9yiyp1Jiv9MAeh6cJUozy8Hb2ko92rdRDPqsrwcEG36tdS2OlXAEBpQ2Wy
si14impyUKg2qhs9HNvPBkglWNR2PD6pVZwNaNRYjvK9p9Lb+GZQiuxXMyLpsptqJ+u/E7hhlr7P
OoH1Xp91+euAxNTnejSIEdV8Au+Py2IsvgCKVWZ9f3ud9euF1tGkAGorTyfqvos7IKijETxDqD3a
qa02HjlE7c7DxiZdw60HO3mYu0hCPVFrw4cCUWrzY2II3EUTk9ifDmmTd8caBSv9Po1Hl1JTYjmj
n+dpk+2chvI1AnS6nr6WQ55Hxa6miz485Fk/wn+ZwiqtI9+K9bL7XGI9Mn4jEtbibdDgx7Fy2y3r
77Lj5/BpuQoAxNDTXhwYqsw5qJU0eWnCZt6ZWQzSzIwaHPKCoEbMVsxR84ChtQj8RKQjilZoqOK6
YTf/SF15+yXA94EhyYueX3O53aSxMHpaY/JiQGdNtxGsz8MQz9FBE3P91esnYwe7fY09eCWGRzMJ
Nh/ipKCOIdguqWdNW899PDrZS1rE4qkqxxR6iJob9/VQzokfKKYS+1HUVwDX28o+1K5wHl2ng0VD
6FDtoDihPnh7Ay4JDayFQfudVoSMi4gwF18lCTyYB6EQLyIvotYPKTBvncboHL9pTCrSUdU5WGoq
mRNuRTHV1R2monq6y7JSObtjlfxXYZH3K1da5BDhlaBbqGdRd2jof6506Jc4U34rBUieS3YRxD3Q
ppffDfdGq5mraHqmhlUV+GlCZQZGHCPx7BBCDn4PUiLxmyCjUlVipasgp2Zlf8xeyb/ybZrpRKmi
fKVcoK+hGBZX9Ntvk4mDhMFCCzEXVxgWDjQvO298bienOQUzmZfeWLHqV4XI7y1WdK2D9O6IUuWP
woiKlqH8+7/KhIXpNX2hdONzFgfQa9IuCh48rGFTSDdxEftiNLI1fvH7Y1LtgTJtAiKQdYq/xuzS
npDQGcfnGPmGz9zlE/4aYviiTWmylS3UP7e356Lu8baqNGpk3RkcDLWmy/GkPmrLdxyfzdk6hk3R
lDSLsulFF45SoSqj4JYZeM3Hql4lmb03NG+STBpkPXKZB9ljHrvIhk/PCAI1d50L0cebbetXKdRm
n3aWea/2ofuSF2b7cnvSizfhbdIgl6HsIJ0pm0SXk7ZzLXDdhpFxREw/mQNpA4hnbOmVUDdWRL7e
GQtCm0W1l3o3zJ3FkQpF5U25Oc3Paac1X7XRbU+Bo7Td1pyReliJB9/ZPQwGbwo0FTqKbyXRv3YP
FJA+pR84PaPxiqhUi4OohkR81wm/UbvosU4rb61O8u6YsFgo4ut0MN7kX/8ac2gBcY3Y9j5zefwa
a3cQGxftPmVfprWp055pRLv95+9nUb+H6QjjloBtsaYa3WSQvTXThKf9LPTyqWhS4zWbpp+3B5L/
o7/CJrlRLgZanEa3fgtN5+mZ6zne4CuKTUU96Zu6y52XAKHMu8pKrF+3B71aUMANQFpQqKAswb8u
IharymY3Azt8turYwk87GvChDijsVfuY4IrYBUh/cHd70Deoxd9TRRCO2ry8+sHRAutd5C+IQMxa
5jjiJRkl6audEchBsR5IsU/LPP9YVmgI3Yd6ot9VkdYoe3IqTb0vdL3zDiFhUnWctS8OSe0XnBCd
jybolL3Oe/9QDfqmaq1N5vR4JQa2E2FUONqTepgqA1z6rFhIw0Ckhlna0QGMnkMzGO/A9Ff1hmyx
sP1QJCFMV8MzPhohjeM7ZOHr1z7OKOPz6AxfE4/s+z/8n8P5R5GM4r+yn9yHUe+BZyKcHjWHSuhu
urJoy2oWJSxwQZRVkc/mBqVceHmRmKJ3gqmyxUuNy2q2j8LEcCC/TGNw0Ooe6QchLKXbJsbc/4Su
mL8qmTU4fpRaentXTwXC4rc/43LvgKJXKVVKoR0qrsayeqgKETWOG7QvGvhJ04/bEseCoFCQ28P8
Nd3mTT2sHMarqEuOScOQCpMBWhLJ38tFCEdvqIay7F+GQusGP8ajGJev3syKjRhmaByOlvb/eeRT
7qZyG5JVbN3G/Sx6E4sIbS4hbzuo7K8W1BeHV/4ucnEa2tQaKKgtnrZRDK1tBIN4cdo+fwznLrij
4BrO8kFbRZu8s/CSmMsrCvlI1lMuFwH8s40sPEbWphUZP4Ogc3+ZoTGE26Zth9SPHHfIV3bf8nJi
fmSOrDcVAHAES5BhY7SQRZ2qe8FGcd7UXlG90l5Q99A3h181N2J5yuy+HFasCeSdd3FRwKtDnEMC
GODMcAAuZ5o3sWWXvamcDWwimoPe2s6T0bnNNw3ai4nhu4kiUlA4YNbmpFz7qG9Up8vh2dhSzQ/R
INb57Uj+9dzUQYyW3tQ7ZzWTKao1utn4bU5ozm0tcArtC2W/4uTmg8WWK4MXV6OGcDfBHiZ9Ndv0
Rx4asXcYTG7Zw2RFzbM7JfiYpnqjNbvZ7AHHwOMyiy3MDz1BQK0u7M3cdG59ZwbVqAzkDl4zjAes
S2Ld2mEG0Cm+lmpDtx0Fhd+906neizvFpM1zUNRottBC2ClmH6WHtGQn+JHdVd1uCAMda6QsVtrH
cYw8kB8olP0mjXPF7yGZJvN5QspNfLKayWTcHlYWTrgqSkH1ox1gmPXfP94e7F/IFFhVSg0NAojL
TxurnVO5c+idNUg/7dExlfCMinJ+EnS87B3iaeVaj/NqE9OMBmLPdiJtlZ3xyyErfS7LIMZHfizi
yvbbJDKf2qnIul1OQo7yWmCMKuAcrQz2tyf77sicVcqRtKYpEVyO3CFurSlBX7zw6g2cFAzd1Vbv
nuh/qOiFTNT+s6AJVy7oNz7K3/tXEnKhFsDKlRAAwBaXwzppw0PM6/cyEhDa+7rRrC9YPzjesUKt
zNkjYTf0lBSohIyJop6QroNy14EUio4g3ez46LkltvNqH7c/cqUv14Kr5bqAAJIKlpxwsml+7eJ8
B7hUonRcKi9datem7xS6+IFOVl3ugskcf4zWFDxXk+euefgtA+W3celFENKBWyS0u1yYqO4pUo9F
+KpYgXhBatrYAkRyP8V9VO5uf/qrSsn/xpJQcBDaFBnlbf7XJTINmisqTVFe6lE0p7ZpxQ/MYPOd
Eutg0rUqNnY5frTWpsGbKLknN7DvW8tp1rgey7tU/g6IneQhoNJ4sxe7PzWBYWK3EbxMPRA5mr3Z
/DVrcCgsxYBSstmEZrwpwm7WH/KYp3JlMy4fLd4qcE2ou6A0iarDUlVg1txUOEGdvEL8VJMN4Pxu
05fB8AWn4aZEGE0JVlb+esJyRC5unmMqNcsOQChtchUvSl+DauiOZmqJ7ZAPw4c8cxU6Qwavsxra
UDdbWtOH219dbtyLkyfdvfDfoGKNyAiw/suPHue5M7So9r9WYaYe1GZQH8qsC/au2SaWr9ZDv2sT
w3pCQ5tGs2YXK8nZ9QZn3mT1hNgkg1cIizSaYJVOffoKaXA4gbVzDlZhQcXoTGXtmXxvnWXLj+SI
KFB3F0WnxonTONDi7HWcRbHvI4m4dczBV+w6PWB1Nn8DNoPHUZulazno9f0hxZDAF6gASvSrJk9X
0eSDe5++Su2UfQ5I71mNumpXGYCd5sarvgSK5q1c5u/sZNhx0kYHQUYQXYsYdBzzrFMaK3s1U00T
vjea4BDAEyIFGceJ9EE0Ry1a+aDvzFQm9gA2bElLW1Y5Fc2Qr3uZv+ZebB/bbm7P7Cxcnh20t0h5
DPtrOytrqsbvbCOK+ICCJDIIrPHifk5aL5g7Yy5eIRIfndgNjc1AdWWnD5hhrRzXd46MZClRnQG0
eg0KSgErk6da+WsZBP33PBg99LRxb8VvQ9xH1L1PgrrUN/RVtcdMICb7zyeW4SWvBPwFqeniq7L4
oVK1Nl8VxMgIc6d2C98ta6q4eVc6n6up7/wIKoi1jUhYt9X/cXZevW0z3Rb+RQTYyy2pYju2ZceO
lOSGSHvZ27Dz15+H+W4iShDhgwQBggQeTtuzy9prwdhmrtjIa5s8AzN5CZHepOB7bjWaaCBb7Sf5
0Ydw5cj/qDeJJRwXIFIBxUI8Bu6AvvZKQ82V+wuFIQ0nYCXwxJaVyzKDvqYvo/w4jWZwZzqDbG4h
Va73RVmbgTfMHWly7vShVxFg3V71a3eJ0IlebM6YdkFjQcQaJ1zW/GiNiiR7fZEPwSavhz++XTsp
EmkjAOrbQ14E0mRa6JaiPMVpmnWCFocaiCckFpEWn0pJHVtSyyKO91HfhNvGsHHzC+pML0GgSM9D
h6ewx4E2HqgLgs3k+MTpSoxz6SDM3wNTMGEjuDCAhOe7rhoh8g1NGJ1GP9Cy+7LoO38Pip7MiKMj
GAeBch0NW5pvI2srD01cbgQ6DK0XkQ2zVzbk4hZiRY3/OSpQ1ZCQPv8YOsx9uwMwgp9I9+2YFdYj
PNy+v2/jYRz26OHBqpcLOFW81lRjAK2W9P/6BrLBAMN5wCnKnn+DNqKto6RZdBK1MW16zg697FH6
I0m6H708WV8iLYuBLfjh5FH0ClcswcUtZAmoaM3VWUq0QJbOhy/6si+MNA5OOSi9Lfelil1oBsWm
axrnm9JK1aNKUv6jqQ3avaglzT4D5WfYYhcGqIC0fqpjIR0DESabAi0j2YsgU9inqhN9yfTB2uY2
0IIglJtHXRTxXTMm8M0Hcn/oOZgrueRrB8GmmkRSki/ixTlfhYGAREDXHJy0oVM6N8w1ZTOMxSTv
tBwhSi0brcfAT8RdAevAhns7rZzEC7PEesy1iblMRHy4DL4VY4Bcy5zCU2JGwXveJM5RcnL9MbX0
9IsJEZu6iaIq/TVMsN7fNhEXVomhodiiWD6zeFPlPJ/7pI6IhxicAGWoi7sm12t2YkY+VNH4YHSl
vb893pUTRzhKzYqcKDifZYigTQCDFVOKTnhY/Vsrpw2hmCojAGzIG5rh9Zcw4DTcHvTKJDnbdN7P
0SG5jXn9/4lLEjtphqFX45PTWuaBtkDMSqWYb6NcI3IirclqX5sjpJkItbK2PDPzv/8z3EhoYNak
BU+xFIDNlmHUUMk6tG4Wdo5nBnIGVwr9lbcnafBTz/xwmkx4y2cpOHobL151qezRtRzs5JQD8N0h
zAYHfTvJewVZ2bUS3rUZgkWb0VoUDPAQz2eotzWPTVZKx85ClGcgWf1WKqPhdVNs3dU0WRDUyuHr
7QleuSVzJxglSjzDuQh+PugUmpKGBLR0lFraqulmjpOThozvJkghg8Fb1zovzwv1kxWb1soNvfKS
zuAjipWOTCWIFT4fPC978P2G6R+DAopnV0XoRbhNKtTQK2vF/24SAsCJaqRAcPFfG6+Edp407DBS
4WzSfn97LebhzjabDCE1eeJbNmH20M8/J8RxHMtGC49mLcn35ojIt0tLiWxv0gbgwYqzdnF/5tE4
VwQg87leMtcJwGxJ3crh0ZYiZ+t3mbyv/OShzfO2ckM4qt5uz25tvMWr6EP71CCQHB7bIIn+TJaP
NLBVdX3mja35M0IJbQ08em1EgLNEkkTseCaL7ZWzuAxErYfHqCp/BPA+7brGSt6RuJWZYB59/fgE
59qeARUp6f1lpY2iMHpnSRAf5aaOPuvCgZvTCsRO8qmao7BY2/H97REvDwzhI1wfPHBzccVY2PnI
DHrScGV8NNFydCunU1QX/PXkdmUmr63mhXmYVb9htATfDecFWMHz02lDO6+Qc42Pdoytk2Kp8aHH
sppyM4hsnDa25Wv3Cp156e72LC+3kYHn8uLcnMmFX7zkyqgmRm0a0TEcYF/wxtKBd0LSo0TZdsCo
vvSKMpUrK3thlubJUk6k/YYLcgF0loFuTLbfJsemaQrYiSCRcw3Iup4tabDfffBQv31NZIqnpyH6
7rcnfOlRk+WiYjsDzEnwwdF+vtQoE0a6lGjJEefG/w7Na/IKXkoL9lLmGz8LcKcxcmmD+qJZIbF7
PdbDVs3rauU7rhwvsFEwTM2OPXiJhSPpw2OeAXSNjxSmpm4rYiMJtvC3jhTpJOv99qQv/LV5zvir
swcJOnR5vASPae2UUnLkPQDT6+RD/VOM5G1tTOguckgZIOnclN/zPPApE0Dlc7z9BVfOGbHzX4ed
1Kq8TDBmUTjZyUTOKVbbVn0tpzLcJwGlIQ+IcrCTpzRVPuqkzulMniAwm9yri7KbQlED9jYjOU5V
K+oN0ovkr027LN4kKArvbAFDVDBaTQvbmYZ+H6wg4QqO6cq1pphNLhGoEDSiSzc1HRJQm5mUHiuf
PLVbKlb61Amp+yWTVna2FCN6+2QmfbFyq+fc/fljB7AZm8zbS6cUVZTzM56IAgdO+Okx0+O43sZ5
p453VatnK7t6ZX6UXIlMSEeQuV2eK7N1Wpr7g/zoRLCj0USd3c8aC15td/Y7yxEchtRcIxe7qPOS
p57PMeEfnVKknhaPXaUMdIH6cXZE1GEIfiS+Xqb7LlBbElCSFrzhSgp9I/Ostz9hx+snimIiF56v
dO19PVTNtJWqPl4Liq7caMiqAGpQDyU2WnpbZgHAPnP87KhoyCNuy0G1XMoidvcJlXIxrHjoV0aj
M4u2HJbfZsClGdOBOrQlO1qEdVu9BmllWS45Tyv5bfiqHq3Y7GvDEfzjyaD0BQfYfBL+8dCpiYlC
FiDqzKbpkp2kEWN55Lvq/yTLML/dNhZXji/rx9kFxwNifsmYoNRtIkE0XByz1NCmfei3+fDgx3ny
5fY4VyeFWC/BPPw0XNPzSUmxWsSYhuI4lkn5TXEky420mip5oXQrFvjKmwelHPkbOkOs+VaeD1X3
MOT3psiPpj21nacrVfdpijLlLp1SYvfaVN57NY936aS1H2Mtw+gTrIJDpcJI/pK+mPOhczWDNEUb
86NcZabs6qbg/Ce+tQfgHb21TbwmuHLFKmDt5lOC90txfjHgMAIOhR2xOFroSX52AjPd1ERhd8GU
Jk+hX1bBlnoUUM7bu3nliZnZ6cGaEN5jkRZLrDRVE41aVR5zdaw8s2ijbaklxUYba8RepWktorgY
j/1EtZ7OABvNBf5yvq7pGNSkXFLlqFMa/lSoRQ24hZ5qy03Jkno1Eqpr9cKLA8so810nBUXShp6t
8yGh3CfNjqTkMZiCeBemY31IwiajSX6oAVPfXs9LT4mTQ9EGVCSKCw7oovPRUq0pgHkr6jFWxvoN
2oH+xe6RXtllGRAkr09KSNg7RYl3SoqAmmJW1j1ogY9KW8wHmK4IEt90CM2u2/lnaJQdM14h7dgR
ud1Brz6cDMnUXCxrfm/Xxl4e7VisTX6e3NkTOo8KHJT7QlFeW7JH52lfjEGiq1CGtOkpDrt4D22H
9dKOtYqA+TBUP+VBG9wBYu5TXop4M0Dy/GTLvoEyS2U2LkK0w5/bW3J55Hj6ZlqrmeeSTMliR4oE
nji5NbSjRMPtz44GLn9jwruqbvF2guxORALwx+0xL88cY9JRB0cA6DJ1WeZpCNbRkDa1Y5nb1o+4
KLLnqk9Qm9DDtbasC7vPmpPRow4M8hA+gsUNVrt4mh9Q/UjPgt54TRDk6Ub00hrp+YWBYpw5d4tJ
xDmEFeb8RAV2K+vVSK+ynKblI2V9/TvcB8KtA6X+bRhhkrotnd0rT8C1zaPJEiwUgAa6Shf2wpTG
oUj4omPTyglKCQaS3zidouuor1tfh9aZ8pVTfG3vqDGjmkRP0Szuez5R0VSUMQKB3HdU6o9SYOnV
Pu0H4VVFh6Ty7YNyuXtUTJgYXgLG6UIwoWgonWdIVR5FpKnSsyXAnW0bUcvmr9sDXbylRE2AM9hB
SjW6uUSIQhgEYGYyjGNER6IPCmqOxx041z6H2LJdboequek1ujwGy7bS7e3RLw8Po2MXTRgMeeOW
1GRkDWEibk3jWEbKsK+lMr0TfVXdFfkkNkENYMV1zLHa3R718vCcj6qe72Sa0OCUqhKjymP3Fk5O
fl/A4kVfhmr8F1fjtL893rU1xovF3OKmo/WxeMNFo8S9YhbmEd6bdIucRbgllRi5lUmXptIjMh77
CtGxE63JYV2bKXMlOUAvNI/dfMz+8TTjDsX5oZ3MYyAbNDaluhx5YT7VYls4bf05HGmRXrkm14fk
hlD1gxZtmWLvBnTfA5GaRzi99TvaAP2t3ubA8IEUmuBj6bL9eXt5rx0iiowyHiHVPe7N+SSlEYhi
guzysSlN+9TR1pXthqhqVS8O1MbYKllBUbepu4A1//8MzbCgJhXO//xp/6zvwIwqA36VI2h8OsJy
X7xANkP1UAilvpdC9jwAo2/f3R52NjVn7ykNDqRb5mSTzcVdsjolI61/cRNmp64K5DtDHmDnl5vi
j01JrXHTNDMIHXtrYyp54GaO+dHzDIiQPDREtkh50H64mHXbNbI5DFJ5aqNAdUe9bk5KpLSQm6PR
VHaZ9kURo/bJykS4MvL8kxcTB/oLJpfSBgu+RP9qxWCgytZXpziIc0+rFX1b9V2x1yCfv9enMniI
slRsPrzaIJvABkFoBNR2WW6oytKm6a4WJ6RZ+pMogurRgOduH3UUhZ00UramFpZbMYzVZ71vpBVr
dek6Uj2fq4PUKoF0se3nh6zMA8PJE02czKml076xJOePCSp3OsjaOOl7C2cpcwPTkGpclyjP76Dr
S8z7ZPSlFXt98QbyKbNIwpyR1zArC0tWDonOBiT1iY4pyAZgbkYsZox+xEpvrLyAF0p+kJDLFAY5
4qS4eAqXjoWIHVLvujilcVg6XoBb+zb2Vqtsc82pH8XYSsEWZ9bfNlkcIjmuTKTLK7me009hRGuk
Pkho/SVmSuoe20drySSlQUQ3vmS9aKEh+bsRBYLQbdGUmzutiylyuz5uG8/OaK31wiKZ3mA9iV9v
n6jLY4z/DTvHXPad09QLizWlRV81tV+f1LQxNtNMBJKYjthEoSTum7Z8xq8rP8aIAaSJKi+dmwqP
PFzUS1ggkEiAmFbQnPQ0s5hrO+yGgVrSNIl6K9vlx3PD84AzUn/uWQBTPp+lf2wj2CJH+EbXnIxW
1U9lTfER4y/tAkuWHkgYAnbp2ireKvGUZ144kwm6UMN8/vBSM2PKoHMxAObIxVd0Xe0Xg1y2J3BN
4YEv/damUbCH/CnbyvCi3vmNugbmunjvYZ02AHVgn6EhhY3hfOZDENM7NujtKYWjJ/IK7jQYEkNo
bjvK+kNvZfZeUxNI2Mk5fb09379tbucmcs72EGvxm85oYzm4WtY0dXfpiex0+KVP5OzOHkQLO3Ie
5LQLV/W4K4IBwY0mC/vHQXHEd6hawv8kUXbdfVsrLX1znVT87geawWPfT3etURRQKreBq5UvYbGT
JdW5i+nr20ctUO+VR/XydWMGBCyAx2eY2DKbn4wyygpplJ6MZIy/NfRmPTZpGaLFViTdVkqVdKO0
FBboCQ7datLU+9tLeOHBsH009sJn8RdIvuz6gHoQBTS5yE6lrYUvVS+Hz6GkVPeZ2jgAWeH0uz3e
X8GmxZbNdD0WG4YYm7rcsjZNIGS0lfxEEV081qqV3MFA0sGvCkuZK0EhcnCcIHyvVCtrXb8bZcnL
UTd9TWhbfU5Vq34bJzG0bh/rtBtPVnUkVT9twN47m9Qwmw2ARemVGmbSukWdtkixIGV5JzQ1e9Po
EPOscYKTJNN43yJETB6TJCSSWpnm/DgspzkTW2D05mrVMiIdJEcT0FRnJwccsgmpwGj1m9IURe42
Rt1/B6/o3DttojcudTot2IoGRef7wYxybTfGod14WVdGP+uplL46U6iLHY1p8BkOJTmPGSgzRm7K
NXsArlOBIVPhICvVNF/Tzl0qm8y2lPz8zDww42WobJ5f8IoajyjSPsHtiYTY6mqseVaJ3rWnkjS+
Gy2nGDc0jxvP1DLi+X1RrPtMC/z3wCjG17rX+x8woCF5aPpOmmzibDJ3qiylXhVm/91e9oUxgm0O
BxG/gXIVSK8LYwSVCEnYEn65MQmrNz02K9lNJFm5q5xggsGhkgNx51szfayA6Wda8V4WHsM8PH0n
uKisFMDlZZaNPj47aP3Sf4Iep0CgS239Hjg6egfw+GEBPzpZmNYIJ8lYEnDRb7nYGMWaFUoK9amk
l5tyfRpuLT3Mdo4UR3dgDot7J02tjUiTVZqC+c3+53Qz0TkPopNpwVeZOQrPhzbJZQVtOKlPZhPE
n8RQRfd09JteEzu0D4ZVn23KslGfmkrW7szRblw4+esP5m35itlH5BcC3eQplhDHPJRjvaVN79FH
duBQt2n8iiK12PpJMXo0dZbKyoovXJm5I5G6yYwgpNJOD9nCS+ucwuqKsYmenCyZ/lQi/tYTPNwn
Q+N7WdroHv1ia+HPxZmC0wvGoblPDX+YvPj5UkeNLQVh7cdPfSFFn4J2MH9SO/seOU72MaeJ2cGe
O08M6Q6WdpnzASOs00IgJ09TUsR0NCok3Dda3o/QbERB+32UjeaDeaa/Y86wd5xsUqUXhNtt2dUi
8P3kKY2b/H4KWglhFKgukK+ic+v2fbm2kkwNMA+EShap2fOV7EIa5sPYTJ4GHzIeO1CUH5rU5z+1
POqS7cfHoq5JZyO0BOzd4m4WjJ4FupJwN0s4WYShbXxbbu9jRYpXwGiLF/zvEur4fLw2Km0Dy2np
YQf03c9SjE45H/tWfop6sMdGjATFNg6UZk3l9vIaYG2wOIw5d6EsYzRNiwOLmnfyFOVpfDSi2D7a
AGnIScpxw+0vpt4NxhIqvNuLugwO/zdVHTcJSPmMAJmX4h8vG+3mNIU1hR10uvBHbiT6tkvrHBxt
bDe7chwtwGGOEnlZrE/f88oajio6wCt7u3DZ/vcVxDToSDuwXC6NX5saRjdOEQveysOLzMobYfU7
CYZOvhdg+91EbSZtgyxI4EEfuUaDe7HfxDVkBWYoII3blFfOF2GyBkey03486E1adJ/gndSbLSX6
uDLcUZPTAIvfGb69khhY+gG4apTNuT9Q4JL/Bvt4Pm7TRJUuykgc6A2pbNPNKyl507QK6ROvwp0u
OmSWQlQsGlD3n5VZvepT4RtZ6plShkY7vUPxb+T3isbt6Ol1aFiimbJ/sDIjHR8tH051F9hs+3Pl
0MzX+uytonN6TprPRIVzdWDx3b1VQp7bVe0zfCQBCOgZ4m6GXeEWoI9tr6hRk7Nqyf8UOor0FiWF
s48dtWy8vpIr2ZP1Inxv/CZYOUXLNkoFchoabmifowpIRWbZljEZtMEUUtc9d9HYomaYp2nopY1k
HoIyapptpzfiC/ROYT269oAYIhk/vd4MtbBjT4nKcnhNDGn+wkh14oNCr6WyYjEvTjqxJIaZWBJy
ACK82d36575FJIoLGlKSZ3kcStsLyc7vqCLFz1mNvO6miPta3zl0iiNqbfui3puhUazRMl5YG/q/
eAKpftOszUotPsI2yB/EqWiezQz68jZUo59GXMn1FqV05X0kTNrkujWdbh+by6nPKb/Z4yU8Qtlj
YcAboxXEhWbzXIi63Q2V3wH9jAf6e6E2tyLVK4ws3khjab+WptWt2PQro8/oeLzu2ZUFjHS+8IVv
9gMt2O1z4MiQeTa0Ne7ImvXqPoI7JfjRFWHzAidqGXh9lw4Ooh+wjb7eXoILQ4MvS97L4tbjTl90
OhaBSZpdcZpnVTLpMZTCyuUYj79tQLhepUri24fHI9SYyZFMy0bEZWHdhdVOqanp8YEshkxP0iho
HSUZWL4oWVr8MYHhJvvbQ/6te54ZB15oKMy5g3iQzHL2Gf454dR/Czi22/wQ4Oba7lj4YyC5OJXg
VNy89REZJt8JCGwoyb5ts0Ey2x2uL33k1OFU42iogdo9akmrRUhN6lUoDyuGYv6E80/UAe9D7Ayx
NTWGC7es6EOHSCs6qPWYZc9DPVK6ykXrHxOfLOzu9opcnjzqNqwyDwvnj/D1fEEYPjaGvioPjpWP
EGdJfcifxokUtHirGvsbXTzo2oed+TBWkSyveNh/8c2L2dJITOQ2ZyXAvCw2RMSZQF2iDw8F/DiH
pBs0zTORbI1eBtOv/Kdw0Mf2GJIFyzdWSxPfc9gleurC5BJ8qwVp4DtSD/YRgyYCr518J0A4inBs
l8oZEUg9joay6eySNrtyiEvVNaxCHfZ2ohYvzD3HC51A9sI2VGj6c845f4J3MH7NHCEpbhtF+Wtj
Q921r4y+FRtriKZhU1dJnm/9Qksz8lxajZZgWtIWD6OG9BYXkRq/hoHV/PRRBZjeYeFRdDcIHE7O
pBgTdqRK1PdUsnxQPqALHsxpGGNKWJaf/gnati4/JcpYal/ySG5Gz9FSoW2MUA/8TT3B6vyQNXra
75JkDnxmAFS5G+EvHB7KUnTWg5bV+TNkhWXkGYM1UatBH1W772K03g8coULZDd2kZS7QQrJMlhTU
1ue0l8twLb1/5XQRrs7YHtKy88N3frp4THIR5nF0MJqmfxhFMbyr6Jo9+nYC2RPFleqPlFBkgt5R
iTKOWfpBQCuvLnQjlDUI4fgCYP3nXyAncsvtxouBvbH9LKQ0fIcFo9kIS059muURpIokWX/Wo9Lf
wcsor7hRlyvALaaK9Jc9YQZjnI+fCmuCElr1n30jjMQuLpyJErTdG6kHuw+JLdcRk6l/je22empp
RU83Tm1PycrL/hc2dn7PCLiwsXwHpg9s7+I7DHOcCkeNDlE+TZaLWmMkv9lCqx/7vqttxMaz7JF3
2fqaI4r5QLNH+hXFucD+PPH4m9QpyjJ+V/ysML8ZaYO0WJzW0CCt2QM+Y/GZBGsz/y1eJzRnC3NU
V9VEfAFvuYLezMOoxr6gcZGnyZXCDkvNs1X8um0B/zqyizEpcEJtQRlqBgIvxowy1Focp8sPXT0p
/VaS+/w9suucOnKXQe+ehgZyy26i1FH8ZQodLfPUXOqfeiWukAIESJoY325/0zLRPSffCCXpX57L
Q6QhFhfHmHJTlfpMeRGFSJ3nEhB48zISxKuPgRzX/YYWDsd0Uxj/wtfRGAzpyUrKkQKaXHShq4o4
TN9RYit6T246VBjUSmqSLXwseXJECqAv90029s77ULZjsC2gnH4WyigPn8d2yoZd6WuBvOLkqLPn
fbbQAEwIJDSZd40/lg++VrWJ3ea69hK3+nQvj8H0y26LXHuzVD/Ya03lxKeoqriXMIhFzoOTGXV6
rzdtc9IAeaYbGqejR1NPdf0k0rB6tHrSFXtkulrpUckhIvziGFE0fs6sTpU8kVvZKfXVqLu7vTtL
XDHy6EQqlECAVkGIAkjz/DKFZp/HFv37B7m2ahUFA2q3G1MuiuBz18Nk4GYTlBF3WWT0CFendPI0
KRwkUzADXRKf7v6NOZj0bNz+rgtbw7eAUJ2JVEnU8eKdf1YUxl2bZ91wyGm4Ve4kehWeJ5hqHnwo
bbwkT7Nvla9FqCxY3fA+9Xa04rrMN+Vsg/kAxiaFTFr20sh0flzAdOwMB71FqM5t6JD/nZlwwnm9
EhRvchOuUnnNdut8SPK+JFyAS82Ix2XlTwsd3EZkYg5yFmk/5b57GGfE46zS4FL3hCKYvj2/8hTL
L15qAt0nUidrvTGXsfJcgYNI8G+zMUHzYuWHQa20hqDkkKhTrIKurvRmI+WD+iBNThp4nZQrw73c
QdJbGGOXf9JgTI3oEKoykIEJxlk5DdKkxU8UNDp9I/V1VG0UJ417t6co3bvGqKxJYF4aPr56xnuR
1qUaxZadnxel9lEgp+ByqGtgzZtU7X7yfmTTtmjV6dlvpl8WH5lsKFlZW6mWhsFDwP1VKkyS+beP
7uXJAT1ESRGv+2+b5WIB9UgP2jKZF7DUrV0Y27/1olHfZWRVn5O0Lp2Vd+aicAD+lyoH/Dz01dAp
tngOp8iSB7WxxwPmHOH4sJ5eKC3qe8AQwVvYToY7DQ73w2qF8fX2VC/iW0p/GEEQwTrpO/Nv0uuf
EISUvSCN3ZmHqe6aY+cndQTrcqBYWz9SpBetTv+LADAdb496ZYHBD9G4BU4KV2gZYSJpODhlbVgH
284y6m5RmOw6y5y+ZU0dP7VV9N/t8S6iGNIHePRArEH+zroD52ertjpR91JoHKbJwBJW6vDeNmJm
2cvXpJouzd75UAsXbzITIdlFbBzMPKMibYcCFQzZgGYqrMJ+5ztWtE+cLN2Cwo0P8OWsaZBeOldU
wkkTkre3MELk684nGxRpkkHRJx8G6FuSez0ry/pO+GJK3NapxJ2dR3q4NWM7+5U30ALgM8Cefp82
lf5MMVr5qU1d/Fqh0NN6yFFGuxzqnbXqyeW5m2H2sLpimgH5L/NPUqeUA06oeiilvtnY8tBuZFP0
770/Du2TKk3p3g9qtfholQFdH4QnZiEt4jyAbOdrA8HrIGI89AM6sDL9l1bp1aFuvRZkWu9INAT3
tw/eX8TS+YtABwOpxL9IVn7IfBP+uV8OLBd6WXbWYcSuKvsEt0KDjDQ1FZi1g9R6CBsZMlvAfcM9
7I/muGuC2pF4kaMG8QGtoqQaR2jH7xPe2gNR1NA/ahNkPVt91OU/MMvZ495q8uauVeTR9wILplG3
sgeryDxfleNNoWqps50Ipo192yioEqlR0inkkXQ7cdUsH1U3860JrkWQmsmr0Rr63odmO/yay1L/
RkJQ5N9HpVaPujZJWAbqODZU1mV/Hzbd6D8IAJlfs77KX6O2bv3HnjC5cAXyycHo5n1j/Lm9qpfX
GQINuIpID1J4APRyvqhGXRdtIRTr0FAvCzd+ZgC/ymE+oOrZtv4aI9Nf2oDlJuLLkAYhCz0rz5yP
1wSaJHW1bBzAZSC8oRU63l9CacIVEI/srcqqp70yRhCWEv53xVYDrxbdlzE66GFkqc33vshwQeJi
ynJ3rv1uWmSkFDdykPDaCSuBE9uqM/y22wt17ctxbvHf6WfHH5EXK5WVAvKZPmkOfhBYfGimhht1
qvUDJKfCeA/0VoINfZDU/7KkTbYJ5Sv7RamavHLNPNSUbTRCeCVKkgWeJLdFl7gyKIj2h+QUhVer
dp6+seL0daw8iZdmdAZsQQgDfTj82n+993/uDe3grVmhdnDgSkworxahK+eW9lAXRekKR3I2+VB9
dzo52fGGfLjUSlTK4QLSg+ABvvXi1iJIY+dJ3zaHkZfzVXH88HsxWtYW7KO+n8ZWHEXddf3KnC/d
AAoF5AaINXmRuUTnxwwyMWnqYE871ENf+BtUTP2NBTLmrhxqfzPMQK57zGN2lwUFqk+3j8rlk0wI
QUmAx3GWkl4OXuiFEdlGKg5Znqp3cjUUkSfDhAvb6yh9zQM5+XF7wCsvAFovPFJwZiLisTya8PoV
ZjbG3aGotLrbDIDH4Npus2ADQ0zvhR0QU59S95fbw15ZZPIes6yvTQumvuzIb5Jqmuyw7Q82gVL6
lQ+AA9myUETb9EFd1r8FeRfjKZ+MvHiDnbhZsV1XxwcaCBgRg892n29yK6QcN6xoD7ak1glAEIRo
W22MjP0IiC/lxJmj7EpjbUf7QjLktcrPtWWfISpzAya1aGNxtDWU3ssUQuEDGglKRRdCHNk73e78
Vy1XOxdmdIns9yBFK4mNK+drdjLJIsyNHVTFzudNocvpIJBg3lPV36s9RAVuKBfyT9WPsKY96JyV
E33F+OlcJRnfeu62wNM8HzI3E63i9PaHwbai4SEftPw/bHyqwUBmJvWnFl2t38lcQtwrqeP/6oXV
SRDGDJ3vqVJn6p+0Xk2kvZQLCf3IAE138mOWiSoIbXrBvtHt+IvIusjc3j6jf72C8weHL6f9hWNK
BIKfcv7lMNioRTHm0yFWov6VvkC+uaxTcFpC88vHIUhi6HNIT3uTbmfhVjJxcDdT1zXiUx2GUUEx
VAH4BR5TSjYVXGuVOzrUhL3IrkrnriyzonZ7S5Tap1wp1ORr2dLP7RXpYP0nT41ymoxhhniTh3b2
WtEXidtPASq6tyd6eSggLdPwjkjlzZilRaA1pJZSarD5Hziq8Z3gUfoSEH0+ZbEabbgV3Yo7dln2
JI3F5aOOBwSD13yxsI2CKLEji+6g2PCxTy4dujN3pVnVnavZUBvcYwb1BNUne9K/h23Uf+Iuhc7W
CPIw3qi5ge6jEVXaSS1ARr4q5mT+/OiazIg37CHJP/qWlx6jlMFANtRAzlUnVMCxIhUJgM+JHjri
410Sy0id3R7x0iQwIolp6sHcT2zi+WmDw9WZeqmfDo0uYhdmZ/UhGKR33y4xUIXcyr9yLNH+9qCX
W0+iRAP0w+tKd96yH4kuyMwWTSMf6EAdN3me6G4yiPCrncp3/WCJ99vDzXf9/EadD7cwPz0FSt/0
e/nQjVno0izefAeW/jWLR/XL7ZEuPReQRHN7LYEtUf3SOU1sHZ4xUcqHMhvrndX1vrUj92SkP+va
wh+GKHugqqXpNdJQE5RVXjQkg7MmhHJlwsTVM+3azB10UcRto8yxxtCHjlUZBUQlUqWCAwzkbY0G
1cq1urKXsyeOaQeah8mdv+UfZ02HybLI+4LwpEunPZCKUXd1I0WxVNQ0RzRVpuxuL/K1EXlAEZCf
CzkEAecjhugxoSQ7KAelkvLPsZWEezhLh9QLsjbYTH295q1cWc45NYWHRA4Bp3RhOERQo9nQ5+oh
7yZo4fTM6OwXOdWd0QXT5usrceps+BbHlb6bmYsVAKx1URlG9Ep1OuEohyLCwGSS5sR7SKuEupIF
v/RGZjQh1Q0ckTnCWSRGpLCcAA0l6qFvitZTap1CEBILuwzxXI+oSr6n6SDeoEBJHvnDW8gNIaBC
1wlAl73Ywi7QtKEiNXtI0ip5CLvIv9d8kCeIi7ebPFNXYaPzXJZrSrMATbQ4MRzWxRZGFclFdNxU
VGhz3RvCeNgXTt0+5mkQPip+7HgOOq6vDcDpJ8mvHC8S7bhNVZF9kFWNDASQSnJ9ZDlnirFlmpgg
u8o1GhUPPMnp2ySU5Dca6umdjtnt3VzJ9GmjSKotrdzTa4eY7DQtdHPe7SLP2PYlpPpVpRyo+mp7
p7fp0pNmC4TOg7XyjF0dy4BDmaQmedplzEwCSk8K/v1gwAL5vYol8YbyG4DoTjHWukCujjXjKP6P
tPPsjRvJ2vYvIsAcvnZUsCzZHk23/YXwrrWMxZx//XOVBi+gZhNNaN4F1pjdGczpKlY659yBXBds
2rzgnSu4m+gD4yoMMfzpfFjRW3LazvydtzAQVvbMwnUJYhR1ClnYASYwW0dabHpTRSX1OcZj9M5E
NmJvxpi1eLU6/aTZj+pWNUWvt3fL0hBBiIAHel/C88JVXpht21aT9hwZNs+OIFEfhF6mYkvjhQ7q
vwgmuxjg7SmYztdnU7vFiEiK/gwpKy4eVcQr9oaLlVUQYcCyMp0LRzmVGfBxkLTAWV0lnr3b9ugh
c5TbVuztEtxbVRJtT/9VIoW9azsE7D//4KHYLo89nh98wtnRM4UiNHMlNZ7ReS13kZMb2QZfCQzC
Yrq6WmU4B5b0mrDTwicERkbliguS1sK8ITY6Vdu3k8n5ExX6T67tVPstGSV3XHKm+e32J1yYVdxF
uYzhPmCIMGeAuGQH3jTa1FejKr3vs+6tqHtr16RUyFmfibEmb7SwKwgIA01uCR6ws13huFkxRNS0
nm2jUNv/dpDQ+jtqkFZ7ZE37lL9RGtF3jRUE0+fkquRxynbjLQDKEsbkPKWPUitubTM2nhVHKV5A
b4nk6Bgj1C9Aa8kvMqQ+206i/zfvHhuRUSijFE2ouMsv/uHdYwdJg/rmZDxPCi6NVQ1naK9Fk/80
BW75rLZpvkaQXVpDPOpIXVDT5uqUX+FDxEC6+xm1oT9TNlZeIsPxnR2iCHFySOxJJCsTu9CTszE0
oZoLWgOkxtxsY9AKlWKhKl6mimzQDT1h7xzRUDbIlOmBB1p06DSYjX0jmgfFcILoa1gowQP1FO37
7QV9DZZz6Y8BP+K//AEZ4XLorpGiTanF6UsU2HzrvGsMDJqyIfqeV9PwyK3S3NfxWDy1o937W8ca
up1dDNUfcJPUrOMUGTVo9PHnlMZZfO9uBCiAAOyyOMIuf5aGQlfrWE314sMFSTaRX/CsAKz1BQQQ
9WC9V34kYKuwdcJJe+Ucez8bL580LD6yWUn5YdfN5Q5AsSVhVJsNi75405QRBH5oWV/KLHSOoZaI
71mV4cqgR+bGboPqAQHgbuWgud73LkKawP95HfPnPHmkNI4KQOYOLzxo4nY7RGDgBsoj3xrNjr0N
IvvGpi7RVF25o64PONYjxVmps8XjcS4klhUNitpe0b+MvtG9Ta7X3MMJqpVX4PtcwZYZOMGnbyoQ
phI1wtPNldJbl5/aHEUViCZ0n0WgHcMq0fVN3cT53jKE+11Mpf/79pK/3uwyjYRKbMMYoWA3W1rh
hIC736rOM3ly/tZ1nUV91PZPPW7LP26Hut5dCPQA8OH9pBKIpTwbmwi4bLOk+mq1YrpvzSG7b8vc
SfZeL/wHM/X75y5s1X3YQI9HND/QXy2jCfONsLToHBpj/l/EN/NmZYVf5UEYBII9RbiN78wZNLtV
9MovGyAv1VfR6uXb4KkDXCd6Gfnd7fFfrSbpoEkeaeqsZgd6xeXwGy/KTM1vx6+wOtz+aGYhO8Zs
SNGtOsjegsm2D/9/EWcT7sd2Y47FMH5FxDGot4prpnd+0NRfIvAwxyjSj7fjzRcT+1N2gKTTOVcW
9YbLEZboB0NqisRTkZnJPdey8ZQb/rMWSnL07VDyp388ld5DYS3mYKVHbW/ePUlLMWZBIcRT5Pj0
uEyR90D80vwMiBbpDrexf2t5no3bRAuMlT0zP45kbFoncP0pcIP1nO2ZtrYGvW/dFEMwelJRWtrQ
AIWLZkOrFXsMqI23rBHuz9sjnkV9Z6lyGcPxYAuRYM1Ohg5ZTMS3q+Jkp5pyHnPRfUURvN4aPgIl
oV8nd4Xli5UVND/9/4lKhx+vUtqKSHVeftKBAj56pFZ+gniS3g+lodx1RtQ+SgmcL6qRTX8ntEDu
SjQvHoaAXCEa8/jzI38n+8MdRyeFZO/yNzSDoIYPu/9U1bCiua2Q/u3d9Ccij8NXwxjp7Rum/7k7
Vw6cooisi1C1pHIxOxU0M+U0o2t06nK72vcU8GH35uN9GOqvIZDBewvv500mxm7lOJodEwQmIBeO
CRUTeND8DeLllooLbd6fmNz+vqmN4N6nxL4fCvW3KNx6JV+fbaT3cKQp0j+DbJNy0OXk6kGMoX02
dCevH3lM24C5ytEddrkTGrvAgHFaN7r41nutuzLQ+ctPhkY2g/YDBELO4Pk+UmO46kAQxlPhe90D
KEyxcxRTUj1S7VX1absWwEwQCigtexMr7rirw16/I+te0ySfHVz//BKefqgcURKjh385CeEwlRwg
zXCCb6C/NbRt7yyjik+gc62VUb+n7h9OrvdYMu/l3uUWpI57GSvpIsVOrXo8ed3g0eiPpgkaf4fg
7zaZHDfcpEVqWhsXCI23iaxi+k/bafglNR0ie/dh7oWvFWwesW39uHw2Cuh7dDMHQ3lIRC9+WRZy
wZtY1zJzwydt4M+0vvV6+yxami9qXCDY2CSogszG4LpjaeqNNZyYU2w6x0JTchzHx+KI4GP163aw
6w3BIQ9RCJapRCzP2/RYwedTQ3H/5DiRj45Z5Sf7SUwgWlABxwWu1N1+TQZPPvQvP5KsGMKCoLxN
fXuu4WAFXUohqNVOAqPcrW4o3U5rZGVdpb73GFahdsxK5KAb4I/BFoeu4eXTg0bMkFqMnGF0WGdd
qxRFVhvhdv3UB72+j3U7/yIETdu+UO3/RVHefb8d7/p24W1P9kNhS2rmzssxul+VUwjg86Q0rr+3
nUSAvLDzva1V3kEJimDnAtXY3Q668GUxtOPxKXWBeBvNBolvMB4AYLZPFBCqo59pqWzON1+tqSn2
GctpZe9dL1uaB9DOaJ1I9YSri6TxlHRCi+IUjGlyrqe6qTdG0GrfxqGz1vAdS0uI9y4NEskFgRNx
uc8R+zCqLKmNk5NVWnhXtF5TbHpUdKoN575f7PMGdEdg9nG5x7XHeRGR4nyyCkXBXVbdIfLKJxLs
UPkjP+TytFIKBPEM+1TppRZtTAxKjiMoza0V5Cpcw1qgTmStqhNdXSqSxUjlkteR1Lpy5Yf4EFYo
qHdbVmmesslvN7bWRSFHmafv4lixTg66jo/AyMejK+L67pNrCkYhEBNK36Ru/DG7t9nRCjDwyTph
tBD/wrc1fvBG3/lmFnpGyQ+nvX8RD1VOyUsntZ8TftxxcAHweNbJjM2MY9sZinhDezX66sJhPFY4
ha+M8GqrMkIeJZLbwwFBS/VyclGKKzSfvQp+WulfsyKPnw1scA6KVpW7NMw68AKZvaaSshCVVz1V
AAp9NHLnmI5ETH2Kg7JyGiPn1QsDf5trWrsTvq2P0kfvTahNnawcEFcbliMYuDaSxxgqybL05VCR
pU9x5NWVk5t24nfR2NyDRlm8dkCYXm9/x+slK0OBw+KBzevanJ1FbqJCp4t65eTbkfpY9GFxNIbQ
PFe0xX70pom8VdPhfImK7VpZczE0bk3AwaQg3Vx/Ju+KVhuiMDgbyOqO31OqLd89S2CTnqoZSH7q
H9ZB8wR4x6zX/HIllbo6hRHLJaWRUvXkbkzB5SSPcI8Bx9EWN+Mi/5+bje3DMDjltxF2jMXjy12z
7FoMSDfOkXKvknx7GdCE3t97hR6ehzCgUd7pCFsNRfMTneZso6iptbJhFlaRVGkmEtpsOJvOXitp
UxliCgzvNBYRaXALPlrbKi3GphtB4XatarQUjmIZpGbJeb8ieHY2jsQjVdNTjXf83irBCNO/9dU7
verTcmWHLMzle5/tH0IDZaPLuUwLF/tpfwrOA9L62l07dOYBxIPrbS1kvaydXRflSsawMD5Ckhjx
FKOxO3d/KRK74AEbBeeCOo6/hymr/KjSHK4EJtF/bu/KpeHJRhhqnLS4weNeDi+00dN1ijE8V4lX
7GJ6Us8Zcj/HZmzig9CNt38RDkQF6G0qwFgPX4ajIztBVsnDc9lOMaLHcWM+6HHVHAJIrMomnIY1
PObiAGVTAYAiaOMrO4rYaCsKzuE51fOk2VL8i7qHOs4cfVdNWZxgYwYcZ2XHL31B2kMy3UGYhtvy
cphdaCpTUjrKSaFirT6VGEdnW6wsx+YAvs5au5IXrg4ONzYfzxFqJvMaQoEDRig8EZ6B2DbhFti5
kh0qr1WOUzyUxRNigk+wi/MVIbbrUersCq5l9j6NjPnNrAlA0LUhorNb6QUNU7A427wauKm1cW0b
Lsbi7AaOQ9PtqrYHUCvBTq+MzkC49Hsra4yDnkEywAoiX9nxy6Eg9cMnlASi2WlWNS7t4KJiWBCR
892Qq/oexyD7m6f69efPMuaQo/r/BZNX14eHnNoXLgIcbngu4r4vaWB2Y7MJdPjqd26c2SsH9fVC
IRptNliG2F1Djr+MRkej9RSDoRVeZ47bNnDRshNmmm3CxM2/AiMZHzOOi79u7/qFGaUCQgVCgydC
aW92hmplEAKWtqMzPNzoTktb70wNL9+roQIm8V/EkpkWHQVJ/pK/5cOEFnaj2z0KH+eWYb16hTFs
U98xCnD7qbn9F7Fkt1SeLCjs6pexSh0cd9VP4XkUhvkFj0TlKW16fduP9VomtzSFku9CmiEd5OaG
Dx5mD4jiKeF5CgfBXqtrs95YbV8HWy4GJ1yZxetTU4pJmjxaZFsG3YrLkYFPLFrdTuJzRdf2xe7z
1x5DP6lpqf0V9W37/fZEyn/dRTVAsgU/hJtdC6Odh7SUY7gq/aQMGxocgsun771fbm2Xz15QqPlf
dV9YrmQ2avvb0VcGO89oFFgKulcH8dkGpkA9AAS1z+vpRekrWAuaudbxW4rHsckNz86neCv//ocl
mvm+25vcf2cPmYrHxIuVH4HrdBjpjtbvCtWFterbYkDpxAJsVqfNPVun0B7zjOsjOnej5/9QafU9
5XZQbFGhSO8nu2tXWs5Ln5NGIkBxag9Aemaf0zNbo+waiwcvBWU6h23UqXR0EfXbZ62eTXdeW6rO
Yx8NU7xFAXPNDWBpvBCppPeABCbPq2ed4jSBX8oTvDD7Jxf9yx/V6JQnkan5H2ZDubu9gJY2JyBf
qhCwLqTYz+UHTVMlMhDYi85pUXXIXrTUOgwziu9tJCPXIHeLwbA+fJekIj2dvdgG1+tQUVDDc674
dUtbsSvv9bwYi69Daqw1xq9LyPT/ARYCQOXSoCQ2W6vY92h9i3nnWeQFLHpUoVHjGobI2sBbnJrN
EJTpL/ifJU3rnk6bI/po0+pa8mUgEVt5GC9cXyA0qGgz16CM5jpcWZalXZcWbBxw8dazEXgDcKbQ
9w4wDj1/o3VtGN1RWkNi4fYXnvPz5cOKhxyXFEhHKeY9+8R+Axc8bZvkHGe6H+9KvxlfTRspCbtO
PICynPv8qY2Ul+soL04ZRDreDo3lfR2ntntq9CJfuX3kh54dmjBAZAubF4RsMFyuOqMQTo4BdnzO
hCXGbYe8jobmrx0cb499YTeBdAQ5YpJ7UyqYxQkGTF6scErPulkMJOgqnijTBJFh445iemvL2vl2
O+LC+fHeoXekEquUJr0cmZ7I9q4VinMaCP9xHO1oQLJj0sXG16c/Uekp32tfqzdR4jqfgwfI70z+
ig0Mj0zIRVfpgh1myTAhM2102bmspVaOZkOcD1Il+zaG9urZvPAVEZajDO3JIhZoxMuxdmpXi7bz
mN1YtP0+Lz0WbwmtqllZwgufUSKA6IkgusrJPHvWDqkWmGpYiHORmGqwSeqq3ZkVVBK6/yVG2Xat
rSzQpcMDZjolJuRX6FbP0cEtxOgqLSdxriJfhyHZ2ZsRtaE3qovBQ2Nm0R3Ft2aL6aZpbWVfDt2L
KT6gcDm+3l5RCyeHS42f9xNZtVTJn81yqQcA6cLsHFa6p1AqjeNtlLO3NnbtnCPVwQ7YSNT97ajz
KYcTYYBFQPzMgyUHxOcyKjYarUO1dDyVMKXv+9ysHuKo5ews+u7NSbxgrWm/FBBenASWcURxFV0G
nKqOu4iR0lcz3MchBk2V91IRiH5L+wW+fvTJl70cIZm87J/IPHCOOIF7FQis7PSTgY9EdheCL3rT
W0upd3UyrXX25Ef6eODJYPT1JLyFqFcopZTKYIV3q3rypySNdxRSRf1d8Zwg3EGxTqeVU2hpMuGQ
SGF4vCyAfF5Opp/lPKlcbTqFae1qBzyARfrFHCrjb6f13F2QGEOzu71g5L9yPkLuWoo+6MFwtc9C
ll2oeUOGqZcbIWAb2rQ1ICdnjz1e0eE2n0jhVa0XPynbTMc28rBuuP0D5vtETjHQT8rP8uFEl/xy
zKVVwHMvYu0EzsgC+Nbqxndh0YxTQC3+p1Pa+KUzvfTH7ajzM/CfqOSloE1kM2W2O4MJP6qpQbBE
4tqzTZGRa21AFJkr07vwRZFCfM9Cec9c1fJGYULILCL1NDm9WR+tBgOsXYszSHSMYl39q9N7e00N
bzGmrMLK7YHBw6wUpIBTCVQv109CR4LjgMMvbfgNEuNR/IDQt9VuKMvlys/bM3oFK2FKmU8QByhP
Mqdz/QjUH3oqX71xiuspfwnRYNmpftFmKKaXPX8J3L034+9aNyIjUQ399AhHwl6BeCxsWJrj7+V+
yHAQfS5XU2zUWpugK0td2Emrbe3a/j2SDZazsVJ7TTJj/miQI4YhBWRJqpEhh3oZDGu+oQQMb5wS
f5y8B1VTyl0x6I+Nl1TafrA8aje14eRfSg/xm9vTvbCAOSDeoYwQobnKL2NHhfAKGtXmqRuNVuxw
s4jNvdcE+f3tOAuLibsbjW3Jq5dg+8s4kLpLshfDBCxkVR7mPXF4xG7dN8/9OMU/6Y+V3kpuszit
76IrMkO/gtlXiUIvPPIZWt8H47EOgLuRODbID/qGoXxpUCNCDXEw/XPaT2sQloUD0Zb7FewK/QU0
EC4HjOZ9Rtdh4H4xfPt3AWyrOg7wipIDljX9A0ybbLyXKPXvVhOQDKC+6DWfv8Vtmsyw3IGno/4r
P/6HdD30h6JrrUQ74bYSJ4+joqMKbyCf6z0LHFG0L5nuDmupzuLAqdWhyQ8m+YrTFQVF6RQgE04F
LLLkq+IPYlerOLTvjbTrnW0QRZN8AGe5tbP4h8tNoYTa+fPLzfzwI/TLkSt61IeTVuinUtWg91qm
+Ckoj+ztDMEbkj5jZXkv3D6cErxfaIPSX553tUsnRGyk9/STroDE4FZOQX/ro/5X3NAk3I9pMP4R
g2f7K/fCUlyuE17H1OwdqIGX42zGtHG1LjFOIVK9v0Or0VEJFaqiHCJhJeLgj7H7S2/jNTj80nbm
kieXB4wMeGC2spDkgidTmMaJEnO9V2LDO/itFqUb3Z6iPeztNWe9pYHCBQLuw3tUeu1cDhQ3EDp0
VW2e3FyrvyRe3z3lTh67mM4nrjgoWRYG24Cy1Zql6WJgWGsADAHmXun0JcrgZk6VGycFhukhwlR5
A1+oevLUHkXmIvJzLLJHPUz/xZcFpIAOM7ULaIOzS0GYQ6eZQWWc7Nyovw5jO3zvREe/Ry9LVYoa
htB4bThga5LTS1cfMBiZQXJ6ASi9nGmtDPOoj1TAKQaQzh3GrW5zVAez7jcqPIw10brF+QVmIonC
ZDjzD2s1adCD9jFPdhump6RQppcJ1ztUfvWpYK9WobHPUQvNj7dPiMVhcjBLBw+Ad3Nw46QnYQ5O
k9vBDTV9p40T/aco8rJ+N6SUcba3wy0NE4ETnlHc5OA35an54ShGm3IcrEqYJzUyvyqK63113K49
MMX1ITWmCclfZfx5O+bSEKW+mlQboRA+z6m0QKn8tuMlBW69ejWUclIP4NPSA4W4Wqys1+VgwJNQ
OkNAZn4COmqMoXznsGxKxXnDEFFPt1PfgRQ1R7UZDreHtnTJkN8ADaP0AP5vtjtwzYhaza7tU6ZZ
/qNetLnY5UP+VFbVWSni9KhxKroPmo7ArPD9YiX8wtfkJIK7xw1HGXxucwx+CG8+J7dP9TgM9lHp
fOREJsXENDAbpurOVio12ZkiGtfUFRcG/i5JTm2J7Jx8+XId+XHv2F3qEtky++2kNHhroFbRbJrC
/x+PDDtGW1mnwtUPYNw3yOiYayq+i4NHWFPl3cpDfV4biIs6zk2hOqfcVuNjJzQMeJWB3kboWRMK
yhwVB9qon1RFBGBIjsXHpipP2o48/eXINZdGX1O4zqnsDTXal5aRoBdTev+Dftvqm8LujZWvvDTX
Er0lD340tU05ER/27GhMKp85ck6t0gdtu02HOPxP0cYiRAWy9ZWDkY21cvTMKXc2beXof1X8P8XK
C33hqpUe9BIoKIGJ84tg0PVRHavYOcWVqDZT0yP/Ww5htbFi/7tIKTauBFz6vh8Dzt5OOMA1Cgqt
9kltlTzeN2BGvkdwX7o7H1b3zsWzLdtIqmq5v72pF44QEngahaAMQddeiRzo9TCkGJecIJAVxQbN
M+2RblMWb82gaT8ncfC+nIDh4MLGsgI+MttIhj6ksDZ9xN2TyvQ3CIfDUsvc7pNCGP/EAUQFgYp2
K6fw5SLKyDFi3i0kd45eTvmmMLLuWzgUGNxFgzFWp8/PocRuIDQDPY36z2U4U01rX0yGdcrHsG0f
otB16q1f2DQ+4zJzV6w7F1IsWWqBDMG1BoBqNomOGcQqR711srPcU7k+QTXpfaP+yIRwXi2vVZ8R
nkMhQ+/XtOUWQ4O2RzaCgs+VQYON+0499bZ5GrhzQbIban1vJmYWY8aVD9WDXnZZtunCMfqj8L/X
1J2W1iowd3Bx/OFe6XhFXtXVSdM4J2Takw0eevEvtSvN7Vg61Qre+3o/AqbCH4rlw3XDk/Dyk6KP
V/dmpOknHwO3fqvkdfEntAa0GjEEstq9q0ZpvFHLjG7s7cV0ffRA6mR8XLIUSKmDXEZ2laFtehKJ
U5bZwa7U/EDsIluY+o86N4o7XFzC7n+3Q17PKyEhUbMrAXBR0rsMqRmiDHqrA6NbivZLoJiR2Jbk
sFsVlda17rLMUi6LliCwEQSDPi1ZxvMHkupNEDvTyD7pXR79V8O6pz4EqVe2K4+/pXmE2oecn8Sr
8dC9HNSgQ0YNXOJY7lRlWBU40bSLRwdVI9vInV1i+4N7uD2RC6sGuAvFUCCc0i5J7p8Pl5fbOnZt
JZV3ouNqlIe6zGlKxSXODyB1av+xcDv3rXa0cq1UeX1rkgVTbiEdlhKrc/MYJnGkpwtm1M8R4NgO
ahccIrqb0cGt4dsJBP13Y69NEYqOYWvuxNAmazWIhQn/+BvmralSr1MzC4LonFlq8hzUTRTvE0TH
8p3btvnW5LHvf/oolMk/2HZZeJfCt7P57t2m7SyQulw5U/hohGZnbMvIS4yN7SJyXYu4QIJzFM3f
fty0K8f+9WkooyNFaqJlRgFCTsiHrx2hDomPaR+cdd/S/hopBEBB57L9q2pMMDdDFr/wRM1/RIEw
Pv3wx56FDQQVhkub1s1laKOs7TQ1beU0UBJ6NJVyfBCJo/xowAMdb6/ppc+q8/LlhYBiI9oZl6HS
pE6nbEiCc671FYYdfYBriT/u8M75oQ+e9dftcAtbCMVcyMjkM55LY+oyHDgYVXRjopxSxNeQcNDa
YdwLJj/am0gBDMGmGsGiBc5gr/RyFw4mSWcnLKZf5MazJ1jdBqPiwFY9U2cf7UPS9cinooH0SRU0
HifSs1M6EPBXlFfk7/iwbDoDjdgytKKzhpn7kUtm2Ex4rRxTd+rqY2QplNhvz+nSJ+RKoRdGdxWj
m9k2kXKFXjwY0bmBtNgfIgAC2RHZenSxYRE41T2eGuW32zGXviO9IR7w9HNJW2abQyQ+VqEmSGG9
MZwv/aQOW6H46hZVbO+b3WKaWZvCXlmrciCzu0XWfqmOMbv05WdBFQSPY710g3MIC3ZAxjTP7/XI
EN/qCsri7QEuxnIluMQEYEed/fIzxtTnFFBFoObTvnzB5qXY+r2ovV3e9mq2MrCltcmzi68H5wPU
/GxXZI6GbrQXRmec/sRvVUtypCjTqMx2nx8UKBHe6FLWBYjS5aDqELtyIxHeKY2c7pDkueNvjQYx
5HtrnOo1a5ylKWRpwHKT7Qkq5pfRDKuwEJxXPcpBversy1oazZuNmkX7OjbCP7fHtjSHJLM02Bka
gBD59z/su8EvnDDlpXGyaO9/RYsZCBCgqGrNiXPpWuAifgdccWzOdQUkfQtzodQ/0fWwxJ0XONi3
QvJ7mjRgrGITuVkHEiqtot8BGV61vz3MpacA1RHSVqq2uJ3MJlVVOxdiTKmckslzBULvdbcv9DJ/
zOsOYvrglQemODpiYp7Ue5HV2evtH7C082EHAI0BDUr1Y/6aDMKkwGFEOYUtxsQ4q41PCTnLl8ya
UpoPNl2hCoGQ20EXOphAyoFJohoB1QNt0cuva2YapuJ+5J20APnqpzyv/E2NR7VxTKna6Bs/80Xg
buJu0vVH+mUCPyS/NpE7n+q3ld8id+P8GMILjycB6CCKNrObJKDs2hVe7p8w+uAYqpjuO0jzhb/t
Uq15UDsvOAZa0uAePlpHBUyw2JKWanufrtm4TZ0SAVcrW+PdLF0DSM+x29ChAZs1O0SQ1rcmeoA+
lKpcmPg6pqjyFokaQfEeg/ZOQZnq/vZULIZki0sxXpkez76K0JQ20HPTOQ3NZBosxrJ54uf17t4w
B4OnWSisv2+HfOegzGYf2M479A74KrnU5UooyijNRN/aJ3sqXO0Uql49HlgZCqZjABLrDRwL3djk
sSKwdsLU6YuTGurPZBr8b76nRs0xwajz3iv9ITsbSouE1u1fuHBA8LMksY0cXr4GLn8g2mOeb1iB
Tx+niLE4HEXrbUfy6FODaxCGK4Vuib1lpK71YhW1sZbFL3wUrkYKuNJLlgfhbB0M05i4tZIG53Go
rSfK7+3Ortxsa8akDujEjGtwyFlASKcSxU+jnYYoMJW5bk+SlaZHvzF9GptJfdRz96SZdYgnzfSl
F0Xy4/b0zs6ff6JBUITHxVPnqoKYxAqrwmrEk6322EcHCKvrmxEjLX9faAG4giIwH6YSOvnKd70O
DMWW9I/2q9xec7nrMvTTKDEH8RT74fgQxPlr25a0XXXha3dRMkTPcZEOd7dHez23VNKAwtDehDAJ
J/NyMYmOY8XKguwpQAVAbPLU8GhuRObQ7zLLNw6W09f5ymG7NFBON8pAssfNA+8yZlcGvh6rUfZE
3qAdjLT27lQD97wAB8WXerRTCgf9WlB5b33Y1nxWwIic7zRVJKthzp4Iwm7EmqLInsrRqPddNGnm
Pgja6SmusILe3p5VeUZ8DCZVFJDjldc4TBTc4C5HWJeRjy+n5e0DLeuhC+KfF29SoQ6fVcMmEAgu
IlHSA5w7V5EBL+1Dpa09FGMQXvJH0/zee3W3kV59z+Am1khY8+XyHk9qKaDHDsRwvhV7hCiUvnC8
fZwXzqHOWJlZjtRjb/TDFsnZz3G+0GtheFKhj5FRDjFnq1NDAd4NFd3bp25R/oqUptzDGo6OIVWR
FRbBwiejEsC4KGQD6JnTMrSaoxKJYFxPBCCHPNCbbcZjeSVJnJ3dDIiLHc1KWiIm6rlzWrJV9rFv
ZIO3H5qArg/46b0Z4oyCvoc42AqifLnXT0e0tPT9Z5ckkbm+edLxYmZ9Xi5JTEeF7tudt+9k498G
Z48VZ6CvbO3rWbyMMlv4euAFbdk23p5zTHu0UBU6hDaGIbfHcr0KZRS5/qTZMAni5ViSXjOKzKg8
+B2q9EztzW2Qh+PBtZp2D0vQ+xejAstMRZU0g7t3tgwN1S0rE+fLfT058SGaMBbW+1Q/fH5UpIKs
c2Ah2CfOoqCQU1QNj8x9Nbn2XYJwbbip9MzZT7kx7m0E5/3PjovkU/ZsKFpQo0YG93IeVQc5h6HR
ksPUuflTY4/lU6jAN7g9rvnJK8308LQB0y/BpmS7l1GCRLMbI8HTrpz0cqva3KFDlcV7VGfW8s85
cYKehkR/U+KXqGuyp9n6U+xCUWoda7A6KOPXlL73kY6GMm0Fb71fpmibF87/aG/Ubhhumtzynxta
0m+BqFtMxVBQXmPtzS87+Yvo6+BUwBxLcaTL0RdTimuI3ycHL6zFvTDq7GEowmxHkxZrCHvSHkak
+lcOs6Up/xhUbqAPuWoSBXlV6GNygAJdHRo0dna+gkN8F5treLXFUDQ4KMnzkuDxchnKqphdJSSU
CQYF+TT8i4dt2YzZXQeltNh/fi3BEOJlBm4KLZ1ZtNZPWsVoUxx86ihM2R5slS3vqdo+uKZarqmZ
Xh00fDyL55F0nMAOcl4Q6nAOGhuRJYcyV6KvKoJ/W3XCcZd2cn4QsdOvHGxLk/nO4JboMK5Yebx+
+G4B7eHO1LkFRrPUURnuh70ROdmuDHiV3Z7Jq5sIDjX4dv5Dq5zuzWyn6KGpB5nX+XszcwL3tdMQ
3buzANhU92aKFQad89rX2w1PR/y7urLHUvD2L1gYLEhHit9Qbsh054UOQH5G4MStstf93vrjV3as
7QZhFC++FVH1vx1s4UvCiGWYPCfIqOckHzWYeu4llZdEkg/2zsginLMap6AnHyMmjTQXYjrFZ297
2IT0xKh6szl41suz4cPnzNKkQSO6Tg9jL5ytjsjVruj19jDRd3phzba7JqjC7ZSgx3R7uPOvi3Dj
P7sE7UZYRnNHica3MXybjPZR4NEyHaU5zK/IA5QWuXZH8d2cam9r66J6jJMQ7dPb0edfVspGAowG
IYbWMSazs7UF8CFwfBx/H1XhuhWIF6/8L1h4Y9+1mrGyZeS/6+NT+z0WLkG0HtGovGKbkn7WiajD
7jGoUR7ZV50wNRTBx/I+NSK92XllEsffXTtAfC/OAucLTwbqJ7cHPD/k+RGyVi3FMmWqOn+nGqGS
JjBr+8dOdfI739ODb148ut/B3XjfpkFpDpbQve+3g86XNJFAmJDWyMXlArO5XF0Nv2Zyinp4DEuw
Ym91nnipegC7YDSgO7Wp+Z1xjIQrne21qPLvf1jTbhIaOoLr/WNfxVPytzY5qbXrR1Q0Tybspn5L
Wt3/dXuk1+uJUiRoexIqzgoS1cuYqpJbHe1B1AKUenL3mRF13Q6Lw0TbuFHdr8E/FoaIZAGvPS4Z
ts48qeoKK++z3hsf4fnYxw6s92ticm93QEaLbTvG0doT6Xr9YDAGNpeais1rbH4YKxAMSjeMpkdt
4qQAi9z0Baz7RrtXA1Wx7zqug69IDXgrDdA5Zw5hQRqQQEZpRNgoNMzRAlifVJYfjf1jE2jKqwv2
sN1EInI0KVfyorulc6d1WCu9+LVvx4fKDLVXX7HQDo3B96w5y16fWhKcgUoe1WeJEJzlKKhENHnW
hcNjGbfBTzwOg4ckV9/aPld+sKmcZ2R44u9cV2uaSdeHiHwySlEhZJOk1tnlApviVtSlUvaP1OyG
Ay2fYBdQ/fq7sBoA92EYf+s7N30y/al+VjQbTNftBb44cDRxIO1Jw7N59dnvOq2yHD4Dda0Odw/b
Q62m7OJhE3SVPW3DIEr/Lo0yfbPHOv/7dvCFxWfpEhPICx3TrDnZGLXMoPUHBp+GE7qktZk8Vd6g
A48bu2bXw1vCz1OtVlL7xagkcVIKH3f6+Ut9oPKN9LrTP4Yghfej6YyPDr4iO11N6Lm7RpMdOTOT
19tjndf55YIHlSMl6mniUF6aXU2JptJnxxD10fWx3hi9Qd1ZZRzlFC5D70X4Q7Tv8iE4WIn1rMiX
n4aj5PH2j1gcOggorizy2CuaCRgwTk0sLB6V0P8/zq5kSU6c3T4REYwCtgw5FDXZ5S5Xe0O47baY
hCSEAOnp78Grv9IZldF37QorAenTN5xh+Z52wbemcZsuIxNzPtdNKz/PTpMePl50Tx3f35N4cEgG
7HUIoJiXqj2uaWfrzcmGC38C+hWoN5GNc1P//HiZa8+GtDLGQBO9YagTvD9JALbs+vEDxPXVNiF6
xaaHxK+D6ebmtzHNA9V7TwZW4f9RDPL3h0U7MdnjGYi3l0c4NMNW9y3DLo6FONRsrp9XOX0ZFRtv
7NxrhxXrkBCjYlR0lyJWKBFd7atlqwQUbL4oacxfEHtKTg4d/PUQx0Y/UX+X2awxb7oRsK/chLjr
gUmCuiZC5eVXrC2satGzNZUPZwUIWiFk+EvHp7vAAj19+vhbXomK6M4iIARomEII6eKqB0ousbRV
pvKmxUcNIoKiCWf/jBJbH5eW/YQkbvCLbN2XMOjEj48Xv7KRfjfBMfgBpALjhvcbiaCIt4sX2ypc
alMfkFPq0c1aIWuag1mRNvfj0mq3iNfW3oLvXvnCAFgB1erhdIKMe5FZ6aBTXQJifuXBbMrJ4AjZ
2PvQmrZK5gS9hamDf7w7O67MunYZnRu3we/B9cVZRViEoBCq6t/QmffPrsO+hjqjg6+cJgtWGtPI
gXhztKiH0W8txL0cM/AmlwCIjDm1MXXPo/U6UaABQfycdV0jy3A3kfjmjpjzV3078EL7a+wuN37s
lbgCp3RI7mNgDZrEZQZhZZJCrMLfKndazVsS1mEeu7L7rzMgxG2oVkEiCDjZffx+sR2WaJgjr2Gm
Qmuhi0vPuqwMA53qrCasG49bpN0b1duV7b/r/e1QY/Sh/wAzgGwuus43tkrRFoK/KmROH20Xu48j
5Omf5tmjQBvAYFie+4as39sJhLni40Nw5bgDmgbcBoau6EBczhFCNqbOHHUufsKiDsrtdfulhren
zJoI5Pv/2DXa3zEi5z7hRWxBNfV+23UmnZPJZW41EG4eRKBh/25AkPHOIwU2+EYYvXbAkfLshMt9
tUv0BrxV2qFuR7dKAroeuyTcPrewQ3l1A+2etmRbMg2JohvVy7VvGsONG4Eb1ROqivePiBtz4x5r
3Aq86D5XUxreKegRZqAdsnKDZAOuKUhvOCBuP9WBpDcu4WvP/FtRCy34vXl9sXyzxg04N55XoQkZ
/2DaxveYDDV3UNvyeI4Mu+EFMbtlzsf7aP9/LwMKUg0cHjQj/mz0Jo7fADK/eBURwQqdaz7aQT9O
uKnVgdWJM4e5LyDH/evjZa/F0V1ddlegBi3td/XxP7XiFgCK4zs4mI3TB4UXNMFLYtwp95yGFADf
d+CCY7oYDNtwgwt+Lc/D6A2HFgNGNOwveSCRi2lHtypbLWhftbnej45CX2Dy4i9D2usOUA6gQP6e
NVube+rxOHf7zfcyFtTef/YR3M/wLkkHNDFSoj9G5uEY4gAtwlbNOMEWt4eZoKzXJjMuuHlmneZs
dZfpuK4QMdLgjBQ1D13wx5vmxka4VvCl4AcCW7P3o2EU/P4AwEKDdglU6FFKL/K70UR8h5WokytF
21NrtgCa/QROCIme0EW3sH+4S2e0UbyV4kR+vD2unAZwAFBo74oe+zTn/W9pcAN2yerjGzEznyJ0
5kpEG7sWTrCIR793OXyUx+aWRsKVXQmRGEQ5kAx2Ie2LFHVoCB8xXTeVSR3l5t7EYfrQo7NDS06S
Ebj1UcGXNAETu+hCD13DG899JaqjB4kZz2821h9SH4GD/rY2qPYb44YHUVuZQZptfEtY7N0Islef
FW0x9E72Zu+l2H4IFsWC0R/uMHh0V0Z1W5XgREK5HAHvwVdwJM6U6Xr2SeggkMePP/DVU7jr7u+j
W+A3LnUhHIiaKMf18IWhGZ5DBDJ69Ly+51lCRQs+PZdgXBPxFLEQJfaG3noGdaD6Vnl97YX/hjn/
Jg2Aj/Z+ow0ul16k9k0fejDLHE1bUGF8yC+3zo1HvpIOoZWDZgrG47Dgu8RuBTCU0hBWdCsUW/4n
SQZV+q3nffr4xV65xt6tcnFyqJwAy5ixygz3mK/zNtRvkJhNDt6UzGXt6eQlHuvhHBM5FQG8db5+
vPzlwQVLAFsU/yFMoDGkuORHIRNsoy2xpuqnOn1I4kG+9XLrvrqGtR1uEj8doUUfhDfyk8unBokS
0iK/VaWABvtj+MMw85n8oIkB1GeQ8qNA6qRZ0Epz7NksdAE6mECjVcgXOYPxVgw9ul83KGiXW2n/
DXv6CSsAVNN/xKzUW1Vqei+uTNItSbHPTMPCmzqgPICHjG/pi/75pjHNBBoSMks7K/iy1hxSf+tk
Dd0xioz/L8Y6mTOQxSpi0/WTgUFzGbfJLSWty2xhf8a9t4x3jc9MLuMyTXQnwnFMqh74ozyFJnWU
gVEYv/AQbl8W7BxV/tcNBcA8OD0gz+PzopZ/f0ClUPh0jUgqUxvQhvSsQbdzpyrSjmqLyVH8xUvX
0R7+H8siLMEjBtwXZITvl+11xKNwaJKKdn509gK9BTly0PSTbrRfsNHEObwGtlvh6DJG4P3uYKt9
LIwBES6/98vyYCAuIPXYQ+D49VkXN2laMBLC8+rj57uyWbEQxgMACkIy67KODSddz5QOScViNGDG
HopAso78M4PP542QcHWpXXTH37UP0BZ5/0yKy7BN1y6pIqubB+Dl/aybpchXn/Ibm+XaUrjPUBhj
ergD9S+W2kXCOtmkldCRfPDcYT0ABhV9XZf4liDllZOAZ9nnvzs+AgOe90uhKEytA1v0Sjt0eZps
jOPnp3W11rR5VuKmDsu1nQEsO0S10V3eUSDv19s8PnZdPHlV1/bzm5pt/6P2m+XGC7wSVAhglBj6
ogEFOubF7eGhicMosroqifnq5oYpBaRJPEdnARWP+hhE9XiELVhyC55xJYCDmoNuEqq93226948X
12qhvu6DSoBdB8UxbMM7yGGtJxU5Xp0DgOgfGXHNvTascfI6Ys2tgHqZEO1nD9M63B/g9uIVXPQR
+Ii9k1LiV6uW0DS2YcwLqN0Ph4lti84TMghkCR1UUaw/YL708YG89uZjF7cmGqQ+ypOLrbsiHMgw
pEEVNwp2n5uYTsuIA9I6zfRiWifJFAy9b+T81zbVHln3h4YS9+V5AfbGQTur8aogmMEFxdjun3bm
8u+PH+2PXA9vFrhptJZBxACX8I8h3ciThtStX41j2t2NGNKUZFYwRnRmOB7pNQa0zRGPcveIGGZj
eaHaNHn9+FdcecEwPgKtbVe0C4DTfb/D/GhMfMtSr9qicAlpycBfCPOpl8zL2RZs/VwumF9RP+fL
iDOSf7z8ld2100Uh3bpznKPL6qoNFr0Q5YaVXil9aFnifaF8jg8N18OcG7uxf4N4dIok0be60ldC
FXoKe3MfUXH/EO+fHPcJV6aXYQVCt+KnVnMd5ar307dAbZFoSjmvrk9vhJIrsXg31IOhIFJdoAov
wn5NJTR1/DmsNqgglHVk1WcoHyXwbgxuqclfCR6oY1DLQEQD4esSwRHbgYpVCL9ygm7kh3mCfF6x
TFSEEQC2CxvzBgVF9LSGzti+SBi6n8dVwGbi40985TRBnBYfF68aH/ryPbOETciOUh8W5+mQZnMb
DmUSi9De2EpXvidEgPEld3dIGFxdJAmJWf1EhW1QzRBe/MXRkIKQRCRVSVWyZrpZ1I3RwpWjg1QE
DU9opyIfuoxNFjTngftjUC2rC6uatccYUNlP7SKSI9DF673tUnajHXftIXFeILSAJtGfeKfQXzSU
2JugGhRJT8m6hMAbARPrRTosURjfAoFfXQ8DXuwgFODof7w/JF04IHtdpqBqu7At4jrc8tadIFMI
QVFQKVN9/nizXIkHaG5Ee763d5LT/ff8TwOsx03QaStINdSLz3mGnnG6/d00JtElzOO9jZ5qlWLY
W4uhcbbDOrjsFsjzSmBG1x/4Kkj+onMOHPz7HzH3EG5u5oFUiQwTIXKPeY34a2U6RooxtdK9hz7t
svjlnHZj9wXAEaMF7OK40dlQb/2t9PfPl4KyCUJvaKyj8wv5xPe/Z0tF3BsuSTWiwz6UlCt913fR
AmOksP/Ux/38KYHM9WsSjP+P6x9r73qN+7gCmcDFu9i0BRccm6taB7ts+W6i12dU8z4Gs52L5R6U
8HbJ0X7zaKaAdf/34w3xZ7zcXUVQ6+yQWKBZLqK09WfutU4dVtD+52FmwTSCGo+FApB0g1tyZH9G
zH2xFDqgu/XoH7zdufNxE0KlsYrH1pQJ2JGHXjbxKVjVCxKQ+jWN4Io+Bs14hGg42NIfP+vV5fGO
0e6EFDJabe+/M6SHRUS1CiusZ+6BSMMkjUX157XxTCFMLR4bDThsscaD2LIQmmX+jXTr6tuGnML+
FhCpL2dT6RS2cWxjXMcRY1+MO3xW/srP7bbdOujXVoJWOTIfQFeQvV/s6cnyTpImCStHNqeBkvoH
hYjTIVy25j929IAP2RETUHpD7xJf9iKE4bqVI0xVIkBVUiWeQfcd4/UA1ADbnlmj6doUsBlP34Dn
dGllN81eP/6sVx81hWI56qFdy+vyswZ9N0SSRFVv16CaBrV9dhups0bGt+Sj/rxr94EfEN2YmUBO
29///X/Dp+kDzZc0qhyqiMw5Evq2pCQYv378SPvX+d/xyP5OkVbgqoUiAz7h5al0wlmEQsYV6uXm
4CXbJ6htLE3W1y6IfrW91ci69grRO4OuCMIfmi37v//Pc1GBu1BqrFeHi9kypQJUQ/M6jieyjOLG
htm/xx8Pt6vl7WzBXV36/WKOFLFEmRNXPBnIK6HpOlWpJZr9hC9wOH33V2h8ZlM98/D8318rAowP
Q1kM0v+Q+4G4xgopj5pUk4uReZZETpILHkW5w4auzzze//P/WBDzSJw/TFoQXt8/6hRIP+E0IRVc
7sR8SoZgmEAIH+jTMrF0LUGXutUru/Z2AazB9kHaDTjTxadc5JIEi3EIMn4hn6FftJyaWJKnSOjh
ZFvqqnxI2vG/l7GAikHlAu4QyCogMfT+SRE3e3iSYwfFUwhnFaAiUbBO/XDftaIrvGg2plxrx75s
2v2PhjK4ttERATYSQhdI3XCZvl/b59AEhh5uUo21o3NYNThly5r2sEq3zoGkH29soyunBfQJKPGA
Cw39jsuIp32XK8/FemjqRmcA9JL7BdqB39Yg8W50d68EAuweQF0wGcKtddn5jDcUsaE06MwREZSg
uLslADchPAO8Beyi+Bax6Op66DwiPYPIMkZS719ltww1iWs0IMd5kedtddJHS5j4x7pGPbJ+uQUL
v/Yq0UuG1A3UWLFn99/zP4EHogxxDbsDAoDlOBZqm3Ebw//gL7DHnVvw/j9GjUjvcEfh7sfQeafw
XuzRbmRCDSlNq3qR0QGWJs4XlnS2VKM0hy6apjx0gh5RNjawYx7Qk8piKOF8RVM2uFHb/Jly4qfs
Ez9sH1yal8BS0iLHxhwkxXXltDnIR83X0UTeUtp2Hs7EM8ErLEEpP8CMevz+cVDy9hv5fQDeSV1A
4cOrGBjTS0K5PyXUXx2VVoP1XVBsx1Fla5yq78ptlyHbQracw5Tp0qm5o7MIWk8Yg6VzOBQmXJKv
49SMT7GT3DrHCFMX+2/3TAZCH4XX7o64twTf7wcqhej55Cwl96DAVvCo74Mc7bF5zht4LUAGidXu
UCzGxJ+mCIV+Nk9mw/RQc0cdF1hWjUXkpPovqOxHQakb4ADyNNCoq4KBR1NBvCm8q/ugjiAw3HZB
vkG6+2vjQD67AO/E2Nd9znPyxOA4+RrVXWDyDonrNuddlxId5lAuGzydb1BFpTqD1IHX2XxREAl/
7Kw79l8x7ZqW79T1ZXsYCXKEE/grHXTHREei+tXR/jRDv4EF8bbmyeAY2mZbMk3rvwvfX/KJmGV1
SAbTnXX9Eu62sQ8woUn0obG41P5Ga4GbJ9HysT0HInTSt2ht4uRUuwZDxEzhCvCWLJVLrY4c3MAJ
bE5LU3YnpmHRWdxRQs/EFSHN1ZLU3nOUSCBee6EXkTct3YiFLCQykDcJcEgANkgPm5vWNYPOvNB2
4mwmH9yt1CRTC0X0VbJ7k4glfGooJCQqsPDD9uiHakjytPdZbDNQndlJitQdziMYp9tfgGZsLIch
91SXfmpI+Kb6yfSnNkGrtwzgKG+ymaJcOziTqpNyZoHHcox/qCwmQn31adXQZf1Zo6EUPDhr5G0P
oAEPcF9KI8OmR2cDtS6DdAgZnjUhjf0ZOVMP+TA4JzcPs26Zc9h6x50/xRTeGceexNhvoPLvbCqP
gURQAd220O0M+KtN82kYtuRt5pRv/2KsvXkkQ9Tu57uBzEz9sDVGy6JY59W0UbmCbx3mXPYpTpYX
WDkMWdKMFCqbux6y9vMNMzaod7QcnK2/fD3XmOngepz5QzoYURe0Qdk3Z0PAqdNlqdOEyb0lI8Zr
0CGc15MP0hD+zA4wW2pzTIRI0z7Udo6nh9YBBW3IBTEBlOkhqePZ04Z51uDhIXDuH2mwD9zzYO4J
bXKxMiK/Gr55w123QczyMMLpKexLq6GJeoo2DrmDErn05LU52qzJvGYQZl2bFRxhC2RdwSYcUpaN
CgqRd2Mag0xsMSTh5173Kn32RBt0JPe0N7SPS02p+knhYNJC1K3rFARfCdNK5atVAP2EqST9G3Fq
B4EpXVe84hxzCYjd5x5vMK8rdGS9sYw6u9lydIBIzTYNE5TvDgPpD/hEjz9Mi+l4Vnv9nGY73Yi9
9goqhOUshBIPKepcNLjZJPpX9GQS5wyXpVkcrMRwz88DH+4ijzFGnLaoFxX69zoiMjqbJEYpVQwc
AJKjb2omv9UMQ4K7kZHEvqzDAj3V3DFKe1m32p7+hNS4BqzH9aDVgXy2k651c99xiTqCfj8C9QT1
X4dn1lq3RqxKNBWnzpWxPoMa1g0PmwsP82cVGaVWoF1pnVbbRCObMd7F4c+e+4rCkKpbly5rg9TZ
4ahL7NY/65A55nsguJhePQqd0Lupn5v+M22pdHcqDnW+xeg6hei7M3S/ZWrD9LmeXO3eNWBU2qpz
iPL9c8NNXItMcQwPCp/OMcCmLCLAS8hBMPKtCaRDf7R6mSIghDC6LBvoxOtjL4QrD75eYHSEjzuJ
HwJSE9MD2aJd2p6EvYuzIOqmWf/RdOztAdSwpBsyT0fLcqIrBClwzUBw6Af6+y6MgiYoC5nPUDfC
HwVJW/enyTckPvTo1tEnoaReHr1GOsvZFYptr9ggMckhAgAdRjKFShwX4m3y1PiL25zMLPbtPk7b
8o/hcdzZapopRk+QRfa68zzzta5a00LQLB+Fg4GQT6fW+74AwKDOXSJHfdhmt96+jwIXSp4AjDQP
GeG7VFEZ0KnbIAUiEqVebcrDaM5rGYK54dImdL+BFiqiu7ExBoa4w8bo8uYHE+Qf1gSXgnfAtcP0
MRUkFSpD5xmM6waEiznOhYUNT97V6ypOuAOl/AJhDK7egJRzDS+JrpX8thlsH1wWmxpjFDnAL4kn
32sjc+4TQNAeY9Kgtwn6fV2fMPfdxjRvZkr4mbm6dc5YOyYvdjVr+1dDcarP0OyLt5OAHwIg5lHE
TZsNYdreLzOpZ1SmKhm+R8Qha6UxB2FdEc69iV4xAeiHNxh3rsQvcBGY+sQiQBU4Ls1eecdeRkav
mUFPmxw1ID/zZ/SYQ14gY+foTU4iEgQW2otAtZJKAAWfDfraYzl2MF/o4NvFeJJ5K2/j504gi36Q
HbOs7JfECeYMiGXaFgyUaycfnYQonc3Qq3IzDWERfmqMnnBZSMB3c3xbGBAsrA3JiXro0GS6Byy1
SmGY2JS9Y3jzd0R4au4Csk3hWm4Bi9c7AN+T9G+tFqf9TJfU1yUBa3sKTtMU12m2qRmMomyQBHJV
hYtzOj7G4dr8pV0ghu+1DWvnuMAhsW1KIIbbWGRWk9Z+79Uqhl9qki5+IUenO302dJL2lXdN2He5
QMVsIbDDauSOWzjjmwZapduTndMAgq5KY7r0T+DYXUsW9+RWv9SQLThY5sgZ8DK1NccRvET/kbam
4RVmZyC4FuB81G2eevsbGYCg/ImoNG7lDN+nAroGIGUa305TNlo7yOdOOvhUZh3GIQe8Bk7ujkij
X0PTty/xNDULbu4AsjFaLwr5Gd101W+m/iFbhSm8A3MPWZomdkQOSf/o76hLkvZRiDHpIXCVTONR
jz0ScBcaGOA5U18eQOyM2AEaXD76oVI0KX6r9sbHdaqjGKsB7nw0HM54mVjm5WcLlc4og6xv+20K
avo6BcYFrJHGCxwYmB5egoDW0dM22LUrAQLRUNXpZ5enR5Bdwv6gTSz1/daziZ4g+wTkpmxxjd6x
YVxfNhiybM9SJk76dz32XpuBM0w+h2ggO58dmJqsPyRj5MXjHhQ8kfbVz8ZG+JxbsERe5bpM/+xB
gOthKSnCFzXz4HnyrA2zdPRTWZmV94XZiUBnl8N3JRPxNncF82aCTFiGEVI7n6JhbKjx+BHRlkYn
4astzMCKUC8CU4AWlwJe078TD+WUxzAnMAUsiDQteCial3rBhsxhqsteWi7Fzz5J5vrop5qbb5bF
wfDTWOh95SaGsmyaNcJzt4JEQP+UzYrJ5TckmDr95PSSr6+zr6IZyF26sZOFbM6YuzBGY/fIkwQ6
2apHMjPhMpfI12sZf8L11rp3K4aTYZEmJtTZNEFj9gBzXc+yLKBd/KsGdgvFWYry8EiBXRFH2SFb
zlfD6x6YgCXUz/6EEeK99sS6voUwRICEO+QKxxJKuTQ99RxDAyRRltJjpwkNokIyn2D7RMEWl3PY
xHfhZgiyZQ9h8H5ZNITk4JjhkBbpXUp4BjlW9/PQD9u/nTuyBXpvUfilDxzY7OAKC+HTlSyLebK1
8VJUUSHSBHh7WJO2hYW4gcijQUL9rDfL0txhvAzZ9056Crq1CY3FiYNfnv6N65NFZYdbyjlimLbZ
OrOuOznFykEIw6w6YeOxDxJVPzZTH1DIgE/xWK7CVcGxW0OX51BrjaYDVGva9UGZSWOiJEbFv6Nr
oofSiXtccTRAOPtbdpb7UJH0vBYkhXVLTzRYA/41CBdylLWYAP1hgdEsY/3WN2W6knZ9RmURrwVy
xqQDVFN69uwLEEdRLS5139eVy5OO4lgHXXyHCAKoaxZNyUTyrpf6QAHlh5fNmjKBN+rPmH37G6uL
cBhg5gOqXSOPFkStOQsT2rOvfHKD5cDcQNgi1ps2Bfy56yUzKczqz5tFdV/6wySGohM96IhBH1Hz
xa5T7L5pMXCTwxhoGF0cIaRY9IS6ymzzF4suKoAUQGinK6C9ypuZzpyO0KGtonqDjvGzswS4ate8
GVGBojFPMI8YlsS9i+fBC2EUI1UCP0He0BgJLGjn99IuHvS4EIrafAw38W8794EEYdA35oEwSAo+
onYew38afFEGv7WkwX5bvBk1HA2xlEpHwEy9TZMXCOb7pOi0RhG0QX7rLQFIHmdvcoI3EwbtdvZk
PWBY4zdrcPaonqc74QeU5E1i+jFrXZW+EEi8/tUHxHyLkMu62SaXYc5GbUQCbopnhhKnOJjynhia
fB9GuG7kjsbMBYzUwWaDEn1wDuwQfmKot9AoUV4qz2Z0JD/Cny4gGYRDTFKIias5azd44xV1ksKh
ydnMluRc8OVJ9x5gQl6zAdkwdLU/Vz0PDeIBKGIQMHZIVxgvmJqME8eNTlvb0yBvuAjf0PFI2wNv
kznIKaxsZS4hrSPKzgpguIKkicNsS3soa44Jg/ii7zBcc5aBJ6vU6JIs9OfkF8xJ6N9jA1HJLA4b
8sudUvoPsTGUCdcOUlRBOsHGKg5r8xA5OzLBHaIlRs4BO+pSpCGFC5Gg0duKgfCvZoNrTt4EWpqc
pAv71sdDiNKpRRgoABrnqH5EN9Zn27la5gkHgtgPhjYC4hMdlWIOW2T7cUpDOGdBa+GfCM5dMusx
ZN4yWOVMX8iE4iRr/Y105dYPsQOEXDz0+Qr2KDi3q+5F4TizchBLY/1pXNmU5jW6GPfOsqFHszDt
qVKGho5niyTTyQJlNHw0QlPrnPsTazNm9ejlLYqTJl/5lMYQDtyap3GDM0RGpIbd0oIa5In0zQ45
r6MNiql4aEjD1O1878Ud2LcbvBTeQARG3bfW0qI7IDdIEFLIhHzRfsd5vsZh/wPlGQdL2JnMdNr2
s3e/yKnzck+2LezFF8j3QidQec9JYHvII7jp8uyEYa+LFn63GgcpSe5XqNE8gDYxiDxFgFwRfJX4
5auOuGU96UFAWsnhx5khRkMBfOlUHveDi8tyqxuaDRRlMUxFUkxObTqOc6bI5P9y2jFguacgo5Jj
l8GYb+n5/DnEL/NKYL1oU86u2WzRtAaSej2aFnHWt5p9EaO/rVmyCdwOjUJCX1DSej9Y4G7wUeSe
1xUdGo/4LbQjuJoBpHrWwdYhLhCn+c79eexB6+1dJ0NBC7R7pIe1QEY50wO0VOUDoFbogiZrF6Gg
28B4KCFeRZYiaCD2nifxTL6uHEX2nFDoRiNgzK+Yk49RFkQ28BGdbbBBK88FvnLtAA2sNwWpslTN
+MCdSpDgJLZBTeAFna7xjvcMzt9o2BR8Jj9jZ6eoMt+0ud/H8l+xGpwb13vtG5XslW30D1wbvW9b
n6xFOhnI6rj12D3qBc0WRJM6+SKhVdoepoDgwm2A+JGZBO4GPRBug7e5Tr0BVIpIoCxH7+CEYzYG
CJTSY5laFazSu0CGcQHTJkPxf6+shDiTAMs/gFJdBuBSsxaepXzA28E1kanN8+C6AUckcHpHQ5CD
xjGPdkA9WTOYei3goVJvkVksOp9CQJAzVnhj4j6SVs0Qbx5cX2aATKd+TkmX/gwD3oLLhsD31vrQ
tM5IHUNzMZ4W/gn5z9yjgcPg0WkIB8nTRzawfgJ4sQZAwOBnSZxcic5KMIwFm42DpEcIueZxO2zh
E6mB6MUb8fwD2P3ocHnMjeoiasf2H2QMPpg3Ujs/V676qISeLnkZcSmznOtGoL6GB+ovt5v5XKL9
ZL7BUFPzgmlUbdncgJmW2xgpwguAy5Q9NfG8qUfuBvIuXkj70nZTojPeeN2DxiU9HmwCmO/dMEv8
yFHHHsd0AULhJR1Z/QsGoXOXd5sYIiT3ASaPIfL4U49mYpz3QwseHgjhpM6wtyzPGRoSzQFwtoEf
QvSdzAH9QxQtnAxuJqSyuNf5Ujd5GDr9nNMIHN4SycXUVQP6zG3pYqKSfnEXW6OvSdYBhSLr3szq
tEkpoXeJml/MDLYg2u0+kdYJ3bOPE7PmIMaO+gcEUIGM5sMUwuVXosV/rjU4CKe6td1wTpELiKJG
VvQiAtuh7QKVJoAsRl+iK4wqec6lUTFqdOGHDwbTdC/bRmg8AGsNU7UjjBWJKQzM1fEnM+xKzshF
NhcOgI7dMjeAQkaOgSlmTd5ouuYkNijE5UkbzS4+TIh/HfS6CDh0rYY9OI4d52IJQ5xgX7POPbkd
QIDtJEh/5O7cdRiDAHOUg/Lopjkq8qXNMGBv1JFJPaL8Sqc1eoujDoLWsUI/KB9m2AllaIfO8w/R
bhEGCg5qz7yjScyKMYmgoZnZZGwTbACXe3s7+HfSpO0Xi5qm/5RYf30FfK0VuRAwUjuO89yoh6ZD
d/04Ug0hfnR4/UzCPajFBGqBbV6+WMcDGYvX5FfoC1xwI9RfWAa7ApTAo/Y5zj2gPU65oiracusr
/yzSWcrjCNjFKwXmkuULBZ1b+hG3hzrS0+vUp/2cGey0roAxCbxige1MSImbHi3DgKsmLsOYxU/M
idGviZp1dg89gcRwjnAvyjhtnT7HaMF89qWTvLnUSbq7hFrtPcP0jiG/8ZG8lWAnK7gfwfs7eNi7
trLwW2PtOQYg63MLzob6P4rOYzluXAvDT4Qq5rAl2VHZsiTLG5bskcFMgATj08/Xm6lbNdceqZsE
zvljtowFktG65aU82jvtXCmv9LSkccHue8GEkj9ry0h9mJRv/+DOjWWWt1b3a1wmXyf7LbblrrQm
3zt0nmb1iRfX/dGAlpaJsjvxpw473dF/yyGAgXpSwBGl5F9KVThuSrGQvngVDvtUeu30j+9efE9T
3KmkZh74R94ly03XV3uTWIO3wkVoWd5yo+AQjnHVSGqXaqKZD1W39BEpzGPzt3d3NR4UiSfcv/s2
P/bGd/94t8UnGXfWhxPLQCshipv+2kXs2tkWFU6eLWqePkty9b8C+MB/uV32XzKmfCPJczHYtPp5
znrgcmGqqsYWMGxsCWS5r/2WugM1j31WgwfwO7PVJcqvt6dmJjc7NdXmv/Ddhhsvs9e9ezrsaxJP
iluybTH77/RADHYaqX2ichUB1ZTys7X9UdbdDG44RlxfOSEdXdJ7e7EeJk7oh9tb+UYAVj6kEW6z
9pBDZezHAKDnVa/hLSXBX96GaC3XrKzbXZ83Z51e0bF0ReYNZn/WIzfcIer6ab8rAYW3A2sWX1dJ
gEOctrOACnIoIKUkTc9elQYkIQypybW7pAqIpDsM1BWaJJ5QkiX+2pDcjYd/53MuuqBMdzo1Htvp
JvdqmX1XvtQq1kAFYxlm4aCjrKLpVEF4yegIluDIo2eN61+bOz04yK2VF8K14zrrVsgRiLmRTJwl
L0A/Kq8vjhPdJQPA1wKS1uuyeJ36AEydZ7ej+WJdmZWWYKnTlpBHlZip7553XWqdaSKb36DarTKF
5d6/85nFKJNNM/ipqsvode21Dk961/lvmpub6yIGQ8tO4BWX0i/GgPHeXt4qfzFOSiZ1s0ItmW7L
8BVVy8mURXWpdx3Gxyivwz31YY4Em50prmAti0loQ4iv2kMjnjjDTlnRbI3FHYqZekibwMlVVnPR
XNmGNYkD4eCarB1Vq9NhQ3CS6kEVN9Qt7i08BOCaQKhzD5VbywlPrd7lG502tj748E7MY0xiVVZL
YV6Zp/s5md25BKIsagfDN5bzf24eYRGunX5/4BffiwffF8VyLbeZVd9pffkVkcMkkmEGhE49HqmH
qEebmk6x038qaigVqVBrTli7bqZf+7CJPNnaSOfpBDaxHSXmuXdrxeNpwcp95kUg3jxp5V9BaI8R
c08NVk2pM0Zd4Nc6wSHcW9fBlf2SOnbh37nMpHPqelv3tg8y/7dyAm8JS3T95OEjdRNw/35KVoJW
7VRSDf1ZraLuDnXMCpgio96rg4jdDn7P7ddb2WEXNWk7iZtAr3aAn2oVk3E0BzyI2TLjIjx4ZqeN
Z9iUHyTBpEjn6W/NANSohNOYRW4EmchqzPuxVsMCMyL8rk2wPOk5WwafXcAais29+pMWdjpPIwiR
8ubuOXSXm+N2NTpKiBFr/6vWuEOTlLfrr3BWizxufizmDLxozi9CDp3zKBCPNkcZAPZyXZfhPcHY
iwOE09JKMpFhyODr0O5YKfbEpF/1Nh9tr7GxdgUWN6Wabd6NUG+auXNbyw9X8fgdw6IwOqF3vviO
dLTvMF6m5K+VYeFlArqUP986S3Qu2Wii4+QXIGirXbrU+RVNcaIBrw9Pg+rU/Ghwk4aJ0y2AgPAe
M3vywCR7wDmko5RptqKO0OOMPqL7ypdzbptJM4c49s9qpRn4BHbNIDu2xVJnIdk161OJIZg3p2mB
bW8P+g+cTkN3mJtlsLkkZNE0vPC6ECCB8b4siQyCRZ1KMzqHtvC0OfZq8nS6TZGifizaYusceI3/
wZnKwxkBBPD0NfReJ24w+YILnqEEW/qw3al6MCCUizBbIkCsysTA8oHTy2qtSBE0UZwuVlDq1KkK
5seYZbmhtCAmdK8Hmf5weFvzbB2c4PaFTHGV8OjxT02RwLWtxvh17wWvM5I30Me5228GLm+tvjYo
HKaaDtnCoZCbY58re9h2pjo//3LbmFBal1q+PbNCUVxD0nc+TFGgYrajgT0BdUncHKpgMYqxHskF
OjeLAO56nkuRwiz475hzqzklvqDes2ly6FTQciXcRrvRAwGNDO6WvQz38Be0lkAa2u01Cv28fhDt
NsqfuMy0OCM24cq3d2+G+Ff29hmXk4YTa4lcuPN1WZkPnojRSQbaa5vHiskBbD53lirtomCG8HNb
tzqUhQo57sNyjo5yySG5hO/+iIe8cA7r2gn+33VQWkRDy54B3cKN+nAT2G2PCwBM+85rWLR1kseL
sz00nV21rwt3/nsunXZ7JT6Qj5xIrKg9uGQ9/PEGd2yP/FhrgSmPvPWn0eDo+6xX2+iHHFn3dFqc
YjxEM9P9ue9arkRFMYefeIMX/F571xAj3fLSnXsS192ztajOevWQL9DYtbXeeBijYOBQJjdm4xg0
+4tVtu12RgsEb0R10FD4pw7gyk5oo2v3+02BPCQeI6t56duVf9Yg3ztLObFP/sWBUQ9/NSGCFBxL
8bw+q9Xwha46cgx4aeX3r9VYiDbdZ1dXd3PFRnNUrgjj530OZnE0QT+rAymKbX9XRPQTJ64DhXr2
986aoZrd0qR95y39fVE2uF5vH9Jy18W7H/xciKpfH22eMMksA5nnv+7+uNj+AenjoKuDV7IYM0zu
bftQr2r7220t99bMtXMeIid/p6gOyxfxTXBhMO9RmOhpGOYsr+XwZ5qh/Q5wY/XvHYFQcXD8somz
OdgotJSmaB5nP9jaixRUiwIHzSm9zi8s1ANnWv3EffOeB1GexsEw/GmWabhwovm/Ssqx2CjVUv7e
8dyJR3vxWHZHHAC8MdFXTVDue7j4HzUpHUSPNepNzlFJvQUrvdtOHFyZV/fdqRxk826b1QuOlmoM
UEGx/g69NY65q5p8+q9x7foxsAbAvJoJZEo8rXdxneIy6lN0OWCh1TAQXGNmP/7eJwNVgZu8PEvt
x4+oLQCu8lyGf7XrSe/I7R97P/pwU86xYFpbs7aSNdGLVh0k/lwGzln6zn6CNHfvwLvA9by+/UFJ
oH8E34gomS2L+a/nkG4+Io3gvPEqcxgiVc3HpevpGHbL2NmfqpbcoMInIuQA498dLL8gkg37mJ9F
bCUQOWHlf1VdAQwQTbfjRcot/wONrb6iantCaB53WR1SFEGra9xxeTrY65JRdCjMhHbCwyAN4OhY
5tuU7YuZT6NXeUMaGKs1J6fhjkqKKSytjEcn7hNOVwoo/ZXVwqz7TEF85LEsUDgxvcz5Ml7GEocv
S1Nc/2ZAaB9RulqsYMHgnweeSZdtbHLRZipZR7Q+lsU/0roCoG62uU/3VrDBehZtf3uJ0jNdclV+
hwVfik8hr3nBbxomyOfqAvJt6h4rfw2b4zz3g/tLb1H3vai1Bmy2DMh0aIrtg+RcyXqw3wAg37bE
PT1MQ/xrQwHkPlY0mP6inWnqQBrbVZzzZmoqhDlDvHCsoF5Jdl8sYdZqwdsfGQe+cEBNfHLzPcyP
2grL4UGLhiZbNRf+dxH11n9IYuWY4Ma3rB8bUxH2HbdcqtetsbBOthFthWLPeXPytaoPXbeOxclf
QpjXgSHsHklVfUVjZZN3IlFzeHxXAh5jHQ/Gr3v1g0eQBVC1a20fLWONS1oGlR4OC8OvzjAl9ebb
qGKa0eI4XDaC898+2/iYgDQ1IFvmwpbM99uwapv/nI6Rj3NBy1NZRW4BOLyYghm988djYftySREI
dXGXNkhA6iwPbToVmpgel37YA36qIGf7a0JkZ8cp3jx2bXYOdTNVj2O2U1wkUruy1UfQIKJJltKb
yBfRexUl8yRzxA2xCzrqEnQRM9x4XAaRKMIxGdD6IwZbgrq8ysGO12RVyv8WZu7Gx03MDHfeTkok
UhQrTmpiSf/SLGP6dPSG1WRil8hnlgjRarZ1phFJvlVqujb7vjnH22YA+GXxFAULiHvCrevlB7Nx
eyXxGpaAM2rXB2gHlB+xqWIkR95UMjgKgJS0mwIULxXqIhbpTUNlqGYshmvQF3twDvH8mcz4g9wu
jawpnyv5ZfzjvHrRDOnjd1Ted5X/UKxV86KKdfhgoclZuIXV/ZC57V+4a4yVxfuk2UT37gbVT424
DO0u2wSnNYXGeUkj7QaN+6dat/jRU65amGOG8p9hpARwhoHtUzlB6AN077NzDjeX2Qt521NlbfM3
VaRUT6+I59yk1XF7V/WVuWiARhJY4Lpuk6k9JFbbON8s7S3CQ9dpf/ZhW1fZoG2ot3qUjZ2g4rLC
1I7M+tkU7Xrhvt/vQhB6uE2vkE3G6fQid4v/BXWyYKkWdpQ1UbMRw7wUfPBhbiFnC+x+8RPojy0+
mMij/LZqlnePlHg/7fO8Xw/lsjXXFWauv5I42ngkcovJx9Soq2dHLvV8N0/sS2WHjDLBlU82rQMB
5iabZw/vm9MHxxGXD2oCh2TNY8dEfQu6KitWE6HHEMikzpvE7DHDuLOW6s2Pqvab8xABSC2b4tmK
rOJwu+p3OjjdKP+mmEwfoyiHaK1sv0EtovPhPScFAzKWwTgibT/3m6xuO84CbnJCCunQ4iproHC4
0NaNO2L1hmWitgF3LGIMuRxnNPv38b5yv4BWN2NK2vFeHpB4QBuLfjbNj7qyu0+vBaFIF89u3Utt
Naa5D3vZwmo5k1JbVhZOAYmGvvIA92Oa08jvieTU+H6bgDZ1Hfw9j/HBH4pSZU2gPfgFt2JpWHdS
sE+aNaJ7NFQgL5ccsAiSVE8nrbfqxwhdXh9MIavmtclr/EwVPy6zQ8uvSDkRBIiU2LHOpsxNzRdB
2uWVLprepP5ee+CLApXC/ShZlTLuP2mfdmLn2Lb9RSBZaDsHvC8QjXWuEd2z+28k1qTGIS4nMVXT
TVkTGvPfWtcy54eOmuYAzI9cd2L5+ROEfeFkUMR+kcaNcK20sfLwy/dXwhhobRyzVVLy6fV1XBzD
NgjvG28Z/vKpim9LbUodNEuodXa7MIQ6Q0IJO5VLhtCwcoYJhWHVj3+QWLOxIyB3Hvpw33+OvE59
WuZivtuYxdeD3VXWH3LNl/uNvK3itAgr+rFgNvESp2mm4RxMO9Os35raSXlRqgbTLmmFqdvOBGMZ
VKQgWTrvGRR6YppYEPLwffc3YBvjzG589lSu8meqYmV52RB0BGnozUtLalXoTqmoS985lkJZXACT
PU2Z3snVhTVvYuu0BQEc32A34+NOXJBOazsfe55Q1Pl+klvhAl0wxPF88vJ1zc+LM6B4MlXPBqEi
BpK6iir3whKElW3ibfdTzspFYGQH/jvuTeU+khuKQMR2VGln1rgDrgLGTmEi/dVSzOLdWnzQqxuJ
3zsLlDz1gGJNyhPaz3YC+9ItFy5If87QqILnrUiPwmwpehTZHtlU4XEKwTzTZfGD5byQ99OmQe3s
XNmo5CTPtOI66YPW+ooRtX5XvnEafoR89E9UQTvh7U9yN1cbr+MrXGo1pYPII/6klpzUCG0ojpfB
gkAZC1SVeAJuZQ3H9helrY16IDZXFkd36daPujZDmS5lFbhHj90MmqbreF+maVg5AuKwti+j4L4+
1SWJu/ce2Jc4sn+FJnGgs8ITMxYoZgWIZ53xsAiR6WUe7lwzUerQ5ZwDUVTz8Qqh/5ubIJhOUWly
jwmkrHcOHOEN98HKl5e2upxfTIuaE1zIH9wkHm4yewGt2x39fK/k0964Js6CyfWmY8AdEf5zQhW+
Y4nN1+MKhxleqzga/7i81+AfrQMipwLKsRILwJacvFaiVqELuk0ZnoYHW1nVXWWP3rEW8/IQq8Im
XIAr4bGnyeANieQYHPYGSwOiwGh0HxD4QpOJwXVfVOjtMh002aXXXC/eT3/Q8VPr6a3O4Prb5WDP
fveKCdBt7yTyjxlsubDgx6JcnKdYA6sEa+9YhxDKkZ3Gq963SZr9ra36oD7v/MaPWEJrgtwCBDEn
UTvqHj8QUhc945C46UQqzbWNU5dLPZBBhspzkYm3GI9Zd/dZjEN3xG4uPKI5UCZ6LUxSnBtQNKJQ
U0JR5T8SIuPtFOI52rIq3oe/qGLRAhdg2wZqw9uPC17sg10W+ZU4XKMOs7uWb9sY8Kzd2Mwf2ybZ
2yFVb/JxWRgrNXNZfq4C2DcJuIcRuua/m3YM7yGq1xekKNt/eKJCfAbA3CA0iFxJLynqtr+fSw/d
S7fM3mEq/ep9UjYwzMJNmFmIbrdEwez8QCcz/V1nlJMsBlX47AbFnCddQUTZDdNXd5Nco+tY9PHP
Hsr4kWaY5nuMJ7apsfDMtdK1/1w68/zUD/b0y1JuzNARz8uT5ocD6Fd+81Fphvrd+NOaGDV43+3O
m4psi6y3WvrtXat3i7kLG15G8+76oFsLKpG7pPXDbiV9vQ32v/YE8K7mmzjf+O0vE7H9bFXDXNNA
eTkysFIdeevhBhwfyinQx3rt1Gm3w+5brY17MbkfXMbJ6t5Ge7TvpDcKaFSPlcjvVJHFPVSfPzoP
CCinA3v08oL09L+imyWfBz9MV5FMJBqbyYJkJpQsbb6fmyL+wn9HxEd145+UPlmhMk/o4IK32wt9
qh0oPbHyYy+7V547V5pT1EX3UgGAO97mJUT5QjD7uvlEyBs/wv0e47h56ZrIgd7krk372DtW8zbe
SbIeOmv6jULhu50WpAjddtcjUUz4tyswVrDej2rsf+YDwZlpqVDiLG+lEqxXpH1OqYnU3Gco5YK3
6NaBdfDD0U07ds0HvwhCNOLKDP8Fwe5Q2mw34cNOseVlGYNRAv0OGiV81CMeKedHfOs83WAGqL2j
bhqPez/306Go6o0wG2WHaRDV/i/j7OJlxwD6PkSYQopeDk+96OR/C3pxRitSHL6C1rM+JhaK32IQ
3s9OtPYTbHb/bI1Ne9VSLGNmFbV7lNwV93Y/t4cYIPoOVp8pedqc9l+PzBKhTb8WSeSp4DChHIJ/
d+LHzfg3pdFsDuCszW+7RhuVNLFdXSn93k4RGmkIM9LW34Nui74Mt/7VgS79F7cojsJHG55Eo+Wf
wKyZc2h8lev6QGpl9yZtwxQfaX0HVIZtvZW7enVyY335OE8OjAGQt7MGr4t351MMHlLRvXYO0zh4
bxHvyrle5hI6YwbILOtXyb39fKvj5GUcQudPGd9MF6sv0fv5tJJLq4E9dLoRqXtc2kfItfA9lnt7
z4jc80ajSn+2a6/54HIOoe5y52oJQj8RQWx5TyddaZ3WJWrurA5lNsIh0UGv2O36x/VE8bIG+HKa
shKPYVevP/ZqcNbEHbVznJVT/hZz7n6Wy6BXDBfDdmFYEzPWES9/JTug/VyJ80E0bHvl91DkLn+/
zEugET07vwEEzA8MSQq1yhbwzK19w99TQZA/owCnRIAZW8YXu/UEWGSMgYljhNCaLZLYBuaF9032
+GNU15aHpdfuA2JKdWeQR945CDgSE3b700puWJEiz7NF5i8dQsio4Khr2CMPQIX9c6zqDUYfBPEt
l2P5UkN6Iy21xArcLHv5e9rybsJvhYTI7KL/r5hGmY1I46IkMH7M0uCXtFLYVbFpFIOe/xAzRj4q
YbAlBfi//sKroEB0vWh/67sYT3+MwwvjWHBzYl2lEM4fxquWhi3UouayKy+/ESu7U+gzQ4ntvbiU
3DpXtjGQoj0WYvruW71YCRib9e4WFNYjG8fR/pnPiOHPtZZL+3eevHA6GfyH9e+62VqLhS/KhwN7
y+6n0STqnygh/QZxSt3Z7QGdyVJlemzUzjLV0b6dNLsasOWse1f7Pb/cUjtX7B71dmHXMAj5bq2c
eH4AG0hQ0tiyFE5bJdrox6C3xryJoEBvl8Lgl/uxDHUePpsoj5wH2SKOPvi+jC54Yvb/iMcu27TY
2qk4F+wC/XPXMjQc0QWtq3UsBruN9sdeBDpUx5E9o5KnMQSrK5NIz2rGjBerrXzVGl3uzL1n9uiz
g3oIDn5Z9ubn5LY3uUfjqm3DteCjWx5P7oCqo8RFt9Mk2m9wDweEshEyBrPnGtewQEph3Tc9Kkaa
56Bk2G57q3JGhcYbckmnK1K7VWbuEhT2YwfTFJ2ddjQ5nydkjv7LIecApi67tmdzcXIqOz7acZ/F
CSlaaaYkmtHyugzw+URtlhWN0TZSRcbObB3DqFzkz0mEXMzRROzkI7KYYQLTGF2rphwUC8FbYDdT
d5lx2oWQIszdVw/JQMxKuy5L6kknJ/+8QZh5KFH91feFF5o84/cuRwsWzYnWX3wjBTL8YFm/Jgy3
1s9t4KT8PYZWu7IfbBXQXyJH2VqfBGQ7JM/sTK71SzAZe3ikFLhwLlipe+dEgsaAUt4bIGd4EmqF
MWpt2vIxUHB6iCJHyz14UDfhqenzzvwLgq4eYWpQIL/iasi7j96dbHjoxXFASNxVM6/OpbLLx7XF
BQtwTseMk5YYkfLTvgYrLBtLGleHawnD4NuiPs1kRNzRnYVyI9/xe0RueRSOW7q/ClOG4gHGc+Pr
HUYxbo85FFf0E2cLBgOrK3rybvc+rp4bpMMhOsjOzc+4KcM8IV1+2y/thkHvaYzLMYftD132i13w
Hy0SPq1InkU0beuWlmBlXncEze3LF9J6/OqJNg8O5D2ykFR0gfLBgGgwG4YnURAkJBIpdC3j1MBb
+P6JXzAOz7YV1iiVcSZPzQUr+wR7HA5Q6Umw9FIS7MQG7f+ymmiyv7wqyDGJLAbPCoXXWuVQnpih
btFB+RBPp14yBB0UP6FjZ40ZPXNyNzo23Qtne8SUPZUDWFHnKNf9rSzBIxKOtXBEelPMM/wKvFt6
JjsrZ37FZ+Ov9xRrM7pz0ok+y/k6wwn13w0MSV3RKfQYQPK5/V5ZvauffRRD1VNuR/DiGpBi+Ifm
s5VXL+Kvwa1UIN1OXDAUeVUmWOYTGsYl/yKRexn+Dbr3x0vnANgeUPkWOc+s3PRpCqelvSdpQcSn
MAK4OMuw36kQ6fI8z+wQQWgaL57r/cZ16lUHYvSX5blCzySOI4ggntYOG3ayhREQGW5kGOyiYykH
DZR6PwjpqICH1CF1J7PqYnEyu2p49o8RiLf8YGY0uoP/FqtrXf1Yl9Ny5HpxIBCGMizF3SZaNK6m
tMQAsV2Tss71EXTo2xl61qVht+um4c7z5lhBuo6m8jIdemIzoCVms1/FCv0Ay8RS/hrs+EQQ39ru
/CDqrQtPfgMn9LasLY1tGBv49zd6GF3BOuD7uluQCc03WfJWpZQEav2J27haLrK3XZ9TDldrTzKd
X2FuiJWpDhsfyrSdc58c29de99ALjtt71V2fKwudsCstGIBDBCqsn0xYVdVvZVeSV5Vd36GKvg+x
yuZHBqDWMcepsnulLh02o3Y4NXwkm3oPDHj9p4V3xdkAaXntn/vIH5vgzcld/M1JQTlDkNnlFJVs
VFI30bVTsvs3c5LEqWjmKj760swYmNHmW/spX916uSeiHCvszkY1P4d4SXG2kkvzEi6zzULk1u2a
Lg2xPrwZo+uMf3qS123cij4kQ3AsezpEnqa4H2p64xcA//vQr4X3Ge49XaCUHE3dsVM+hQ6J4igu
LOzqWPAuOvDi/L4NAxtMoqFSz7sKvNfNweW85KBF1xjfbRAA/QXpwgSBrZ2uf9COqutryD0LmbNA
dvQJMoIl5mHaF/sYdCCz58ZdaVrEH+MO8sMVtezPYJSxcM6zvSnXfhtmztu/Rej2xUdXk+TlokfF
QWsSeMd9RM1Ed1WXzGMdoA6qDBqhlYaG4uDP4AsOa+QymuvoxgBVh4U2J3XfGRvDDRlJdTimIxmp
5UsXQVR3SROtPaJjKMEm2cRQxl8DoYGjBJwXRVkQHkhm9tEbKm9xDgT2B+78FPlTt19wWKvuD/4I
CA9+C1e8KAXqeW9HiKmLTAnJvtYu65T/wLhtKBxYQC3yBK8wAufeoRv7jufLraGMdulLzKK5WE8D
E+x//h5oc/VMThiFmIMJxiTUsXrdrSIefhUCWYHHuVbH6gohZASQJARZP+D+8HL2nJrPqciKaIHu
ZODRQbrKqK5PLOsKG0Tjt83fhiCx4jkg9KL9h2pSF//c5dbpmYyGeHIU7ojZNua00tIYt7SPhxMP
oZsJR7Y+cGw5y3c8Dk11mZCp9k8BeoTipbHxXR33ygu7y7JVhkFoJwGqubhl77Myh7gKsXhGu29B
ISO1+5o7w51E1J5h8JmXUbXzsVFGVHjHTbzNp8K3bNln1QxXcMbGCSmf31rb7qypDrqDbgf7e+ua
pn5Bpu+PMxpV3r1ri57rWjkApYzq2IF/9VMc5X9RqU+LSJoJRXWmUYWFURbkKlR/rLXO9+28SRlO
735HnkWXFA7BTokktYSMFzgdgPxolrVPlK8fsW+tzhqEmW7lPB8V1Kv+bAfAdtyRlr1+ILmYO8wW
3D/2TxeJDTeT8Mp+yDoP+dmjcrYI1muzLXmyCAdDDeOpRYAl2XV+5PLnYJ0Bz2GrIi2gGGcD+3ls
nOomHIMidSHUrdW52M46VKeceWk69yHjfsUEWNXicwfqQNlallb84U09AQ4p8GRu1mQKvar5jxFf
ItwlfpatxYePze8314SalA7A1h9QQJObVmi3GbjgULtniQBre5dowMisEFzXWR+JwPvL/aKt04LH
jKjVvATQngsCAcrE1X6uj2VcOvoR26UoD5HZlPdfHlrhPKae1XrLsSK9q2IkQb+88gPKYPgCvKI0
2CP5qkpt4YEIJTjv8OJufuOg85alIE9gimA0hDUbguXGblaUUOfd6N9mZqneRDiviO79qazaoxlM
WPwzOccZilG5NstP7NfRduKMJ9ecBWiVBI4zH9o3DxnGRsSC7CWOrdzuz7Z3+WJlqpmZJaZh5gUJ
unkLf5J7v1T3iG1wdVfzTR8whFPZnst+stCg0LVBWoMZa3f76Zl49m5URaDusBWzUomw2qqVGRIf
12+yRYbhpH18aGcTr01veJKVWF+JmIDBO6ptBJjZ/BmX0alj6ikyWlUdezuKBYXxqY4kCy9f9eKf
Wn8KUFMiZHJcfGXjmiOQ7zeJ0W7Jnca/53Pft8dpLVx19Mw8x3/wpHJiZVZkDN0osnS2n4r220/U
YN6n8uyVW0whLirvq8kHDDwgMyWZwXcmu7iznU5gAOM5rwb0IwYMKqO4qNnvTTE44wfT56g/nAU7
Np3BXFXLfcP4IM8MYuGQbRPm8ebC896NUbYxVeGqnUMuUMEeNZvop1XjtYhOWtSTRD2aVzvFVE1H
Znik4nU86nrczKvjtmZZEJcuRedBPijUm3T2oDUazyMuscoQW7RP/ZMd8mZ3wPzjziOshqpYX9Hg
i+J5Z33eftcoVMSXT9Lc+qeWFDZeeg7WckdpatnxFx9rv522IUAPhXlyrWRmtcqsyO10xEptzd62
/yW/DKsTw9rsObypYYxGHDKsKIWb+MYAAPAc6lnohAwMT8Swj6i0ub25cAN9vxNhPA4H4Maw79A3
jHPgZh65Ef9zdB7LceNQFP0iVjGBYdu5W1mWZMkbloLNBAaAAQS/fk7PbmqqbEvdDHg3nNdUp3AO
+uqV3QodyXLSDmL5Sddc228kAXf8xriL/OeJBmv8r5hq4/91FzXM9QZTNJT+nSRJbYZ95rZze1Ru
OXB/Dyad44SXVG5GsfOWDqLENla6p90i3bGUR4neD5bBp9N+wm0vw+My523y1OVwUW5AnKrxuW77
RNxr5WTts8Zird5VR7TrUJg17e9d3LhoEzhhxQ4e5vvyUyD+Z2dBfJr3CG9RbzezRLvcukXIakYP
Cyh8XdH/o2fXcmaFfhK0178Bj/t2mW0S6GuE0rKwS/MKwfDsgjlsbrLcXeVvIaRIn+m00d9nTK79
duf1PJFPaVZF3kmhcIX7uOMJdDNyXagj8KeApE/vAhFOCvZT7OxC5/xiS+WaK2RgZQYRYBkWHkpW
hcEjuZw1PEUeyKeSDyWYpvGok5TcDLa3WWnyCBuXl5kLLIp2lAji5owtpfwVDnWIsjPla+nsG8wb
MfLOJU2mdmzvKIh/dSJx9Be8mEZOW0N5Ejq/Vc4S3vTGaxdnt+Jj/T+pLdSRyftW9DBpA6+ishvS
moHz1wQcR3p2S0bZciRGacp7oajesOZ6DYpDLodcnMYQ6aoAQ8FscRmWlZIXPfVuusZTI4rYd3xr
rmUo9pqeSIDJlX+mid2Gh3Z1mpHDR7MCAehosCV3nMFa73GmNWf1njo+cAmfJ+t0N1Yqag+FWibR
kyRJ3eiTo3oBV4wWMCPZ0EQtcyYZGfxqUlfOBwOEWLiiCS8t2zAk2j7siF7m0LtLihxzdZsuRdky
m7f1GHw4aFXhk6p5YJ2LBYvjpiULTEmQd9YMqaT2vN3QRkmBlljlbXWZcEormEUrDzPALAqNG1yM
Kg4rfzB9movI6uMA8mp40QRIrs+3Loijt8Yyvf8FnJD0r1PUSspcmb/E1O9aLNQ3CjUuJJOILO3b
3KWBPijG5+6DyIDNyOFBKym/Te/O/RPBR4eDHBVFbmPSF/785FhIxvhoXrHuiFvK5ilppmuExVMe
x3+dTDQm50gaJ96kncpUdFt0knC9zol1HNaxmqejBfNS7kOgFwJGgyZ/cVvnMS3gNFyW5lcXhn36
0Ncr7qMZJ35Xk3B683YsdZvMuyn4eHvOPoJn77GpkJkuEm283gs++zTd1kuehsc8TvTHcIUB0PFM
LVGSOfDMZzKN0BwvaH0YTsxyUF04T7NE8DbuaQL+yZKwRJtnxus58/v4DtXbCp3AcGIjPFtzsI9I
dJJbyygSkpXonQ8J23R8wZoa21c8Y/zRTTcNhbkjiWDW6z+MhNqZlOaJ344o2qWXtlY/eIXO63hv
085DhM7GgFUhxFnptMytG9BpV/5o73lvdphSzki/g7hlVw9zgdlehMwEVS2GhvxwQIygQtcq77M0
VM6WQuioPxc7rP2J3HZXbvMyAoCQcNwhaVTmBiAou2cmIZINooDEaFFpsui7sAhk+rr0XUqqN+wT
N9zw+CoU84cPq2eDNLYIujCJ4kdOaJnuSjpwyeva0rSnallmPNb2pVexSUmLbqRO3qnYoWAmcq9d
d52bySS8zz2fk8e5DhW7myPV+bZ/JIMzFeKZwSpgdzVbWePwpUrdwJwXLQFQo9giQueNTWN0pqoM
DkDyXP9JNm05PgmLAv46wk7w3t0EE/SQASqRN3SJ4bnO7twl2SYqRBaBVoj75N5MY91c6nLoqIjm
ZchWl2NhQ8MyRR1A3q+I6NqCpG133ViKN+5XDaO9aGU1/unSqefDKDzvYpLUKR9oxPWMgrrjKLNr
KYW0R2fuMYg3hBMp+e2ALhEEwLkr4BQ0pDAKSh61jhlbqRVket3jAKOhJmT4mcOcMgr1HqbTnD6g
7DbliacNjhR6n+MnH13PqffdauWjGvLpkfuniIgiRgvYC18nx3Jc3lBjJ9oFjhFxGUsodvmRGb2q
80z5NNxVvKdUtS3zFj0zZgmT/ywzkkrjNm6rfP0YQWEAhmNHVEdegdB3xqUVhO0071NFxpRgYFF5
/h5YEKm5xp2T4XHFlUL/J7SSEkFzJriXsc0Jm0OmkOXJL8exKe6u2Bu9l3q1JJkGxrD2oUYUcMvz
dD2XlRwkKAW2u2keOzJKZDejKckviFTMfve9SakrkLgX4/SPSZi25BbX55q8aqNKLr+08UCCHdjI
7rU3TP3W/bsOKlUBq/x04TsHP1zqiYVBU8cnuq54EDv6upl9kn3hNs8AXpLInOM1CHt5oXUyVvcU
dKpDx/Bd/0VFnxMEopoQ3kgNFZiI700vnokmxtd+NN8LBTHel/lqntElkvjodl35U+TkUTfrIqYg
RnV1B6fZrDy+goMzpevvkJviJ5tBNrFBCLzYhpEyuKnDRZt/HO+9xzxsSwzNqUi9nZioK1GAUv7D
MqBRHaSTFfXZSfz20EhbBDQ1l+Fp9q6xDoLLc/zHQ1LtII0YkDIkhwhWGgrL1S8NcbC9L3gL118z
vU7XYypPixnRyR8C88pzNk6CjRt1kX3Ts+WEsWFU8uShQ5q7xlL9ab0fevqJNBZXPW897Q0MPuF8
nQjCTrC9mT4QadpCEV7yFzrm5K6JzR8GXvGgMeJ8iJ948bhfUhYkwCn9BBcj4qI7knZmMJ9Bg/lc
ox0T7XaqfRrwBR2wDLGnxFoPGrv6Ozy79u/stzDwY2JSLwR3AoIOYFD996FJWLMhO3JnJzH1qr5U
SRt40M/Txt+3w1BNtyVJRvUkWIkW/CaAO4a/8yac/IcsQcy4cdhxqm9KQgdQYmTU+Po3EmYozvCx
5KUf1ILcHrVpSvYGzOsxzQpAuvyyTn2uZJaNhFLzLgq+SOq12t3qCjDcmUxOXB2KYKW7FXlu6twP
pZwRuxvLxLPB8k3Wt6IWjbkjSAQUwvxPi4ezXTyGREUhTsgxXS9p40Tjh8PbMhk5LiJqoqq0Bf8G
+2+8icgbvK2ZCApWHZbCrHKuQO6Vp9pFa105O4xl2SLCpk287PnilrShIkFqAnuvk01ab0W41sS/
wLGhkBLTzdr5d4BgGpI+S5DvvXpwwhuOUZF7k5PFm24c6lAhOdG6q6ffoRDKubgpKX3kd7H4pODS
YdYnHw1ffDqpAgfHAgVhzmNd0zrt065+IHS6tJy4grjee0JzYOBcY3iqJGaNYLwAkanJvEcpz6nS
429mqiGgXDVL2O8T2S7RQVYprB0fCCIlwoqCa78jJzJ+MjQvZpcwhVMorYz9tThVhYLqmwDYUk5U
8t5XZu2uJY3okVXk87yXTZ6b/YAFWT2azKTBzuWNXtxbaa9lBFP9Kenr3OdEE2nkecSf95EU9llV
ZKxvAwcg183CIxJPq9b+RdJl4ojMoQOpfI2pTD0h0tHmhNjkBkfl05wmeI5i/qiDOjtLHnlUkyZS
8g+8e8phk/AgS07X+Eu4ATfRe1wJCcWxcIoiCk5xacYHwrN18G3gS+Q0R0PW/TgkW62m1DWrgdAx
qLRCASoOJeESvU2ZsQWaWM+plwUlQ6Wt2bO9lwUFucu4z5PRhEBpt5V2xxmSheOknK877x/PU0k4
SVGia9pLXhJmDY8UyYpp56GGrfthsXmIrOk3X8li/X7YLonqPmB6UiQu46lJrrsORyflIkXBoC1G
0bUn2NgX84UljJIvPfNBpxxX0cYRJPeucLrTurjSPgHxoE3FbD3YV1sQMYZM01ahfei6OvingqD7
SyfUFcdUJPl9kHHE3FflxKnKbZlRGJUZCYmHD2xYphVWju+CGOt8yDlsneO8hCA9Zo4EQLGWAT8b
VIWrZt1EY33IyLA8E4uvKG/RIr4FIdjRHiez7R34PYJnql7tp+f5dXmq+HKag9RaoClAaLSbmEOK
c+EvXw6VE6/lr14s/1e6OI5dMpeFsDuQBySCGFq5cdGVIswKU3wHMppfYp5w344fJva2VGOs78fO
Va/8RkP4kTf1MH2JAgkIUXus25NXzro7F1JjjKquz7M9JjJ8lDwd6CV4ljI8rkhX73toE0TQi7KZ
nnwi7fbkIE2DMvFknd9yabVfrEOW0WHVZfY8IQUGuz7kdL1vCEbNXAVUL5ELRJHswKESrc7ZMEKa
RQ+u237aehT5loubU1HJaKj2PusY6q+6lUClELayQVKQboVf+TvXwSbcJCm5ShpnSs7RCTRxDoAj
qTgW0ibouZHsnk1jXb/FiVHNbpnRyP84ZdgvZ1+BDHl03TyzV0oUC1aJcvcyBtqgPA6YqyLQuqnc
AQduk9K7q/ZTXTok0MDCifvcHca/6HWO+Jkgm77rwSurX9jAJEFi3OZ7/EHAsclq/DNeGW/5XLnW
OaFyJj9IT/KSOhC7aGWERb8P4zh+IiM+VodoMMBZ6H96sJfBAzcABFgmvZUajB2gFsrU5GjpazwE
tFyRATNVAh+oV4cWnxh7fztj9atXuqP6mCF6W45YNXgNIIW9e5/BzanOXSoIGGdBvoqLSrn9seG9
5CF357bbjgv+ygXFcJacqHowfXPnEXPsedHsqHmOPTACa+590pnztgMB5hGbSuJfhnGsP2gumH8O
MNUriaCzzKhkU91DWmdNdiyGxD03vVThLZIl/cqhvmJfGK2KlxrJB+Yf04K/BcKaHC0GI/K+kB4N
cIcVhneqjdWDy4JkuWUdWPtjuHDwZGeWiEeoeCyOwF93WFrSYNxuvLL1IhQRwiC7uo1r9hjP6RCf
OAlgjM6mdomcYR+x28qs+pmnAWHetSyGZQfLaCVrifEcpEc7qvW+jUX/OGYmlMfoaohHmDbxMVr6
AWJrSjegvOlY2RUGh5Yvqj5hg+QMycxa3l45g4j1JemRXbw3r3fEqPaUCwuiADRNmj9mirzqth6o
7x45tTUjC1ij7MfisN1kk5f0x9FU0O4CigfvBblwjFJm5rcIrgejH8cndmREvCec0wJUePycJVWa
IyfNtd3lleBRiCxPJTyvI59bjLNzeJPDMXT3K0KX/QSFgqf/ZVXXUqV2s6aQAAf7zGUtKrXcJCcj
oZIblz8ZNy84bz1vmljxyCAfwhO8fPIm22BnekXp5WSJuiJbrCXHnOfNmxzS9dQN3pS/S3fNwCr6
AJLmQ6ltq2lakNTdTSYCSDH4nhds/GBO7yHsTrhJipTIgRgunpHjOGCFEo/7jRS2ZpsSjdOasjSv
r5V4/TJO7yX42gVKULfUuwBgWLrH94faq40PPocr5OJSx9Snmd2V94kt42UXN3ZmoUwxT6X3zCqS
uf5ZlFI4CFnSA/EBNuMFvwlRsQJh7zMadWdfx6CmxrZLPxTOS7pHkkMFL2XvT6e+GamJJ1k+XSii
ieQ7sWAf3nnG2+IW6ITeLSm5cdyUaTmXfJQII00CL5p4Rvnj1xGLp3mLCov/oMwDM/zSvkiYc/+G
if4fveRegh/wxcpjcmiHutmp0pAppiFk89uQKChyTmVAfvgNIZ2zD1Qe7knZWHk0dbqIg+20tL9K
n4WhGKlp0l8UXNOClJCfqWOiG0HTtkfW3VQrkVq0YPivNZIkjsapN8VCHisBLpETpa8O5HWYNmOz
yKcIS7zflaNf94el8CeAKLLm3ZknqZnulr7qLz3XOl2zeHWOTX9dpje1yn3KVOUk+yoQ0+2qVo8c
+MqdfSNJltKY7tR0rgKq+Lvcn2oKALYkFpplHhboht1fPUHDMR5uF0roTFCro2/bXNGha2cObC/a
4c149GcGmU1sRSX+NCONq02N4P/DKzZ/TAYa+EeqY9WTY5wQDsLVLEJ31osm0YQH72zgeOBNGW8R
f+Lo2ljhWmFyp2UIbUXRNN1ZTxWPGkABf36e898Dy+TMjl6FJ/+gs0/BhmDgeg/VaMy3qEcxeVOU
O7hcUhAhT2M/JNQ7UjE6eBSy+21iZ+dPNDjjQpHRY4SbKpBu1O7Hr8XOFLauuAYCSRE73NggN9/D
smdW9tgS+Lp08QgExAuIWkExNn8ilNXyQVZuPlFZdoAb8shs9PjYae1Teqd3VB0LN+IcOzkzdQQW
e7X4CCurRvQyUCNYUkDS1O2a8qi7oJ/uFCfd6aRqk3/NFQ9hlFV3ecntbIL9ZFdwTiXundohCHGm
gabtqq1kI8wJcPiMWl9U00ualyI6NIEx08FURn0XKQft61A8PreVIwBUT4TzIO5EAWQdYrSGLvEa
/paE/OW+rm1Qb5ai4iIOJS/+DZO8eU/zPm53sm2Dagf0Ycbr6v3k2K5dSSGwL2+b3MrXEeQEIcm2
rf8QNMzlTQ8L983z4ejcgC8KnvD55RuInRU3z8+HS5LMEw1zgjiE31ZrKFNmyxrIe+JpyV8c1Tw+
h2DfzIWQXafu00i052noyZQCjEhfKV4DVZ8ltWqCV1Vv78Mmp2Jf1lhwxTxXwR5TYdqTK7T0w9Qk
kXRYAtVfsV0Z4V5ARunfaJ4baw4h8/x8qHqB85D58LgPPQsLsi0QivRSZwRZdvQUa3Oq5yA6A0gc
jyAMR8oHpkhJbhsOJ/d0Kxt3X3bWodXds8uCMhyhdJ+47bEMCjbnjETtmPxWW/PsqWM3OgAmW1+9
rPKdu6LDrLoi0DWdREgB3MAZuGwzlh/4ry6XrO3nNL6XUZU5z1hTuEfJIvR4cSMVDOdF5VIfSoLg
zqZy0vTPojJQFJITH/DdxaeOFQ1L7p5oRzL9pi2GyIuqE4Hp7iyxeKdsXiW8PQYCE24NtXk3TLGX
dUTIbYVAFNgY33CN27bZ9RlkbaDj+Th9eH7KuLHJhmJ8ndkJhvbrjXo3jU5cPstrWHgztqmjHmrN
DqnjKFlWeKYS6tjjWLkxmLBZEdxZVc08OwxoF9uVnB2DI/uu9O00J237PUA8eDAjU/dtpkHGEkEl
p48QE4IJ34xDFbW3KPyAxeDczYrUhMvD31gakLtuXaunOozld8bv+GuoGHbo+PNBIlrO8wt40FEj
OMoV/ze2QPdhnmMP9II8eNC3MVJ43tftrozXpD9FlswWj7U69S46TuPLMtjgTSRlc8/6YsA6HpG2
t8L1IXKFsQ+pFBFz+WU5PsF/oWA+3BGaxDPPFwKclNInr9t5hdPGn6thW8aF7YNJcSwHZnKmTLTh
XQ+/jhKxAxURLAqPm2qkmrH1Q9iumxgcziveLV9wZduM50IxL+OB06VMdrWYA8DGnVO9DyIyr2DM
0RB7kG9vZCWy+pbVds7wEeUxy/LcudAHNAvp3gNgFndtgN2AU1lW39bN29tCS139HfzA1exoQZbm
oJ9AO2XJA6YV52HglfNsRxwuE67q3VCNo8rS8L2diO5XryNLE+rXcVzVXYL723wmIhTqkTyU+TdC
7au20lu9P5ym+vYCo1o3ZCFM/dULp35sBrcmoBf5kOVs7aYE173RmjtfuHSJmGhQTsbU1fopLQRm
Y8y3fWvnqvyegsx1vlyqshQWY23jA5dFxizD+CV3nh/TC8IiDE/LgBRwhnYzh0/4cLH73KycRHj4
Np1YbqRb+MlTTG8+2JHoX+qL1zXjz+ylbn+cTCq7GxZGSqycUmBPtobc2UYlapkR7+zg7owfoS5t
RuGs6pfswyZ9JH/rL/yTrfu3q8s0vPgi8d13+qzTczfKzFyGspljKhGeN8B7JZv7yGwis5eefkK2
ncmtL3sNHvZ5IQ7YYTlMwzmt0Nx/dQB62bURTOJYtwM8cM73EJeoJ1QkIz6IqUXiLoG8W27mhLwn
W8VYunCqU5KXNO+qtD4MbkIoLMWe2YZwovdAx1nJOZWhEzxqw5bB28z6I9ErVU/LFhcMWbEx6fJU
2JylXhzdx3lrg1J81Iv2unzb5V5jNk2fNeSzBdw7MiqqoOnDoQAkos6Cv2GHZHDnkrz6DXGvco8Z
xkQMRcgfn4XhJbWLis5fWS7SV+OPAI6G1ZeizMCm5cPeN3zPhGuG0kNaWYdO7MoKm/m2UAh7vmim
8D0e1RR8JZw+zwMLEpAB2VJTfwehDYYtB52OmgF3BHGIbEwvSA0eY/3a9LflyMrJHbW4DM5qx1S1
LVz8rA3UPP3Rhl6BX99pIWgSx+orrVsgEXoNdYkjNRL+B+e7/jhZwAQBFjr8WRvaGne5mSwmV1Jn
eAAdI40aJp9RjVG427DRg+MaJF5SA7OWDlNrO0OnA8MZcy3JUA4P7FpBsMG4zeOtqI2FZDqw51ET
PteQkmr2jDBmdVfoIGGoE3GIDFFsIjHhlfD3sJ76aNiyu7ZVKDie/8qJPYLEH7SQxeoaMktQiGnj
81r651lC5dBxdffNwoCcpRWMFDyKM3S6jTtn4yOtz4m3Ny/IAnBkYl4MMZNvkO/QGtJyNpbRwYUP
Ru+ZpLOwYjl5HI6XDToMbU8Ft+lpIL5KVlDCUNkoEkPBDibk9FHUK0zRGuWKVSthE1V35RqDzohp
KhDrFXP3vg4Y7td4UQxcyjTPcrXTkSsGIA/MA+dJkZnJOLBV6hKkqUutUjg+tOB6Cv8FqYus4QSB
PJS2dr6I15PyEjqtHqal5yGXgfLqUX+lfiNpASA2rthFhhbqD9u6v2rGHmWHa10EfuguDRb/rfcL
99fQzF27x5Amf11Pjc83Mc/LD0JJ8yooAgqQXFg1G78JJjbwoJzQnYC814CBiwQ11Wb96Golv9bI
L6CJYtKwLK8JabVl45ih3NVRhIKOtrrxgqR5LkxMCkkaArf8anP0bWGqnvjSIrstoHgoenBl6Rzc
IurZD26vYdumLvpH1fR+TsGzRHAg6jYW28CmgHjZGLvKrcd49jK1kXrk1SkBFAqe6PQZWxbbR6Su
3xrXkJlfim79PTURIUDuzKbYxnOUPJTezEGBSXuiGOk7Vm4mzyckCmmzg7eTUbI7ZDRfki07nRuP
CaFCASf737/Ng79+whCoYgqbpKdzDEPg8mIu/l3nY5D1q7v8iuNagHMjbMUxjs+bM1uO9mlb1nyE
3eTQc7P0lF02ajwoP15g7cLrTTbXuOWRtTNtSsdWU26vUEPKbcX9fIZvl6iLldjBmwKuBX3ZIiHf
aui9fBi/NoTgQcA+zbWPryTbLPmWlGlhmEQUfw9xHyVvnm0QziVn2Gc0Tv6TJOt1gU05cGM649TH
+7WLYX0MUPfWvZ9k8qnMveKzn67kQRp3zqHltVNsdT9wdUHDye4jr6FPzOkBs5APgrexzVIO03Ge
Lt12Ka+jSNO2nJKkH3X5vpuDAdGvKhVhCnaHvZIuxW2nCHOtYttUn2ePaMhuJGjw11md/C+bgLSP
k5/45yxq1t8zz8Fpmw4yfl8WRxeYTmX5SjnYvMtG+Ak1sHB6SIAludsuMLD3Zpe31qZklP2VDl6G
gBtNsIOwsBn6g4rIOkIEMUR6VbW4VPHQ/U4tqtYl48P7JkYIRwSYHCP+WhfxJSbGWh5kBx2BEMA4
7dspix8iYZ1pP4imuPWbhUdysGRVAatD9A/z0CbftuR2OVDISJ0NO5T8Zg88EoNxxqZAh8b9ZR1B
xBy69gum0yQWE+yE0EBWMaO8H6+IPRJ94SKGUzkN2VPdBGAxZgL+xW6BXdxtu240UKl06YZyYwLf
52JxTXihceZ8pshPKWfwpb7ns8S3HlgJecb64jegBZRPh5ZtTsxYw9LfdBV69y5JA8v/Qer/FWSY
aWqDxeNxZgTUT9mdIjX9FASgxrsNCicDpNDD3PpdkY6KD8kArJ8qEJqJfpSaaOyGjUrcve2qgE7g
MufJTS7K5Mv1NaHvoNPqn5lJHrAipDMjiz9HwJ7fqwcZJdw0Xq+T+ysdgDQal1VH6A2JOiDJT6Kj
9Y8Gtvf0LukAaMrIbFhYIBORXGK/TFaeyFb3aAmEGOaRTbAuR933WFg0+oNlihQncKlYmjhq8Idx
snnlqCJZTvjNlK66WdtTxWIEzoZxXbC8K6WTLYpAfZY60sk+KTwJZFlFxVfPg+mTygQru7qxSwsm
7ALZbmlHGqsaffInTftozbZNoeKxu6w6CJIzQnBP3zYlVsvHr4WewtuZF1Hzl/U8lql2HPz2uhJK
X0cZMG4NI0WfTumf2CMwtkOUzQUlMyyZo9+3xW3QEDveXg9zEPvlQh3NUgKg0Sn1UG3XEs1hkoVH
5z/IzCeedEj0wOvb5dYCOE9Bx/vslufD7RpDbAhm66yeBS0LFdHsidn1UXJ0p8ico9Gcp1Xr19qt
+HOso7D9Q7kgiGxi6SSfaQbVilMZHYNNS+a6fjR5PbCRpc7qrxjJNT1N8Zi8OjoxlrxhRJ0maLrp
n7IhHbEGeiRfjAOaly3RTPV7OH2JPqaD6l6ILWqxmTj2gq1o44ZdOble4teRDYcvBnY3YYIgHezJ
WwK41jlLdewxpVjd70XXus1ujMfgHs9nGnkUoLsmG/patboxni7Hrxyb1f3rkFf3eUsMEt4Oxe+j
CZboMTcorr/70mA7V4Hbm3NXJw2FcNBpndwiZpXyc8LvHIddW9A35kxhc+q4G4/Wn3PLcMPNRUo6
/pmnEQQgv4ojb8t2DVLALIPATs4qJW6GhAgmS5XKrNqMoehZLQXVafAfkux6DOxZALAC5CwiknBB
XVdEQIyxW2y3AjgX0ZBm2feuzDTUbr8OzAOPlqL5KzC69SlEuGXxx4Sqv4EilLe/6Ld39tmrIvts
ibAiVS1zwg3eRdALuVZLAxV+rfxfK+p7wWs8nYtX2M7p8rsYqrm7db3R9+8KVoHzuKuqEJgCfYHs
ZiLLx3qjhjrcPo6oJ9E+rv83oCr9gJJQQTzqq1rvelZ5c1QVOCwbtPZseEgmbe1JyU7f8HrnVUPf
zsw/SGKsNxLkjwgd2IyA2dT6+jW3VRvfmVqkYudO/MS/5VR14TutUi9+imG78mkTSUZ2hZRFeIjN
WNMDD/GOo3UPm26PV5S5BzNN+ZHTeBlvpfEx2rn8pm7TkOQdPsmEI4TCOSLzmFmDeAe0B4hkLpdZ
vdKWAoSRJzqb7rEEOrHvJjT2j2nlHpF8Z3B8D2QaZPkEbwyHJIwm+UZoUkWbUVnzUAwGwlG7zisR
UXiu8SmQol9uMHWV/9YN/TrvHKFZA7nB96bTbTLXq/5hFizBWdO5GB8HFuD1b10QcZmgpSB7CBLZ
XPQ/Bl+XPFHcEMdYvSGGJjqRtWdNpiGuw1DSsl4BGH1IdQb7qL9hImXsakj6hE9sp9DJawCsi+Yr
UYzsI/Gjwn2GbTiD/2LKvQCl0fH9RAJluJXYtUe0j7YlhU944Uy1BIjP6qFKfgHjFLg5BJ9951zO
TlS9cGAkKA+YX2p33jYVRZaXJNZt+EIJLAAniA5HhY8gpLMdAFhQGKSS7MI6hyHwUpKFiI4c990T
0QiZvGD+sZPLI1dZ7vrI+o+mKQt7EsAPbo3JvZcsrSkgOrQF9vXUlhfRumhveBY5eJWy4bCUjlz6
2yWY5e2iro2SaMI7e2ocvPTLSP+GVi91EboGs4XOQ6xwdM4rmciCFqMLm/AhGHI2RwbrYOw9NhJR
TTZ8l8Gf2sO1/eCeqsSeoCeRDyYVwSt8kmQ4/7A5nuBljKTALjcZ67lhab1FseCQG9OK2MQh7+aL
j8il7toO955mWDbeqdRJSQS6QPhiGmkp9VSNfU8DAax0keIHj4Sl7oIgVS+EnNpPZtg4+0z5NT+n
eEDRrH2/xkkp1/YfPTedoJdJHw9pWZaiOC9dXjyRwl7z3Qj+YNhOYF6hl2Af3KH2aow5vqVSbpVf
XR9HgjbXVjmNvxNVqJrnzPaDdwjXhjl1XMiugk8xq2X/lxs/iKQRyaFOW4QCkRQ4Ee28gPPIGpXu
QkwlrrqyNN1u5n3svAkk3eh9HJ3XnMYNZYrOOYYxr4qw5RPesBjCT+7Y8LLOSDdBx2tdUzDyObKm
vVPdd+GyUjIe6xJ7UisctcTGy+3os6aaYxooc5ZwpM3Ur9QXku6uk65+tUr3V5zb6rmPFWqxc6dB
pIePkPPr8Dhxt+tjYrnj3jqf49Vm9ODNAZ1L5/pYjSL9KIok/psQIeZAsKbzT91EDcsehqkHSQDQ
/Zceo4blm+zeaYnjtMsbcy2ZDlvO3m3YEpViw5cpOIwoqlqnDAWT5jXrSoqz1wvgQiQkqJGuJdsX
jiUVjM+Y4IL9dWUc2IeU0CmoU4Wpu29smZfbiGRhdZSuKln12ahvmUq3Y852eoKTTmqCU85hrdsL
Qv63KsXW36GsuwZRsfcNiFXa3uSca/kwWyVwkCCluG8QcaDSQatmBJzjxl9vl7UC1usFaT+dmmjo
1cG6iO6Ec5Qvt2x99ZxTTXebAT2oYHT5EQnPLasZXRTBmJbTLsMGexKcIyGKwj4eBsKrU8l1aJ3W
/g7/3zZTqaWkauuz9u2OiP1y5iQUFne+3/XvTKb/cXRmS3LiWhT9IiKQAAGvOQ81z/YLUWW7mSeB
EPD1d+V96+hot6syQTrD3mvXw1EKFQBFGAyA9lRmww6bVocrB4LawVONPTghISEbsnSX+VAPsc7P
dY7mHRKKiJl48tIw5VM2nI8J+6X6QVAhrNcgUFOwH5NQ3nI+8qloTzLI/KfETH73K8iJkSY8ZBnM
kW1u+JEQIgaNrWLfiSs7AsoGWJ64glw6o6VdkhLGQUhF5ateUW7HWaq6Z38R1dlXVe6AufWG9SAY
jnVPalqHfzG6V1YYyxKJ+jq06bIz8sbCZrq07iaHYf2VaS3rDafF4PA0gecn+AbDxVMloy4/CAqO
W5JJW/hfPaJ5zOdz7nwLz8XfxqbHr/eo8YyXbyfgE9WJ9cP6ssq0j+ejxI7kU2Bj0Zd8HdZjM++t
jnNF0oQ+pK4TSs1UOexhYeph+9RlceA4cZ5QMHZi245YrWPS/UpV7yPlh9O2yVgpoK7WHp2paczv
ZYjKazAj1NrGzN7jozKe6qEnwfZRlJIhFe52qZXmBscOEJ5ppsWMtl9xEdgGXDErkRXswMo+U2Ux
2tdGzaXzmaFBvGpThfNWwctZDiQJEoTaO+gGqCiphAEbrePniimoPiDFA5E8GhBF6IfbZw4495WI
kGR91n1Igcdus22olWY8Z1V3YzAHQe0AQqjGL4LrEHUIdEQoYpvkPUEJ95tloiz4DmcGGIijpHdq
66h+FL3ffrfNjR6y9jCT+zhevLvCGbj8x1XOcJWK1r3WnVjMT+3mcffsYmA8UDB39PRLoJo30dVB
eglZdFcXl0HZ0c89jaRibqT73LE+RPMhlPz2xe1JySNpyf1rgxYOihdh81yAH9q9IpokoTIxguG3
EGm3W7sUyjdBkYQHsUPwstdlnhJ/VyOHCHcz30K5v7FUfY54ojwPdFBLw00/6uJFL+7kHn1DAOcG
DgZDFvZqgDQm6WLUYWZunOTIMlmxOBzSJAyOydSZ2zJk8NYXP9PzX5Iu1L+ekugOKmSGQEGSXn0c
dDit74jJqTYCMSd/tenS8V4LJ3niwIGQhXB5BCvmgW7deCNV/vn/GSFfrl24INHA60T+GcOU7Ge3
x1Cyh1TOyVl3WeN8OwPOXil1GT2WWR58YPZo3V8sV5voxTack0gpuQpdgpTXLtiKwF3HX948uQ5b
o5v0YZdlfZSgBsG6vLF0ACjk66zT5xwwb/iGRscHjcVS1Pk1rL5/BXW1aACChcAuFZcGCrkJPPjp
Lv8CnGqAWQeKVXOxIkztzqfkuUPqN6T3fEXVLyydJaEbQxdOxD20w70ZQHrCuO2m6TqKjFC5TebV
KS80X3nznTIXUl9+NwySxqEpiehi5IpWnZ6Ir8Xw/VLhgdTyOXtqcrijenTuMP+BjRkxsvyGdRBH
nAFuMp21jubmVIXodQ9+yIF7yajwgpPrBcl9RSe5PvndiuhjCNc5JTAkk+mZLhg19sZlUZlc+lsW
9xOagnU9unnQuY/GA0JeA0tDCiBquFa66g1VasNvi/+xjGXw3HilvtxMsuu+vS0IgGV4TwqQ1T+5
MEvbTaikUAuTK77DASgu2IIVS7g2StPhrZzsMP0ZnXpoRoRfOlxe2iirnL228+1Bl1LROlBJvaWy
JBl6Y3mQvtnIOfLXTeHg7aEhJt6TsLmJz3FHs3Zf16G6rERbBHeoK5kKRrzi4ydDTFMd48pz5m02
xCM0mEUPO9Ap1bgfGFpwm0Y3G+y2Ur6av5ckGeAT8/jO47qNw9W+O4C8vccArBfrZ/KlGffvusXB
BH/r2e5Rtev+gVmiGg4tTQUqjKyicUfQWM7f49IYBou6s38K2yXLUzDNPebtcYoJzuG8xdoW2GB6
ZpIiBPq7m76KKyd7gIEZ1kzgGKixzCdUayuDxTbPBHYO1TGbWChuLRkiF7ceFXkXduQULfOia3fg
+8LHmyWXdol8Rn+jZlE7Tw2ZZMsm8AaiVsYe/uLBtdjBIYARCL+zgZO+kgEixQWFb8ivYdKpPmgw
Am9zD2B/C0E9JD9lnjLWb/MUpuGhzoVzIUkJzYosoPLsWYVSTXVjJPptQbQnLpwCaRMBHUUh6gWK
cOrq3QpGRx08pm4/blwsCeuIeHhgHHQTZ0Kj3aW4sVc+jRleH8YPKhCbGfBgDCzq5sAAhhU7lPEb
+UySI7kNR1jjXt/NmiQar7M7hrrtU1rgx972yUCngMJdk4twSwheBMC5bTQ6k8tWbwz+hF1t2vcR
57d8ZOXrym2vUoH0E2DhPbrD8qqhLa7btcBYRkpaXdgLQXvFPwEaKD2koM+uXqjzFO6B18/vTdE7
yJvH2LkWpCqpu9z11viS50FbAczy53+x7Ez+yVE2PddxHrYXdrV4ZTchC7LnIhbzjVTsWiaJ0YSG
1CPUkiDzuaO5sKxMGUQJyhxhRhy05FiP+6TN2i9MiGv1yLfZNBc8dAS1LTk4tDM7REwFPObe8reg
5OHOMGqot/j6JEkFkhH2jouG/bzTJZaY7oZIIgrqpApIHynRtXf476ONMHirIsC5LiLbvL1UwKRB
+DANO4U9ERSwBBlm7QxaKBLQWZi+rCgDwxNbQjW/V2OICWWA3HDSvi7TLVL2WwYlQTjty5ii31Gx
rZ3XaMZayfHGsu+J8YH/7LTMBZ5SPiHi0rOEEY+PgfUYOgUi1Y6N13dbEzm86aw2aAtCfz46S53f
s7eX/rHgBLlYd7YZ0hBgnA+xHxiSUziACw/vaxA1jxhn3aMi1QZkZdvo4bBkCPpfWVembwSpNt2p
KSPnaOuRNBK3j/SljJg3Ps+sO4tvbPIGzl2k1vyvLhwCUeGC8uCzIPX6zwnJxiV0epfMzBnX+tQ7
aX1nV1y5m1mXHpzjEGP9NsL13F0WAx2bLVgcVIfQODOknYX4Bv6Nhawj+D13DhkPTCUmtmnkqgTp
4wQCb75A8gHInkH7/A/4oUHLxF7vhe8/4/eLwjzclx4oAvQEY2U+qypp8VOH7AwlGcVMINm3NHuu
Q+0fR24dnDkEO4mNXipApFgtzF3dsKt6cjUuKGYX+IdJRM3bve0LuIMsQFbKXzC+pFraIVn3ibWg
cwNGMuGdD830KZvIsNt2WVZ+jnVUeIeI2PmcdPU1eFwaMSZ7fEp9gFvxBuFeWeU8I6JhwcFM10MO
UYj4NyYkgDeARMb+oWUoHm7Q1XS/YdJlTJ6SG+mwoJRjMTbhoHFUVRDYV9DibYIFTMJzbF20hNIt
uueWqsw90SjIz2AwgvVwEdkT+aPN+jS7qLPQoKHFxk29uldURwSPzbqL4pcsrCO9X2WhGQuP8j8m
opb2jifvLyW1vSAURYHschaDRpm0+99N/EwCJbGK3qVXnXmO4BkFW8exyH9Qp+EbXQj+utGxezKK
TFn9FUOOgn1LZRcdQLb4yZuJhuwiQFxW//AvefDnsL9KlHz50AMktEzmCez2Znc6GvgT84dPM+v+
TYTX56cIvRNDQQzMIPNF8zYlAfqZ1c9T/L9pTxbojnXZNF4BYkSQ5bET7Vdo/FgVGn95HQCBUGnF
2RL/IgswhLAjAQNCNmmyB0IWFl7pxUN8lDmhzMFWzjlJjDla0msS5cV/Q6jQmCnwZyNDmagQmBRu
WZuY1ymKwkmnr7Nepzu7sCzetoTSJlt3rBciEzGaPUrumuEtaKKk3Qz92OTHZnJ8kBDxnD6wUuMX
l9oQrteIVl7jESbgRicrngGLgpVzCrHLDxW2SfmLfebuG23IQDyFFbSPkxmc/tj6uPSPxBTcKkOH
Rfu5r/vyNGsU/tulCldMfanQV8Cy8w/qnroiQIJK62HJjZ/ssqGNYBcb9O87YIgBdlQF7ACRPREO
J1dHS0ocgZ+QzSfqMvmPcRFHBqwQE+/omJ1vdNF0j1nrgnJMfN/UH+WSrKyZAqzrr/T1oFOdkJZx
i0IC7ZgsQnkiQs8sB7W2qrvYKgvaO0q9mf9QOsF/MPZGiFWDDI9JHEUEHKoa/W2Knb4/kyeIa26B
NZYwSucD+4jG3HsDux6xIVb4quDSpBLeRoFQcMWFoU9MN7rxK426MFRXjzJ5+dWss3bOM1Gc94Oq
sSIxafQ/FCIWtc0Hn6gtGAYrIQzWaQckgCrrEAWShQkIwI21OvL+ZP7RxiXsvgLRztugiSc7gUDP
4NHpwshbtIEPEdYdGOixqKNpl1NJayhiUzqYHWZzsw250d7X/fIISkj6qGPj4dZ3Yafey8JLpgOM
A3JiUODD5W4nN9IbwmVhknLhmjviLG9AK9S59CbL7ABp8op1xxrB6F1sF/05WTKdqGEQpO2ZYOE+
iEJp3mHpjuRO0gb8MrplmdwhJuZYh7TmIuQntmqT0M7ERCwP4wtIK7Ip6EkdbGuu7C56sErfuTTD
N9riGNqjcJv+gdc0W69LOfm/C6ekayelY1jvymJxvweCibptsnbh+2DLhq4cLz/JpJyk2Rb/dL2w
4Kcd2MNwVO80xyk5CoXn9CSMuPHDXLpjdD9UlgsabIZ4z2wfPzCpLnPuvKxiTt5Ye9fIlnAouCnT
Qa+g0e5Lm+ePs7BRuu1bTdaeU5gmu3DxlI81bStRkCKMo/uZMStWbW/0/iugbxxFuJTo9WFIHpiC
OOoCEXPmsJBJ9sRl5toNi2wl9nbN0WBmLbA5iRKGx6nvnS/s/PJPVPXEa+JU7o/EAVX/Oum0P81I
eBoipIRBPJ1sUTRQZ1PxFJBfCWHIlw5STPh6NMNyYUqxHcSIDj0RA2vdxBtJbm2Z3t5NhLnJLS81
FKixW5HzbUIe3mWXrktgtp0PtWcnrFMeWgZ53rbucs9/Zotemv1MlNNtBT/pZL+uoL5Rqzp1d0/R
QOrfZiLR8JUHpiH5kOklXZSXjB+qbCnF3IJYKSzfMapRMfFS7JsIUfoO+gFO8QGX7z9fTtF7SVlL
OvOcdT/QJVGLyNku5r6zrew/PTZ++1BXJmBk6LA4geE+fhLpAaBJoWV8dLsM1TpZzSh2QGt91mRB
xVusF5Ajck77gE3VNF6COprdXSk9FiQlOc5Pi8+w+zQU4zye7ZBHLyANmBv4TC1ifnRD4nDOZ07e
EjidDQEVdPlNnJChiCM0i05RH4RIeSSuyzNR4YiRgZBJov6IkPzw6CGcHzTGCVwuq/X9HNg0ffam
EE01c7svhD4IfoIAW+WeyVPGkj2t/Gb4DNokXs90a2aCL9rGoNWjZHVPmk+a+TdpgO6NmhRULyRx
LI+LCWlTMgxnZzxuaX3oSMxsH1h1RVdIvAEPncK0A3KhhTu9kltTXWvQbOKY6P/z2ecoAk/aAsMf
ycjax2vi62Pug/X4jUpfPtqZonAniMQwW6khd1F9LcA2tghAMsJKZtuFld50EAfKIz7BCSNk4AjJ
5eWLihwCb32epBcy/S3t8FzDb2NiPAZ4uD4Cl1yA7xpEhbrGcGaBicVhakT3FGU+muodf1uzOFzX
pWB0wczTYxnKhWhhIEUV0ccrnAEe7Hxiti8Q17yCVLDtwc42eqaw9Nv9uM7NtRsqd9oFwse73q4U
JF+0RVl6ZGswMQov5XCJPah5O4oNL95Xoxrem8XQHnSZa6EOLXlwakNmznuppfqLSdhwOBquj03X
NPKzmGR0BT1ZfEUtIRcbIloMeXla9d+tdumo+5a4BaJwUcxsAhZkdDhiDJ4Qcyak5YXtEO1HPTQt
pse2PHuIbMxpadvZPzKeITmIEpLF7VyitD6S2ND+WsnwdL5cdyFr3YGKV9HPJNOJ9NL5Kcbki8DC
6cv223GQ6W5jsAfUsKpFSkgIn8PoI9O19xuW7VqeRwIF7gcAK/NGJsv4H1SLQu1W38Muuyoc3Sdy
KKzaMz1r68tk15t1AQATslVS4GLWexjZ0boFw59QpMFP1vVYvSNnrFbsdcQ/Z1ODVwKXapWds0Y4
z7jbNaa0CMnFHfkMiXulPk+QQi+yt8GxJUQrPRPSW+1qkyDX2EI+SupTHAMkuVpvAUMDjwAhm89A
e0tHU2dXNrfLc5LzkJ6wcy7czSoj8VMHXKFI+uDoHKjskcetoe2DV2xxxHbWqcm8PfYjbAQIVa0F
jeGTxARZjc4lH5ifQ0T3TJbvw7FSpGfAKVrmWwuBvwRMiV6/4snY4Oy41ZD/KcsSi6JTa0n4Cjh+
tHwb6seVyp4/B2fvwIa11GJXYOjw9sREkb+nWp+GtqadWwFBYA8kOYr/8Q5jFZJ9ABHjnmo//meQ
kY7Ij3sWQa1Pu7AJaPuZ4+gq/Uy9hpHmo2INk7ySF4fPEkhjjHGTlwQhzHWphs77RxWyFoeJC+pf
SxbOr24kRPscRz00K8uCZkXYINma8AQ28QV7hb6QSpAml64fxOsYq5rXkm2FOFT4qeyF7Ij5P1KZ
3T8NU6Dq9sJU0R7zjWIJOkbdutMuhG60hM7wAK7NOu9ywgqVLDlTBuaNpUejnOZItpiOleatBjDj
3icps+y/XUlcwHFBkshnCsbK/+IBxHyxHSA9JaeML1/+aDW64rzkqPmYb3WzU53C0HNLzKvS/48m
ukfAP/MVXZJZkSS7c4Q/oo/0mcL9dYKCAjzi3SMsIRm0e4aAhaHYQcqbnMTCQ3lJcLti6ZCIRzmR
JDT6JHD9LiTJFbn1ViWMcs1OztBiQafAOWET5zkB15jxuITcJHPUfQeYGd5oTNGzT2Pg63uwG0q9
CNGzd8buMuUHd+InfkAdjTjLDoE+K8dR3nkNg4qZnK+wak2Qujx6GSfoD2kfVg88pwkJZxNTeqDH
JQCacKzVPoeO5fORskyeL26GCI8ZcRCF7zUeB0BxlQ49FsSt+XLzTn73aGfitwF3ImB8FoSX2A6G
tF1VhC+c8w4JZ4tl1AqboLmbOp8gzn6t0epDsIlPA0sqcu3F6F0N2OD5SIlJs905UcR0EV9LvQui
2Q8OSAzC6tMrWH2cM0tJ/hZnIEw2ZkwzdU/UBCJouNIqR11Q1Cp7ZSQb0LyXDArUceyheDParW9g
ijiAzwo6PWR3s1tTh551E/akmr4isPLrhxVOVX5gkpb8NC2QUjyLyNEO9UhG5rYWloUULRI5fnPY
zV/OOs1fWWiVc+qCLvTvmanh5UNKWe40kJK/jel85Iyq8OC5DkI4mxpvt0VbqBg0rWgVys0yuXjm
C2Nmu68JvonJtfK75jQ65FjuAx2R6eoCYXHOrZq0uXAziekUeXRfLzhpppu3sKbVHVOY7HnMsn6z
4jQglMx3iduJ3CT4TfHAiTI0VGJHuTCw2CQIGpDWVsQZHevYJ2YegyeoUzkG9gntdVS9h4ztbhHC
Rl75BRaPkxG5yK5MYgibngejN666pfoVY1RfIAx0+eS8qKFB5pIbICu4fNFrfADsVaAEce6guLfI
A9Rem2LIrwmZzohwHT8rr0tn/ebXqsjt++aH0sl3F8g+FN/NwO70hBs9jQ+tN3gPY0T/guU7S53t
VAK1uHDfrNAnKQH5O4VqnJcCVhXjmbXr1/HVtm5bov42EAcuBj6ZOpiAEdiFzYRZvjNZTl83kimo
GbtOzB2TxN2Bach8RjaiTrMzLurQgQDchahAx3Ryr452VbSdSR/s7lQ1kawYM4JjgJz7aWMJP+Ps
BGMBeS7bilJHD7etC6qlIq8hSxqAXhuEveG1kElKhjhEG2TvpIfTEyOGAvB6617aaQ2L4xzVhb8n
/YaXRw1AXiAn8iC8MmeOYAstMWc7+BLHbucUzRpa19jnFmvHNPmDhWWKnzvNzXtXzqvi81H82fix
UGYZ3sjC08WzQp9zU+cYkVA1kJODe5ll5rmBewWKDzIf3vpiyRVEK0zJh3COJe0C5PoOWV+eJMdW
ZcD6N2Lmc8JCkUNRXXf17GlJQHjoN580uvOzq7xGAKLN8SEwIFMXl0WSQxPv+Ajjw1K+kr69ktVl
K8Ade6yLdbSTHKs4avKuPRrV9+G7H+d0lSwj1wM2bFwOPcyfEdk3mxq2T5Ytfh7K8J3jFTU4zmHF
+6RDQxwipK3fwxTKvxk4OXRFHJVwSGPGRcgsXPczY/BKJCWKQaLJ3S74PeclqdWUIiTD02USNJl0
BPHANuG6fEIFRJKXJxrvsV9UQKIatHHqxXYIOcc2fQLBB9u5hvcgyzh39wuyplvoiQrc4wqg9Y1F
M3uUBk11eVSMNJCBpf+PRAbahyvEaOle/FnGBfR5RYiArqlkWBCOJJSOevZ/o0KBVsLGDI/hEjGX
h7TaB9U1rnVw8BhSEOvSV2reUTpKTlay6FCWq2Jm6WYMQi/Onw4uO+4Ihs9cz8kWqkb6Lx/dnsDF
dgItHa/eX5OTwpdWSf5DDwTWAg3iX+ixZDsIPOJnr2ZUtiGAvHB+OIeR8icDD+GeIpHoz8oRIZKy
CvrgXdv68Oh8z/TNKZ9RxSKCA1T+kNFu/66ZVRW7UIfFm9v5j7OZ4+pRF7O8C0NTzttFBx4ZMUsI
xjFeHNc79Wr2QX2wDmQmDvYh54hAq/lKnz6qA7vVlTSD1VDmVNVSUInWA/UVlL/VNtgva/pHKEUI
ACHYN+Vz2MkpvzdyLf+ItfXFvq6xNhh+M4e2Z0v/vv6UCxrCY7163bxFnUr0dmroCS+C0d+wbUJR
dBunVC2Sh6Z2P/VU2s9e9GF/qCMr4r0uhONd2zROvngmpv4IxzRIP6cKIPc2dAYG5GG4qPt6oafY
Rej9iImeu5SYpz6RCzdsIt/iyBJO18XjOn3o3oLgtHHg3rUknNQ7QCUkgzL48uZdK/zso1lcnFde
CSYDqxH7xXg3x+jttu48DPU93pKWirZpUO0sYnGv7hIQVt3hPAWOEaXGRe1W1NR+by7OP/dlwoKV
XwlI65rfjM1HuNA6wyq18CTOSfVC55t+gd9juIYVi5mWCZPU3wap6+BFTGvUvvVuIGYAkV2r4Mht
ddY6493ahKbbLvQ9+esU9JpDbA6DeBcjMcNIODHmA2uGJ2VGZqz7pPI51I2LN25wDD/jTWOCKYUB
KygoHvBJDOmxaQfcr11VdzHMdNhMHWuMPi2YnRUd/p2+swwnm1wZhL7WiQTycGx4NBXV4InWPWYE
mtj1HtdxxkK2d7Db6yfZ5b040Hl17cfSuCvJXZ7XjfGhzJMBH7nK8CgPCo/zS935hg8WshzQCUTG
Brcly+x4uegVGeNhJi6nvu+jRqm7Ih85H68i9VuSVVBqRxM4O845H+5BF5gja3ljfthDzcFXwoa0
+NBZjZaZCBRYCVsxEGq7K3S3Nncuw3rUZDUTXDBhUTKCi+pD3PETI/TqKBr++GtW4XcCscaqAqFu
ZwLnUhjm1MfVrbP8qa/Qam5o+Hv+o9raDIhdSl4AmvdJ341iruZfRdpKAticxSemwa2abdz5w5Us
Gn99deHMeZduqoBDOWKZwrOhEZ43OSUo8aHkUTBjaNRCuev3YJiOlvXBH/ofizegDAUiM4pIlFRc
0g0UoBRsEJ0U9NCLZqVqtonx5Ep/DFJ7JyB8QkJQrm12Y4uGeBdLx1QvbkHmn970ivDce71wcSH3
GgE23bN+UOalkN7Q3FNILcNHYOl+mW2WaboLnBnXoIcQF3aJasc/Y+Ct2QOueXnXCKPfkHm79cnr
JXQwhRnEZWDQEmezeFSCVSOZBbWicdkE5f14V8wGDnJlkxmtST/diGAtoKhfTYE6FhtQGf2UvF92
D1hUVUSyUHJuxgyQGFJUN4aAzhfjh0evj1F156B41WmJ14F1G4mZ1RbFFmGooJpxI8WUgQTIhkD7
WLVb293PraRNb3pg0kTtzmgHS0JX4nM5+ib6EoxtP1uUv2heEOHcZ1WRrw/ONLn1bxAjOn9qMFxC
2gETsyIH11Ucvhr6tH4Ha8F+t4NDyd4GVCYn9PDJF9rg7gytDNU9ujiXl5526m6qe1SM461QI9aR
idMbC4c+vALUxVfgIr4UW9vPYj4ZdAVy39diVE8ZDy+GsArCx4NjyHTYzVx7P5FGTn+UKjAZDkiG
ixstIlXsRNNV8YUnmnQKCH+3fAbb/WIzUuldoOgFIIkMy2Xm+3a3NmCwfNejK0C1AXt2vOquS1dz
Cswq6r9rEC3Ohb8hrF9z0c9PJL/O7p0j3eCTytCvK9Kb5wLcJnQGtCXbrhgi8TnX/ryUR76LMmUR
jX0wYLJIxOnvLvNMcqi8sPjIWaUSs1by8mHbuwHUX1lYxhnr77gZ35MiTTUWe6kxUYLCq8QhoEKr
7lk/J8lvXt7VA4bLQh/tQp+l7o4O8+bbH2tLXDL+Jh3WYABkUXyPJcDO21lJB1QEUt5YJ2UQyp2M
KgZ7pkoGNJQmz/3+1fKP1bkMOIU5Q5k8+2/tOs6XLC5AMPTcLaTbFC0W5U7BjAcSHNwetbJQ37Rh
/vBZYyy98IRZVPRThDNLdopGkER1H8pvCoT4Bx9W4J/CqCCjPoNs331WbE46Eqf41jHzLwKhWQ9i
8CBRiX8GxMU/IGUgKhDW1WAPJI3JEZFF0s2MQsJ6ZEQV+R8gIhWRbdXkeO9o9P32aBEeiXN5IwBR
TpFh9KIC/DzGjlN1qoCfZ/siEB2+T8RxV5t1aUyUEi6LvSdw/lG6OMnZ7WY8RsNalD+85Pq3xeYO
TVa53hf7I3LpFqiI8TFTktBmtmjdVxMmggjbaUg/1r42T2CmmFy3uB2QtxEsjcOj9afmh6ostv9K
x+N+6QJiMXep0fl8wVxSvzSxif7LwI9YMtmljRDDRpCximxsyi3S8Hn9CGdfnocFr+TW8dhabkcm
sh0rHK6iIwvVBClwY6Ck5E3gv7aRXkrcVhCptKhuFVMnao/FxS1SHc15MTMuJGb0HI0Tspq6m+r6
kI+z0jtLZUYUJER2EoURGpP3O3esjbM4bZHI6JzZJXhKxIzUZkKTUGLkwRBT7uzLIAjuZekYNB+r
VzxyvbCJn2IpYcnrMGBx386qD7e5w+l0IEVljo7JHN7Y4MC1i/EzKW+0oUpHqUa342LEHFI7fJci
B7sWARDC8EsawoT/YGBuKr36rUGYw3tOIedvLEYVqLHYo+XwYk2MHGCD1n6V9xNW4v/WHFT4Vlvf
Kbf1wiwHIgJZODVUt/RVSA9nFc/88sFmjwoaBiDdOHOIAT5pLlokvKF1/g1Fn1/9uo3LS7umXXZy
VNrcNyXB2Zj++mmSmzlfPbK7faY6uwlD2a8Zh1x6yRVEvg8qh+JqXN0UNwtt3N5bkiPcP0sgSZ7C
p5uA3HGk/uKxgcudYlLot8yPA/BGqkg/PIG55tjXEqXlGbB3Pf+a8AYgX52DuDoaJmcvEAKjvxMy
PnT4Uy38XzYZzXxPzA9RnuhjATbD4m8JARsx4W+iTHZsGkXzB5dFdE9ULgIGD5fHa2gl+cNoJnz3
MXIYevVnsbor+00ALOahEcFIboyra/EUrHPuHQNuoxgpuOOXujuYqaxsjwid1AQDPAwBIRV8E0Tu
co2p/EKQZCL0pw1E6NKhWWGFz7qwd6O/uKIinx+C/OcTepwpJO4Yae6mzgfGD/gZLTgcd1iwS+di
AGTfLAqKlE+3hOOuxu1C5TnfxR3J3AffutEFskTyM4UgNXemEl73RR05FWTac1Z8SyAZH2BMDLEg
afMv1JM9Nv7sfWDJCP9l3MhEXQg6AjziJHMRdP4Qoy2wO9nDwsOYMrf/0V9Py2l2C3B9HQEgH2iy
OfQx1HEb94nLJiTsJVOazKoguYIJXn+jSlm/sWV6v8Ea88vIiLUOEzwsdYcQCdEtSgfTXU6Yy3pa
DSXDFj8J1qWYUvCLiGix8snH8XwiicPcnII054/MjQv1hHqqcZG5UHH190Eu1XoHrdBZdrgFQ/zk
RKjA/hM37pZu6JJ4t0PAgBpdVf3Td8oO5w5AE2yD0CuqawLPygHITCzKS+Dyp4pNgiqTYTBae45P
kBHiHoBria1w0uHL2o2kbCDTz0mwNvjaeBtIRM65Qt+9znX+YoQX3imET+Y+z9mYcHujJiA0BV9a
u9NeXRcPN3X7O28JeTJDUS1bMDiFZBW7lCcp+hJkdZkQz/UHLwvizzGR/skQi8KCtPDnOxUXg38u
COWEyUbND80eyxHpKnnM2r79cKqiphHL6ZrJssUQv/emmrAd30xyhLuW2e73rKUOd14vxvXI4rZc
LhFzLXbvEJebv+iIYz6Igve7/VUrQIJHfAWePdzCgZaPoHSmcVuUN/YncAvSRFhr9Un84hW851Su
vsIzhr0fyFIExkCXHWm1mwKtysZtHbJz05Ry6qLieugB8aI5Tw636xwYTEWSlvTHm7rVE/KtYV2W
sQVdhmbrEbQutysBndNrRSWfHeBouS9tCnpz496+ZQab9ZgfsfeUMSOOlhO1SkeLksjW7p3rRvWJ
2EmyKmiR1v4EuAehQEFp/6tYQswMMSftaULlyu+L/OwJII1KfmCP5XhnUtVT8iSaPEDWS8s9+wuS
K5IscGBfTgGkrogj993KBdGd8QX70ll5GlLj6Cx7V3q995Qt08ptg5MfMRD66bcxkwtOxDXv7yeX
6zmWnY0PmS+YTLGQbVaUvpVP3i2aD/1CP6Ex8eIj+hfVvddfyRiwZBXMubnjva9DdLlu94Ywg+Bv
9Bz0L9opbQKQcDHZ3rRB8FiwJ1zhZ2IYzXW//rS87yndlYFrzFg+ELg2WfQBQoFpm0BNwPlKVEF4
wnPDDhyQDMy9nvYPyZUXy+Loceo054EubNprSMuNObA8yf/H0Xk0WYqEWfavtPV6sEG4g9M23YsH
PBFai9xgEZGRaC0c+PVz6E0tKrPKIt4D90/ce64d8b1amN1TrdgtlZOzRR3zHX8I+4ZNi3tC1TFy
PpoZSErryS5yuryul4ZxGhtn7U/SHvgU7IxdAo9igj4kN1bzdRJSlzRbBkqE1mTmFJpZFnu/C3yX
mBQoUjsQmnWA82o42Gis9DLwijFZLZ8QLq7rXd5ir+JZBmPbTHPLZUpSwi3L0ImB6MTpdgKQIL9Y
ctgIYemrx1NXg5y/IJlEYZUVEBUCiVPjZTeCpdzPRodNop6H29ygwCXbcWW3Yyz2yGw4Gakax9JG
7EfIQYJTCD3DeKUNLowQEwxHJ3lrdXLlkn8LrH5QyT1TdRhAGp+OjjwltuV1zkcyUygbUvB0CamU
H6owy1s/gWNAIjPOGQzbSMFHRwQMSznOY6NT3wJBCUS8Dg1vODAvZ8RQp9PjlgwknDB5UFckb5C+
2BZxcm0VhvLfOnOaziUZIMXBVTPSCJLAVtRkjOV3bYDuN2HWJ5idtr5h+5p6T8CPIPgypVd3lWUS
VNXgTfvdSLkcQwSUWgTmblM4u1W6wDSSPl24gXRVo6tyxLlNVyiukyRtgAKoVupI/TLp+5ZUpKik
QfeiBBCHczMov++iniATcZgncATHIrepuGby1PLLAhbtt0sWFHbYEQFtkgv4r9/IjzunrgfWG2IL
iSpnlk/ZdulmDZAwyynYeZMFwepgsvrkNLK5YaXrdVzRdy16Es/h2xja+VwUw/BnyJdRomgi73lP
+QbnwL3dT0PW3uCd7dR8dknjG64K0y4tdDxcpx9W1+I+qDTMISRZXcVXo+2FzWaHZzFA6A7AsaeN
+eq8tphRHKzdOiPMBO/yGZtlcwInVplvAjF48QS/I+7vFkBYG+c+tYVeYC66e1BqFmOzs1k9M1vc
IC2gV8MzfOgYtOXPbuWhPvDI1VYs7lMq4pzaHZ9SkQzuHZ4JcoDYAOyMlo1woTVo7IEtQ1HMw+5b
qQoy7bKCgaLlS/dxzcgdOHup4sw6uCWzc5LsRqJuUOly/LMZL1dWs3EkSlXTRvFUijg/2ikhl/BZ
JnDDT0VlWv4OYDGG5clHoo/MopNtNR4KIizX5EiDUYou3NbG/yONskjDzjK24bUlua0ISxTJd1jO
lufMiHN9wO/KoGehi1fBALn4tmYg+VT1FMrsJgd95SgHlabEuP+UGElGN6MJaT8SmplfPETT66mF
VCs+Dbr1nIwW1D95MBt5At5vy0q4lMM8bJ+b0AhxA17uEpCuaesW9Swcsu8xm6o9/8rXbnfnMN7i
PmQAioZdyaKMWZciKV3HQxW36FlML4PHJlJGxHeTh7zkWkGRYyNYxegjQ+46KY5kdBuKNAviyZs7
DsBYIOpMJPtHjPSAtYKeY0mQL+4lkGUAU0EDDenfmsk+2CwcIbejY8vKH+WgQuO05FxGh0/WFgC1
guhGJInUAalxY3SLvd5OdSLbvwwDF6Y3sWW6mNcbO7NONfgjVHolhnYM8pCfNzVGyO+L5KuxlG9H
YkmX5NoGtTKRbGktabx9LFxXf1PUcAtl1GCWj4S74EcIWxQiC8XuUFp3eebv3ima37e+wqf3xN7R
ER+tMxpAPGwxW9lNY269jJYFnEuEXLiYfgU9hIhZqqawMfqZy1fesbeVFVrGJoZjS6XjpPeKeHQL
RVOW95jtynXu73BzzkXEOVjW9wCiBFpCEHfJTSaRbjz0Fg32d7wMcJ8iaxBLzPIYWWeKV54ljfsj
KSfsXfoblx8ONxsej4kp1pVvwlz+WLHmIYGvhtbM2Ls17Iq0ZrXXhjambT+iyId9w/8R3PCXv0yb
m7wI7A0sFVmxZN6pYbU8fw9CWT3O3LQ1jrrpXeukupGaeQMLmEIi8sjYCAcUYT7hVyrWJqbpihIr
sA0yVNhzp15zgwrcTwhXyzbBwgVVy5xcBquXJtyuztXrd0NssHeahcuKFCIvzuTPIqduRnhpp0k4
i6ZdEVdqv7pZis5uyE1P6aDnGAbIt6UlHBvNKGpE+MAlEN/D/OB2wLNnscryUxPqbt3O2E+HDJSl
N7dAXQAzq9Y+bfnWL3cwaD3BxA1CDoIfc/FfF0YeZTRU/uqdJjw2w7FFm50vQSXHisR7SDfmM9lB
JGsynLL7i+m0A7nCmShKzjwsPQ4AkyaeGTyDmjQ8ksMXejPMFJudARJEDIQm36e+gYYLj+EIVbCr
i3MF5EE0GDA4DElPmz2Lt5booNw8rOzG289iHEf3xe0QypK31LvEEmmP1MugyXXqDFjJ6WjZHzMJ
89vQy7GW8C/ZVnzX01rUAW67QR+WJDbFZ6HSPk+veW88B1t0gS6/wUsAMv9AXAinNCNhkwy/xOxj
qGUuiLiDyjsXCmYvyGtgHbYAeIJXhLeAjrnll+m5uD8WZh/ODfuKwvx1a5T1SHEXA3wxYmmhCJMo
mIZCLSbN3DWRzYNt9MTZaZPJQWK4slK4qlwmrWctVLa7HU2HU52oEDKvMM+gwRuZ+QcSKcefkjpu
/ou+gbEfEUa2mkhD6aCkCAgtA1ee1sbTSAgGXZXQPPTC6lzXxf/NXv3WAz0uHpQDQWeCqQvQCSdo
k05PE+VX518xzR4AxQW4PjPwOzV23zK78yAG6fwOOGGj1bEBstZ1Eb5fuwKxWJueqQKw+fikV7IP
NOp1lW/zsahzr/yMqQPma8WTN5503ZNNUSV+plmj14N/nhdr1KfWtEjgMwYBroixBUZXba0r6Uo7
ZfTCuH+ckQGn6Dj7obLBg2mlSFRPoH1F1eQul5LeCjUoH1IVVujVWCSjVmBglpfZE0rZjjm/nAuS
jTrahmDFB9GGdU3NHxraHymNmF/QraU16XQop+3D4KxjemZgI9ezx+bPDFlpmS82D5B/NglV/uaU
Z8hY5a64aZyREFu739670rSnyKyKWmMLH3BvCcwizJRkjIoAtwFz0XZJ5wsRUfHv0DjEKbcyVsMv
8hApv2htrJavBAVc4CJjkWfClTv9iHqO2JtpcaArNPlQeUfmejCQi24wgoZoNdZ9zmzMLPM4kYaw
xdOnMZpsSnwXSjfXaENygHrFRhdlUbVTEJVyweSR2JjZFEhSDONdkV0PQ9/410AX5gY3c4mOLSHE
3o5YTVGqeUlCZImXZzxYntHkqDebRW4cipAbkfKq9MMYm2w7VyAbB55tq46vOQWQSY2zGn9Sto4v
ZmkurHxxnKGUtxrq4Vog/2A2RZ3AUJyG7aAK1cjDgl0OqMTq8g4YIE+JV/Jd/48FJEA+rA6FSER1
4yJAoUFJr0iX8eZ7pOJ5dhl8OZrX3lKuMiIZIn0dZqEU6l96wFv45d1brhBXfrl1wlSuluC0wliy
Fzi2hWX8SZQsf0cc5TXfhjW8Tsa2Yqki868KNEqvb2AxWPzJ4WWF0MZ7/ubsmt0TluTKvmwkt/2U
ids2oJwgjKPna7eMxMBE26z5cn09QN/8HWc0YNBIfX97JDcrvW8gPq2nuKpkF7Dh3cNrGtNrIo80
Z0Jmeq8+ozJORWi1jd8xA0Xk+Dja7JqOY08s1f02Mtl/ZltFCgefT9pw3BKPdGBhIE+0SNDy0qF4
A6Hg/JNNlp+RVIO5x7iVvYhuSrqr3HVAX5CzAxfdVYZ5tyYzzl+iRaun2RRzc6zc1VIkLPmCKD1Q
t91BuNnw3NVLwXCaw+iYI26uTyprknslWG2fZ4dpF7E7pY8tdSYqMjKGzgUeJdLYPDgeA+j7tK60
C2p8EpgbhlExkElyI3CtDAsCGQDCuzBjWS6eYeH0nrQnaBPqBHMPGdDdHVxe4nYM18NxaiEeIqQW
awwxFL5rnOo+JhWjQClQMH0WPVE9fcYemmBR46FRC1BCuDa5c0CUlqDKxOm0n9aY2o6dy2v8FScY
2UIvNuQTuiOg9VOtk8euMvO/wsjNm5oxOYO4/4V0Gb5Etl9s234g4r1HlFitIwz2MWeUBo63vpFg
KtCHjYO566SX2CcDCZxZsUMLx2tYAx5ys2HjtnGLSv9YFjWwR5IBlA2vyS4zUQT7nAn3H1LAWZDN
ZWzVGJpu263XaNuT9gZxGpaIJU8/qfpWlxCvNnmZ8HrIKy1TEq9wNhTvtTG23znh8X9zKJvW1Z7k
/GL0SC4Dtoz1VcevlIUpVnLGNRZ5Gy+NNfhvCefok1yKtkT/xeFrosHvzZcKpG57IY1nPrL341NW
sUcQodNKHXiIzweKG8CxC/Dn+JuxlYOcA0pZeTJl7thns1PZz2aa21/FconExWnLTz4EW1x5Rmmq
M6XeyprS57cnodpMsKry6vg0uab2wgrxB9FeiRxuRkCCgu04Twpzk0ZC7hQFMzMSmLYrPc0e/C2E
9rdIrcbkwjfoAG220D6HtSkLFh2tT0e3GEUMpHssB+t6xMOYHSZnwVfFzVvfrX2mZ+wJ2oJKZFt1
6GzQdW62re/eJlVMH/gcwen4hiqKyEuoI4NptPYOMUvaPx3DIJgnGUO2z9qYh7/9ZmK890dNGBJi
kdxV16Vdu/M3zjvGs8CH3e9Er7yUky265cByz/wl9nT9ZdNaTzfdFiPHPLh1nPxYSHgKOHXb4JxV
RtL3oQG4w2mKGt4+IiNX9e3UKVkfB9o6J3C8TvbPoopZhBNr5x+RB05kfBDlur+0/fiiEygsEWvU
HSWIiIKAJOp2EtTgv9Dt5nXq4DhC6BboUWCYSNLU/nRZB8ubgTSw5aXGPQ3UxkkrYnsRLWF2Nmaw
Pk5sWBc1+SVxLkVPWeyOsayvkZWREQpwovnJjY1pdEZh/6waUXzgJEu+Yzh4OqpX7m7UHD6d6Th7
ONsz0d/HLVVikKQz1PRm7JNP0NrYj8A2uazmmrhjGJSwxEP0KAH7oGucQuk5ZGERVFVWQSFw+RNw
7+2hhMIQT4h/WDi6GUHMC/Hc6qGyXOcvwIAZ0Lnona8yRU9yxm5BR+w0iH0I+1q9yCXOqL53sI0U
3N+ZWdxZJka9O531cqegwj/ARKVwl4elVNsF6voCorBaQCaald86YbZY+F1aXQyCar6bQGOiLxzP
3dwsgM2gaVgny0chyE9VEV40giIJU2zF5gF3h5oedU/Lc1A9VtWrZpD5uZ7oEq7XLu0AhPdMAA4b
DZCMUmPKvSNn93qhpRCIgYlydY07LbBheGczpumJMJg68ztj0dS8r1r2CP+w1eDTjiavBTZ6nBFT
Z8ktyz9CpE8sGpxhjHIPTyn9hz3LnM+5SJ6NxZQZMCY/nvqbepLOK4e450UyTfMhWL0y+RxwTAx/
txV/tYiY5Y5W4Gq82wR2C6f66tLSvZ5G7APYS5ASVIRAoTEOi1VM3S1CvHU4TnptEBQiiTGWUFKJ
xTzttoELsosZ3T2x48URIWHldodiLW0fRoNn9+8unNfmhAu3be5WnKEGtskY3nMAgqtOH0j+ymwm
3xtDG1Q3K+JhFqdQHfCXk4gDdcwtg8IQm77WHIzZeeOARudFbGCCBxmR0QX9yEgzKbx5DxpwfQ4N
LG9lsElzeU03vxe4fYeqPyIrsqrIQpH4JBNMZqFXkR/EOMUoX3MSAuzbuHUpXhlIIDdlst+LV6Zy
06/PC0ytrORMJODici3j/XFNtoEE1wY8Nfvx7zVddXJbOXvn1mK0zFYLhM2Z5Y6d/CXeCzEkuELh
Hps2RejtYfBNzyTorA6Lc9Gb9bVMp3H6ywVvZ7dAIfi8cgx7O0SnEc/2Xq8/oYRI4mcoU/tGcd0E
cIJy5bE+7o7x9Kg3UF/ccYmyz0ImiC6pYqd3b03X7JQkmP4P3bBgKqMjR7JOL28yWEktmheXkhEy
jVuqKsgVNW9Qo1CyniRNPbuFiij1/D5VGFS5AUBIFRtkZ4oiqI/AG5SSCjBRuz5Q9djkAiioULfA
HeXvAKBjvWGMoYaX2TIJfWMm3iEg8gzvUhVAkh51Run70eKYcM9OwnAICVWtsZ6n23xYE2lM72kq
VXPVaAS1AZPV1iTequv9e6dZBjNiUGlyNxBP2fyzLVaCR+RrEsZpWqeMQB04ns/o2+fyMqeakRnz
GB/pU4K0Uzw6CFA/J/xgzm1PavF4tGIKDBgKNnafteDrOs4kt++0iH7RXYC5LyVBu+8RnfwwIcH3
TUqAuEEMuFjA4okyQJZqxG360lZq/aKuWOfHzifAmYgibckTCjgby5DRClUd0JrX7W2S1EN+TVqD
l9+1Dcuf0AdgyMoar0fNcAdot4NhExsgAH7bga7KAFzBYUKP1XY+UQG41YabBuXL2D8ulYzzl6mY
M/T9fC0cWmvOMp5rxo+Nh8y1vL5/odPQRI8mVlKxgTK2kSCKTsSj+95iUFmAWEx41vkT5fjvo/LX
4W/u00afMUJN8jwraWXvXHmW8cDEXMdPIsm74UwZQ7KgXjwHz7hjcaVUchD1w4I2O432nY91NiWe
t8jNUG7RU7POZtdkkkESC+zmcSUpTilzBmJmIV0YPaIjcWQ2ramwbcKM1FWbYLiJXJkN1Q9AArgW
S+plH53QyWUR2FgYKNnkYiEamV9tl0kHorlOLxdrzvGEiUS7PzF560PQM5gmfagwuEQ9f7bvGIUT
RVLkPKvhfoO5+9TVffdt0EIMvOFEsQBswNIgEwK+WQ9Wf95mc9ppVR2GKtNH7snKZi1aoAIKFGlf
q+0q9rAyMfNaYEZ2szI7AIGaPJ6BuVASFCMClb5Uyx+jzsrHNfXTFONUKlFsIsWG3AwT731puR+x
RPbJq5nCfGE6r41bA5MDTqWBFypAkEc1j2hNzHsEb/aG3nr8l+kWNZKBBJ+NcptJ/hMIGQzUjQxk
OQXgX4zXWJAlauKYHTJev1DGE1ZI5N9Ik2u9qffCLfIm7JDbf6DrZ7mXuYsmZxaf4SeaGpvAILJU
Lq4kvi6aGYy/jdu+4xnsar3reUhvYRoy2CyLRk3vYEXLr22zhx2ppmMjSL3JeQQVpJ+0HY+fZFbW
/+xBFN8xebNXtq0nII4twvzDwmWOzQ1p0RfDUZRX/dr1bdTDYTAivyrzD3+qQeBZ6J8/M3xqzwba
+BR5M/KTUGNZvKtSArMOft+gvwLi1v8MBdUKe3a7eMRK67z5pmP/K7Lsf9OapskLNlX1qLMntzMh
X1oF0YCoj9neJbUVupbNubggPS1CtsjVtUKZCfmImOPugIIRprIGV1pz6HX4F1fRkV6EPZJFRh5z
rpGKwuKoUi4mIVvknLdbvmKj6FLEawc1mHQEdHtGiaNPNP960Q5uQJpm/0ud1WSRrWsvo4CpoXbm
te1dj4gOTZxUgk24alp+145wm4y2wvPLK9cpR4xFnFcTYVEIV5WJRgW9Yh7PJw6D6lfPnfg2NOft
DgSvjKupdbsfjxWfj4avqkl+9RnIR4kB+SqaNtHdjY6lnrlzEvdMEh/xDSu6WWAYNZ/TYeJcpXsz
Mq+/9IxAwfvNSfncdwOhlDb3NYm+DUvbyGLl8k8Mk/GiUQSft66172Eq73QdsEwDO7MiRXDC1R5o
P7erUxYnmNDWtFTXfbn5rzUUjCmY4DigbmwabCOZTZGCCgR7r89G8MFANNNddKXsp3ke08cutrgL
E0GAFtCBZLmzhrkGzIGU3DmkwMmuMfVt3+ZMdR6kDlnXB3ehC2fDauGoFfOyvGlzhZNJM8rek511
jzrbqZkJp351kYid5mDq5fjIWq17yZO1uc1r4rEOaGYYnMnBGx5LqI+MaRJv+WcVOdoRNmHuySnG
sjmOJvnkR8MggT5Ad06ApeqW7Q/2qe5Z9XOCiMTcvcHjbNXVkbqJRHPe+2YOTINyKqpltulAZwq8
FWI688CMr3jICzP9xvbkMSPSjcxCPIz5k09j61E1xtXX5Bjej5+Pcx7yJJCR1dKSPfnQfvgxLHw8
EUuE7trfbQrBllQGk7atLV57f0WnUhla3iStVdtHn8qpO3hDzgGa9AySiA3iXD34wMk++mXxMB+7
fP9UDTGPBhcaAiHOBtjsU5tZD2Qhck4B5LK+EvZEPFTNJE7DOpYfcrLLD8At9ec4OggrLXMVNywc
8pe4dmFBjzXj+stc5dWpXKD9hQt77U9kOHRIsdch5dcbIihqh5yy17MbyJs2avP0DOWB5fiAvXW+
iJr2WcUIvsE7rey5el5G8ExtSzlAsA0iK8szoRnTO5InWWzeD1nuvQZjJvuPim7z2XENQpcxgCjs
QJ3zuOIWWiIDJ9afMk3ne60w6VFe25Kiba7EtguxmIKBlCtfDROl1wHrqIkmMkl8HTLtGfLIRASE
kHNgDnwYJn/Hr7NtYZrTeNab4v1loe7WBehxTbN7SPpkGgOGQ3PLXhwlQIRwAt4zucbFuyT4yzxs
hSbWvOgHBVZuTkmG6IaYFiwBGyaOFUflnfK25BphTLuE8O/z5DMfUudfhtTJPaDhGhivlyMmjCpt
vjJQDddmpnf4v7agE9N1JIpglbV+h/trrfcMa3voHyi2btNlsauLlS+QTIB2VKCK7A6yZ07j0pzr
Pt+FlzAo4D51vZlEBujl+RpUJctE0aPwZFhhybu5q4zfCTH2Se4/OrzWRGOdI9H0x10rC/X7tAvY
nVnukteih0no5233XCyV9+33g+YW5QzEpwoLJFpNW0BVYhR6IyYBZpMGDVSPAppWnkg9hBvHPdnp
Q2/b1UL0AQA55KHYCOHodOWJxOIGh1CXxOlZtg2kEaWp3qMU/pjkUJf6n0OCURJZtEIjW+zB2E0J
7XDByml9AFhnh7u43ERBxryafa4BBh0Y6ezVDDxMGR+40ViNAPti+zBlyn9CqsbVjW0tuWUnzBrL
NGd6O9PS9XtJOG4OXb+J3xDqY+uME+2c2pHFJV8OfnKLXMI9M3NRu7+6pnez2+qzL6s6vaaAEPd8
/x2q8DZPv7EgN6+Vqhg/t7FIqqsEwgaDecNkQpCxShqO/aya55iEHMrnIpG3ApcT+J3F1Z9JMnJL
s+MQfZhaduJFs0uO/cG0qxZdDxPrULPpUoc5xyGJUH/o7x0aX7z50ui+edPJw3DduPm34PohTxaJ
BUJVMeVfysdB7Ux0ksfaTOFA4cwbH33ihhg15k19QcDezsyfPGLH9qKTYYe32O8lkHn2IeyKdy8z
MTTgKlV9KZN0H/8PBXrBCZMweQXsX7mNuhS1reMsPKUEzNR3C8DtnwROEWE3W5d1QToWyduAnHTh
xa3HO9VUi8ESg5f1YBcT7pXS6UcSDvz4lweccQ6k4Zrhem4+czJWz8lW93Uox2H9Y2G9eGThMMqA
8XoH6hse1l28jfsTQ2bdu+et+kJSrTCDbfDNnUcVA8+wkrlIAJMs24eF1PkWNyDGCnMCpMHHZzJ2
8+TcotMnbFpDFU1hPPJh0O2viwW7y2SxStFSGLIJS99wbi0KMLJaskpdk/6NVYmv025Cp3dYHa6L
QzE2EjBpBobubXbYVCdYgazN11FfGG4fIdLm0+cY8t5KkTGzTRH3MPfoWufM88+v1lZW9+7aivat
WmbmGCOC58e12q1SFLcqrMHr5/ugB1tsR0mLb6gUtGUTpoFzj+uGwJZsnl8JNayfabzn7yXNC2xF
AzE5BqOGNqiZWVaHlEhxM0i2yjrZI2GH1Ku7ebd36uINyXr/NkDey7kcdydDZqxsrH1g3vAYcgK9
nDnz/nGoKC/Ee5KrSJej/kqhYr1vLfvXg+swxY2Ii8vcc6cwlp0Satb7QU20XqjDc7RfuszeHIF7
ARQnwfRX6WDUT+gKU7Q6GOTxacX18pm21FpBWjOpDGE1WhdOLhr6ARFKGRrIBfQZK0Fyh5mLrZbD
5AMqY8a1QzJZJfMAr6Hr48HPEu4AVt1A0pNGf1clG58jzqghsogOYEvYIbZh3Nn3RsgWf06fmC8n
lFttY4QLTkjzblxyawn9ukRntirWtJeRhNEX/LzDGWCgyXpwQ+7IupYVKytsO5+ifNpi0As8Ek4I
icf5nIwRbmRPAuV4SRVm9uP+uEg+Xt6iiG02zA0aUGiV6AZ7MrkMz+2OBrZnGijiwFdYgqSOL01H
eVUqARtCCcINECmR+8pmdTBBIPqNPilLd1NA8cnVgU25e/LIKkuOneUuf4Zs2YkvvY1hmJWrQMGA
3IPYrnFqvpi1CrAFNjaUg4Hc+DUHaAMlxiJD79DViC9DURSweEwzQxzSQ9QGU5c11tfYApkOOMLt
+w3eEDIZqcmOmtFsEcQ6ipVlvr9jZYe00NvFWvJsONaVW76rdU3loYWyhQCDeqE8j0PrkyKNky8+
kdVFG8L0EFRpT2vzL59yPJD2iJrrUhneAK2QUobZo9AiPieMSrC2L+Rfwxsqb7d1FgbXSzLXL65H
/EmIbSL273LO5z9TqlN2RU2nrLCrY037Sp7vN4MBWCPTMrQMldjlOY+wYdo+xG+ZP2RF72hkDfxh
iGF5473ASkLmtqLICR1ppB+bqFB9J5mTPJRz7YwR6U7iNHsmmUqLLKZb6r0lO9m0lNlBcBGZvP0T
NJ3BKKwfAE/5lzXBegn61qj7Fzjt6rEyJzaLerN78yQnlKHolnuaO3YIGfxuCFTMeOwu/8J2Wv9i
LreaoDRjPBtET1pbZAg3NXB04e7gWM8MZir0KZD2KO5SUi/nkAuzp5KB7PUxFwpQXz+N7pdwN9Xj
jXEshJhJuqdTu9N8jicpEEISYVcfFRXvr8MAMglzdOQUmNhaHrALceHKhrUdJqzxVzGi6RlJ2B4w
JVxx8Wk2cd2DpZDVG4ohVnftMIqIgQqKECZ6NHIlpIUX5m3tTcdQDo9V2df6pQJo6B0Q5LBtQZtD
qjIyZpuxZO7lO66f6NGkktl5MGXl8RRXK9B7xq3T3w1lVR4NPRKL0EKv8VFwuv+tOY6eVxC0WVBL
d4sULSd8/CaRb86U19fmQJJJKBqHLbojmz+V5yCjgSHVPgA2S+83RwmMBlO5/mNKu/ya2Fk+KSfb
K8W8NQ9bEH9Qq8RYRSW00beUL/iJJRVKoWJitJ+lDeD6zq8FmvJqn7T57TQsLHEqYqcw8xR3vGEw
jah1Z92CfCfaefpL8cUMlZeyzctHRDOpi0ZVNbPNKILjObTSdeIQMW05+88+XrT6OKaz6x1sa9UF
dpve9OL5UCn20FOwWcs63mSF3bBfRmg1/CEHgI/JK9gxM+AeMtO5JHD6J1Y3zdqhPGKszJ693mwm
XoFlVGyAM57PPUZjdLLTSFzgwq57NXlTOivxC8Gthxb2smM6HFLfO/AhY+E7y4ONbAYvheQE6x5i
27NZ3sAWcMlfy91ySt5s1zIrFUx85zhAu1wC/oeRBcbyOScUGki+br3pmug6XxzFtOby5BJoWP/g
abU9eBF2O2gYjG3jRoAdgCReOT5kVur/xJqAzqel5eLiZei5jLepmryhPiufzCX3Gr8+C4goS1XG
B7I4LcSdaChwR4gIFOECRiUlt+5gMt839+6BDh9P30Kp5hvbQwmnvzoh+WZ1B8KTQ7ISIxc+N9Tg
XeXkBxrBYtUNqROInQhcxWi1s8A0oPac9PENYA7JwEGaYlkHuWBz/OD+Sd9zH8LYIe/RpVJZZLWF
h9aVDv05tV4oiCy9k0jrybvvkYqUA+fTAf+18adn4PbPFaJ/Y5bbD0EOaoCCqiKoJRizWL6z1CbB
Z2psCw2eJPQ8zBoMNKGZqNIJ5tnt/+2SYTIAtMh37Ekv8eEjZSfrvHBAjgIgF7Rjy/pPuRitCcKu
FjZCyPqpfLA0FBE+LPOMpNCWjCDa/radDLkeoH37316p1yOkd6bzRGqMKI+mkSmaJxxUcXoas88F
if6fhKC8LFpqp2buRLNG4hh7MXnm52D3rmgatjOGKap8AMEUZe3SgXBPNjkJ/mmoW1G1gL/p6zxE
QNuI43BxqVYDCKBxH0E8IiC+kaSKZHPtfzBZR76CFbZyr1xW+EgqhwIBpD9WxpPpCuYz0sm7fylD
2DWoNimna5X39jM1H8qtxKcwPmwmyaGRFmheDlICVhKm6eQXsk/wk7Q1C5UA8yPqo8xWZLg7wvC6
q3F/RMIc24xxMvWyZRCkLMS7cZx7SUCAWQ7yw9rUq0tHyzIVHYVNdt5sYwRD+0mWSFeQpq5X9GEL
ayxqOJuhT9tiAOd4IP+MJhiBNzSCmuCQKe2Vex76erzK4yFxw2y29RwoGTOMAL/C34arIw953cTf
KImGdx9VKEUqJotfaXXOXwBhM4+Ju/Jkt/YILH6BW3vIRuClIdY28e6bTH+PNVPqRwRjzJf43Yrz
hMb+EcTS8i1rp721XQJtjxk7nDgiqkb40UAIGzems6ONnJ69dShsjMeB7PiCyWdw+zIgVYOpGixX
3zxA2oJZoOZ4ZVma53/rsiabtR5q4w6oUwn7zTP7q7qo4St7rupOVUaA48XHcn9tjn3x4aUcyGSE
AhIM4R2gQUTdjH7JGl3hHeItq97ReFj4/IBxfadZsf5oCMb016hNhoNckyw7MBim96EdBjrLx8HN
PzATfXVTW3/a29g8xJIvivlizSCiNuDWEyHmgMtdtfmVV7JmTT9lT4W1T1izyllnIOuK502QOYf9
bmFqQ7eHiYDiFUOAl+j8y2yAtlpFNuNZMAA54Hvasnd/tTw3TNES+seWBXV7oCBgUwBUWWLSs7is
AZzrFFAEAVs4f7HPkdzm6R+av5WY5G4Zr/kesQ3lVpztXRfTuMPEUQTMsrWl2pkK3qf0xW5L3ipo
NPReNXI48ijuabEWOnYjk9OZyWTfBZNryQcwPssX/sX+K6dj+WGXm0w0fNvyUeItfmL/OX6A7e6f
FxjlUIZSC7yO5bj8xkAg+SD+D8431JdU+lEHn7Q9d6aXAtbo/ZkMrqllEXSVoesnnsrFR2BH//kf
//d//t/P8l/Jb/PQlCtr9v+op+qhyepx+O///P+knUeP3Moanv+K4bUJMBWLXHjTeZI0QYHShtBR
YM6Zv94P5YWnOUQ3ND7AuReQ7kU1K37hDeb//B90FeY/vfn1v/+nNISqmsJ0QFVKCp5gUPn7nz+e
w8znf6z9r0ANg7qqaTQXRto8dEjhF17QPV4exDkfRPCzJLQh4m86i3gEGOeDSGQyVR0diK+tDkH3
PxOErqvnvXfCql11HoCnR/iNEvhYj1qk9w4S9n62u/wb5MpvEECYHQzIoFqb4vw3ZMIByD5Nytcw
mjww/ZlD4gP4VO9+9YAGSHnxJPXmbU9CfHloTV0b27Jtamaq4QixGFvT1QhJzNh3o6Gb2xI+HHDE
pQCTeopzkiKWf0raux9ovFVHNWsCrHXZIVd+xuoMvPoV1vkMdHWNP0Itva+jkdcQFBFi0QHkGFP1
RMVq+N3D8wP0HFUUVS5PwPx9rzbZ3/UXUlg2J0KzdGeen1ebLEG2zUx4mL/qJLeUC6jVP9WFFiEJ
hoTP8fJg9spg4N0dTdqGtKQ6T8OrwURIga2CsOQCsanUZx4JXdkMmgNjq8PN9W6G18W/hbQhpRZZ
rV8Zfp7F5bfyYoLEhIovdHtxoCSa3Fjdlb5LRzg6OEUafZyyrPwWOxnyOgnFjCsbe+1wwdHQaQYI
iZ7bfMJffa+hjI7f59J3wWRBeZtUx96j7Bnhd4xrEP5tPMQDuH57BFSEyRDVAixFyw+XZ31tiaVm
CWJZibWoXMw6rR8gZFPhu8BovFNPgLozxlpQ+s7q7XuGchyaYkIHDLg4TbQHGR+vB1cb+vhLpSOD
tgfmhGZV0wHk/ffBbItRIBVKKaS2mF1tHCDBB8pXSKuQvg2HtKaAJAAkWguFfvuO0WwYQY5k4/LP
+WiN5vRTDWj2a1BWmrKzcHAZD71S48FRs6fl4fJwa3vVIf0QXIxwQfTFTOo19j45pcKvYtbB66Ue
7+ICjNcYwM30vTG/cjbWNgmOLSqbFOYPe+X880IVKkmnFspXs8VAu3Cg9m2SDlylY5LDXNkmK+fC
Vh0sDUxY77auL647cK6jqhS28lUSB235zulWq8ocu9PiVI+d84l4TB6MWKHfYOdDJ66cy5WPtTWN
i8hWJRB+Z7GWhZ5rnk2Jx220MTqRNjZ3VJ1xYcAANriyS7V55ha3DoPZQqoq955pLFYS6DYqlE2r
8MLmVfZB+jiTBkVWhdR5ZLlPETUJtxMxPzBOsLkwODATSPaZLLEXKuvCTK/M/srWskmxDFMzNM0E
yHW+1ECG0wHsCFur0PojZHgj29Bjgqg3NO0tjWOY2Zc389p6s9Ya2DGuhjfzncYUhupApC4a1398
CQZqB23WQbuUu+8kJyX8iL1Psvc8wz5RB7sy/NpyM/t0R1kETdUWMY6PxpaGpl/ios1Jl9Dup0cQ
UeaPjIv/1+UvXR3KkARuhmqbllwsNtDKtkZ/O3LbkCh6S78IdqPftD3AUmDzd5dHW3lPbS4+y9J4
vGEJ6Ocriewt5FOYH24yAUN5zmnRqo9Up4v+czWF0tnigtilPz2IsccKm2rz6fL4azuJd5wHdQ5R
ASqcj1/UnufhBgrkzEfxbBNQtvxjUr/4JI1adADywdNc2byrEzyj4ExHs6CDLtYSoB4LHCuRayKx
ha3cgLQhEVuXTB+9aNC+X/7AtdFsMFQkF7YgQFyM5jVDRd5fxm5ZD14K96r0J/kxpVOn/xf2WIC/
ZzhHV1WJuxSNivP5TFr80HpVRm5uGkguU+NSkP0CdHoqZQ406f9vtMUt7OlUqjTUCV2DOsj0NJZT
5d2FuSN+2U0w7v99MEcVpmqrOrO5/DSB9pbZKWnowiL3GgjiCXRkiofCeNIbxxNXvm3tZDgEXRop
IW2Bv2H/q8grhe2Pu9oYuuiQdClw2hG1rczSAJsZvhUd/d52AJehllj/Qqy6b95xMhzTYMtIgxhF
LCK/Ahph7hcydqEtyR+1hL+oRX28xx7NeKKeRx38HfNrWpbhSE0Xmr7YqQ1Gx6Fe2rHba5U67ZxY
ARcC8BLWSaqWtCDfMZxt8pqZuklwuXhDuiLommIYEtcKDLj7NZoxiENiJrpt7L76eHmwebIWLyj4
WZt4AQC7Chry/FiMXlNDdogS4Gi9Xd6p6Fsbdz1cnit3y8p1NsPRhMFG5aHW9fNxgHT5FKWN1PXS
wUoOaDEJaMlhX40HUeKWd5vLxIyvHIzVQcnyZ1I08hfLwKs3AqBsbRO77QAedxMNZkBzsR16QJN5
bFgHbaqgg16e0ZV7zeEkWuh+ODpNtsX29OlvCL1UY1cRyFTi39FH7cxFKNE73iExE+lX9svqV/JW
abCHiWaXtQz8Hwd/qnNoEhjmfcN69zRC3cDMq9RQOoOt31xL9ua3Z7lpNN2WDEh9yNIXbxMU7prm
VRe7EwXoZxOJCrFFr8qiBFRyyz44CJpqRxXl/PTfX2X0dXWNwNbhaXQWkztB0LU9RHXdHNXY8oAT
N64dcZ0aD/jdYP4YDLoRthu/8OCnVkra2V/+fXU1EzichfSCSqX5fB8nqKjjSGylrp7G+S+7c5QH
q8OvHOhQORz/fSzdMEgY5ghElYuLwEFpgdp+lbmlX4r7UMuyz6RGngeSrvlxeai1a0AnXHXIGbDV
+htov7rTFbMhFKGY68IlomsOdw2n5VoSWl0eZ+1wQNdAzoPg2ODKOZ8++PV6bzYycwGriP/auZxt
1W2GXjRK0e8ZS847hUyIARd7JcVeo2h1J3XtWiSnyJzyx8wi/dyww5LDO76L21PVNF033uTLfpv2
bZuZiVvGNF9ukACtjw3Ki9ZRgxPx6fJga8cP8T5BLOywDe35Qni1WNOkBQ5GMKkbd5F1shQVUCLE
uI9xn1Hibofhd2Uaw83lQVdXjlKpNMjrKGYuLvBKzmSKhI1fwUy6T7C9+zWKqhuB/ShC3V0ebO1K
IzO3TUGeJjV1uXSDOSRgvDI3SrJEHqvMwO0y1KC+blGO89HSy0DJvmMNSdLBvTmEN7y859PqJBk+
QubEflGrHKFpJ4dEZ4z2XQFm/Mo9tjabBsGETUOSmoC5GIvyn6VjF5a6juh75KTtPNrnAr8ZRYMv
d+VFWptNQ7fomKJuyNleDBaaMgS1bWWu0aLacTC6EjOQKKiqvYb6m423RhpdOXvXhlzsFjvyRnRR
+8xNa8Vq7+kIdZjAIMK8tVE8egbqou7/fcsYbBUK+xZU0WVUGpVNV4Nryl0ac/AFAmf44CkzDrrL
M+tm1KLs5R0DkihxiZHwa+aiuiumeipgXeb4OQQpim2ol1iIUGzbtKrveJ6m90zpq/EWq9jDH04w
C8jdHt2ehi9kESk9mr+JvbMfiVbYV2qb8yFbvvKU7ak26txsCPacn4cRHezaRxnAlSru3LvKGoAV
1bldXtmea2eBCIH+hK4ieWbMe+nVdVYMrUMrTmciq7b8hqyickKPIn9qRufh8pKtfRE8Rp0AAtgZ
7935SFNj89JmXe4aCQwb/Jey4EeZBFdDwLXdT5WC8AhEF+/cYvdnfhbhQOzkbiQr/wlVxpkOV7cn
rRues7Iyrlwm14ZbLNQMNIXMGuUu7L84PXRY22yQw4H3M4BYLXaWrN+RctIPVP9mDRprtwhNiJud
CVJy5oLvU000WEDGWV5alS+iQpn6ynOwum406QRNJLDlcvGBAUqvOPX1udt6Qj5G6Crh1VIW4soT
t5LYEpoTXBqGxk2yzPOwy469ehQZWP3RQsJCD9T2iOB5eSzIXO5nMzGUXz1MGx4wRjHecb5fjz5P
wqtjoMp6DldsQqPJUJ/8HHWcQ5pqubOJpYOnnIPpwpUh1+Z1nlBEhtBMAr15PmRWWYmaRlrmgjGI
etBtYBAPWQd0+9/PnWAIVo/6BOrJ5+PAg6egT6rgphrN8p9AYfri0aH8o1wZaO0kCNoIwI003aSM
dT5QJIcxhx3MSSjDVDkGaXUL+vuQJJlEASn3snc8Omz+OZQlDaLFej4eCF5PIQvMXcSrYI8g1o62
jp9Mp6psWmsbCKe6chRW96gJ9JQbmctZzn//apegYhfjkKXkLn631a2N/8k2s3Xjz0Rb8EiOXz8V
QG1vAFNee9LXok7xauTFka8aJN0BYBTuVAMhVpAnRyqnTsGZZcFxklX+1Sk85crnrg5qWbagpUFt
e3nP5Mip+AHC265HgxrpyAr/jKK3wZgRyuxUrvF2a/fmtSdp9WBIVSdPESqPwvyzXs1yEUPsytCq
dlub3skRMoa091MNBvvywVj9vFfjLFbTmVQqEpFF0NKXewtw3U8dWAxEWBzHPBTMkvIh9pvm/vKo
aw+uhbwdJS3CT7ncQ6E5toU6zfnDlCrDMRpgIh5KYygMvNUjcGHvGM4AWjhX7klZFoeSrKFu0QGL
XVPEuvIf2hRt/KC2orCA19Mtjr5dHm9t8VBOVem/mNw5yxyzMQfeXlTPXTupKNRpaJdjtIq+yXS8
PNDabUN/gGIW3wbxb7FLLK0UiK2Q9Mk4D/9rct2fTrnFeTiAH639fSWM9vSOIefMj2IvXW9z8RKi
MWGoI/g1N6/h/3x0BPiVPxCum/rWR2wJYzoRGtWV+OJvE2cZCfKFYDEcQzW5V8+PAz30UqKUoHyN
UPgUP+op0PMD0VSq/YasAX8R1GuiH9vOsdSPSY8eN36mVWOgCg3ZOWg3EmOW6liVdRDejwR7ny/P
ytqGJi9V55Yn/73sedaN5beAONlhgOBfMlwuoOQj9Qz61XFeLo+1dmTpC/GcsQrUSxa7mewXy2xD
gdCX52O1U4Og6F/0xoQGh6JNuEVi7juqpql1Zdy1XS3njHhuJL8FWAQNReHS4NB2VZs4X9C7bxTo
w6BBhysjrW3rOQTSqS7oJg3r89XOhgqyTjGmLvyP3NvpoTf+0cJEvWtiL/suIMRdOUdrn0ZN2KSm
AUv/TcFbJjmWDGPIplbwzXtCL6xKjlWOlun28tqt7ZP58BgWjae3mBFeMDGh0pa5TZwYaA5qVdie
bHVs60MdjDD3Lg+3OpECfQqKswaE7EV4hSZKmHdWkrtZg3RLqBsqmniWDyKwCSVIYbiE3numEvjr
3HynlGUtA5IYYJmqK5mrRTY3EIQbuiFmm+S/3/FpUrfmgI49uaytxWkxZElD8mspDUIKegtrdIu8
SoiQVjME1g7purS+Mp/zNbO8hubJpANjW/abcn4KTjkee4NwFYj7zEjI2o1nTTWKsfYYbzvbVu+B
23mnNIqLR+qqxX+Xv3rt7JOGUIwlWSVTXSwoehDc7nQMMLOEuLjxGhT9UEVufLSdCuBWag2gdgeH
x/pyeeC1neRY84c7YOlMbXkBj4hsRST/2P4qKjhnXF03VodL6o5mcP25BsE2XQkSVr+VgMuZa1T0
+ha3gFoURicbJXUbsKQRiORGOreKAgL5B2afQbUNqsbL6fkhF3gtyF0fm5tgxrJxIyzmuUwK0aPM
lbkTxm/ffBGl8g43sxmdg6Lxt8FGyRqxIpB0V7phaxcETQV6/tKACrF80VXMLa1Rqam4Rz2UwzyI
6+HOtrj4nqEDI8l6ZUevAVhAdCECCfCJY6svFraohaPZcUTdveq1L2IIbtDvpOqutoN/H2Cn+R1D
iOA2QkTqC5ZW/j0PU/oC7V88Xd5hb6ec95PqGZNO558H5vzS18Ihx6pNz1wFUxQMhxR5Zzcp+tRl
he06zFkK+htYb/Xj5XHf7mzGpTT597mBkWacj9uBvgg7aQeuIbviqMOii/YcXNFsk7Cd5qUu4pvL
Q67gUucxLdAVc6r/JiBFcFnptNKJyLSbGK8POSUnnaJo/xniaIW7QYE6z+0QOnVyGL34F2lC7fjI
+g6FdiW0enul8VNIANQZxUhfaZEASNk0qmgRhYlKMpspzIbfRR9O4S1amrDmvcEamqOCnBgZggJT
QGDNJI9X5mMOWc7vVX4E+rfoUlMlpu5+vgYhpYFM4OfsQpSfTrpS4V2WGS0Ev7i29jIMk4cR89ho
wyYe3dDCohvBrhTCCnRn1Fou/5y30YBB6C4IYASZ1xvUcAG+vsqrAU7eYFuIN5m4Dh2o5aE6/o6B
wKn9bZtSFlycvXzE2znR/MAtAwVh5T6PkahNZAIj4f9roOWzUelog5RRyUCGU55CihTRXiJmUVxZ
yLWzBGrHnpvAQETV+e9fZa12papxbA+hW+PfhQyBznk/mpMiexQtRZJ9gE9b2ofLHzdvjuXm4Umi
dAt8X9pLAFhJq1bJfD104enmwR1aHcN/jpb4qOZnqDyCqgiGDYZV3TEbSzgTl0dfuUDnlg3VaUsl
QbGWqYkOL0EzyjJ0G6xRvkiYEPcdksviMPjkMRB+AsP84OcRJMGIaq250Yaut/Ar8mztd1aoTbm7
/IvePiH8ICIizFaom5MZni9CY6qR5zlF5Ea9yL4kqKnTa2m6aW+lnKPLY60dFd2iFU1tBGDTMlIP
6kKrNXzGXCQkveFhEoOe3cCJHpC8f89I1lylt2b8xiIa4I72YswH+SrftMZdAXK2+ZM0SnGtq7I2
fcTK1O+AFvCfi7soStA8lEoMuEdPPqhDkH/D/eYn7Br5nnsG6UBa+PNBoBJyvlCJp9B/awWwCYmD
HTrQGDRtJH2B+grybO2ONxzL4oiA5jH1RcaYIklbZpJjidCIHJ8heyfhD0jkYQSDOijCD2iUd95G
79WyPXZK43+EX+xZVy6htQf+9a/Qzz9XNTpVBzIRuQ0KtOiiJfZ4xLDF3jV9Zd6KROh3ICtQ7Lu8
cdaGnS8HqQMsMN8ANiKauAJHygheVp/hlOn75g2UXfUTOKuq3kyt8JR71agn5cq9tLaRTCHAHIGB
Bia2CCzCtg9ygeuMG4KPx3jKI37RZY/TNRLYiO9d/szV0aij/y1BAMddRKxOMFoi6ofIxRsm2Zfj
AH83RNIfCeXw5fJQa9uJ2x3M1ozPp790vpB5h/I7EpaRi4SZB8BbHwosBwiGcd6ofYFvNYYej2gc
xRh7+hWyYKoWmPbz5V+x9sFixsKBJTZ1cPvnv6LC7nDqzAxjHE9A21KHUCue8jTsJXITuSGvZCPz
07V8ZQTxAKBqsh+5fGV0ywtg//GEFhR6fndC/dK3uvKA/631GUx3dGW49a/7f8PNF++rl9QvzVGb
0LZgjg0kpIYSwO9TMU3AK0huw2uv2Noh+VtSmlHjc8xzPlxaN7ZeabnvWq2ZJ/f42XoI+MpcxV6r
ihzlu/TKfhZsraziHRt3LlEA6OD9eFM64xkcB2hRwPWF1T93XR6U6BcXyc7G9+0dsT4tPADNtF95
sxY7txl7sLcVYwWl1iM1o4m7EiEOeK5RsAvkIP+5gT3TLVSw2xD+xJvYAIbhmFmx4qPuYGbDLkjx
w0KEpPWvXPBru4XgnXI6hQnek8UFL9E/dpBLity6KcOPEaKbc9FFidMScRu91a981tpZoPQCshAE
LoCtxdFz0i7F5JtwfaD/NKLoZ4ofypgbexslzC/TYFx9O1Y/8C+gEb08jcj8fH8aMcVQ7OMiN0NO
8pB0AU5CSpw3fyjJeM07AqgZjjp31Xgwl0Q2eJh+LoH4u8gqVOneGtV8RK9ESZpNPmTNlcBmdTKB
UOkgqagJLtGaVi0aPFZk4Pa0KB5Cuy4eNBCbO1A4M01eDYkVL9+cayNSfgTZxIWmU2Q9n0wNds4Y
teQ3iPFmH8XU/EGQLH7KShxPtb4LrkznleGWL1NlWUqbh2bgIuzR77IJyVT07uM9+XH4Z6Ka8Ps9
nzdz4QQQ7TcNynZAXlwxkFQJYmn9Agj3IEb0/LdZa0HpRnr4HVc17UGqxgSLILcWl0ppeTir01hw
EZFD8KRQyvFTHTeecyTSN24uf9xassMREASM9JaozZyvnZ47dd9TsXBR0FX3OjW/UwHM/s4KVAfD
ZKPOb8xUnc2DdOXH5aHX1pHiJ0RiKUFyLROdHK8NtcIgzh0b41uCnjbyD34d36GroD80iPp8vTze
2ptErZOJ5Yah1rrYpnGc1iJTBugZKBr9prTaZLs0j7M9Utk4blIdOaH+q0/7y8OuXTWUvPgHxCaM
wMVy1hLvZlO2ACnbQb8ZegpR28qCxISavJJeORurg5FmUMw1dVrMi6itwVeh9tUgAaXW1S4MaE6I
kF27r6TZDod3fBlYVDIBIGNAiM/3TqLCVI9Ekrh4fOebunHSJ0S9aRjVInhPQOHMkD8gM6D7lwxH
tO7Sqau02B0wqpxO0o6nHxaC8I8hhP9NM8Z4CuC+i63O5W9c3aQmnBAyYO7vZf0UlUwZkRKTkEZl
9c3MbfsDgex0nEKj10/YiNny3/bLTOSH+McXgmLhXC5ZRB3yBEg6WGKfWyNaotrYTp9wYWpwzXAQ
jrzyfYsNM48Gm52fTBeOyV2+TcgtYOhLt2dfqmg27fE1VREx0p321kDS98/lyZxf1VcxL4Npc/pC
nE8Xm4BfP98w8Wh1xPmTucfgpcILdAokOiCK4V4e5u03zeA+SjiUwKBiLQsWBc4l0uMw7sMU59aH
Tqut4GuP4511Gk1SwpfLw2mLi4UcEMQBcgQ04Ei9KVedf9aIYicwrsh6yqgA4u2XT06NXJLfIrK5
GURd9kfkzzFQS7WuK6stAsVIXTmtl/ynABnW93KYDwzdABNVAURI66lEvdqfcLCh/2vtrCgqC9Qv
Eb7WteOVXz/f8K8WhV9PFssJFlQOIJJp86K9ygzGDoMraU7WU+1Y6SN3vxPtRypNKb6BwcOUW+l3
paUmOnkRkizowyTPaVH0bmHq0bXCwtuZZKvNBCxQhn+rMue/pR2RrUJ0N3jOfLQmUAf2gRwlEPX6
KpAvdBflHlJBcqVkvTjjzAAtIUAAJiduxlfM++nVDGRRg+VU33VPdp95vzzIvZ+QK0F8ePZjR3yx
M/vxyhu/rPL93zEJlqDVchAAaS7GTME9ma2qPo2sjXODm9aY3RVmnqFNn3mJbvd7LLCsI+I3KXqo
sOKT4puio1q3G53er/aQAVRqLJc3w3xjn+8FgkY6ZDMADHKkWDwfxYS119DVwxPuy/tGJtQW2Bw3
vR6Z8GFQfL31kHkXGy8MMuMUjIjdbC//gjfIDODOXAyYacHdICBZIk1j2YQNfhwa4SN0w41Oy9k6
okE3Ka7Re+rjRM87Q0G3qzoQw2MdfPaQY09v0RB31PjWCGKcexFLE+nOpxoPlPPyD/yLlHo1R1yY
XBQWINiZnqzxQ89Xjkq+J2Nsy5/8vqRUeWu1llMj8F4GBeZjgZoq92Y1dsPNFNiYYW80XMm0bVSh
M/Gk2r3THapKxKjxZkOKHnmfGUn2gl6TX9/hzU61E0nJ/k9lGJMZbkoFzfxtPfYp0MnI7z0E8dpI
o4mQebo3bDWzal7SIQ2a8tCPBYprSVEodrPTfUU7aeko+sOgIf3z0XPgUh4QjEO0Ce+cbnyyy8qi
Mac0QbOvuj7o91HiC+U290LcDqiG9J9E14TGPkHQp9W3ARp2zYeWm9d8KuK/MuqJEvXWY1YPo9hR
DMcijApO0Z50jGKOCjR15ZlflbhkYCgb9ywoOklJH3anHufl9LYthw+TopvpIz4y+GRf2c7LUzav
FTB2B2legL0WaK3ztSqUXM00s9Ge+rLv7jMHqt4mGLEpIPbSEKwyqc7uMH+kTYKsIMgQOE8INgfy
IOghjZ8ub51lrK0CwIUYAaCHiI8Ld3HTNnlv+i3uts/N5H3s6yE4OXi6b/ukNgcOffzHNjMPSLWX
X7ltVgcGqjorCkAyW/Ivld4saLUW1fOAPsNJjaJ0I7MacctCTx/BQikuYoz8YYVP1+nyN79pTfLR
XK50nmeCLc3vxXHBdIW9MIzBc4FVirNDdSpyNkOBPy5WYpgmYJWUGJ/CTkPsXy3C557++dfEQU7s
8g95OwfAcfgxNJLIVN9QjBQdXFGUK3hEUrfFb0/TN1qSjvdph1W4apbhj0i1gi0UK+XL5ZEXjxqb
0KRSo0JFg99HorOIehL6f1WKnegThrlDdEhEF4z3yNVF5s409XGnWU2nbXK88K5epn+JU+eXFd+K
TNLMfac3Zi+eGTVMhhpnqeQZuTdZqtvOwP3zMGSjqiX73jIw9M7thLceeyoVIS7HzKaXYRBtRUyN
Z2eww3gowhRG6XTrNFWi9550rrvhz1AlwRj9HkkO+4ex80r92EdpHxwbX3fQHXd6L7kfCmA0GwyV
9HFjwQAONsFUafpThbHKHeroebpLak7hvulC9SG1Ix3VOlVFq1lTJ4wb8A4G7Y9Walc9eFOA7SZW
kXl3cPxKQQ7cK+O2/kRglj9axjh9h6ITek8iL0vrOAwagqgdjofOoaSFVR9rGQKrnRrADzjutKr8
OeErnSJCjIvlraCfyOXQVD3/XyOIrEckx9P7LOpb5TiSw+Ggo2PgwVQxYc1t1ZS13BU6Zi872Rm2
3Ka1biEfaSayfAkU9FgfMw/EwR1WzpGxRWPDjv1NLjpPy9ATTsPwvkZbIz7IarCfVWKbHFcZr/qK
4+gQ7bU6moZvwkrFdzMPFXtv9W39iP5GZh3bEGl9vKQqiFVB3/XVodHV/mSnGIR86c2xOmHCFeHX
ZBmVgocwId4GT9Mx2FuRFmMS3eM1X+kYLYOz+VVBMtJQ6M11Jzv6Y2mW3+3el9YjvId4epRRjbuZ
kQeixvHBmVmURETGlijOmMpT2WfqA9rXMioPUz9h+1SlLc8bVpwc6SEvjOZbZWl9fg+lMbnTci+2
fvdjaj9mfdp/0fNxoLFLOy7bQQUqnB0y5P0eiQYd2w1sYk/xAMbC2OIlFtRbVLJHZasmk30bYFg+
HkVv599zJ28Qucee9SsNv8TZjYrl4QKXGFm51Sdfr8aj1SPe5eZGHTnHYiqKEW/uEjswUHm1s41s
QeuhGnuozXt8oZzkZjSGRL1BV7b7D3aZj/CkFLOnsVl09ue6tybjvvXTVh4CHXutTQ6eUaanMon0
aMuF0N1pMpXmSzNqBhqSo0HJaGemjjV+ZCMk6Y8ay3Dvgzegn3ajYIkkNkIBpXiUKDTjoqz1cXqX
xWEjPgnT97v7qVRFvemGQP85TWPM4eoLR73r9RSODCwmrLs2KL4hBjPkZkEnrDe1T0o5KZN/sBCH
u8GkCqODwxzUEFGlUv08IKsT7HCiLDzyd0/kBzB2+pB+SPO0LxS8zMbKwJIprp/wc46SR30Cp7Np
41TxruCU3l6S1BAQziYItwFpqotLcsCdIautsHn2EG/e1W1u76MiUO+plQafMbCPbxFVNf/1QZ6F
bbiSHZpJNujjxdsUyzHpBQJuz3FitVBTkvCTHdn5TwelIW5kzrN2hzUi5tSNg/ji5Wfh7YNEtwno
HxcvXQpAvuexSWqrtTEFhnhiM09onLb20OIVhdysgTZ+aJnHADeG7oOBSHge7GqM9YLT5Z+w8jjP
HWk6+6bBRFCKO/8NVp1OkTWE4TOam4RGVeLHH2sA9tT8YHjRYDVPwhjDk4WR6tPgKPUecKRyJQNd
pF+8jxxKqkiGNbOh+Pf8Rww40CaOlqdoP6YakudxE47+kfM12Hu/J0m6QRPSklfigbVRATwSEVEk
sN605ZNUHUozmYpnYKfBU47K/+/Gy6YTJfzkIy6W2jU21EowalHZAZwlNB4T21iEf13RTCR9Wf5c
Sx+fRgWn2WHfytzcwMjI5U5rA6pLY9l/wcw3Onb4X+GzTDSHQVpgXulcvd19lmrDlgCXRICG8Mj5
pBeBMTmFphXPfZUn32uQ2Pfp6IltH03FHZ4FEwKCPrdCT73tyqlbOerEJBaAKLadlG/iIckrnQxl
/gwbM/rQtYa6G3rR/hhQ1Zn9nMltAYc+X97qb5d7Biwz9TOzCV7YIhCiug0IbCyi564t/ccijHgF
cWpB0ncIi0NLHnWNCfP3OxaxF4QU4IfQqGYz9sUB762KaAHJ0ac4RN8ZUdXcoJphAY04+bysGlY6
AsMdo+iNQ1OaGS02zwuc5iu3gVLcFzZq3Ee/8fPyFtVFI/pAjYJH2fP06YVfrocbLpd0CjZKPhrO
r1GmbRbjAjmE+VbzcDhEyD+siOX+9eKamWioj8wFNnoiy4KRUluAj+wuesE1L0E8phblCe10cdSK
Tj1JJ8zrjaREpO5UZMmuHNtFhYLNOtf0uLWIKCjjL/lpQJOxBh+K5MUUQY9JHkoBI5HSvTok5Tar
uhjTmNj4aBi5eauEkfZyeRv9LVGeLapO52DG13B8dJuC3/m5oS2rqSWb5ZnT0htbJUqwfsztTvwe
nC58om5lYpMA9fEYoZj4CaAIZoFAveTn0cvSTaOm4svln/TmOHF30cCcqxGgTql5nv8iHKxkqSST
/hzFYfJspFI5qbYxeXsdVMUpijvvvpuq4someHOeEFTn6AKshUKDoOLi5Zgco8QH3DSfS0/x7LsR
b+x7r0zzvZ6XTnzqK6X9efk7F1VdVh5U6jy9tPbRhtMWzwTerrkNhnh8xgom/VSXSv4sYcMfgXEa
VzbZ2ykFvQvbGf0ZHmZ92R32kfLosKX2X/AMrb7mvf4NFy/rLiO9xznSa+k1KsU1hMabG5koFigV
SSoCNECWF+tY9VCe/AZH6rA2/DtyNhuYS5kT5nnig1VKeVdmhH0bTnZ3pQD6dmoZGSc39O4oiLG7
z7fQpA/5ECdt8JJTmzlBTARno3WV/9GrNPyvL6+j8Ve96/wMgbGRIIt4eEHpLqc3ZzOTQ4XymfCj
rJ6wOexLoq0Jk/C9g/xe/VuVvdd9wtNAxTrE11LKjoTg9AfzdujUzfzIIiPVNFp2sPRC+WWXZRwe
6jBMH5HqwiTXaBERwg4UHwYKcOUQ3KJ2VRvJhu58g89SC/TvlpqXV+4abHjC2RcwrW5oheZY1RGt
tD+xL3CSD7FA3oEsK6Yr+RHLWxu/c8UozFPb1xAmENgqvxRpmH4uowT5OjsMrblU3iH06bdq+VPj
Qoh3uRVVPt4QtdFtLG7pD3XV2t6OwFqFVxZk1W+7RgpvA2+naB6wHVK+RcLs2g9aPNRfgipXXDtr
65/JpOFg7Q/19GiJ1DO3fod9EGizVjybQzr97KnCvUASzvCO6CgtY+AzIIUf6rrXblCTDh56A/rT
pleTMboFDp8/t57WNjdZVk9il9OZ2BZOGNq32OUhKofoPW4A9Mf6FNuzYfJPSFzjMGRj8vylpDPu
HFu/Lv7gwYNBODaWVX1MbLUPXjIyd+V3BQo9fxzbONoRVubDQThRrt55lFnu/Wi24Kaw2/zhX1N/
IsjsfzpW1xt7s2kh4VC06T4rPV6+X/OqyG6rmnfh1hONYe/D3muj3Rho7TeDNz3fw+TL6g0FvBoS
JiVZY1Mg6UTgzJ9bOx0nwDbCGSDPrQ9j4iMerqr0uR5tsqXhYAPJqO5NahfhZ1FHabnzyPaGba35
RnIaBmK1TRBkndwKMxenKs9SbUvFEbpIi5WjeRRhmrYPwOQGsbWmRuu+SFHG3q0dza7Ee1z1QjTP
yLec4nuq6123EXhYfmklcHwI1h04ydEOjJchR4xmY+iYkx0iQlEAnPxOHBF1hwRVQZNjwAcht12K
9471E+shdPabPms+l4jTIwysY0ByB206g7eNYKl5n9ptmt9kgRf+aH1DwQnZDxVS+c7AqGvXFX30
0+eZ+urDTPmeJhkCsopaZIfeCRzxIQp9+6GpJpntoat40qX8nRc7Snej3Ex64WU7yf4PEIB2xvBr
hyfLLy7/pn5qcRL/gElMiPlIkNI0+D+kndlu28i6hZ+IAOfhVtRgOXYS2XGk5IZIOt2cZ7I4PP35
6HNxIooQkZzeQPdGN5ASa671r6Flc2vJcG6oioW5plySyGzkz3FDuPSwsULTfLE9QH+seFIQp0o4
8gOPQXYRMIEYgxVYx0E5kHoRQkrSK63v984UJvOWi14n8Ba32qDb8FMHmeSolBISAZRSpu0hSJNe
5NUmoTGkEUrkIYqYzCLLqvlFNQZxxjPuMc2FZJf2n1ErlV+JwuR2O4a2f6qFU38nDroPnzKP/Ihj
P2TkR46DaW70MOqtI35d5B3KvScJbmNZeDHarE5/eZXd6EACrWq6ahup/5R603sPcdE62SZJuXlv
u2KwQmJSqAseexyRDcCNLtVPgVMWphtDLmv+wcJBxI+CNLvxNWoNgnxJOG9ADw1Tig8lCXqkJzaF
8bVnPhpER3BaPMSD1FNezJF34tcq4n1UhGHhyoXfiy2qU61nbyBMZysL29OPZAtH/qNlEflLD6oR
+adRqnogeEmobGEU6R+tsbfI4Yrg+Yd7rqsmQKGeFBdMC8JuA+21y8kfsUpt/Dby5w87iSznfcYF
wnhrNK9tn4UHnOamio07ep+aRPLqvmp+JY+XpFFPr6rnll5tMZse2j7+oBWkG+5VAUgB+UyJ0n1v
GMUuqlXKCLGeEdtmVzxgXxyzLdmYnSjQTVw30bpvCcqU6k2WD86OP0AtD2be5P/GQ9j9SwZd9gZt
EfsS4TBAxDAMVv/gl/JYb+QwlwDjLaP+UQjICB9lzIUFdykC5t1BK7TgcWhkAnyBCpOe+LGedMGD
pJAYcQqKvvoPWkskbVCASv9Kle6LD23rGOWu1EgiXrmmvDNWrg9SG0Uk2ggq6hq1Z+363LaKoiki
U5Svth8E/bHuMvsIE5EHVTxSSEs2RlGb//mxE34C7JKkR19jNSqZXFF+IuuELOg4ig2EScyknVHq
6b+KRYrbJug8DHkMB2L1IQqr7slCzOqs/PzbWxZG+tP1kcsOVIc5V8XHxKVIlKB6TWGXFJxXrbPD
JMveSKYsJJK3ArENE79aczK9fUJMbhq4L3BsoXqcF4WcCr5a0TTFq0ZeHEc7ecTpoWntpNyMfUP6
OBKmTiVwZeguXdwSMklYqd+vXINuL9BcnSGzcInmToti53rsSoDYpMuV/HWsFeVnSbuhi9Og5bZB
LrlqP8rH+/eu2+7WKTdPJbFJAskd+rpBXet0enPQXmAD+E8YLEfFVtZtEsKNoX4RnhQTmpy3a5qk
2++kWQtwB6jNsm8kPGNF2lbtd9rLFOFN0lFAEBvB9Sh3xvSjaeavf/6VvIWAhG3IiDePbk2LhkxT
a+1FQuL2HV2SsZEjkjx6OwXybY2sfihLOflTNIUaPjboUASp2BiEzl73bV6IREHVmLwa7aQq851S
32t5Kj7VoU3AtTQUxJ5RXdsYTm2v2XPezmdo3UitEdIDNdzQT8JUzkDOhP2CbzTxRaZOVaVXCRKr
NCMgJzXWiSEbARfdQhm9c9d5pHvd7/WFnwA3Clkrj0I0S3MxDZSBqhfku742fSxtSPYaQI6UTCOA
rnQKSuQjvtZyZ13ICneIDYwN8YcUYpxN0OpNFu0qVqU3do8gubKIS6t+5ZmjHSgqdg0+jIr+qPtR
9lKrVfZ2/5Nv5jWqc2BbBl3nAGNPvR7yUq5JAOw9FemqHj6XnTxsu1A3HqnslI9aZIuVB/ctVgtw
CB/CANSZINM578DKsTYoYsN7NfIM17kgMxsOKgfiyKaVJD/fdyR/v3WjbX3RzVYOUFB0+SeSwvU1
q79bEGT6KZNbFlAaJOM5X9syikYrI+G96lnb7bVUzz4SZF9ALs6IUleSLNyr+CJtO1/2viWqh5Be
qbTvZMEpL4U9qs7K9Fv4QUSTTP6tiJ6marN+PRiDRhkI05zwi1L5xpNMKeQblhKB7obGkAVu5Nfh
toTJBDymjsOj7xP2vY0dVoOhFvLPRhTJ4f70uFkROBkZhAaA7TNWVGCvfxERVQ7JD0FCBYYU2k1t
SfYP0r2673owGk9sFpfBqLWHvJXlYxzifbnSJfPpiSccuauU3qfmYS5Op8FvnCZnUD0jaYm2ksqw
CB5jL6ySz1aR2fUDZlMj2GFhBObKIpwfMTTKqoB9quFRA1tzNgy4xIVplNj2Z8Jhxl9Nw6v5UPNv
1YMqcwbszD6t2r3WpWW1su3PwRP2P3jncMYmbRQQ7wwcIsYJyhqx3idoLM5Pr0nN5yIfFZIcVadz
dsYYSd8IAZd0tzbJkDreH+wbaH8iasJtILyF/zORO657G8ZeVUmG4Z/yrOx/9Kpk7oZsTAtXI0fy
W+JbzcHRfenk5JCce9J034pWjBubC/gadnWzT/BbANepaigoKiao+/q3SKWn13AdkpOShsOjXSgD
gfFq9OCV1fhBU3yStlrH8T134Gg+ePYYfxXV6GkPK30ytfP75ZTmAWkdnK44loiDmg0JqYFaS+KJ
eRqEnB2rYUg/6lVv8Q6EovRPFdvKD0vv61ei86R/ASj9HSnwK5v07bQwwbVkFiKoFvWlWV84sR36
USKMUysocbpmRgr1lleC/FbJjT5sA73NWhc30czcYPfUroVy3S4IDkNcjSa1HnjXPHKhTcYm6ku5
PzWalp5ipU/3o9U6ruqR8J1onXSki9bu1VPHXnc8DEoEZfDU3iMsZqvQkwxNFKnfnupmbB3CxjKn
2HSJIR1BdqKVfe5mn6EZ+pbLDwQXlsBsnwthDVRlqignWyYic4NuEawirb3/QnxL9r6m2yuvhvnG
On3XRKOHMaZRfphr3Ou0r4l2hdKlj6Pz0IsxezYD0uc+QrsQR+Zx/JVKtrEDw4USbo9JYO/uz+yl
T2ZX56JjITK78UzR80HJK7mUTyS5+t4ezEsMH/3WV/ZeFirKMaGEl6yUx28mMl9Ntg+9p/HNPPmu
F3UIvySt40E+GX6LI6tBiuED0Eqru7ItLO0JFCm9gAh6qavnXvDr/hcv9Pl0lrClA7ZwsZ4tI7Mp
WTNZpZ040/JmU2pBdS6IbdjHTZs2D5xe0SELQKn6ILVcD+fAlQ32ZkqjQJ8Kd5O3MKXTuZ8DxYZC
HiSVHHbqP81WDwtJP5JUKm0qx/PXnP3fn0JXKwjMWkGZAlcLY1Vnfrerg0wFQ3KcUxY5ELTKUhDJ
i8G+3j1BRWjyQ1vHZJinSDi1bY99BJniRtxLPyGTaBqItRDaQ5vBM/NDJ4z3LSHQxCoKPYC85JZ6
UacfmppMWmtn5Eawp1aGNCuPDF5JhdViCKjWwW5IEYkjKDZhtBIpGaawcYn3BhIPi0KYbt3bobHt
jenS32Ce9SkUfdSslAZu+LisN6ptPBrZS6j16bOZV4uwyakmmadk6IGcRH6KNL3XN42X6tu89bjO
B2FifWjDIt/VfdMd9AL33tYOhovjK+IAd1Re+1E3ZwsyyIm5Mc1GXG/nNa9AV4URaMSQKBlg94Gs
1cp5IiA3bUngtDPpQIcXoIyTKcquaFScM312sfAlUopMWtmRbjZ5fgxxhPCBeRBgoz/bAuG+BdXY
5+NJVbMg2ZK94m3DoR+EaymFsbMndCyKPW17f1EuNYt8akr7mvTg8ztHgod3q5NNdULzIxtHyaxM
uOp5AGpdloWQnmpoUfu6/GOzRWYE59lkYMmJxotzWqy/XS37ylADeH3yCTJa/J9Z2eM2qCRVQB5y
5DXziXexxmwtToIfalMwgxCqzE4zcKPMGUchnzw0I998OEKt2/Ium+J1kmALU2CMPkDf77ZBW1jq
rvQ7ChZKFlVHBY7xExH3g/gcCtm8CHKBCZCXRvKne7+St5XZRMOuK6hGvLYQtAO3CZBObnPbwtUE
8wmxyeMic7Z6FyaIRyoxcd+VoQkJK9WcdC2WZT6kqG0hK/+f2Gg6BX7r2ZH1bHe2iVVELg+Et2WO
60BSO+ERqrsQHGuLgOQhWDnC52fLe6tcmbmzI0RDOXPdaop3kN0OA4EpmPecEoQsr5qWSdKua0mJ
ccfBSfZ2YsoHotnz4nx/Fs8P0/fGMepBrgajgDfLdeNWacR1jMbhEtXV8JTD2LNPpJZ7T55E0O6x
qFBXr1l/LHYzLHWoT3wS2ZLXbSppUgVUHpJLlmEasRkVp/qVBUQ6izF2GFml22edEq+x0Rf6GQtm
NgpKn5PEYjaTRZbhAlWG8cUs+5fUk4qtsOOy34xCKOmOQNHgHCu50UJoSJK1S+H0h/++jOhnGp/c
CMmWY++coX+DOnRhlNXxJVFLct7xWGgec8lK1uw8F/p2QjMnIEh9z/q67luz0rHcqnE7MSUz3UlS
QGwyXszlBhZq87VzcGfNYqP7dn8Wze8H71/HE2wyWAP9u/EJainQeRlRWEzyPt8ESeMNz1JYROVG
z5si+HOXGu7WQO5gyFhMzXPbqNEZkOEKRIEV8baOEhnnAD/oNaB6YW1MbAcTGBNGwE0slFDGuhdp
mVwoPYEqKnlUWfump1ZGmnMAtBao3v5+Ry4N3+SZBtAEWZypcj18ki9pRhUS9RN2OsclvsSEpUu0
NEDFg4f43S59mRpXmRpr2q+lGcrRwgIBw5vw2+um8eUnj0N4fG0xIBaJ+qAot3Hoi4e/+MTf2pkd
17aIR45kI7loll+6PVW117iry11bjPFDGlDtiqmQ/rzf6OLH6YgeUQGAh89l1gqoVzdoGsa6UJXF
pzguVXEyg6je/k07uOKg/p+w0Fkn2k5lEddoJ/ifD5SBuloe/Zcca3tnZaIsfhCYPm9bHiQ3vuRE
9fEqaLP0EsqJcYgzo/d3htNaxh9erqaVDckIxRV7ClrO2WglieF5AzKqi5lY/hv53IGy08hmhskR
1Zb6iN66VnamFREGf78rl1bfby3fPALiWAgZhfEFf1z5k2KRgblh61FktFep/bPm4vEX38oVEsAA
sAIkbb74ZBKt2aOzC2YK48Yj0ZvKe5+e5GDw0fvl4dZsJRGvtLq0d4KaOdCqgMYp0lyvu7DUxwIu
S3bx4ghPwBgf7Z9G4xe4OdjRP3/ep7+3NZueMaxP+KQhoxlqzVdHaspiU5cQKnrZt04ircuX/1+D
s+lDoDJGhQI3yhTrbD5OMsNsZwi7eFVqVf9WZp33F24YoJH25P4L8AvJ9bo/UQMkKkI8Ar26RD/E
rWE0z3bk4Ng9JjaqxNGKzLVoz6XViGYSWiueEciQZ5/pOUmMjSseA7Ab6pJEB80Md0jmpZXunH77
/BbxWzvzNWFkUYkNL4p/+J4/oM8OLol0RBTa0KS+ZHHehUcv9Ky1C9viFP2/z5tfXhq5gsFg1clF
QFSBd2OnnoP4J89jOPK9Hq7sbUvNcfy9u8SCAMx91IImEsMIl+xSTBhW3AzGkZuhD18sDb/cn59L
HYpRKOAKyBgI2jSwv934OaYKP0YzesH/tv+HWk39SPmSDMrEhgJvlw8iCtuVQVza2NheiMHhL1Cd
2VXQTGtkngEHIMbDMYSm1CmOGSXzD12b+Nm+Ic9lRX94g0lPu/jkL0BSxvREnsNXQwz7wpTwle8J
C/1hJf2hEuIoidxyh1pFgjUU0OYcZ+ibTSXZRbM3uqxdY2QvjisFfyT6XE+pD1939ug0lZFqdnRB
jA/3RNaT9oOPFbDt8uIo1rydF4cWERSSfx7JjO11a0YkWWhkg+jimVpzHNO2MDa9CU/XnCh1RI/b
554X9soOu7QT4C/MsYeGnprIbIfVYxI1AZamm3BAclMziBrpiBL02/sTd6kvuchwA8argjCl2cRN
ijYrfY3ARF1SycPuUf3u+3gslY2DdGQF71lujMrnZD85XYevu1LkHWCaM0QXdCj6D8lLpEeZII03
VJft7v53LS0Ogvyo7fKQgGY8a6rRBjPD7YdRAyCMiETmbz2ss891F2N57hiiXBmxpXlCKD1kLVw4
sFSfLUc403JqZQGRnk2FUgz8pvuJabNhb1rYpc1Wwv2yOjRk5K3dhJe6leUAhAbPWUV4f92tdo1+
UkJvdAkx/G7cISyU3YgBRLe1ce9YuXa/87PnZwf1OQxR0GIzQ2ffyYnowV9ukosR1pVb6HrwRVWs
Zp/DGDtIEeViNgEAbVyVule9bU3hhqglPtclKa7OyB/t2nDl7E3s+ePXWCrN4/2hv6niTbsU98wJ
hMEniCv0dX8MUDOS1uMXDqMNAdEzrYdUqsZ/YzLX/1NiJf4kEYBxEs4wUaRapYEry7tP3QdOt/Jb
lpYxz+f/Da+kgDsbmqbrZCWHz3lJ8jpFYBDIoNx5J9fBX5x1vzc0H5VI7eu4IGq1SeX6+1iMCXpb
gaffsc3rIFpZXdPuM58DFlOXkhhH3o0vs0xsZRPZJGQnJMPk7qjWkkRiCmij2/aF/XlyL3ou+yj8
KJN97N4f36XGIYlMR970vJ3bwlBaYbN2fPtsUZ02N3Uka8XnJvd06bVAeBwdoKca0XNVZ3HzJbAo
Fx/u/4CF9cb1nvkP9jTVZ2d7c1t0QVXzuyAdNOhJnSRpzQfsNLKvcAiDtULwwudOVBhgLrZn6o+z
1hIRWwoQmnOGHV69wtWmcqOUpTPujarvwi0OALa8zfyuepLQcgd/cf7h2Dzp+QCpMbicnRAqnjZ+
XOrOWWkAsbeWj1Np5iZe6ZwGBf4rGsfAfzGysMxWzqalrQZCFuoCCnRANHNnMS9SqFiRxHo2BTZg
rmjx5j1I/uh8LlIYkfvKEX72Mkq1w1bndNKZ27N+0uSu9naS51TVVmtE1z/5OpiAOxZDqz0PfYZZ
8P0JsfxDge4BPvH5IbjoesfRKsCsKlS9s9OrZn4AoYtiVzbE8BkTHNT60gBlRRGUADBL6Mf26MmY
7R6CMOy7TVIIwzv4KHw1f6M7sXVgNtgHJZHXpClLExc0iFIDx69hz42+Kr9sIITK9hnHdrHXHY/8
S2XI/9G8rh1Xnt0LxyHlcmAgbjHswXNsLU7gMslp6p0pYofl1tBHyltF2SkfJJH5ZbQp6w5iT9Eq
sFrvD8e0v892p2l14pPBichDeLb/j77Uo0FSnTOV5MTctjhTPBL9w4tfz+Sk+lRXRv5fwvXje10o
yUufwEl+uP8Tlr5+EojalAF4zc3zvRM5p9Bees4ZgrqBE4A0YHRe5Ppb640IyVQR2d8RnsVrQYEL
1x5uxbCFDOrLAAGzT1f9rIXgrHhnDDfJElc5czM3wl093ftjHB4wmAmzlW+dNqB5d78nU0w0JSoP
s6vWqMdhDS3DO8deX4WPhVB06mS4ELiEycY7xQ4mF4oxIyQDobT4dr+nl+b0e0zFe+w2aq/Z0nPU
TAkUQQJUKlHjNZ0w6eKNapda9CD0plrLl7wppHKvoFBIL8NPYkO0Z2u9E8weONgeUHGtQDQvbQu6
ArXdr37Uyy/oZIbXqBlGNxtCbBXsHs6OLWUwR9PS8OiaLJd3ku3JK2D20rWHG8/kN88b7fZQ1q0M
/6tCk86G74Rf/WoUzzF9I2+MUDWjrahF+jEfidPeatD79O3Inv85CUSiHcJk6q77A7MwFTmIZXR3
INCgM7Nzw0PzaWIaJJ0Tj5IBj0Ij0v8dk3DcZKBS5FPBGlKP99tcmIq8wiFLWQ4lKKrK15MhtdCp
NaHvnNvS0h7zTJUJm/csz946ZhljlNOl3qToVHxv01IL9L7eb3/husfngqOCfENvmVPSlURKixhj
yLOE68O3Ac6sh+kTtv4rm+tS31K1MMgnIeEIbsP1dxJioJaaVTjnBLmStckGRX6yAqF4hxp3jUen
y3FBu/9pCzvaxFkBvaFdsO9pHf6GcPSKcPLAlpyz4xf1h4jERSxiQjXekPaWm25aRfBZcr9j17nf
8OK3vtdOZAJbb+4/RivMyuk651wHU/pI4ZXWBhmcfrBQFr8JiHBrysbFFoHe2c4Arc15vLAgv3Ko
w8w7J0FEslCo+t8GTcGXEtBW3hZt2Cv7+9+4sIlxUvEEn+peEzvmunOrNs+CwGucc8xmuvcbkXyI
1fBLXPXt2/2WlmYoN0l2LpYkFPfZMJqEgTbc4OzzQCTWtrV4ibso80b1L0ZNZxFOKTZcNOa7pPBN
cPZUss96WTcHSHplQBymZr5oUpgm+yyXlO/3v2ypD1kQCqaUU1F2fuSavdKGOdD3Gal+iXUM25uJ
F3Rh5o+l0MM1Qs1icwqaaQBGQmrnz+AenUfkhQ7gT5T6W5IyRyyPgk7eAOhUa9KApVHjRIcPis+F
eeN6ANsldVQ1dM42k3FnUKRJ3dhIxrV4q6WZ/3s76vU8JH+9J4B6dM54SXYviVNa8T7HSLLYgAw7
nmurTfrrj4dtqrZMfG/mPXe26yaVwRZwtDT7DC3sh+7FznnUxnMVl+bKBrYEXtIS3HLsy2DezW+/
adYPVajxmsBIMz6kTSU/j13oW/j1VNkhkxqxSwwnwUlLCu2z0RnRVkXZ9O/9713oYnjt3D6nQGdu
qXNEgKdcGwc986ZJm50Wmcpb1zWBS3vpR1hN3cpnL8xTHskApSA12LPMY6zyoCB22HOkM7prLuCj
7Z9iL1BOZYo57MrLfGGaTvdO/HBgFCEHmx2/Tlx6aabq3llCqttsPMcbyr0cTojpH3ci5Gwbq63J
GR0c4nrSqKHVGF2kSGfdruseT642bjdVakiw4oGn6jcl6kZ15VmxcLlgy5iWO2xXLlizr7PQo/tV
M/oUhDBcew0y394pai+so9HVo7ZVBqEGz0WAOeJDCqlpZeIs3e9oH6EgXCkeVvP5OyqlWZW951+s
ylLEHu4xrOCuEr7j2ugUTorhq0dgCUIg5KwtN3E/JdJ1VSIOSLZSb2WwFyby5GxM4Ri3HwDu2cI1
YYeomUWGQSgNGlDA5OmqyBnC4Li33cgYlS/3B/3dk2P20EAegpMDtwGOyTlTDoVwQbyfxQDYUolY
lzCHS8ojqHwYOiWwMmB5opE/W7avedugKCL9IhIhxkd7zFJ5L/eAQw9+3qAUhFCshB9bwtIbTNSi
strDC+zCnZLqvle7xJ153bnnBH3GSUtSPtl12FgbThY5fsNgrtM3vgdzdgcbnTg8K/Ka6uf9r12a
bUBZeLPAkCb2bta9fgxuh2mSdM5x9bJikjlLp/+UKkP2pReZdUqxJTv2iWk9CT/VdvcbX9o0eN6g
DEKBx4SbPSPLGqe+0In8S4S13FcvJNVetbAW2MQQXFbamv6s+aiyJ3O1w32E9TX70LBVerU0Bu8M
MZknoir7XuV6Qm2LjZ92z1bj4ydqhLZS7wScQBTKXBOjlcm8cLulwsuuxe5Fcsxc+IfSEOVJMz3q
9MATUMkSzX/1skB+YSNPum2rJc3z0Bh9+t+f9zRn+lSAoQOAE693Mt/CJpHdzDt7Crxbs7Z9LGjR
uuzkwFhLhV46AeHbw0UCuJ9yTubDWhpOCS8AmMoPRm0TFqn3JEuDj6Kii/rPSo5l7962G7zzdSMC
EgoJPbT2ePT2xVopcdot58OOby//A0LlSTGdJb+9J7JoMFDLq7zbTTt8antd/6wWjnmwB2ViZEvZ
q1UP0OlkM/oUpIb21UyMcl9X0sjSa7iNh72frwnQlqbBZAaEkxz1TS6S1z+qhX1dtejozxiq2vbe
1OpMfsjjLpQ3YigKBVm8lCMfJyP3/jRYbhj9IRbSWP7PyRu+5ZRKQW7yOUzsIHCtum8/yYENy8AH
vndHCbbVjhi7+k9FEKAZ2NTwEjAocMIdmZ2kQdAZfoPt1FmLjXFrj4a8kdtkCjXAK3LQupVhXzo0
IC9O2DkkYj72uoMxAzWHtAmY7k6Vvk2WdT32HpLqYg451o+cfOGaonRpf2ED5eZMERfi1uzClWMd
XzhRy5gKJC6b0DPJw0ZOGX8sKMXFmwq5vLbV4jZ5q3QS0vWgsV/vj+7SdsrXygYUQxjm87mOR8aA
sNZ0zqGBM53gktTscJz81UYB1h3321o6N6bjYtLvQQ2Ywy5hDJJu9nyugR/Pgw11P95wCPa/Uhka
C2nZyNcwNvEY7AKW5+F+60tbDHmHyGnBCOAgm7MXxCDlgaixoLh0FehOkGT1i+mbOMPqg53q+BR0
rJ1m8C6DZuPVnAooAjnczuP937HQ45Da4HygVseUa77T1QoEhSqtpHOT+/hpqIVVYjHa/MA+oQxX
enyxLcCGSTKAC7w828nSeAzapvEJc0qr8BjbaafiG5GYe8PQMUS6/2ELC2iqMnDzoOoG2jr999+2
zVbIfWubYXgRpR2dJgraZvDS5FlkRbdVpXytjr6wet4Lqe8mT7fh7oWN+Y4vSLFstVir3SYKe2nf
VU2VPJn+MLakkgzmTzkdSepTMAX40MttsOZUt9TDExgzYRb4LNywITtfiusICoYpTaV1OCr5lw7C
5wWFpLayQ73Xs2YHk/l7Y7MzoBGGBm+P2NBAT5x/Qrvt5UMaKe2hGowi5ardTi43st4ZTwZv8Ncm
Fzr8ZOwvcTKOvBjvPvZc84ct5aOKsXs7VCtzYLE7qJNzTEHaQJl4PQe0WIfWH/ALB1nvx8e4Cmz9
kGoNJhiA4Kuxt4tTDq67zA5KGXIeZIIhrQHRzqG5KjXVfaKSnLjvcatrXbRETfCETH3l8rs8CGQY
TBd9wMZ5TcELAt+HheJfMtWBWbUJK8N8KeJhUDdJE3b5g8BaxDk2g1M/ZZjxRiinrNgKcHXz+6PM
3QVYq4whI0kQvH/Zrd4pf56tZoLFTAcnoB1A4fUoYInY4h0IVz2IzTZyY7jcbp56xYNUtYP+F0Ou
T/VfmJ0TE2k25H6goRskbOii2B4xnIRSNs1+TETaHMYyyP67v8lMO9Z8CUwFBBx1KSJhsXL9acjk
Bivo/eiSlpMSyqjhK76k9jCuHhfqUktMYqgk2G0w3NctwUo3ejVNiTotJSvEJ0lVfmRmp+P2M+Z2
id9A0HSuCmkWsDnqj54WFTv4rLjtG9hV5oEm9ve/fWm2Y32BaPBdgDAv5SYNkiitw2La/o5jjngk
aqr8qHgBZmt6pNdr+/nigQk+iv70vb25dW+t175mZmZ40XUsxo5DNLTpvtV6qXLxsf9QgrJ4nzsN
P13TbBSLwIXOCXGCKvESvv/lS9sKwSkyMD9MN8b/eiyms4QbVBJdVKwvho3sBdF2zIT2iyC6teDp
pV4GqsVWFX40d8HZfB6bzhmblKjQLDMieVP3FkboRQutbyOL0tJdrmbyyt1k4WYEgMopghISeHg+
13qlGVXsicNLyts2e3a8Pm4OCqFpz22u+PE+LDt/OLQFjqsuOpRMXRvrpbOUBQz6SFXYuVGxY68G
kVPnbiTVzYRWpKLYkWWm626jSWO4lQN+9q4HdHwzyN/aWBKW+n+xkUBRVbDJxjWYg+h6kCXJbD2Z
1X3Rckl87YrhRWSJwzmVivTy5/MJCIb75rvkdF6LrrjdwyQk/y4o+ylfpZZJctJjbZ9m2GU83G9s
CR2DHMM7BgUaaML7OvvtYtQRUYD8CkjQqSRzW1Sp8qOaHC4OSppzamSaPD5i9RVI1Kat0PnZcnux
t23kNPybmo9YuUcszXDmN/n1XNUAFmbHQ6i1mZVjwXnBoMt69DGZ+9mWOBTsiqGz6y11mPTz/S6Y
9sr5rg1cw2ri5kvTs4eO0RMCEGmcmanXCH+reqrQHx1PMvNdIRm+W0q2SLa65If+ys6x3DLFwf9t
eW6mK5PcUykwnS+jbbfajsquIV7KuHagsPeS9Zw6KUQthwtRtvuLb7atKdARjtSNoFzXY1JyZMe/
DAiZTjAOcWqs/Vz/IfhPCLXBux+tUS7//fNm3zme0wUF19zZ4CowFwEimwB2rtLsxQC1L2Qbfwgw
q/mKFWPfuLoUkb30F81OXjRgVXBq5m+7MraNtveBXPNm1F69Wrdf62QsH0u5S7R9nMaJt/ETCZOc
++0ucR7YLDjlpy0bmtNs18hpmNM3lM6trHTDBzvzfFS5ZBO6vtxYL2NRpui1w8r6AMXWcGvL2pJY
YNuuUrXjsHfkQn1roFb/Rb7tVMmhFP6u2Z4bGGkjgnv4YWQE9wFKumwwu+/qkDS/bHI2v93vhKUF
DTyoTZGT0yYzu6qYfQXh29T9i590iu7mwsKAsaxQD1lCabdJVKwho0vLigA1QFisEpBoT9e037Y0
QC90S3ISXqzYz1/60aYAFxb9f7hoCtwdQRW2Mm7o7l98pw4iC7ly2r5nc7sHjsMfNwgu0RiOF+o5
rfy5c3CDJNJBzqutXiurFfdp/sy3Lm634EEAFxyNs77VB73SfOx7L03s1N+qqDZJmxntwrU0bE9X
jsDFbjW4uOM/QiFu3liupllYIR1EQhvU6iYtrPHEq0H13bzXqmSfWLgubqowV+WVdbQ0hSYqMEgQ
UAHQ5/WAarhe8GDj8A0S2fsh4sB+srtYaHsKR9/LgSLCylgu9StgLyfixFNlOK8b9CRMu/JII2IX
hZOKXY1dy49xbRTNTvCiDlcoSAs3LAqahoWhC8Vq8MTr5kpbK4AhmLABz/T6qca4rGAz8AfbTdOx
Hj6S/6HWD1bihcomlOLhLzLDLSiHk8BwMqScG2Br4zjmI6nJlzZQ1G2hFrwdGsP+NcByfP3jZcLb
iCk0sbpRw0x98dviVAbU3bFO8nRPgne/HUddKR4lsCBcWe0e+mfn4OG8MoEWpi7IAglzkzAbm8LZ
eGKPWoKo6fjSlkLZOk5FEpfnK9Z/RGAbHyo/SQ6eAs91ZRpNG81seaLFxraBGj0Xx7kYxfKVVkgG
ZA6ItbiRFnIoilPalmip7nfq4vex/PlC3kMIRa87dTA91fSrHq6zbniqmyREjfEotC1va08xGqc6
18zapV4Pu/9+0wtrk0hvtjxCCZDB2rPNVg/UMpWHBIqFT8aRia5hL6Ki+YD4D2NmRRpWdqGlPoU+
MqlueGyyaK4/FZ0WEUNjA9GAIKnuqBgxJFmrSLoVzc0SlIJBAgQLSkx4/mizRWnoTSY5SWuf4SN2
R6LTAhdlTHccLBKYtD6Mv6ipXIYHv8p3VdJJv4B6qilzqjHrB/Ru1Zd8tIglzFtNrMyrpf0CneOU
JMsF+6b4UKZj2/ZtbZ9hCznyY5nwOHpQraZrv5B3YEp4fOjtC0QKrTzoVKf845+POakAoHEIrfjn
bMwtIYzQGmHLWmVq43xUD9sByt5+6E3DLUfvL4TBOJmy/fMoQAM157PzJgm0tKa9GnX5T7nQSM3a
dGYXd1gBjVK4wVM77T70I8Z+p/ufujTd4CxwrE8nD7TB6+nmDUiXZCWVzp4FI8vVpLIlorax6n/+
oh3OOIRrEwtkTsf1NCtPrQDutTaGPQ7ZlZW4U1rWGgNk4WSzqPNi2gBOZSlzgDDHURqPDeiIDU77
boqP+wdYu/UeQWD4dv+TlpsCiOSayftyXrPCnlrC0Y6mNCmOH0Qq/4y9qnsras7Sv2gJXsMUTIJ+
fL69EzNjRipxaGeM2JttnOViU5HF8sQc9laO6qWPAnEDiZiG6sbIoMS5dUwpN5+V0Bw3Q1qnw9YK
iww7isLpVs7KpW2dWwhsVV6myGOnH/PbWZkRXqi1JJmezcAvwm0od+/GlXi+Yf+d5EdC03idO9qY
rwzdtLfNDy4MPEFbZK7P+K1eN6wl4LEGhOALT5PqB+ujeE0s+WfR/g9nZ7YcNw6s6SdiBPfllrVJ
Klm2Zbtd0g1DcndzJ0ES4Pb056Nn5oyLqlCFOsJ3DhsFAkgkMv/FDNDuTKID3cAEb+cU2ySZy3b/
/npemDe6nXjMUCBm7usulBbBh5UYRkPKCqpvGpp302bqA3E0nb54dpsg/dYGuTSuhNULV9nimk2H
lV3EVbqadY7f0BT7eXIqPL96Wu5poJedE4XIzNuPZA3ZleBycUC27BLCeRGv962MIFoIJyOvjef6
r2ZOoi9jF38zMBDE/Nkt4isTfBvMwEEtHD+Q7oy4hnk3hQPEsofHMvlV9hgZNvcVSZj18sHlgzrC
yoEHoT67yKGudk+mY8ToJOLUuW3xLagMX4b96AmUxSdLHvXa8tMQx4APa2Wsxl2lBqh0ZKMRm/Vp
sfFNQxwscLQe6kOpVXj7eqmuwmGKPnoXLoNSv0Glg3AAgv58sgU6ZwjtWuLUs5pbnn72Nm8Faayb
mI+BUPVHYx3j8bykSQxfdonh5+MZcCCplCJP4cJh7+FJCEsPpXSF9jkFcFR89Cguwy11QUpjPjfv
Kl3PU55z3pA3J4e2wjZPhnpbW1N1k7dOe6gFfgM4T3hXzsWb84+xzdIMJz6D+QQpdD7HCdfM0nbG
+rSUT25HMzii39sloTtQ7S4b/AWyZGivwBTfRPZlUF7RLs8+oq2z2rVDVGMnanr1yQgG3dsmVKge
MYlB17qRV19BFwcDtMtSwvSg2X4+wxzNQtQ+MI9oyHf+UnUtvnqCDv8sNf2a0v6bU79M7I+xVtla
n/rtYOLYccLO3Bl3Mo/tIgRsmF9rtr0JZ8tAC4CBRI0PuH5FmrPIaEsNKKcI4X/FOqDap6g3biIv
Nu+y0VdXUvRL2wQWuk9Nj8cAIOjzjzhyG7RAFquThHJ9K9kctxbmJ0MoCl51Xt1pX5tU7t4Pbm9y
byb556CrbWI4aUVRJ6tP2JfM9+wMTW28dOzznT+1GNo0RfyaBMhV9aUTXQmsl3YNkkNgGxeNZ9db
uoJ/5AMWem0jeg01oALsiihZorI+9prnbmltjz/fn+ilbQP2GdDEb6WMtaZY5Bdo+mayPjlgP76i
7jnh9lFX1bUi+MUPCgMfJj42CVQfzidlapanzZ2qTvNEezIoMbKJg/mfVo9ex9rTMS1AIpS2mqiK
K6F7+Z/PspxlKf93ZPpp5yM3c49+rWqrU8t+/UtgGxO6M4BXU8XiplB9gAOXGEVY+VURLWBp7fv7
n/jSgTE8PjBIUUTK13BRWw2BEKlVnwBFHE1T2A9m63c7s8BluR/N6vn94S6cF3A2FmgqCltgnVZf
WgQEbc4+Ske1LalGYJgVKp+iJMEj/+7prX8/ZJG3f3/UC5OEV8cLgLGhz67LhjlqJlWg/OoEXN87
pnodHSDXVViatWYC2Nqdr3kkXti5C5UNdDWoi8UacLWuYmi7JXM8VULmuzFpzeamRXxefvgq9s/G
WcWfGo2WsTIQV5pUG/WbhWd+6FVvemEuKX68/xkvbFYe26wbiwGyeJ0rqjIlIUjr8tRZojHgdAfq
1lBt92tBUp+aPIOaHHbkfGbY5m3nP2baqAeH93/ExbXExp7Ug/gO7PL8y7aqMVKKv6xlFU2UlvIZ
g87IvyEhmQ+zBDf//ngXAh44NNS84dBTWF8nO8rQYDv3VnUSudngvUuUCzvarjdoX1fVlez44uTA
FKNoiEGksc7kTKeRkRPFNYEIjdUpqedHeur6bdslxkM+FfGV43hxcrywFjwaJ2QtCmR48ZgPM5Or
8769H5WNYZNQQ1JttXQMrCvH8NLhR3uS8iCNH4PXzfnSucL02qJL6xOnYwyzrET4M/L0r4av1Bcu
9XkXWZ3378fXD9U/0DBoeVC8WWWPsatXuZtMnBDb8D9huAvNC/Xy58orrymGXFo9OBVw5+kx4ZW5
mp9RW1mDw3t5kjKrxvvSylLtrh6VMX0iRx6jZ11p9Bav7JmLX/W38DEoI56OqxDg1C3latg7p0zo
+neQZL51kPqYvxqN6X9vovxTrSfeNcXlC1cmovM4wC4cVoqUy6/6Iw/wpA1k0urKkx516Y8gm5pQ
KlP4W39IkcqOKidIwmTyzfom0cr8wzK9wEPBbqGIQAUSZcJ1GtIWdWRoiHYVBd6KEaa9YR80EcZV
sjV2KpmNDOisJa6UXi6tsANx5jctktizCusIF8hEYEK47OASRJM/b7gjxU3WIA8Rg5e5Umm+tLYL
sQI4F+GOd+z5V4bRZlWJiBHrM8ziScuNZtvCT/4y67K/dSSI0k1uxuKKh8iltWUPL+oP9CnoypyP
6mt6ZIFURSoMy8RNNKELRBoU/zT0btyPg9J2yrLlrxxzkW/vH9aL88XEgB2FlxEMsfORq7nFv7JD
pKzppfepqwxsAjOnKUMhxLQ121JsA0dc00a7cK8RXRY0AKPStF1fKb2OgEcaM1+SvRvHcofHIY7j
bTXBqNymnXCHMK8U11oSRM5j0vbe6/vzvpAusIdJGCh24SK3ppLMeW/oUcMvqMzZz+7Svkw+0z/x
x/3741yI94yzvFPoWmAVtUo3TTwE2sZDaqiJPb/dqGJS6rad27zepRhq5jf/YTgYjJSTF3mDNSCP
GoxJOd7NThAZ2Ek1/C3z3o3sCC+qsi4Q9LsSCy/sXPbt/x9w+fs/otI8zC7vZdS7FZF22wUeRoJK
C7qfouUR2PZdfVONafWaN8P85f25XggNDP3bX23hQ62vbq+tMRT30FWyYunbWMwqP99Xs6n+arC/
+TvPSufKprlwWBhxAVWjpAdkfhUcUCkfpd3Z+alt2uSzbiUeIC2sZl9SKhP/VlofhEXt9tcsDy+d
lj+HXX1j1TeVZthajrVA+1KL2jtWtsxzjIH75kVE7REg0WdHduquwsmx2f2Hz0w5GlgFQmYkSucr
3FW4KpmSFZ57EZ/AHh6bMp5epG5PB1t6w8fza54LwHZ4HPJnvYOR7M61bMiLk6vka4d9PSlKbJy0
3nCuSU1f3Ls0+YhBixrl+pFiKBVVgZ6gAV/od1EjyjurjUa8UbVYHVKJBwTQ0ci/E/HH8dCLuPUf
Q6+WNMCYOUV/uTgZbQatxmsCbxdotvNTkgZe+aKXdi33JMhwYBxEvNUVCh6d3n9uZ6e6VH23yWZT
9ndmU/TdvtW8YJtrZhOFfWM48837W+dS8KPQRRtvMb121qXnSsWBLDRQ36Bbp+PoQEfzIQb8slWn
ruQJF4ciByRL+Q35Wu3SCFVwZSRadgKC3N76zdzd9jXMzwI18cf/MCvaqEwJWhY32PmB0OrJyacM
7cLULbODPzdpOObKfkg9LpL/MBQ+aotGIkX8NXnBm9m42EQQcOYG9+Q+n+y9i39Tv08KjKX/QyxH
9OV/R1ttFDnlI/KPSCNidYGBrhJAuz4Z0YCjXIFHQOONZRQiIewdhNNVV1Kgt9hujgTgQIREUDdg
v6w+6wz4Uo97Ri8VCWHoJUOBiqdpDugpQBPzwFiP5j1lOOdbmXauvplB+d8VuVbE4ce/OsJkhDyY
WbxhVtmJ2ajJyJqsPJVDN+z7JPeONObbnevkWv5fxgLIzBsNVvgbwRY3l7CtDK3gSsHyIS1VZmxE
2gGqbiSt5/cndukbg8PBoGxp4C8NjPOtWzid0Kaqzk70TeUEztfIh92kz2rXF62yDxgfqmHTGbM7
3RnSqB8CN8GyAdRX8/X9n3IhKPE+JPZigLHYwa6u0hjb4rErEJdL68K7r9LBCjaeNoRO9CvC95o1
L81r+/tCwkDzG5Ag2jELlm0VdOmEufOEmfGpAXP66gDNM/ZeW6be05C1DcIAqV/lH7896fKBkEFB
esnwV/OUZo3q6jymJ19V2R1G5jXWa8Ew3kAz1R/iXtc+LMUNwoe3MPAjrjVmuoqESDroyehGCP5O
mhdCGvZvOy0rvkBd9TduFg/XBryQSvMcZSFJEZDOWNdrrEHWutczYGZk7kZJc6x3uTEY+pVPeWnL
oEzNA5hHNxfaavPiSu+OseHzKXst/2pmnWhuS+yp4uNAizM+NMKnthihMTF+dGRODK2pBb9GmQhU
w/mxSVPQEqYBxacaAh7WPazkBPkmSxQAefMYPRJwtC3W0ZX39wePybJvuNbodCDuiKDD+ciID+lI
DQfqFBu0xzeekaHdgctIAqU7dUdrY1Sz3E+9cS1UvLlPGXipGgFKAaJIdeV84Kzy/bQeywFBfNl+
quv+LlboEIdTXQ4fLYktSeWiyEuTw1jsqc+HwsaujVDi8k653U0/S2WPj2kcJZugn7yPRttlKFrC
RBwADpyS86GadsDeyMi8k6L1OexqDTzAzkqc8VhWdr59f+3ehJtlWlTByJrB3YCbOh9MZBYZVWYX
Tz4s9V3cxfO/9uBOP5NOr38s++xaPvvmgCyTMymqUe2H6riWcJ+FVXStzKunIXHKnd12bRLO0AmO
RSDmZ0TIxlukNoP/ME3e8cDScFGCErVaviiSbjVCUH9qgtbdVpWu6SHcE5CPgVveiC6Txn8aEYO2
BSGD0OnqTS04iRnN8OKpFPMQjnB8P5Weij8lU1btRe0PV8Z7807gu5I3+4vixiKhu5rhZLli0PDS
fhrhA+0mlWo7qTvjD7otat8mcdKEZT5mPByC6IMWRlwYvOJh2IJHJq6/eXKWVZaYPhP7Jow2nKt5
I6+ZF63JQKQ4i4ErcJTFR5iMZwkFfzzhkRPRlNtZxosxNtO+boV8otQHNWDWIShbyZMYO22fwxL4
Qd2hu89U9xU4lPz+/nH5LQn0R2eO3wHc77ce4QJwJN6e/46qliBF9Ll5dszC1URoacXYH2MLwvhR
qQChqbCGU5Du0MLQ4UnkWWx1oRd12fB5LuzZvomVX6tfUqLJsS1l4P/lRW776uUAu+C3jHAQbrW0
BsgAtjXoH9rB7f4Bq+v8VJrU8XC2y/7BEq5Kf12Z2hJXzqeGGzHIGMh0S6hbxx3pykGkkZE+jwNw
5weQDvI5m1IHH6wgAls/eXq8y1GJdm5Sq7GtXeOOemHtqrQq5uOkC8P44qVaUmAl7w3JdqqyeILp
mc7ioE11Hj0YQKrr2yym6HFrjWjs3IrSLI2vec5fem5vOVeQE6voxl0PcIIDvxDNF8XKpWjxx66Z
AfRFntdML0CN60dTBakKAwNrBWkG8d6t+isUMcir64+4WJzz3qLkwyHU1wgjkQ6VVsDEe3aKVDgH
rZt4iIUA4xv3bi5xFd41PVLXGw9YjPGpVRDHAjSOpp0T1UYVLtWact9msf+sJ4lmbKNgKrMQ+Ffv
b5rUFck+05K2esRzVM/DoZ7jz46C+3Hv+NLygNsEQ3VI/MaofnZ2FMXHFlWjufk8j1I08pMsp/Jg
W/RYHucMUcmbvFalQws700QZtnY79ge6Me2dnlVlF7bFaKRfZiMePlVua/oQGFX26nZJCjPabufv
doUGz7bTes5k4RXNPpumsb+RpZZHhzrrzW4zFnGNfVzRZNleiWBUd6M/t1TgBmuK3Ie6L4tfOWWx
PvTMqG12nqVV6ctkTwjKd3nhZZuizJ04HNHitLO9WwxR+g0eSPEUTHyyY0Wj3Ns0Tllkn0SDXrei
WGDTmg+l0zja0Woi79kjPUp2VhMUnzFbVhKJhShzDw4SavGuC6bCvh391BBbaYKb3M19O4idz8aW
oSzG4BF5VVOE+uB0wQGkXh6FkwNVfTPGndVuc2FNcg+nR6W3rUadBmWDWXvsuMyimxrlgTIEfjUm
34NmEP6uMtzE33YKdOt9peuiQHLbLYN+h7KHnm7A4o7esbdrw6N5gLrcpmmiDHrQNPp/WZRJ3aM3
mUHzndeTrR6c2qlsMABzfmcqdAS+iYQze99W7figO61SYeEkaYBW7dzGt01vjgEXYNs4O9uqjfKg
qcDLPum5mbsPIpUu6F6k9eebLvWzIJR+Aoq9nCsI+vaoHVNFQ27T69lQPccoo6nNyDX/6rudN20a
txZfCJ/LV8vseNzZqKdPRwttieLBq4f573iWCVrZsvZEHmbIqCD+UOht5Jmh6NPB33BnudMhxjym
fJgHXTOK0MoJrmKrlUgIfMKoVY++Y3VjqNumiQPjk623WnUblXU71htLNVX5PS5LLd6PaB8mL0bv
NtXnTvcKWW87WUTmbohMgRaVV6Z69lekJSoxw8HovNrclENaOt90oIfusayBWN16TR3XNI14PWw4
ekp+133NrOK9OVuWiDdDqnl9OJSuHd0NgzviVtKmcd7C7u4LP5MhdiLIPLaRmSdb050iKusYK53E
lMT6jwSzy8eZ5mActsSF7DYlNBt7JP/NfyI8w462gVLAFrb41O/MvtWt73OiTcOLYQkLOEqvq+zH
gNz4g61ZSXPvKO6mkAiFcLLvx3p710RDMG5ix5Tttg9cwDmDWZf6Y9aU2T8KqKvzoOu8iyYqe244
alk543ebOYcZmWcj1FvPfXXnyvrZIIdhsL0To92604wtbiSsoYAE6nVdWKNyFG/MJp7RAfe6Gndc
w0dawi7FCOBoTg1kc2f1yzeSqdx0uVZ+6QAu+mHi1v54U9FsmcK+i6MxdLyqLu8aLKm6vZ7I5Ha2
CsvYtlJOWhhMcpIo4WmZ0nckVXW5RaHW/9xrs9aEne1WxtaOnDo5WHZm2vkOOx0NXXkYo/ltD3Op
A4uAiaPzhDBJ+Svqbc51oYou2SJK29uf4eNJdVe06NHeo0if9eU+02fbvUvbKPnpFNnUbYvZwhvY
aU272nhN7HyHhp4NW22evN4P0X3s6zhsfN7RGxPd7M+xnUfyVAQglza0icwMh0B9mV2NG+yW3r4p
9mQBiHQJRYj6Wvdmf6MPlcmjrYVLsimxb56P3VBE6jP8awQTChi6p5bm0b9cb3b8I66maT8aqFv9
kp4bmxunm4F6ofRfdAdHzNUXPcgDrIzdNnN21mgrsZ9oOfUb4Tb2uNdobsJPz3HCDKcc5ONNQZck
2VaR7f2swHhMx0EubGO/cGx1q2Sw2KDWaR0Os5TVfZuD+doJNx3d28oY2M+wtE03pI9Yt492WqXi
AJapd3eRXoFJ74SnGfd9j96Qse2QrDJepxKZqgcdmilUemfMCvM+XgqpoAFivics8FFtIl4z4qfK
BlGnB3jqtuZtC5HM5eb9bGjVzqDxt/ghAWeh5kU1ai12T/M8UsGUzy9Z7HT9TR3L4nuDyrT6HFkR
Z9znGjFCbht33NdSWiIsK+V/UCZn+RVU+MhbqJYg1bJm++F1YLh64hovkVWkaUjQPxkyyCsoJtfE
KN+kSgzF250KOGxNXtT2eaoEeSFLYinMF6JideomGR+9JG2fpZin/iAML79mcLJ6sTA5lxopkGCE
GHnHr8sGOVJZOYlt8hoUduKEmieGB6MvjXupIZMWCxwFvFrgoDBKQ1xZ3lXlYOnrUl2kWPH7Teis
AXaVM9AZarXsVUoxNpt8ctOnkpLU1h2L4tqbYfl0Z4m1D1D4d08OoBBs61VJr2tj36E/lb3EidQe
MzhR8hN3R11vDfgM/taJKeQeKqd3gs9lCf171+iy6XdtPJOU5VYGswBOWXMbAcr/boMG7inzyqD/
NxoSv7a3UPVV+tegJbq+h2dS6rdp0HZ/N5XrFsRNv6yPMyDH/oZcr7KuYF3fbBzI+kiM8DTjMPLY
XdWd+mx0OySlnJeZbLldbnMj/pKbSXsctL5l0zaqbq/Uut4sH2Mu9PWFObkIz61eYa2q/Mmk4Puy
3FoqhB8xpHdKo3QS1kGsrqngOuunER+H0shS94cFy9ZZzTEekBudk1R/GTOc0PZCGJX6MmrdMB8d
HjLDzmmNGVYPq+dsK7Pwn0Fn9OaG5gxsqQnpj7EIMxidxbekQYTPPcAkndsHU1TKuCmm2A0e54YU
PQ2zxV25CoVlJeKfdBKRQ3rew04YQzzd9fSH4CaLdxE6HOVD4BdluTGBLuY7U5nGExqTgxG6dtOA
nRR00XjkiKy7q8tkTr7brXDaL3Fl1qqCbT6qegvKW483WJRrmr9prSHKbksbUGlYp5GJ4TGkTW3n
mbmT9Rvp9oa3Rw14nrHesjsP7RyCBQXyXdk7/VhvVS0rmmhRJvru0Z65wn4GUVxWr17SOt0Ha1fE
qoUoyPNOhxZD7WoVslAhztKhHaYn+gXxLp0rHIuS1H/wZusVi0ftSp9rfSW4sN94IMPlopBq0tI6
j5CyTUZjSKT+pNW8FfbulMf7ScvNL3rhFPFB9+d+a/qFlYV5gmhH2Ll1bl/Z+OvDxm9AmZcQTQmE
dtta1XSIdS0ugsp8it3Y2nh+nn+vhjoJqeDbpBxQ2a4UI98UXn6PyMEGPYF+AJWB81nnwlBOk3Xm
k2eTVaQS8n6BFft+qKMo1AZ3PqDOYWyqVP6lpVp2NJQdb/ymuCaof2HmfHkOPYIVFJrMVT2tdJKS
A15YT5FM01sd5tXO7tvpK8Ar/aikGm7eTwCMN2ceLD01Hi6oRV2V2+J84u3kqcEZXPtpyoLub08W
7kPAu8c9Qqfx9DBVmR9spczn4oD9l8YTt9XanTJ7MW+jAXzaHqxFdKWgsaqe0izhR6EpC4+Beq29
JhbEWPAoqG72EzCgZGOitbTz60bp4dxXw3NZo0Wwn1sr0n9e+RrL5/3zDlsGpoMJ3YZb862caZdP
4NuIjE9J4kd/gTFpyy3imuKmSaQV7JI6meZtHmXJUx7U7U+6p9kO4q1ufPC2+f07GB+wEpVpaoLn
q2IHaZ05w+g8qa73v2St6W2iIHElSWDjkXT6da4O78/9wjfH8YfKPxWdhVK7Cv50I3VtRrX2SaTp
v9lg10fdrnGfKqFdbSnXyb9wIjI/hhtaFhqBEBjFNkrCi4jG+Tx7g5KEXir3qR8H/cbWE3w5hnke
Hylw26Hv5PE1Ms6F8IaI1fJREXsA1rL6sgE5dtGLynmq2m5ud9XUzkf8Xrw5RJY7egCfJfONlTn9
sIEPVG/01pqutNfXGeEyaaZKAZvGANttdcaV1Ui96Ji0jhrAQQL+uCNHrzcjj6ytnkM9LFOr2k6j
c83x6E3dbhka3CgILfCreE0s4eePSqGyKLBhX+g/pWOUD5+yih3xmBS2Axokd0y1Qz8sbx+gelub
yVW+tet5wQ+bDJ3yhxrJu+S2zAbtpncjNf+L+byp0lCn65Duu84zxl+jPUiV4ZSTGI8z9Ap/IyBz
3UMN6sSHLwkqkLSq0NOnewRA/XwuTVsjUFUXfEbBFZ45SmZhMtoFaIkgzx8MEEVX0um3e4cRAbfR
R/LpQayF9N3YjgxJjfqpHyAdzbYmT6Mmp71MyvIuwL7qprP06SC42g4FF+mVoLBszfPgxOoRGD2S
tOW8rO4oHAmlzdvYfQr6RB1Mv5bbOAlG1GjHef9+MLhwHxJ8OZJo0AKUpOFx/nETqqlTNAr3yR1a
FN0U+k23MjBUEtaNa8tt76uCKpYyPmEoXwU3kuO2M+lrAbtLRR1/ODjxc7imgLDr/tJNP/85iCLZ
fTEZ7lMzmf3XxI2aXSKmYu8lwghnmKUHr7A/KFdKcGJQPjgkJSTeEZ87H3T0NdiXQrpPpIjewa31
4TXzPEAhHfydjzVe/+9YaHhQwEc4b/14okRsdW2Wu09GbWZ/DagphhWq/7ddXVdX1vZt+FnmhbDG
cuODH1/F3CYAlqWx8k+F22NvxQ0c9rHZbqa8vk2dWNvEM0qOphOnV/bv5YFR4QI4D69tPcfEoiZk
9477pA1dsB3TvrrBmwIXqCpATFvVu35oXyLHKK/E27WSCB8XUR0G5QFOTonk6flCOr1KHTtpimd7
RKnkO/jiwAgtPzZo/Sq9CGuHbs9+Kq3B3jel3Xhb9lZuYI4jhvJoJ4Zkww+CKnLXW9nOwnHlmlnm
hQNHT5EMf8HQQmhed/7SWtZ5XY7WcyLkcxQV+d7ps2RjFYW5zWMsCMFi2hu7m0XYxGOx6cY4OGSU
7rbvn/y3QQarKlCYGHUgeOCuE1CZ6p1Kkt5/QqwrAXjUj1+6ptdepsHRrlWf3qYcICBRi+BlbdPd
X0PqAJiL0uUF9pTTgThGhtXeRomTAbrXtb9mQ+boa7bXTvVyas+jKH0i8O7UfujNkwScb4Zsjr1i
dvv0uTUtmhc04Z8UPhUdjypbob+oxr/f/6KXBkR/brFJWMpOa38nyhJDEtt69tx3zvQTAG+3C1pT
P0BomE5K6q/vD/c7OV5PkPwCasri5kbL+nyCcG89oTwvfm5SX7jf6jI3xYZ6Wqcfi0RPQ01QGkVg
6+9uTKJja2GtGE6eNA6CnHfXu10OknJIVbF3BpzoTwKq65VPcmHhkQAPiOPkIJAvVxnQFIyTlUad
/xS1ttjWDolXNsqCalg+/LJL5YdtknHBvP9lLmztRcIffQneVggjLE+hP5IfrSuaGXttRkXjBbhS
bt7PweicdC3rrsmVvo117K3fspJkmyQny2/5c6zCyYoE3bRn3UuzTdPV/aFsuyKsSN+PbqKrx8lQ
YhPnkEo+OktGg0gB8Aw3xTe0A4FJQTeopHhGUsyzQlBK1WbocAQJ89K+Jr17YbMxGmg6oJmLoLS/
WkkNvy01DV3+jG2mbm4q2Yw4F9oI8X7RMowdd7asnWkbF6h97Yp88L0XqNrjZ0EPNgodM9L/1RFC
9I6T6Jtphw6ln33PZcc+/eBn4S0FttrDBIlC85v6XYotJm4lMnlNJy6dTY3d6JYseYp2CFNfw0+8
Wf0lU0HWkycsL1jAHOerP+dli81TkLyWZpTf925eHPyypE/O5wn7WrN+tG56b3V9e+WKfRNrljIR
BQTyU+SpYGScD5xUI5UyCnsvGffDCyW6+dj3YvwqimZ8gRpyzf7j8niAuMjDqU69KRZVnlXbY26+
RF1Z3ZgFdl39WBW7CsG8JoxRZb5Snbo0IC8YtONpznBVriboRcWQptFovwDE8F/mfnS/VAXdMR3f
w63V21etnN/URwhP2DZxhn+/2rz1Uhp60irH1H75ZavcbT00khePmdACj4K0OlptUvSvhTF5jnab
QHiuH0FES/mtsqYm3qfW3DftTWmMU3dlrcnHWc2zSL9wgOFKcIl6xtu8ptPjrJWoMf8CFZAgHmwG
XUImBZY39TbDWPlOdO9TuznEml/Mn+2WbhBtwY7HnZY5SfAgYrPcIkJTedvRcMrhQQqFNEzl2Xp3
01beUN2OWozQUAHRGgFGQFHOzdyldnrTYt3Z7we9L7WTjBTwRwqVVrHzlUx+WeQKCTY9kux86I20
eswLZOCTDQzQasp2rrDapgkrOsc/6N9q0ylIpPdkOTyMPxl2aj+Rm2fFr9nuY7XLgqpINgAWitdE
Si8NReVhuydwDD0EcYPK/tCPU/KlMVtKFVJY/NONo/MYQX2PLuhwW8eukz56WaYe0aqMxhutispv
NnimKdQWHNN2yjzagFo+iuNkSvP7HHTSeJ7KGcutOs/L7HNPC+DoogmZhjMdxWKxBHHLH5096vqt
P3Zg3cK5Aze97Vwruw+gvPp3duxbKvRircU4pWhzHJRTEchbOiVJ809XUjnadI3R0pGZzfoxg49s
06RP8+IePyFLZ/mC6IfjKfxdOqOe3NBxcxv5oCHRtmkNNeCAVLN2H5XlGGzSwavb724zJfqwU3Yj
8mrnRmjyJngBxYm/H4G0n2Yt0+1fedJnwz4tqfLug0az/rXTaK5LiEx+QMHcHYBEDVcu4DdhcSln
LYBv8lt4q+uynhHEeloKffpFiJCHpBjUPrVlvF9e1WEL/g7xXSy39XTIrzwB3ozsQRIDREsflZIL
18B5XKxdpAHKqbf/dge9bBGYgFe0BUFnfKW/VP9oQedgP0H1sw4OEtt4GgfvXz9vSgckHoiyoDQF
bnAhyp3/gKkcU6csq/hfiUZf/NXypX/SBmMmESvbz3DOs+w4N1G7yxJV/uB2mq7k9W9SLnC21A5o
RfLyotu8SkhotxkVD5f8lfTeOKR42sRbUU2VFaJf8qBhKOfTTA/ENdDkOmBTTUQbhoSblHtJuldv
r8Jv5Cha3X2dkHDfN/PU3ArTF4cC9VEUEhscMN7/0vYqKNLGRnUCmQa6n+Bv116OqojRG/bG4BXF
Nm8GQ9QXobbc0VdAcOtsckG9g7TlFkLPw6WkeL6iuqaJmVs2eKVSlIb22PXfnTou/wF043xQGA35
JwQKlnyS7MVcvKDOxzInO5pSc4hedVyhbrJulndd2ujo4iLP0vRXpZR/J+B/3iy/BwSWBPmPw0Ia
cz4gkthFkQZ1QNPaSb56fdB/jnxIyL0+yNsJ47c4jAQ1g7IV9q3ViBdTCu3m/YV88yT+/SPgdJFH
sXPBBpz/iLY3BI3tIngtG2W228id/TAlw/uRyH66Gybf3iVulv8axjj6x0zm4XPhVHoZOqXu79//
Lev48X9+CqVq+kPUjNck6aJS+jjLPngVga/c26DvqzbsFaakYTCgYrO1jGam/VhnXw01xV/fH/3t
lmb50VH5f6OvPgRCXLajkPt8bYYq3bqdP8UbK7nu1vv2rDKOT1oFBZ0axJpsNVnmOASy44MXZv7N
DuDkuLN0DlyNw9FNg/lKm+fSeGBX4D9jCQQkdxWT6t53pyCY/NdxcCzUXEfszqdp2OCQYz//D2nn
sRs30q7hKyLAHLZkRwVblq1gbwhLlos556s/DzUbN1toQufHBAwwg6lmxS+8oSmrcOX9+ejIQt4g
MubQAo+f5/mfpKybkbxDKpyXRFTGnTpU4mcW2MNx0qNkjUz20bfRSafUMJONiB5Px4orIsIK5+MX
jOqtYZ+3ZnKda6E9uVIiOdj2Job28OltAlZAIbuhbIOY0WI6dSXrbSnK/RfJV1rh1XSvxE6OecpX
rtgPTsNsW8Ci0amkUbtI+gq8P0YcCvyXWi5yL898B1REIW1NDHsPajUmXpn71Y8oqur95U/8YAXn
LAP6PlQD6tKLFVQbBDj1snJeFGzcnf0kTxGuVbo+beUB+N1K1LB8Mzn1yFGSwCOiiOLXktVuhmoj
JYqQXhJd0uu5IDsmbq2awatfSAlRRJO6QnP858sf+cHW4ZJHAILKGLv0rO6MmwoVZoPp9SuB0ETe
HUgVh6OEkcHWiNs1e5ePxoOrAjGGFI4x59jln2NBM7BKFHmUXmZ8xJUEK2fT5bCotpIdRjc6s7DW
bv9oGWcdLOKgmSKjLpaRtlPk+EiYvAg0N8UGVq3vSaoZZV4WRP7Kbv3g9mQsMiWO/nv/6/TzEqMP
6iLo/JdML1qVRrIOvEwZJnnldvlotxB3kO/TvWe7LE6801WlFk+W/2Kloj1Oaj9u4yQOr+hb+zdW
OSXHapz8lUfyo0FnA3KK2vDwwGycftyQ+7kT1614lcgUPD2p+i0+0hh6BEp5aItWvy3UMFo5heeD
opdGMVOlgYqaxpJv0PudHPqyKV7bMIAemxplR4cIUtrOHkR5k6mVU7iwwPXN5YNxvpKMO0dA1LWg
AS2NeahYV4MILM5E3GiVW7IQhCSUjP5eHud8e3KBotHEdIK3oU97Oqm4oplpnbfB69Bbzo02pqMb
9ZZ5r6uSs/38UDOLArwHuQE/+HSoVIRxhPFgyFB9ejNKavQDb0mwzUhZfPpaeTdghP3CmzvDak6H
EmUd1NA6+CpHy25TqZaOw6hwFLrgxg7qfHf5yz7YJGhz8Dhwh85iNotbRfcLK21D+Du1XBub0Bqa
Z0fSkmPqRCGYOU1FgTZfE2ZfpllMIh0UdMJpXVDmW34j+JYq07M8fJXlvt9rauRvNFxS3XCMtS9U
mBt4hoP6CMhj2DqxbK5cNR9tHEKLuRQ2s7eWWvx+WI5WqUnhK9W57sgzGXm6lSX31tSFx8vTe35p
kxVQyUYanbPAbj1dTSO3O2Myy/S1HhKt3MppmMd3NpL56gMVquabKCBdrwlPfTQotTAOGskkoc1i
TdMijoGw5/mr0kPylfEx/kZdSLsZhyw4ILIxrNxuH4xHnYDEGQNPUrlloJE55lQBf8pftcoyXKDM
Idqifd1s+rHX/0aUiVde/PMFnF9BGlJo7FHUXNYzAQZFmWiH5FUe1Wln58J66EINYyClm9RPbxZI
dkgW040ApUu1+HQFCSPyoO+L+FXy6RT8GOOK9N93/FQ65tAFflzeL2dfNudxsN9nYSvav8upRGVS
FL0WNq+zzNOvBu0jVyFA5fGVtO7/MRaZGQiJudRBMez0y0CPFaY8he2rJucGKAFkrba8iRA8ailc
a0Gc3TMk4dRm59yILyNPPB2s0+Esl746vDpDXd9ofmh6ZdEbX4cuOnZOtA3VLF45e2fvEGg5wMDg
01SOgbNEZOaF7WeJiNRXOZYJX/DEK+WtSq1wJe87X7OZ1IfZOJ16qnTafDz+CcycuKs78jT1taFH
AbsWj5GrYPC7xktkZy0KnOfpJOVnvWasHfxT9JfpAZ8OptQGnJfWSf4kRqsBfsyMB3ihkTcNiQUA
NMw8iGzOVsRq9ufy1jyrNiATisTCrHKN/qwMQul0aG0wtbStuuovJVPzd4jQ2TWZ1XhfRrCNkkr0
fwrEA39EujJc4TZpP6rp2K/M9dIqbMY7WxpapRTSiWv46/RHhJk0+PlkNG+aBrZ7O5mRX7lG2IqS
utjYIm8SymgfIfavP0h6GgCKGzXlkPZGFVMzTtXfTQz6/ZjISi7vVmZoueNmigbPGUK1ZMkIWCx+
nBYiINIkhvqGWJF23+m+9lsCafVMxbvCwUyBzjZQPdqWZKLXZZR1lucYkjJzGvM5mNC7x2qKhydY
GO2aIsMZhHT+cQBIZ4c1dirw4dOZUyo7aTplUt/kqnFuQzpPzwo+kKWr1rb2tYcj2LtOg6yS21Ou
T126E0Gw6aqiPzR6AIU20MvAWFnP5dMx/ygSYSIBspqZrX36o6yOOLGLTeVtGpPhzSiV/K+RUFXV
WbV7xMrWPM8+2D8cUGrUsxUm2be+jMQhFqWBMlhvUV7JuFH0WYMqopU2bhnU4mteF5l8YwWj7OpJ
1NqbnKf63s/0zoUfmP7JRuKZXaA2abS5vHnOZ4LS75yskwCB6V7mJXaSoyvRKv6fuDV+S7Hp0+7P
uv7Gt9BuTKPq7fJwy/uYSi+9dbj5bDUSkmWt0nfaGiqEKt4Ej4A7yXjE1FIpXVdF3Rx7Leuu9N4O
tpcHXV5e74Pi3UWFH9wuld/T1YYuF8AxY9B8ArLaaIG+p+XlQAjMlbsW3dP9gMbMsRYwei+P/MHs
ckdT16bQPYOVF8veT0FpGK0k3tAp6n8WjZ1vgijUrvV2iDeDHRwuD3c2uzCI0Bzllua1Q4Nk8aFE
SnIYRlH0xsGpU1dDWOt10NqxRqIj7V3qWij0Gnq3lmcunyKkQJjVuSACqOC8IKzgWtPiGhG/VQlH
B8pNvhFO5Rt4/fLufXbHMhitTZjlhGKzdvXpahaVpXZ21sZvQCvC0S3htErbRKP6Af5e2iLcURWf
DMb4Pur4UM80cEHEEos7DJJkRKO8S98MIbJD5dv2NWxg/ziFQFgvL+EHU8lQAHB5aBCxWXLuJkjd
RSwX6VuQqOE2dRRpNwSqmkFLpECw8l1n23P+LhxH5gwTc4ylDglVyEiRsB17A70YeGE8aIeWZtR+
HDvpLsVz7v8zHkI1NkEmwNylY47cgGqKlDB/CyNDoAhR5GVzlNXBuBZVlktuUejaCnTy7OzPn8hp
mK8b8KHLpYsDevJSbKVvZhQN3/yoLLZVHplu1cYAbuRabW5K3Zhtkot+LWj6YC15XtBBYu/Mid/8
7/+J0EaDhEFA9XwL2iGHztSV+aEu+yik052ad5c3zgdryWCkJdzjxPJLqkaWaWGaaHX+NmWxts1x
r98CKRz2HaqMXg/1buWu+XA8Xk5apzOWbDmxqaq2QZEO+VtbReaBgkSMW2CV3vFwZYeaZ36lHXA+
magrKdR1wUfP5kOLySyH1BJ9qsRvk9XL96Voyw0F5vGOQv4advw85CSIgttE4vyueyYv7lGlAN9J
sJS8CbssMOGZ1ATNBdt8cmo1+oZjPJyxSC5BTnXaVxPO4a7upnKlhXg+wfwIGgS8HuiQUNk63T1U
JUc5GnMOpzVFeyPOI+QmMu2PNRTxoXbyz6J1GAmPLuCwFA0oNS3r2egad0UjTdlbPeq/67ZsDkLj
4SomaxOSKu0ub9fz5QQaRieWsuRsXb6UrYIi1MaaL7VvWqz7X0J5QrgmcsKjrnVvnx8JJCFhB819
2tuLWC90sMlspKp783u1uJlUJ9j2nQh3mM1X+8tDLd5fYF1IWoKOBcKgIAO2tOMZpxqpDilV/4os
1+EL1+qWqpp4LERtHlPbEBs/kOs10sqHo86QMu45jQB73kj/XDM9QM2+CRrlL4QHXd82dqk+NnrT
7kHoaK9aoSZPLSIryucu8/ljKYbQ4iGZ5/lf5p90ZkFEK436d1RHBReuzNfuBZrc34K09hU3iqtu
5eWfn9l/ktD/RkSkj9bzfAcsy6HmgH+MKjLtbzDQRRJtPj2qkSWtVHkW5+6/UeavIsaA0ruE56UN
hcksU7S/DTieI4IrwCR7CepnHme4TI4qvqGfw60x5Ht1nieKFJN4e3G32UM7OFKqa3/LHJft7fz3
dF+OIRSOsAUkNRFwXN6pi+P334jc3nAXqBKS257umaLMUAlUE/0vEMRwWzuReQwD1EqlTpe2l4c6
n0+SLfoAtMn4g7bc6VBt74SzM1cgXFmM1QhCbAo3Rp37iIjLKdQJrX359Igoq5EQazrQDf46HVER
dt4bIGeEq0e1c9XazreIrNfZRJUO0bfGwG1lZ54fQSTHmEeeeR58OAynI44+BqSxjnSH2yroqt22
EFEQApHGv3Uy2Fv8zsRvDTRc9vvyl84P0emJYLxZdZAcFmr2EkjsxEZgOkmFsCqoT/lWDG1wRCXM
drWyEE8ijZU7tG5wPLFq/docZWvNdfp8H6FbCdeJlxKhCabg9MMb1enMRs4j4caGDvgES8evzDIU
bj1fY4icHf9ZBxWYyzwWZa+l2WeR5b0k1VYn6LegnwJiGxWfrkhF8dnVZCBINuwfaFScx3m1/7lQ
rb4cxqqTB3asn07x1kF3X90kDSJe3zKuRNMFUdeIq1ZFgWPl9nkH4Z4sKYMTx82VQ/oU3HOng/ul
GfTFpLGVfOhL426iiqheB0kh7sJUQ4gssa1GBhsO2HAzSqXsXCk+0mSwkKbcKyNhZm6Z5WPjqnGf
kgUOCrFK5CKMEOp3eYqumofUQqO7IGVNzHFR+Qh/G1GbS9/MqgiyKyOSOhmiPWZ5rmbKI3GxMiCW
VLg+3NBw8HRN2C8oFWXPQRqgxmhOVqW1W3+qbC3fUASa4AtVqHU8X97tZ6eMx2b2RiKapmyMzPLp
1FBRLrVk0BThmk5aH7PaT281vUy9ICiyXySCw3Nt29UaM2CRQtA1QiWDO4wTTnpNGnE6bGcgNKPX
qSrcAApRfezLfKy8vkOJ7zopOiu5givVX6PoVqTbkibIWh5xdoNCgZkVh+fOHNzUJfLGhOYFvafX
ApSoVGd0Ab421LHB8ste7mTti6kLY+XWPvtoxkTaEs0OIqe57Hv60SDFEdLp0FNydSP/k2Pl9jVD
n5zGbe9cqcOg7w3Q/TtzmMyVE/DB1xJ1Y1bN0zvTMRZ3KelRbDgxWoruWIUHqxFlfBCqOon7JtRq
/SYnCk5XYu2znUWPnGLULAAK0QrSyenXKkJvo5ZCYQQCV9fdBiXCxlMqQ0ndtBeFJxWSc1sBYPFX
rpr3+trJcSejAQM5M/tAkkD5PR0ZsaTcSTUNikkjd012NZBO1pVXtJqSPDVw/UEY663SHGwcAcPG
s2zgOzeDGWbtrZX1POE7Mmo0Lip0H7+27SQFrlKpwNBTKW2Lje00+j4gWIXHV9ToRxNkI/jmQuUV
1p8gTsx2oxMey0dLI1lFbImenX/tNJxm1ZUySwnxy5LqaaunqRx+MWOKLBv0qatikwBy/KSkN9Ed
dx4u8GQ96FxSyD+dj5j4WSbvUZ96p90Y6oOTBG46fv/cRbIcZDHpcds32qQE6pP2HbkMyR1GN/zq
rOyp5T5eDrJIIpsA929DEuoTqZurKZ6QrqrwaK/p/y637mIYbXE7mRaU7EJ6/xZxsO7l7+Nx7UuW
UcZyiEUGlQvDIIlgTRAaCG6UxpXGjfkqfjQP6v3lhVneOsuRFrdOCYXckitGUr7GV6hwGVvjNrjC
juXyMGtztnhIVLD+Obw79cm/zTbRRv6OU/3d/zbE4hYLe73xJT9Un7ioPX3ju8FW2l0e4t3F5N+7
Yzlbi+ArxIJIK0o+o/xdfin3uxDWgds+dOD0/4SSGz47R7GRjkjFGWsV0aVWwPKcLrO/NJTKuOn5
vkjsK/1Q+96Y3sl141aScaWoLnowXwx7K7SjokmuZJQAco6SfD3VO37zpkezw/yBOFsNwfjytCxD
0uWsLG4QGfB+lAzsocB6SftvdfazrVbujw8PBM/FXH+md7IkbaoBkR8aHOyf2P2RXim/nF9iI3b5
4fKXfLhN/xlmcRryMQqdIGaY/G98yF/HZ+k47v+3IRYnQTKLRktpVz61W7Gdt+nofjaafl+Pf75i
cRIaDTr5lMxDXBU34ko9lsd47STMN9DZSfhnjMVJqAK9sCqdMZSvmeN2N2CycF2rXorKbTUv/iO/
/G/TtogXauHIUpOy+/O/07X0qF1l+7XFX/LS/zth/3zTYh9bsRIUEqLST/6v4kbd57/Mu553+6qr
ds1j8KBPbvMcrJizrO24xcPYxPlQBSFjjqMnPZnlRio854f58L/N3uJlzAqRoPDI7PXb4fDfptOO
l4f48PGlaEq8jHgXx/Q0jMBhZwKkF6tPVnWVS99t/bvRT67W//zfhlnsbTkXfhJNDFMEW8fYR/FV
UXihvnJI39vR/25vUnzoRqQ+Jt4CYIEWD3BjwTuvEnn66dR2kLlKOLTffOCNHTRxiOm7PMtRJkQJ
KzxImHVkmxitxr9hXOmEHVghrFQdlpMLIAPc1QxiBepC63hxL439UGlR4ys/7TjB/k0esq8VETLh
Wqm5pKHDSiQ1z+Lp589iOHS4EQOiqLpkJ6G0xs+JneCXMFJHd/0oTHB19q21sHD5chD9k/SQB4Bb
BTizlKtvBx9Zbl31f3a1apeBB9atla9IjCdb8WhW1Z907AJQA0yOGBek/Mx1f39k/yk0JMBVQ1El
xS+tTA2Pc5fJni3hZmUZExbAUVOsiQYuDzh5M0/WXCdG9ELDXeb0XDTUqcBeaeHvWpXC6ymIw68m
noa3CBrbX6d8ym8SAPsrxcaz9Zv9wRSbSUWYhtbK4jCmWiIPEsLLKHiqoFCoOuwxBlC9y2fxbPVQ
xZ877QC5qcGB9jr9NKmwEVxPlex3JZVO4SHBnX93ZkvlPRCTdOXFOf8kmDCzxyb4Q9LUpSipXVAP
xPgm/V2YWXtTYdv4LSuNtYmbV+Nk4wOAn2FkCoJCUBqWUGPJR6pIj03zIQzybldIpnHbWaFyiET6
2NudeZCwrShcSVI6b2q7fiUTX/bBAIbQSLTJS+HgcPiWDtiGnMSlFAj7oQx4FqC6Dnb12xpkgONZ
HrQo29pVGIK1nmDx/kCRMlMd1xQilt7ihP9sZdLfAZaL+aDujwYfEFP+YQnx5jn0EWbXxWMjoX2M
FEhcW9neaJtOfEuR7rCuqybTlQ0d6Kr2BELIjivr7L7vFWoLxRsevu3oezXqeXHjmhCyzdJ1ktqs
r1K1NooN6W7Tpd4oKG4dRr2O9E9aGzGl9EXgOoKIYv8wp6e7tEwcbA36WH8YO1P6AkoYUeGO7uxT
ZadKt0MEJwcEdflknB16m6YepSmOIE0igE+nY1Zs4MA2U/uhUJg0ip6+ixSGdYXGvHb0wQnf6rlV
rrzA53uXMw+siK8lkwePfzqor/ZdMhW1/xDUAY2vKtLrBCfNWoMj3ja2tU96TRmPYdrJGcwANfM3
ag+HeeVWWGaU747DcHsBg3AiwUme/oxuTsN0KNYP5iTq6QuKKqLa4EBuascA1Fm5mSrqeVsqNAWJ
YJT6xkqwc3Ytzaoic4eFahokjGVpSY4K3QhlNX+c4jHsaQpEw7AzSn8M3Kw1xdrFdDYccw3ejs0F
AgjA6+KCt0Vl4bZhxY/JlCTUfOoMBrwUQSt3Y+b9x+WddTa7M6GFFxPJJt5m4KGns9vHkMiMoJUe
sJsavyWt1npFomX7Iha9a0/UlsYkGjYU7OyVPX1+N70XCPHOmf8AyrfY1FSpDPRhkupRCyrpS5U6
zo3eRc6XfGwNj4/Wr7U4Vb8pvh580ZXgr6o06UpcdnaueNFmvuBMGOQfloxBx0hjXRIl0TiPTTTr
8sXbQu3jP31vZFd6KX6G6JZtPzflaHvTpgcDRRyEefcSs2Po/RxRtMZjVeTZXU0X9Fuf9nr3Denw
6W+vWo25SY2pjL74weSv9XuWC075mf42Gwt+Dc/t0okTZfQy7ux+eDRzy77xE8qQL3WhOokXalFF
1wA0T7of9abf5yOiuJ9d9ffyN88hTQD+foZy8TtB6dMMx8ee5Ejxgki1r7LYbuMrrcOExs3Brn/J
arX4HpW1eZV1Y/ii5f5grNxuyxB4/h1A8yFXzEhGStWnG18ylN4Z21J+LOvGH12ChKLa92qTVAjh
CQGyqE2LFQTM+ZgAj5EJYNj/Gm6nY7ZDissDUv2PDtYom0bvnK9T6SA9EksbUD5rgs/L3Q0uDKcf
dE1IOmRE5xY3SWw0k1rXRfUYTQiGBF3T3yLuMe0kxxGqW7LR0fhN6z+Xt/cysNJgIfBCIa/K7uKt
XxxrERtaAWLeeNRabKVnmcvoydBHbe1N/GgcDg+qgQxGP2nxLqRtb4cVuj/ck50UXk2+lFheqlaV
vrJllxcyHwQik7sYZMhMi5n//T8xft2MDjJtrfIo4qF2Y8XPtz3C3W4g+2sWhueHk6GI6iEEAHUF
bno6lNNCncRkSXlE4Dy/0abKum573ac1yxaFjRBtmiCfXpIOiaPLq3a+NWHczT50AGBYsyWKWKkd
C81SVX7EPM3aZUllyVclEYftloSvP7QWG6VPjwj1n1YwW5SAcAmZ6ONMjutOFo9WENc737SanaNk
ztZG3sS1IFSuQDTOTgOAU5hbaDCCesHmazG3IqN7P2bt9BjlarKvRspKGfBeT+aMHEUqm9sib58v
f+PZHgUzPOMX9Pk5n7U2T9dT6WII6FU2Pca5I32NE03fafWYrzwoH45ig8aCiA5Bbkko9gWuBi2W
gY+OMjSbsUx0LIeCYeXC5Kfza/8N3hGcmjF1uPHikQhrZZEFGl02tUhlhA++VEkI+lUjhqWmlpfx
y2CWYS27QQw7wnABopVO5GpRGGTPU9UZ6awID4L6DziLejyYfWJjs9IkAS63UYbbjJcAunJeaIVY
Y+w6iDH4z5oT+V3pSYHZV44L4LqVeKIH05w8ber99Gut5S104myoG3NP47ul0BXBQFG8fqwCI974
GLuOA8K7VpFei8LHN8ClM0/ld1/XbJLAi5pJM6m221gGHXF2Acvvws1ObMAfVdrRj9cSveiMQ4sJ
MCYdY66WiukGIKRji8okypNu10PSuHEiHGq+wOHQqn6DoNBQxlujrO34Gl2yIH8OIzXPv6MPF4TR
EYM3HTZ0b8o+rkpjNowicAtFxcbHDZCyKSVXVYsEcxpFyzvyHKkx6Qf2RlkeqWwo0dMUqXjau4GP
YoXqTn0RmC2ZEvWKQyob4/S1qZFC2pPV2fFfcF4O5hO6QOnxq2+MLWVPLAujXYUxVvgKpyrLtiFu
MSSm+BeCMZEBnXdXPS+IvyP5NqO/+dDE8q5E1af3jHLqzEcN8aTS1YxYTXdDmE/ynS30oLlRRWKE
uNhoRRsLN9GCWSYuarATdS09bpMvjeInAF6GFm/nAxRqSzoIoTXdvQ4OJkW7mPt+6wxOYtzFFR4t
P2WZQsvgKVGKDIcHa0nXKjZJloujokr5G6rZxaxcqw7h1k+03tgZAoeXveNkkrwZ1Xqov+MrWGf7
kVA32BfU5cdjYBZJtykGzY82XRaIemPZktC93u+T/roVWqXvsWlxeq8qNWyXdL8rqiusJk37e2xL
rf08+qNTTV7UAXfZDlKSCy+s2sDYI96SBrATTLvbEY/BWTDsGpPdZLKrzh35f4ebTgGfEntOiGMJ
AjPAnK3RVc3ejis2OxZaWwQtSsz5cDpsxjspkKTpio6UaL72XauGPzu11o1974MmeZi6RMMtXiRD
76bo8E2/RYTH3hYvlDbNCOrq2cCN4lst/4COA3zaMrXAtLe6VaDDiTqpru1ME8v5W4CW+kxsNTuE
W1xRG7WcwWkZoYu7douMlKslfl394CfY/XEga00OUdk58rbVtSG9z4GgFm8laX6MwQ7SJnejrZSG
7IWoYgGFU3skvlS2H6Y75aSPuVfEljFmnpwoVY1OPVFxumHptBAnuAnzlC+FHlh4KCeh3/m/Sn4S
xjwS1mq+sUlqHRGOvsz84bfeDYMPNUcTiDanGRfBbRT7qThC7wxt08uLJmpmFyk5U37YaYBOpg5i
gDAozEQ0GS4s1JaXVcmEpBy6Dkj7nwzwRNgcYjViPjZqSUb0B66EHW4zGEjOy+X34uwVRnLjP4NP
sjGqpYuYho+JsHhLpB9KUmdgwGQghV5SVcOtmYRcOHJWhCvP4jK6gaoMrJZrmxwQ+uiynAHKB3hQ
JaU/o8Aqm40vVKfatVKoDa/IqRjW38tfuIxw9DkuBJJF0A1OAzDh6YuYRRgjOFVcMVzvOF7rF1Xw
Bm0hs6/jquPOUePI6jIWfmrqfaAag/Lz8i84+2AQT7P5uQPQFub6Ep0CpL8ouHiSpwLbticn0II/
g2zX31S9xM7v02O9K/vMeo3Ae5cvs1ZjZDg2VvTUotp6yAtjUDfUpZvODdLSLldiuLO5xdWDXJqy
t442FrJVp3Or6qOEc1sbPyl9jlsaoDfnHn/a5q4P03SPIaH6kzA3VjeFleRPl7/0rMMBEpxCAtoN
QPtRBFjmU6FuSJgnp80TevL+j8KMKF/sajEUBf7JUqa320Rgbe/hoam+5tUoBuhN8A9ay1MnfVC+
dZYvDSt16/fGwr8hC8qJpAZMBwQZtttySuo0hCEpKvkRzblOC/cBClLoxmc2kckdd9YwJLsG8LNO
QSeaLGqJUVDZzyKzUqB4dZfUOXLgMs43nlNmtjhQEMxMscGCjTtGK/pVBcyz7UlOTFUfaa5Z3RWw
2ukiOlI+Cs3P1OcBQUBzn1plrB76wiESIkIK1jKOsyrMrDRP5EhUDJR/5ricjheW7MRwNOTnNJp0
7Qvld3XY+LZWF7twKFPwU73getirqtREimtxBYk7URi9tqsMC/fJy/vobA8D+SVYBjyJcPT8k05/
zlDKqmh0K3yua9/aKkk8AJlDXdeIlHqjTkG38yej9AYpzlZ6VOcTP2uB8CdyQABHjUV0y+JLYcGr
8ExaRrypTQHyyYXv6Ei6wt9OP1kLQL+ZMHrmT5gzv2iZnKdNX08poe+zNVnxET5ZeDRrR7oPgyY6
mq2afBLOwngIfylc91xDlD0WE5tJStX4yVA/K03uY3VkduljE6Z+tWnKXK3cejJg3Wmpr6/0IM7n
lRRo1tqfzx/g+EUVoqeNO1/1w7MRYjxzVUaOlN0GYTZFGytDrntlXj/Y0POThgA+LHdUx5ciFhkN
srTv+upZgvgk/wijmri9Lu0Mx5NR6NEVFQJk9XLsN9INKOBm2ASoRIaenYfxWpFi+aCT+s1izfwU
xJNBPs+T80/tII1TO4i7Pnie4amb0TD9Y619qSzNE9S0DpfPzvlMk11AA6RyTNzCiKeDDb6Kwnc9
Os82kgkPUBCUu6gw0dmWUb+8vzzWe+fo5GadBdaJXWEfoIAIrvd0MN/MGsdsK+k5bTJBXoU+rlWH
HvKzDp3QvEjS8VtObJ/eIGklS7i/Ij7wWJS0824KTRKiofkzm1xgA1P1/oMclcNsO41hrH2omq5W
buOxCJKrFOgaQuqYhBkPwWD33y9/yNmkAfknIKAaijQIXep5Bf9ZoUbgKGtlsvJEI8cKrtgb5U+b
pDBAoyA2pc1nR0PKAt1RpKrfexmLWdPSSkYnNzWfdCk2njC0BVZmSsa2LAp75SDM5+pkgWbVDHTN
YNnMipnLXviIhhuWtKYxY1CVORsTm7Cc6kOKTPqGVoruRizrkWc32opJzz8bV86CyrMQO14Q4ICX
nc/WADUUh6X95JOPhHSMnCzeJQIvlWshZEdaiX3ODhr0ulkmGRbTPO6SWtCifUrJR0bH2WgbT+8m
zYtaIa6YghpIdxat4GyW47FrADjTq6YJTzF3CSCLQyytnV5WXzrVvLPtTlxVsdn+6PP0iYxozZH7
bDRaE3PFHq40UjlgjU83aVH3TUxPYXiFOEDvfapkfHCt3An3qlWExXZEnXitIris9gBXMecofSbE
cKMu+X1J11R9G0/yq+P42R00i+y6jaxy5UB88GVUp2f5k/nFJ+U5/TLsVsNMt3P5VWr97tHojGGL
lUGyyUdEG11VKt8+dwDxZZIBalOAp+YPfGMxXotfOCGpH79iZS67pRMk264bU7eLymkloDj/NLos
LBrHnfIx4dzpp1GIYm6rpHnNBrPay8XU70lKbgsCyFsUlbpP5hrv6HfwPDPPYWa9LYYjiI3K0ZxG
1Db72VnDbnZCF4ln5uaaz9T8v/r3ajEI8qlPz2eAqxM50dMvG6IZ02ChyVNbbY5PezodQ9QZbgJs
kh8vr9fZJLJQ2A8gbcYjStSyCE9RoTVHbTLa17FxkmcbnRZbWGGB72MTHCphrjxrcxR0+mXz8aK6
ST2ah3S56Q15Ap8AQ+ZVWIX1bESyQQ1tkHuMrVtryLbobAB5naFH4pP3JU1IZAloi3HkZv+cRdyv
94U8TnaWvjo5r5xLFOe7E1mwN3S4Qq/slfNZ5T6hl02nmduLzXm6gJVZdhjHGiP3iekcRB53fy2Y
B092Qve8Ffna/XUGNob+Qp91VpcAkQJ2afF1lLiCBJKT9ILAjT28mEDcpqNkRaGveHZS+VntWdMY
F+p2wkajPxZDiNFEVoZ5cBx9A0VCtwvZjG7R2k26abowyhpMwfosaq4j3gXVVeRQllrchjQ/VdwW
ISHLSyJkjiWcR6uWBgoyNMWaFtZyJmcsCNpGvAC0sGHSLbIGuVbSdDQR/h59ZbzPqWAeEmcst4g5
xT8NZexXVm559GAQUbJ4d+7hHiNvO105uS0kXy0r7RdiRpEHLmRw8bmP9zHdr7XkefkCzIJNPN0z
zowbBTLb6Vh5yBnQSYVfkHrszLdCdiJkxcQoWinZtPjs5DsxlZSR1cjgNfS6EBDk4IblTBb1nGa2
ivCgq0VatKnBdOn4sehV63L94lewMjFnBQgT2RKgMST6MxkXuNXpr+XlDLrEL5LXVnea/k0tMZqF
oNrFPT7d1HKlrRbUcvzWCQnP+aFBmf6bwKE484SdhVCUIjpgZb4SlywuFIoxszoPnCQONxZByzih
JTOaJElu7q2cQETVOmcH3YM6m2yLbYxU0r4u8nR7+dJc5kDvo0JidSzYwVicLYsIqagi30yM5h5R
MLA5UR8ckswpr3KV4kdl9N01AUS307m1PROa3ldsUNeA6YuTMf8GwEoEnkAHOSFLRbrWnqrc153y
vujjIvLQOFNsL21He29Vtf2lEWGwxvP7YLKp6s0qCMCyyLoWGxYcb18MuVLex+2o3WX9UOwl3Gie
A+E0G9vmypl8Xd1fnuwPBwUVSecNQMOZmqgUAhBq0r66T7HiOQb0KvayUoa3SKr5HmTGzpXyqF9Z
4cU18D65SIYZbCoqXECjTjd7adgF1ZemvofSDtcsqrjkNCDMcCk/q9P+31gm5US6RzgGL+OYJJIq
uhxqdR/kkpkdWwoIMt4eue5fT1Ndi132f8x9yZLcSJreq4zVHTXYl7HpPmCLiIzIPZlM8gLLJJOO
xeErAAf8ppvM9AK66BF0knSQ2TzRzDyEvmCVNMystua0dFFbW7fRyAxkRADuv38rjGXgdvy09+6U
14db2Ta+6vMwdfwJXjaPyL9ts0SuBxY/TANnLSEUUu9ljRZGtxWsCL8zcx/A95bS/ZS5IFOadfjJ
A/xuEfztUudhAFcEPvY+xAOxOpNvXIbaF9qRSyfzlmrm7c+G7XeHte9Xgf0biy32fwwA77aRyetw
1pCC3a18ay9nrr/Y0VnvoXVrEcQUqSpAnAcavHq5h4Ty81+/g9/fTOdPE7hxeI6BgEH1vRS2d0jS
LyTs7hyb9bfYpZ0i43a5QDoe/8nD8hc+zbOa8DwI4OQEFdDb+xYE1EqdaOR3zoIUQqLX6RoNAMPz
X39Df+HTPKtCgE1A8YqmtHdDIx2HBoVBjrgbPLj10Iqmir5p4jLI2qRa5lDuly0ETS3PveYoYP9Z
WNz7pe+chgL3OTYkKH/Px5q375LKwQTJbLDou6q9dhsBltoNOpeWyOAXn1lEmp/t1ecH/ofBFTfQ
WR6KMzdi4M7JWudV6gcYA6oOMbTSn+/QXYowNu25fukzi5oe6H4YKSm40yvWTPOXTE7jBVQs05c5
a8cvHgL9Xijex++NXH//Zf0H5Kzd/HZx/ed/xJ+/cAEnL2mnd3/882X3RXHNv03/eP6x//PP3v7Q
n6/FK7uf1OvrdPks3v/LNz+I1//9+uXz9PzmDxVD7O12O7+q7e5Vz3T6fhH8pud/+e/9y797/f4q
D5t4/dMvX9AfP51fjXSc/fL7Xx2+/ukX73zg+fsfX//3v7x6HvFz//Kf/uO//s///i//5Z/++b/9
0x9+7PVZT3/6xUn9X8/ZqSCbIK1F1dVZCG1ef/ur5FcUUqFEM0ba21noj7uXcTW1uHD0Kw5euKch
jw/BJ521oQiq/v5X7q8AzZHV/b0bDJqT6Jf//Qu++ar+7av7OzaPN7xjk/7TL29XBEhywEyf1erf
mYhzA9XbuymhiDMKqdQ1tCtg8mUU3SehnWoQE8NPTslvt8/vl0IeFE4jsBik54yvt5dCdY+I4JJT
NcqNDnKcbnsx4EjpP4SqOU6QBvzwVfz+Tn98Z3+8HD5yAACwUQAaxpr39nKDcNPNdJGq4zl4CJu0
CmBtyztUSuVso5e2p6T+61f842eJK+IbxnxwXpPeA6WL0hHERrhiG0a0MLCgrIuETAHK9r9+oe/j
zb+tAeePMoHECbEv0KRC5PneMhUJrnoG7LeWpNH7QA1D1XlTQPJFkO2Ce+1wjBI9PUTg2GvGlkO7
mXu80uclFE84xewYj7WfJyaz+Raraxch31XsNwcWyeEumkf5s1XrPJC9+Y0hRQVZiMkC9xg+ofNC
/sOq1WMl82hGaN0702XM5Wkb9Q1o9e00JqBdWncpF8xA+bh4rLJG/2yM+n7Q/cMvADAWDxsin7Lv
FWw//AKIm599TtMBFnzU8xZs5cMRg41fZ1BSQZgChU1GDsjwK9LZKeyYnPwmu1hJ9Oy65sjJ6iD/
2H7xufezg97bPez8BJ67rDA3Q3eI4Nro3SPYpW3fRsk41o0/RHNlm5gTSBuQXjHNMBnFXNhqDIRq
oKiITFiOIgx+QhkBpX33/WAhgpkAawrEXgCR31dqghHlYddliNoyM/nm9Fv02W5bhMPdmMAM7FvK
8xbHzxvW0fGTg1KQBvXuZeMwwtCnYZZqERafG5T9d/gxceFG1q0RYwgdXLI8zM3cFDOivIoUT0iZ
Cf4AA9Nhi8jwtDa1vwTpQ6ib1qlIbMKuWkd/MTuK5km/6qHhERVkdXY+wXHhhRUOqe5LLKZkQYoV
9V5SRntseVzS3Nuc7JOS3fRR4z8fHd64L8iAM+IKJfGIR2MBolcQIiDXm551o5+LrNlqLfpst5yb
xXB9rUsE/7LjuebrKkF8jcpbrpfXzgZozTbx3MgCuQ/Ds3am5lENbIM2KUSQn1xXu0MT/FYjV8TZ
oVyJrx/hYvH63YZ+p/giipdst4b9cEhiFZg8gSPpKkV6frUMjngdcbGHIKJxnLM0padWejpHwuT0
zd/WXkKQmjZXVE/840a0OokBLFweik1GOd0knudusQvf0ZnTU6CS6RsCQCDBc3j2kaGlA4P76oxP
SJNqrpjNzKWXINh28ah/QF4OWh4dES4lE0GPqO8hnQacH7PoosUwANQ05Nue0cbza90Bp4LCaI4g
c8pkA3A1zgwUHOsy77SBqaxKiYCsDpj6KbMaXXk99fWL6FrnmsyRgCBLMLFVPUE7TJVqHHsqtcZA
wJqgb6can6Xh5Yim3elilK46ZKQDnZRH6bDEJaYtuR2kirzhILCdlE03teCh2i6p2ygaikXCaI+t
DIzctd91G9n7m+825RIMwdHOMbcFU7EH7VUwfUAaS++WTaDXZ8hCemSp92KRF2j9yeJqsdNGoKQm
ztlv0of5OgwYm4cQ5WoI33QeCEfUR64kmEUmkUNWzQMUyi+RTaeuWGMa23pMhM/rBoKj29XZmvaQ
ktlccd3RbyrZwtd0aoA5apS6FUOTgD5xB3aJU990iQ+u/6aWRVTRlt40sHJCokg+QOt/CTF38tVm
7F4AlP6QsHE4OjSb912QDnnjKoFhN1XhdSOgvWCUITPDSlqbJWhLgCXx7Ybm+YNnNx81NBkpw7AN
9la4a7HRsD+2iG3N6QzNWRosCqnOM897v6dVazP+QUvCn5uefXRWAm1nsAEIE3FXjFuTlPOSvLgk
JTUUemtJY1i4rMfTXKvJuSVNikS9PjUiX9sOn/UW3vJlvUihIz+aUHp7p23nknZKHXoehwWPlH9O
Vb7iDgkqx5+vUbZ78nwuLmAiqRHjsx569xzy3U52b7303kmGFHHVmqMNb4TZljrXLgcKFHmkrSAf
9Q5mTsbDxFNxSdeO1QEqddE8lM1Pfrx4qPX1b3zTf+sxVh+8jtAyapzowXE9ceht1h0Bib9IYs2l
ywL7bUWgy4cR6+aTSsb2oDo9lpjCbwGCxjmyaLGSj+osNOtSVkAX2EGRM6mLYIScwvSz2mmCtOO8
Q2ZRzlBDdrs2iMQtBSigrjQj/QjSGXI90l37aytKIEhZhubIFgpLdxgxtfmQKyrh3aFMFbK/NDXZ
g5/IsGSGwWzhTW2OHFyKu2pUV1Q57R0Eq0USdp/CwQ8xGnF2jKMhgSYPsriPcvCGq6afh2MXj0sF
Nbe8WNppLnnnj7ljeHKAiOwkDFlrxml3xcbu1nTe2ucoeGC2EqFSeKKFuVpQTPCtddLgYp06vXN9
k+ZTv4qPs0LRUu4TBGXGwqOlIqgSmQwpomxKaiL0V/gkkyL1lbz2BiVYGXLX2UmYGL+Bw+2ynGa9
M+R2AwKbGIwVuVjRMMbDR5RXkMpNV3sK1zi7ZWO2XXjxJEuWQQ2Q9Enw2GKx2BHC/Z2jhI+AlDUp
Esm+wMsQXxsvHXco5rNXqGe/y0Bd76H+BCHAIbn1gxVUI3DN7iQZJhUCn9Xn0YrtiQYIA0KxavYS
q2n9TGlqK+hv+hFyKB6cpomN2Dw77CupoNtOIBrsRnJMhX3fTQ98G2ztzY25TimdColsH+hBpVeB
09kOKMeC29h3+YqOQPRHETBs9YSS0srrbZA3QftJtSTYDXq2kE6rTaMCkoRfVpT+5dGg5Mkdqa7S
zu/yeG3w+m1rd103DogGky8Qel8s3D4PArUcrEHdqsBb4HmKziosT1U6srtMB3bn0uAmmH0csVv1
DEdGvyPSdwtIOPVBKFJBd6lubBtfi9bcM736Ryn8LwTmznLxrazQixmVsFGsNfHQlOps0AksIsnR
rj0AOZYvGzXqGo2u2QEirNJmy0XYJV86b2t2DCFAqCTDvk1jwwp8nJ/HrW1vLNyZhUAQ6itSYu4I
i3KS2akQKag+4WFvc4zuXmMpvMOkurZGQkd2i7roNQ875DgWFFKDkvApDPKMQ4vrCixUNIzn+ox+
x03mvWy+nJ9bv9W02CK9XtlBINt9xb2eE1+FT5g24iuLp6stQA+Pyx7FrPRDh3poWmbp8gBElBQq
1cHDQtNZFqhkvWmmeBZVO4SqpDzOrhXpbD7jl76nvFs+Z8rprpmnhrlYOO/g/Oa+dzJbm32yAypu
c2jYqJtPju8+4knoDqgnVyj2dZh8HSIk+BcZlIBPdvPaW88x664T8A2UfGRYFKEZ9JoCty/Q4W4J
Iif37DSl8O6kErMESo5t2QkXtBsUJolX4oQ6qMIfCJLbgAz411Eb8RvHrjOAwVHxxyZ2Vrc8yx3l
3q4Z8tQ22XUPvOvtknva9FDVQSL4GIwMxWuwSOhvep5XkRtnPfsHhrTjuYq0eIBYAbNeq+hnLhny
pCzFKgTj2GkMZHgFQQMPL4aAJA3aGftV72JUc1+mKDb7irhfSioCgecBhc3BaVRtuhcknO6ybUzx
FGJ//thjDSh0OLH7deZVMIbrUbRhqPLYnRiWLLf5tA2IShvHxhx1Tw2keERcdtsUvgztecLMI82y
z5sw6Tc6ynWHu9zemoQ0e0aC3iuFlsHOX2NIMPDce/XSLFuWoyoYKnuQYF1UzFDnwPUybDe9T+Ll
DpHkW1vOnTtiC4yjkiRTgJfVCDBd5wTGeGTnkcpiyhHF7GOR4VM/nIYk7VewzGx98syYXbpyRgV0
ifJzN8hV32KobZHtOn6gCYWOAEerVzGn272HFpKsnKhQB8i0s6iMoEoXpa9c9wXQENZwjEn8XhKU
NN8s6rwY8GzeogLrBnbhjWdnheTG7yRKJcluk9y5mhC/yAo5rrSCuppVvtfqJyRcZU8ar91WHlLl
y3iiy62HM8IFSL7pjnXW2dGNTiekN+qPOlUYlhING2Tuusv6KLYN5YpKQiaQO8SuUSHdjHPEDXMS
Yu60gS3GZoUvgXYRBjFlo8uzWhW+xqmPqzTTMJbgq+3rEZnpzdXC263Jkxaqt1es8GqCTBVFDeku
EGDgHlxNW/o4RU5/2Bao1XAgzBya0zWaHod+JDdjko49VPTrcCd9ZVD7sPXT3shgKUaXw2kgFcqn
ybKUFkkbQ752frtbfAd7oBIdzDHIFjsSBid7gaO4vLee0Z/6aRrX0jNd8s3PBrMftnkv3Q2nkNXV
H9YRG06S9fbj1Ilu7xs6zkVMJ7vzU4bGDZLxQ2x0U4l19fctAhtyDA/tJXLnF+wJKOggCIGsG95Y
IOWJ/Oo34zTnsGQyPDKz+2DbZL79Dkr8TSjgAx/x3/fA3htA8N8HFO5e+Rli0+9f6v9DjBCH5R/Q
mzMG+QYj/Nf//B/++X/81x/Rwe8/8Bs66P16rhWNkM3snrEqWK3+DRz8FfJ5ICbf608g7TonAfwO
Dsbur0gJAKF3tjMHaCkBYvA7OBhm+CvwRKDeYzgLkfH6N2CD38M+fsBMzjAd0jQBUYL0Rsz4e2LP
jg0PUyjKi7q/Hy9FflXsj7fH8ltW7n8GgkC2+RaBwMUADEJpcg7k/v7m3iJEdpha2C08IA5+suEA
F3OVpLWBM3nJGTIdnd020OyoHKJ5OajWe/SgZ65TnFpR1YOj05U1JP3WDNz7tmrGL5wuJoeNbkmN
PPruISVG4ATAqbq31q47OFfFjeukMcJ2/fCJwRux45kIYZ6ZRNPg7LG5nzsMr59jr0+6wiDT42Mw
IXOlTEPmuzmSNeVSSoqHLpddugQ7xMuH92bo5+x6yBiHhxMrAsttArdKSYJFLDjKjrFXj0OfIgU2
dVjJJ39R1UxhSavjZsxeBW9i9OmQiPAKDE0YVNnmeutOwRSaFJtGKXqhsLOyCouJkDW2ZlimnSRc
0jvIxnWXNxjI10PYjEmCTV6Pw4WbOBQfHyqQcKgIsHWNJs0+NEg70GVMJQGnFm+4RLaOn2A7pddG
QnCYb6ihXfYspfoM7GxNKcDzwZ0mtuVyjNKmL4yF1L+gI12T3YipogId2LawW5Lk1HOZ8AJxAKBe
0HUV+3W0hBrUHQ23r5NFJkCOc+MW7cTCE3UDM4GHSurenQxCCJJMYXre6D03WXzt+5CJVLCBDZf+
5jQoRmnp6tW+zBx45rqQfcIs04kL1FWaqNis9Wqtt+AFOQJxekthzUAQFwpJezRAaXjUrOv7dU9d
A/vJ0IrrxIZsfrB85XMxZoJJzO9wUB0mMbkvrjdvO7dpWZcDTyUwk6o+MUfVq/RTG8KSCcqJmJ1r
NaCGs/bng/VUJ4t+5NPtYkSgShwgugccbxRk9b7Dvhio6r8ubSyf+GbcyzCh3R56WXiAnWF08pks
SVKabMHw0rqxPWRUOA9Dpse7DJDyjNa8LikDpOKjnYYg0LmjiX8PIa6qG+lvtpo2HiGvz5DhkXtK
3ige4DzaZEbv035J3VyTHgFlzC7NMyyb6xcuHZ0WWartbubchfMrgSmy7NcsltVZDNhik8fkmDob
ex7R1buPeyd4lOgZgzMrbfgrKmR0CH46iWF54SNKWZVJnkkb+TBxwkl926lI7BQUj7Ly2iS5lhlq
eM9WZ9tD8ZN5PJ9dkpCKjRSHwRlevefU8fx51/YOq5VZzSWiU4IbiC+ZqU3UYmBRcD1epjrKDBAw
PU9oKYJh4RDD13nprMPm1gyP7Uu8efAnDsCWxd/GGZ+Tp1FjiuRdMLnQrr23EqDjYnLDCSMfVSV3
3X2syE9ojHc86m9XAIUKswT4zT/IJrUeJPpPcAWpcgCYe5f0/49XeEeUZGI2wShwhVEWHd4DxAb/
N1dAMQZIC2iUwYW9Xdo9aJBxu0TQaiWlE4V72aufXOEdI4KeXgRsoD0XOkxsiIhAficIIcJtZdA3
uA9gRFwv21m491aP6ceOhI53dBUod7wzaNH9IWWXDO7Gyoc76tKLSCRLuGD6uJbrPH5cgTAnhSYQ
6T0pb3HHvUSitrdrEA2znlwHwTMl3CriZ5lYbxF4vAPcPSjjRTwJxCVIO3hHj0kkNsEFmnh5Zr2T
O31Ns+ECyEfFTfiTm/YtT/XblWAdg7YTen5kVb37wp3Q061LHS/3N/HQpKo/Lom9xYnBlj9MOn+B
gvvLFwJPffYcQhn07kKWsnjsWOvD5Yqgk04VwHUfu8w8/fXL/PGTQ5ABfHDQQOG7/8NDCJyVpygO
QZBpTMsAtaYFZemnFeXJjhl+cq23rOL5s4PGBB6P8/8gsfA94d8l8HO7HUN2XroeWF/LHmyCsIWv
gZr+hE98J3T7fjG8KRD9sBbi/9+LN4eY6TBdW+DOI8yh8aMb4Ih4hHEsl+kzyA9FLtLxFGj2E37x
HPb2Zhr7fmmQzigKAGGHO+T93WhCgDqCqSCXfjQ/JN4CI/GmMgRv8HRGvjgs8EGB2Jjkq08dekEm
Zu8Cs/Bq0ivgxxAZZHyPjb677tFv5BdDLFhbtLxpMdmhZu0JtRl0t0TCHQsYztix92bxYYNT38+j
uZ8emq3zPjVWZ59RJdl3uU5HCVQCaUxdiZZEdKcjM5vAzB7EBmWARCin6BG4dOqFnQ48xXQHXsIs
L1QYFtcJ8c2HWKSA+xR8/RVSsdM7EJ1G35EpCSENlKFdL0a3cQMECBj3ZRKiu6FDo23uBI2cCxPD
lu2KBH6KAIjvXTCTV+wPZMtXl81ZTtYMBURkm4RFEbrv3RuN4vnjnELZfJGhT/teWqP4YRWgiDfh
6K/gJqabiLX8MPot26M1iVbhBOt73vZbywH3Lr4CLxUHyM5HgRH24Ey4RZtARp+nC3fCcgLd6taQ
womXvnNol9vZIh1r2oZxvRZW6lJARTpejjgZPjfpzGEdl0HZSuneZoFObzzl85InYXxKLSLFnQXj
VEHGue9L9L7zaz/jy1gvy+TO9wQNosh3kGeuKR40Xy+1owni9GPEz5PCa/QaF72eBvBACN6N8nFI
kq0Mem7uBUtIW+guHT5lNrvosd7tIw7uD5hQcIvBMLs3DGv4ziNNTcc2KdAUCrE+TjuPTuw1J0dB
z4KD/0xOohuYucCXCTJKJmu5ps2C7EcCdb+rCLogQtGzB4OnpkL0cQys2sfycZrRw8oRt9Am0Wki
hu5sGjuPwrcLrPfzrKsl7meQDmDE2xsMDwl8ob1M6xg1uMh877i6nKfFVhqJdkM+Bao7+AKJD3fz
tLmiBnSfzccRH+V11qbyYJoMmwdjG1g9+ItssDN4uRjVBN44YFahYHmyhynsaDUDDj8iDy8uV2Dn
2x6VK7iX887naU0AvIC6o52p9eSiwUCapUXJlFwMBSwDbNi/Bsqo+y8LzAJe1QDldfZblFFzj/z2
/llzJ+PHYG2SA2AohjLDjNMYGdBZ9BBDVNidpuCMDWbdNkaljFX/WdoJUscynHUG3gy7+i7EmWwt
4KpH+gCEfolzYMpFZhjHfPmRDZkK687XpgyaYIJMcMvu23AcaliTFg2IzZ+eEX/f1qEzm72zGXWz
QpGM8TkUSPsy4b53R7/ueifd90rNz6l0TRWRTuPhWpHRUXohBdXXdXKGhx/I0F5vqfNBN73v58yM
bpL3ZG6/ckC6d02zdA7AX2Y/qiAwFDwrtc8ZAqh4EaHjrU7MEl1o/5yIv2LVrRckaDwhJSF93jYQ
ceBJ52DnxNN0s8wQdEZOBIQWfMR40cXKc54T3QYegDr0GM7EyYYSWT4rLYW/EqeCHKU1RYtFbtkN
lupTaLePnIn2eVQjO3lwQn7pu7hJd2YcM17hnC+3Aj20rtmtqI1vCyWa7sPWKRLko3bULhoRw1LC
ogFi3KXu+A0MaFoOIjDZ3QLMIN4hvIJGR3dmq3+NnFLtVV4guq0cIqBdpyjsXKRAOWRzizFaMygL
O2VdINxsvcUJ08hLiDnp/AhK1zSslC4NZVcCegpLl3WqzWcs0XXTtyAIu9VfH/B7g5bxU/Ps9usi
Pk04LRXzGGLpYLFp43pa+s05Bn3CQsBTGMZyhV7GHZMerDGN8eQuSXr+NeaIm8gRzKBA9CrHgFV1
bJXQrAthxdXOXesmI6ndjHUfLEJdPrB5jaqtZ+IiEx4amzmcX6VMp+0xBRVqT57u3EtnAz79IJU7
+EWHfqibCdnMuxkqrRczn8NJ0CPa+nU8WBFULm/T4AM9E7aoWRBHtBQrGPgn6I4PsvGMqga+2SwG
gwro9x5nv95eUHR38jpB6lZ4k0wg756mRhoJmbU/d7eQv4yVO57zaHEG9D7TufVYmXaRDG8M5seT
9ACI4gRmw70nDer+fHNWfy4+ufJCFt8xMfthYWOx+UXqIQqjz9HkgM0OGTcxeY4VvterJJw3lgM4
WNO6n9EPvF+N3PxHBEMLHLRisx4TtZA9+mozcrktHroFcQxXhw1BKvejWDKBJ2fq6JFEc7SUqcuz
G0qMn8HSsI3iYltHSoowybY+9yYyj8hwUFoiNscB7VCQLYaaR1P3DKGnFgz0GbLPwQg1d0uGp2WP
1l4/3mNvUPsIwMt4pTKud51Loo8j8dsx7wE6mLrxlmlvjTd+JI6xTxYLAHjAEEisdtKtL7HaLgdJ
Yw9PSRzpNh/81tsRV803k+2W5DSKdvXgBNyIVw96RVQNR5DXXThZhk92NTuBgr5nMnUIvWu2prsP
Bu3iSNAEVdz7TWXn9BxCjqlil4z91kEDAF4XvF+EKB4QHljBEpDYu9baDp0+NgkOyl087zRksZl0
7vGG3YU8TEQ1zIt7P7aRw3Y6w/eea1dlyVUUbOTOwSGF1SgMCj/AcX6HZdrrS6Dzs9zLBrzR0zCQ
zFyNDgVDqxlqAoQTpqeOIJal5Iqq+ch9nKJqP+4BEkwswG9tXbVhM3XTGLBM7xTN1iN23B2A3YOV
KtZhouNnZ6UUzx3CAIHpaDPQCpErAmIZEB5VICGOfHEcMI6jsW4MoEq4eyjY5uEELqSP9l0aOEMJ
2RTSJnJJMgcxtpncANl4kTZ50zzjJC9z6oWmfzRQOGMbUzRLr+CI6MejWtOMQR+f+qD9G0YOfePi
JdRioyebucAhUjLx3QLGHUFKjhq8PdGsiw7EzgO70NBcIEoDtXlgbfRA7rwG+bklEL4BfJodVTmC
8axR0WQxQYntIdVML/eIIwPr3vVwkUlVMmAzpSEBMPaovWpD+Ggak7U1mahE9FJMaoKnf8zlDEkN
teu6X5EcUNE0UrbkJE5Pg0dd/U06S5L7iwaOJrtop6njIHw2GvopTxo9Lrfo7kUcVLP4Q7afodu/
ajPmfgJdJAYsJOD9HLtsx1GLNczTCdLLAmjuutUm1iF9MsBP2lxyJNzmmm/eyZ80vPooullO7jZx
/zIbQqTYrHBYv/TYXDEYOJCtsSEeemT+mvi4Lia+6Rs73qxbwtNnpGEQ8pi5DEyPhuobW1qcfGpI
A5liAGUZ5cZgmHDcT84KOqQAEq1v18CHKGIcdXz0R7i0oejoeZVlZgRt20OzWaeNExTt1tr1IBaM
izXnYkWQpnWalxH0UOGNPnM+4Rg12yLsxObcJ0hIS4A5dWDD8dlvz1PfDNtXP2GNfPEU97oa0gxn
LhHCocb7CCrn/TJJwUHxZC1mLcC4JR9SbyyB9WWVHyA/NNfL2harD4YVihycE0a46y42gIQHB+21
Y56GjZOesGMs4K4ztOkkoZTfWDhgggaymUPPcdiG4TjPUGBsYEYrlsWtLjernMOwyaFOeEuQltU3
1yuE3Q9C1xNGeQ1kKO+yBQ8AIrSm8RqN80CqvSFD9S/mSBCpgSUNjhuDTW6N38sA5YCww6Roda9w
yoiuZnfDGSoc528gsugHPHJwzIghPepM+LWTauebR/BkFViaoQRws8ZcRE0r0cyxigBT48bIlzgU
805aK5wPMwROkNfwtPEL3nvMO8+obu3ZbltLqNCi5VFkiJlvedan+bBOtFKRg+BPHLNUqaZhOGmK
7KAKnADzinNaxK5RawPPp7UbOVCnDbvC06O7Gw2TS2HoYvqDE5vEP6gexOEppTEPQJQq8dSpBKaw
ma7CVJOF0OQ0zBZKyhaKoQOWxfaAQ1VDC6oDJGChc3v7gt0AWWmDHYMOAiHXvyDIEigMRDW4Kpta
FLsuCRK1J1NwV8R6L3rSmrt0DROAY7Hf3yDtR77IRC+XyMiIdk0ygBgFi7nmvhwafkLckXlCedOi
8oStZvZLBPtOWDYJhCCVsbSXJw4UPbmYoOUfHyaWAp6c8H0mlQzE8BTgUDwUmEWWuxVJXLfO2ujP
KUT4a9VCwnYkrTsdl4iGz5AwEoVg69Fll9YYFyKjblLtXdy4foxtMgTxHczOdnQWsplKhu56NSQT
CnnDRZnz2QSJKETGUd6JRX0RrJuvzwXQ+gDUcXgJSSinfGnKKWKZqEH3N8NlJFsLLyLm89KfEPyP
gyqSFuym+4+IZUPPYYBtlxYLMHqaywWZ8vmE/WfKG+1npRMrVcJELLEF6EScgt6Y+NBnmOMnHWFm
yGb4GuiAP2bZUnfDMtUQJtI74a3Q3bgyqWaksLLcMDfdQWFGPqM7OnoQm0DPDWvSFUVotLtFIp37
qDwcWRnUbteILkcp+BprpAp2vPnkK5EAoPPkMfU7ddX+L9LOczluY13XN3RQhRz+ApjEGYZhlPQH
pYicgUa4+v1ArnNMgixO+WyXlmQvy2o00OELb5hLhh2rEDtovNLFi2NW8Z+szDCJUEdn3Dl6NN2Y
YiIv78xm3CHQ1Ex+Ycbd7VRCAksNU2mfSt2YrtC3jn1gYuq8ZcsZoZfBMPPywfwJHFq6TqmtIzwY
ysWZkLT82gsF0ELM5N18bgmAdC0IIZ5OYTW5oqN/7tIUUg8L12ZnirE9pXGanVjRij+UNKB59Pqs
gRl+HPTsISgIEwyqG24CRQRPez1D6maU6/kPB41ylTgDcNkAU8HDRPxeoAJdFC9t01fRjj9Nv0kj
jYZ93liIk4pS+2nLVroZmro8DLOlDF5RtQNurg25SID41ld74YiVY0WNCq+JPvK0VuLKyLRgHjeW
HlUVgV3Z+kg42s+SlDpbFJHDL2bU6eVBbaWaonltFlexWtm+kwWI5YjQTM8S8JmvUhPm92atANyS
wvGY0aw5DU1QsugUC8QeKuZ7MWnpfRN01kamoeQVEEmRK4ydvZmiw+LaJO9uS763YATM4VvfGzB+
LbU198nI9/JZBEa/jSI5tTaVLDk7jQtFcoeRB/BipOCeanO0dzPagL7ZBArdv4n4u1bBMMbtvEdL
MDk0o9MHbuloHag4gXz8pI+PDq2cc4SUDapHxhiYGyBRVePmhjT7gjr8Q58N5m4W7VgA5MQN1EM7
CWcfNaBiUeq1Vwd9a+K8qAzbxXKWi3gqgdjyf4vUzyNcL/RGniwEKp2ENB1MRwwSUxnPEnZ5pMl1
c9J7AVmxon0YRFO8MwbONUOZKs2l5cB/hL5K/pxNiQrpl/NjchUDzoJWTY4/8CJsDzK9OBWKg4C+
6Brjd9im5YabvvjWG63XxXZyH7SKJq6rGdD1Ejw/gT6xHvK+zEFfllaf/pxtp3qZECvGUHa25eyO
18H2GSsxWa4ylpXX9XbGz9DUbpXZNGn6LbVB4oDRlne6WlrTPk46eToVoWJ8L2MdaG1DXdRvNBKL
bRxLzeASv6obeUplx3eU2kq8qAlSRCYF11FXi58iwAQdgumdriRh7bUVmZQLfEmcesHWsSRZ9QR7
6q4tDPs39qjl7ZSrg+Z1ajR/cYpA/4IgznBPEYxc0kmM4mizuxTKlW2PLXidkkJDAaAZN9Ow2Qzx
HD8EzowyJuqDG/Rog3hb0ZfGtidjEWxA0sFbs62oBkcWK9bJEDRRPVtrwrPZAJN1KzrxRL+sPHQ9
3VE8YMPnVs/SiUZeku9kpZIPbUmTf4vPpNu3Jzmr4o2TS7+6qQ9AuJCP/w56U1I2EkR2r1CGaItQ
+nwcGgvFT3Q05Wg/FE373dJzFCqB6Pt1X8bTfuoUhh5abWJny6I5q1Kl3I4ZH85J5X6TOvngy3k8
EA8pXXCDwauDq1eNZrUnFwhAXVdx+1hW/XcL2ur1bKvTPRrV8WmedNwDI4XW2pWxi84py28/BR2o
skYnHofRa/Rf5riwrCsZBAunbVmX19TkJ8LDkqRpVEOQxchTFeRPtflMbjhcDXYxbPA4HQEwQuj6
VRFUgsl1bNCycFnIRAa596HtFv4cKHpH+SQVzx1x8A8gcnyHxiR13KSdFmV+ZJco5MORmpXrwgZH
uW+aBDRxVI29cAk76+sIFHqyJWRDVDGZp+LJyZVI8WMoK7djJIBGNr3GwVHrHQjdxKmFdaNpsNxt
0VmtB9ENOHxBk/aH2oOs3WWt1R/UCMWjXUCs/z3twe8iMZB+l5B3rPwFhnoVzMkob0kepgFZUOeW
bXlOIyoHkaYD2o1HIzg4DajqrQP6G9YEcbKztYiHrqu0w7I0ROLVT6qw+VLFQvcalGvB9Tk5hhOk
PI6n9qi5u4i5N88mRViLTlHSavdaSbM4EIl+QMWZK1kepDzAxAFigachHTr5Ma7jrdtlOoVBbTCb
6yCc7F8UNH+Xan4OcJYxFhkR9XYyYoBrM634bAPSLnvQOr3fxY0a/9EyRJqIEwICT1vKdbdArzND
0nZy8tOUpInBVojC2a1bJK390Cyn7yEqa7JH2jM+6wF4Czew0+SoaIWgpNRninZQAZ33u36WeuHZ
Q9vkWFeaPc54et+l6AjmaA4kUjSlmwb5hRoKjiSCxzEDTu7jxzOLLQ1mBB9oCAbXduhY6KHEVdru
0iLTTlLcqWA783By9lFOff8mUkxMWcPGGCG72VP8U6E4LrxUyuNToqNl7gegbq29Nk2JtAOnYn4H
4gDlpyJyMn0ITP0O1dI5PYdKbT9WZi4LoHnpcOqtRXjCqkI5PThDCrO2MSiygP+OwD/eweBHnIya
fU/pn1fmkqTWw/c8agfVq7W6/i4o082/OhKt7A78b39AAVQd9wWAgc5tKxV/hLA0kTpO0TSVlmh3
H+qa0u6dUgs8QMbFRpekHAyt2T70SmpQN69l5TcWQtF2LJRRch2E0KjBj1rVe7IZJaeM974dtcak
Aq3IW2KT+FoX+IlCvQmbcxuq/X4ASkAa1TgoDQdyfEdYN9wUWiswXVIAck6tbPG7AAn+KqYeAq6U
GKkG0tUIW7cB9gtWscwHPB6MQvIjsw2eC0QU/DwoGvsEbKZEk7+jCn8PQcvpvJhF/JzPBSFjOEcS
oYGChU7TA5vcpHWfRZtZSCg99CH1U7fHQfA5bigHcDabsLiyLPBBybansAs4mK20Lrl3bTpA5fid
wdJgA+infpBmqXnK8sqgs8aN9VvPk+QuyxPbLzgrup1AcWMDFQfN3Nxu0bIqKRc+dNOsD15Wppp6
ipGQ/ZN1ZK54T/fKDBe+bYedJs9TvHUsBOjcaK5s4YYI2uzHIgX7Uo5WdICuoUu8Grg6aZjWX3Nj
Mq6DXqoOMnoWD7ImJ9yumcjc4LdTVdI5l9pmmzi/kMmdoIgrPo1OKgcjASiqP4VcSrRjFPl3qwxO
7YkxwZC3AM2tHSGKRC8J7tTNJu4zUjO5YT3TU3aeqAreiih7DBAKLX1k0IIaAci24iuWIEi6sSfR
qJJjHk3dvi1NC5hKO/XHqaAQcpIRfAi3OgIozVXVDV11QNG+oGXAp77R0doQm6IXyYymcSpUt1Fn
KTzCo6ZDmBdzd9LhIxVbvnhM/YyUIruVkfF1q4LGEIojSRTwkFFIgX6iawWipKn2Mj3D+3q5dMPO
ZuWZTgU42WZ3f6PRpyReW6hN7LJSddxrlJEAs5jVxzZPiluBAuGhSak78qrI3rYjtdF0hxII90JR
26RnQ9xMyZWiCOuLkqrxESeqdrptyq5XXGPUatUrIuUqRP479vMBDWo3pR/xI1XqIt42zZwNL1VF
zwKtqSGKd02lcdk2kMA2Qgrg7fFGnXM1iPkYOcmYngvac8zM7sLsDrS6fY7jBeObJVMp+XlhSU9z
W8m3coj0iivnlI2MtM7lTSHPMkmdaqoLCcYcr3OEvF80eSmFh8iHqxutyMwTaymA2BbLW2eCSAgN
Q9F/EHHyhgxDqZo9va6nEtoA/RwYDJbb5q0FwBQngM5PwjBRH3EorxUYPopSUlice8brpdGjcRSa
dAlMe0JPXeK4xlRbekbmsEZahSsVe5Vs+sGHU65jq03SbynTdlVMGKUHmqIZzRWRRjOFO0t7GDpb
WoqOQeunSktBwEiaIVl6T+LQ5U6Y7uewwrEDMej5MUFaMvOzYRyfuglp7QoJ1dNEufpMFz35VnR1
s4fjnTcHK++qdB81BSiw0VA3YAepUebBZDUbHbeTh0KZatsdqrScfQoTzkMuEw5cZ500ZPcoZ1oh
HKpsJjcWNt7uQBiqbJs1LXSpoQgzmWjEMv9IgF6yQzdUHc2anPPR05ysPUQIO5Q/Kpo40xNSGkp0
jwF6OrBkISx606RT0jfsZngSIsljP4CJ9NQOo0OM3NpU0emuS5JbxJTNt7NwpOjcBV1F6ytO269a
GOaHSp6jPVriWuminzY/x62mg3sc04fIqKgr6cEQSHw7KD4udQ65dpM6HhuPckwln+DbKPFNauA0
fx9FEys8YW1ZR4Mr+4DOkRJfJXSZyUkj3r472Wr/HQRnd6OkSHmTRzrmOVY5h70BkQHk4K32QSPt
111TEihXw3GozmGojP1pUNVim+Fy+NUkEGpdMQbUGhM51khw2ul7ndrQffoQWqEXwmXBd4l7ezxK
cxj3nqKHY+uXYx/faWGmzYfMCOrypZ6T4SaLTZlsPEyzl0IGgeDKCpznzjCbx8m0YEPrZiVR7I/L
K3uumwhWiQSNydH61HCnmRzCy9HcpZhU9fmJgl525tklBTqc0uk/gWQ3R1EYzZ1iEphAD5yfq3qK
rkuU+3yNlrsPo1xcmZRNZD4nnQPTNRppAhtvGnXhTlqGJYRbowg93idJR+fTkhv1nBS9+kuXKyfy
o1gT2zQD1PkVmzOV2ucELsKl9WjtkTSmrGYk/Ymem/VNAcR/1OC5U1Zv5NqHaxGku6GR45xEMNa2
qp7IZ1GqYqfGJlTYPJ70p6DNOGFFz4FkdXUf7XtyYrqWeavs1V4nyYoLp6uhXIfOxqA58YcrSwG4
WjW2H8DO+d72TXMNtDC6K8cUVCHLqihdk/pf6RcQdAe3ADDb39dqrd61cR9v8QkbbxArUr8oTaec
zFFZZC/5o2q697BPYmTdNzEMKD9Th2o7teXEKsF4yhWDbIqNJqTEvqL1M75QKSpQJ0atDWfxqjs2
WhReW0ZlPcu9mdBmUPubauidfRym9DsxKm3JV5SQAj6NMRhBAY3/X+ylAH5y69wlTU+lCu2zTR2a
2jbMFflWi3sglFUGDSbnOHnpZYJ7maW5AdOI6hamDmr+J4BGx5cYwDpehbbaRn6QcR7vCdJBwEZD
Ih8yrCoeUC8evmlFDC2awmhLVB86jXYXxUHV7sHxFVdJp5v70Vkg/kY2lqxoWcrvJ/ANtDOTOvkt
q8H8VW0NOiMIccXNnnLl9FTPcidfY19l8i70vAoOg9aDuB2cWPutsQ13ATT+xte6pOncQkqz+zC0
qToAZIEfSA2TSIqqG44hqii2CzWPtKjLVC+MNfspn3HD2Jiit+pNm8SA3ESe936eaHNxCJxQinwU
vCtpS0RRNV5GjxA+cDhnj1M8w+BHivekEtc57pRyym1LrrQjuL9e2WXIH98ZNkEO0mmaTeVVaWFF
Qbkhblk+3DaA2FjcUue0w29irlU2SmMszS26CH6Yi/C6j1vA0tpUdAI/K8IsJ5zgkga1ZIyHHl1x
qs42hTS2eE0SKc2Kb3FMSl7bmvBhaOnOWSc25lTtOC/Su2C00vgqDbv0PsIL8URpZTwiuzA/0W0P
25tYRmWR+qEW7ul/ho+VFLOvECG6CRWTIjVAPeRte+L0ZGsVEiksST37YuaF9Z5E9OyPs1SP7jRG
zc8GbbIcJn8nvhmJwaEVIMZ915adM/op/S3UIpICZzu6EsV9z6j3+lTkx4Bj7IYUxrztu7E5K/EE
nUSVCzoWAvKnAzMVAe8uXRwlK2eJ6TN9m5Stbm3Q08/3vc057NmWLN/TOKPwW/NnlW5o6MFh4rIR
V51p9rdDLcA3ZmjNhdvGwKPKHakswJsKTCTkFdi/dxpeq9djIUXaEWxdOR40czF2tRsZNlhXpDR3
xCJQ11cxuUbd3IaNbrA3hmKXEN8cFQzOvgdNOjygTW3QgZ+NASvOfm43VR4GjocpX61uK3TGbFfB
reNA5Vp9Nom8X4CcwxYMDI22Axzh7z2sloy7IwvKu7Ea041u4HNGiDbpV0MaN84LfpbNqTBmuNkR
nwX9cj2HwNZ0UlW7Vp/Q9cIu8zYRvKAtYQJyZWIoWnwjqLoXZ7oQ0fQAkiBrvhD2NC1QszraG02U
/mll2ZZ2uaOJ6I5U3ha7nnjG19rMzD1Z6FBvGr20883SxjXc2rRHqvTAcO45BlKQS3LJ/TFV+a6Z
O/XJUvqRbuFQbnjj8legfRWnoMH9p/pkMgT83NwDSexsUI6gZ5pxLOciQbdCQj1x55S0a7Sxk7Cu
7wgA8A00Tkms6ifYAnXi5QDjnhAE1p91tCj91FKjX7bKo+wbHTMeGhClnZAtKlSmeOIxOk5QtF+c
OY1N+JJmI6OlR8fXFVyG4YtjN/avcJrV9FAMJWUk0IlN8Ve8HeOTqlSuJwfimKvYw/SlK/TkRzwW
2vfaFq0EGKywv0UgmzpPq6u8oZsf2r/Q6YfJDc9itCihDhY2QGCqObqkhjZRlOS3CSR86K7gMgbX
saZq3sOecM6UMIGBqKEdPwjElqsbpKCGgW2YGAQsqGyK21yP5qtIEeNPmXv1N/5F0eSJFPMdysHq
ss4Te/yiVor+MNUSXOQSi9Rgv4RnKEpGlJagUAFSQHijUJITWLRCdYPcVmQ/Vp3uS0M2eUzGKG0O
CET8Zb830+QisVWMEC3U5aQOBdWDvMOFHFZ3jQ2MqmOks5mRHx3dNJRa3NNG/UdUEODD748CLhOu
1u4qDrrSPNA7H89dKqHP9X+6cS76ohELwTDVSl8SuviDUCr09ogKNFp4hb1TzD45TWM4fFcTmM+N
JstfP4fbvkf1oraFFLiD2rMFhngFVC4HRbQRsnvQ7O+nWL3O2biONR8+H+UDoC29SGzDNKSRbF1f
AbpllLSkqUNzIcO8SUYt34lg6d7Qy630C+onH2BdHawIHDD2hoGuzmpC4LOqrM2p6M4RGZscPKZl
cP58Nh+8M8dCFwi9auaDWvdbBLyhVRImSAyhVefKeoQpTxH/8yHeo6BtbE5kDXyZAf/rL5nrlcBN
GkEeplqt05Qe/FrS3DjdycBk50i7AA+232GDbXmRecXoG1tltMjeTgZnKxj8cQmWpFpMvSgbxDIp
wt4cf+b2VexchCMv3/pfHtoCRuaVqZjXILKswphbfSAEcNIGnC1mZ9nsCYqHsnJVNLvYuU7i6zDc
CNq95gXw9fsvtsCewbCpBmY5yCy9naQa0tR0wMa5pbhXy34vCkSx+s3n3+wvXPztzBDfApzD50Lr
i57c21FGSyoBkhBDV/7gtRtzJ/zRl1xo2W68KT2CTN/xqDt6tS+8bjN6g694vHSXUokn+bQfNpZv
+Jf8JN/vCB4LFV9lkWsy9fVyreysjxuTx1Kc27F/7uwLUmB/beffzZs3q6qL1ziUh7fzlrKQKrUN
bafeLPNG/MlXPdWjFuTO7r/zhr/m0SH1wMf4/8warKUX+oFHLdWrLuygldMB62wB28O4sdD6tf/h
Vb4WqVKGKguwdh5dG7NjmhJYISPS0HrmQ7tVboK9lB9Nt+cLPEXuw69LL119t4NXwy/77tUOxjND
YNjB8HjDwXFTz7blFYdvt6XXoQfl2YUbH4Jttf8JlMXF3869mdw/g5t4yQWCyF/9sDefh33NQQUh
BQC7yUn/9klayu7W2KBDpLe9VysySgQviWF6zRTh6IXkr1RJria+q+1zSz2FkvQhTqwLwvvvjhnI
KTB5uGNUzKrUte2nUuawAZyZmqdm3Jaon/SI606J2XqDpNxhzuzTgbpgYfKXUrGaOXtehpUoI7xN
N+DtzM3MAbIbKfRW8Cdu6pdqIIhs9eHcSuVpKtRNP5g39HEpbRsN8Fi9uxttzWu19FTU874Nw+sq
HO8/PyY++h48lWZwh/AyoJ28faqmnWh2wv5yg+5HWelHmdDdSPTaFeW1bfZeiI64VPRPjprdSlh0
FLn2Q9WVC9yXDz8IIoYoBnItoz/39ikslSZvOAK1rnOQuoaEdVuGs1voUyDbp1TuAI39/Hzm76KA
ZQ28GnK1JdRmAvdRMGTDwjcolMkocNGj7ZthX0YXjvx3p95qsNW3Hw1o9dnAYAJQFXEe/W+LLPTz
Gb27VxiEnWUZ6IZqKh/z7UsERzslPSpkrjxhShciB5OCzSaF+HyY92cJ7G8LAjjnN4pQ5moHh5bU
dVKnBSR79t1UyH+QK6SklrdPM1Jvz58P9u7FYXqGiR2lFMsCH7jW1lONRrRGkjpuUX7V9GNiXpjM
R38+kRPLn9fGibBa/pUDtDQswayh5PYDRXhcMK0LU3j3vpjC6yGWR3h19kqJJMCzMIQMpIpU1E0G
hIF6vwMo8fnLer8AHLy+sAriq6DpvNalRP2nljrDClz0pHcKCUmoiWe2/IWg9v1mZRgUaZER1dAb
tpYJv5pQ2YWq6GaUlizluUMKAzxKAQoHBkD/xaqMCzfG+31KsK5AVFtocTDkVqt6kETUOXVIyZpR
0ZHpD6ifbNIxP6fOvEFl6MJ47z6XxXgIKaic0/y6Pori2Kacjouqq5c/hKncZCO6IlPm6kV4Qbny
3UiEBWwgJuXwEh1zdQJJSye4SEzLjVrrzO8s96Fo6HJjP4ublHxhpS9HzJvrh4hIxWeAIH6xSFk7
xsvN2PSgXTnvesRqHhTjzwDXqpDpsFubXHwpxCVhzHfLcRlRt1giiD/qxvo86us8T0OEO90y0T0j
RorA+B0goPIfFz1KEuQlrHfOPfigq6OVUu6kOoUJkGO8GauvRhNQ97oQL3zwpRjD5lvpZAqyvjol
aBZXNnR8Eh/phCyQqzdXVvYy9c+fT0VR338jJkIXlnAdC2ZjlZmKTsPmNFPJ5VrUieD7d35t1eMh
G7XkiLrln0AbOnDy1HMrUaDsAqWxoUO6UZPgku3hu32HZ4NiLpZBnLoE66tja2jrzBnxSkKeTx8A
54BpsXESfdR0kR0oMFHs0/tL/nnsr/evAAbjQuUGnc46Xb3qGjSk0BZvWd/3j75/7R+v+bvt8mO7
dbeHg+vyy/V2u+Xv3IO769zDbufe7/jp//5lQj/54d67O/71gV/v+X383s3y7/nJW354/OUvP3me
63vns7/nx3HPWP7yE//z+LH8luW3Lv/g/zo+n5+Pv46I6PFPxyM/fh2X/4TnPF7Yre9XHOLMiK0Y
GCdRE1mz//We0jFtVRA+neOmzU9VnrdBegrMx8+X3PuvrGEfyN6BfQxseU3YDidsmJsO1HDJqhOV
gItoHHPAXVXsVc6fzwf7aFJsUlSpcdZg3NW3zTWBoJ9D5THNqjuI4gf41YCMhxOSRvvPh3q/jHA1
WFTMmRheRtoy71d3VIpslpixHVmMjP0yeG7r2qdAiP1luym6nyAQPh/v/VmHtwlfyzRMetZsnLfj
RUqqVSiMWu4s9OYoB3nmA1Eor5BFFZvPh3p/kDMUotr4RRLjEcK+HSpuzVA3Wox8kdtIDwrNBtRZ
p9wfJ7OMXLqf5lVoTbhzmNGzBQrnwnn799W9vUjA8i1hBoe6ttxgb8cXRlTIY5ZTFndL99s/WbV2
C2jKnTY8yk5s4aH6ufd72MIv0DbBA6y23XAc3N59rnzZ/fPL9sItPuhXl5zxljNp/WgaiTYlj2XP
qKtYYQahmVgtUnu91tKnQBVAuxRjvR9Cw4j7ryQE+urvNswoJrRxg94iR3XoSEMLvuRLsTJeISgg
HXs9xGotVYrdW0ojWLuxUuxLIU2+MZX9oQFg69UTOBdNKX6lkqi9ochutV6+ZAL8wUZdDh6yVaSZ
yI9XT5BnQRDpgidQaMl5iJucSrMkykOQ8j+at/0zWxBbyEBRjyUVX6UTMDIm2iakRlkX+Yp0JTvX
eU601f73ExXS87/jLHfvqxOhkQSccIVxQBj4g3IdgCCKUaapswvBwkcrxFFUA+F7metTXu2POsjS
sFdAvdSlcq6r8GdiXVrnH5w2EJsJdxC5s5al/nYuQ5SCKc4oJTQAf90WuThDHdFANOoLm11Z3v7b
HcWHeTXSaiXgbxrZUclb63UYjvHdzMKLfncSWpFG7kkNNeH+O/KjtSldGvqDI5yhDe4/GgH8zWqS
OC9OHRBGjhXlMQ5vgVro8r5u7wZ1h/AomcCpFFfyuKvgBOMr05wAVvXOFq3aufz++ZH7t+78/jX8
+yyr16AnXYz0Fa+BZ5nKXdjdlPK3AE0YzThB+DaNXTw+ZMExSASAlI2ZbqfpQmHzg2VFZGhi2sC1
ZmjriEARplaaDa+jamSF7lrFfQ1e7fOJfrDxTVwUlEUEjhLdujDWA8hHe4J+GVzDP2ppbOFK/Iak
vKnN6L8PtUjJaRwzGBtQi3m7hutwqPUq1UyXhvyLiKdz1RpHsLU/g7S6dGi/3y9kCEjO0ezhVrDW
fSVpUOsaDSVWsYbcb23/1FIVVQfn6399ewxDQow4OueY8je8f3XEoPGIZi8eSK7ViVM05qB9YH+U
04baw4Vq4ke38JLp074AEkTKuiyXV2M5utTWlYgozlFOsM8VHdZDqGrS8JJ1VZ1stYR+9YZOpP2i
a92YAK6Yua2kOB0mj45HfIAUj84lIhjWddBUw2+U7pz5BM0L7pEFECL3y9wg2elmmrdbkAsZ/nTQ
SH0TwdFnFVL6ndxkzhVLBp+DSgxo0kYNlMFRMwvqu1WR7XQtGQEBRnHzZJlz+Niio/mVxnF3SIqx
/x1YSXeAHzYm//mwX9oe/wYCq/3azWIYIBLa8H+xmcvTMfSSUh72M/IRm7aUx8fPv/wHBwRdblUh
MKNOhaXU6tAvC4DbvY3wMrBJ19SqqypNXUp+qJ6AaEImClzVIyIb93oyenYENwl57BJqvgXrRVGT
8+fP8z6sN2k4IiRgQdRCEHp1qWK1hWmhJQWuUuj3uh7CUm7QI2j3yRx9sWflQvT7/mxi3pB8aGqR
t7Ek3y5G9FhNFNRlCVBCHJyS1vozYDt5Ycm/28Q0jpZEZXEStIh8V3Oqx67AqAtNPFIiX+mv5o51
ak//deWsRlkdSxMSWbNIGEVMcI3oR/Rok0x0zSz5wgH47m5V1cWjE4GpxULmfbmuxHtOyoBGeCF6
8nqxs+avIYSaade14aZvzqr8aGt/HHn7+dpYf6z1sKu9Ab9Bs3PtLxq23ErazjbHC+9wfXP/HWGR
9sTwdxFmWzKYV2dTEyqwPNsJAjqa2hqKIeIJyoMu7fs08TLQmZ9PaH1pLcPp1E0czkEiovXCMOaA
MkOkZB66CYozeKDgvDb5Vkrx5vOBPnpzrwdarY22MoqwBZTrcbY99HPxqBWXHCjXi/zvXAjpcEPn
vnLkVYoc60Gm2ULNWORf7P6Q1DgQep/P4qOvg/bX/xtimeWrr2PICBPkA0PEw9OgbK24cBUdBekQ
WvYdIKjPR/vw47wabXU0OKkj1xi0gkxOr0hqPMlCoNuGCpfs/ncDrZb1KCUq/EimlQRXiv0ksuum
vYcS8fkoH30fgxgMIq8FdkRe1RXGZLZnBHbYs5m9GEF8rap6P4TFhfP7o5W2qOxSF6Z1jGrt228U
RHjc6H9JgWlCTy6A/Rai6fH0+WSUj4ZZumAm4F51OVzfDiN3qOj05JBe3Evf+kVjHHAHzQMU6SEt
jNFpaH9og+2jyLF1gLeGbCm7gtsM7/HCoywzeh1hLwsfmV6SJoonQGVWC1+rzME0HICEgNdggMUC
CNMiw6mXiz44fVnHK+PadSr02pIZOJ154QmWQ+mzB1htC9Ops9wqeBdmAhKg36bWsSCYN0w3hBmB
dKk7tBd24kd74/WcV6/fQAIlrMIy85xm3MbdjzbelYPmz92PCy93OZg+m9tqb4CDQ9VVYW6TAXWl
GOnwD5ZvWg3qen91Kxzf6n5oSJcMiP8mCPFmcO0vPMSlL7zaOjpkHXtYXnCbI8+L7tdAmm//no2f
tfkD7DskFi/Vd21/wefzo/OOTGMpqnCeLsLVb847W5swRIC34sE9XUwuwHoFJzV5AJSdmD8S4X8+
z3Xo9c9C/ne41bsm6ZdMSWe4MJpfClychW5eVf3S1c9DUC9/Ph/uwzW0JDUcEzpN49W+ibs4QVsX
Vx7CT3+q/bK6meVdMl1CsHw4LeArmsLmBKK1GifCI6NHbAWgb/6wbApR70ZQLHaNSO6FQO/DoRxq
a3Qwl5h6dfhVTR6hFFdzFMgKqcpeg7NUbqfge/xfO5nLt6KxiDUZWBCCsdWSjCcgtD1mL57SbToD
EPtZpLeyOUA/PLXdhd2+rLP1Jnw92CpFUOK0CiOLwQrRFjuRKLIr2Xp3UHvaPJ8viktDrQKwNJ1r
PVcYShturOlnJt3Jc3phjI8WnsNKUC1VoZy/hjYqqGbKZcKCqEACpn3p4UnrVipU0P+v2bwaaTnd
XgUsSTwi6wgj2Au7zpUWkUCcF8TXz1/ZR8f/6+ms1ndSCx3HBQaBK+vW2n1bI9ZlwNN9zCF3teNt
XW8+H/HDF0ivGWtrBzDUutbCZRP2xdRBtoxg0W+h9MfZo3oJcHVplNWqm3KBRA3aKF5VkJ0qofRt
zuarWFFvAQRfOuI/uGdsdiy5DPPhQFodtRHIHgUPLizCCBYg6LoDSnALYajX/1iZhM8GiJRiNK7C
XhwCVfEgql14hg9Oex6BIotMTiWjbvt2sYzQqKZqeQRL/6Ni1NvgIHMQJRY8FkoQlwqxHxxVQLI5
dTWKS8hKrjaa2o5lOy8ZQW4Ib4qlLe3jR90c98Dtj3mI8vXna2YJQlZnyPJide4z+Ao00d7ODvV3
9CNxCvBQU9sMpr0JwgsjfHB00LYHR2SSZhuQCt6OgEVMNjWa4LaUvlXhTT4h+5RdAD5cGmO1JvUs
RnuxZgxEa/Ej/JZa0kmxx+3n7+qDlf9mJqtvM8QYb4UVK6FBpEbDwrk+xNrDUpj/34xjyKt+3Iy4
okLNIPNkXbilfIueWJ9UXqhcuj8+em3UBAwgvTKAJXv18aHR67WGPog3NxYWCj0ItsWNRkGHCkZy
hCtUGcGB7msHETBZP0QIFB7GViHKi7ViD3TG8VJ4Pwhj0UHwZ5TvdsgFJltG638X6OXDcI7q4s7u
nCDfpE0iZ8d4nEPKwVMaoLXFrrP2QMwy2bPLVoP5WqGpjGfTC5ad8tckbMOTgyLbN9jjVnBOEUX5
ipYk2mqRFDUuALhwh3aK+SuI0/nOylQ4WJItil1VVQUUVrgFiTcDVAl2i7SPOEFskeqt1qZKhHpv
GL00hhhepKbW8Eooy+jr/5B2Xs1ta0uU/kWoQg6vAMGgLFmWZb+gbNlGJnL89fNBU3MPCaKIOffq
0a5io/funbpXr5UDmAiRyPGg0THRu9h7OT2hXVRGayD4pY0FfCRlRV7mEqWX84Ux5hyDKVyxjkcv
eq3tSq6vubrvC7oG3NR8uR5US3N9ak0+t+ZHTQg7D9aMgrppHtgCenugmldiammNnJqZhVQVj4TP
gBlJ+S2BqIJfs/mgTf66M0uZLtAsE4CPOyqqNJO3Jyc4zY6BpQQ6V//iI1c2crpT1Mc4iBwlvxWi
nZE9WsWTrj//j2Yn70/MwutIX6+BYHKr/G5bytXpS1LFNn2gmtbaovpYCS7krMIaGOAiG8y9khYW
iwIdWzThMvOXbsFasKDbdhoj/FCzH2Pbw4Dx7Ldfm7i60X3U73gQ+LF26GuE37RnjtLDGGQ3g2Ls
rg/Cwgl19imzMahLMxFqxEoctQNNomQaMgn5hpIAQhhZfJCzdGWyFy5SOM4JJU29FcYkL3466B7U
v6Ga0pMIvc6XLKH10Mzp4Eq9h0bI/vpNA79y9QV9rN/XHf0s7s/OxlPD5mwf1uCuA73dpiDKx0np
j8uOmRoOtcr6nt7fHkG/Ixwx0VgZ2U0cCB6kEUkYOm1eBX+9QRGRYaaLFmhm2j6JMuxEEf1Y9MDT
7yrb8CrV34NY698mTj1AnGpQ3MAZp90MItRWYsSBfPSzp+tOLa0cbqV0D4AqAdn7GWknIRz5Y1UH
bQ9LodC2DnwV9yKiJOwK6ncUPeCuKeNXMjJPGpTjRazYtMX/XfmEy40PwD5gLJMKPYzvc4is4aP3
Dc8ZTabDV0j1t4GUvlnI27RR8sWCM9c3RScRWngUSyo9/VMIM02thV9q+YvaRPee9NobdJQo2mHl
wy4TChJlUApUrDMgavOxMY+eAhEa3Zf+0fK5s9dwMhvjI7kl28sCN4eHOhp+9XDMJ9WHV2hfrttf
2KItyhCqhjS7JPLgPw90NTBGAbK9lJtS+k1Rgp1VGW86mqHXzSxs0RYyMGTFAAXyVpifO13U6zCy
p84AKyFKRy38a02wS2EAvm5IupzoKeM4gV55DFPHmlmC4kXi/TqkTiF/h/VYVN/pw4cSJkXIU/yq
NlsPTpFgr9B6nPi9LSqPSXiAwFRUHJl/u/41l6M7ZfJJa9AqxKE7B8eKSTQKLCzSceAMMsgFEANM
+pXjb2HPYObYXIGomqR05yBHlI254AZj4my294+v098LMELnxvky2PvA3u9Xbr6XkykpuGWBnwJf
A+L8PGaaoDWUvuBE8key7uGm137I8ltf/7g+eJfPhHMzs02f66NSVCgVOWnf2J36MFhrqNvLY2Wy
wLuHXi4FZOzsmaAlaGikGhYyOtcG8etx3FC7px/f9Y4r63zJmQlsLoEbBCM0rybp+ugRCuw/sRXV
TzUcD3ddDUTo+pBdoK5k+Xw3mY1Z5Ataq9dlShXE2rZFaxeDMNiKFDyM3t+yCreDoPq0B/BeX8vh
LQ0m9SuOSw5NNvnZkZllcBeMRzjVdJ7MYXsvp5vpcgSkF1nWFT+XIvDEljw7JcNOgZ1zor1V0LNt
aE/P+lslvDXXXiuLPgFToVhC8wZgkvNIjwOd3LbOvSMlaSOJGTIT22Z4SOofR2G3MnWLB8GJrSmC
Tg7JvqWXDH7bFEYGFJvVP6LEnXyve0DWjF8jCe5Q3WbKtl2r+i/4yFPMMqc+CHnC5Jzbpas0rAw1
Ozpd+tc/CrZ85GRWbRFBaCtyrzu5aIs0A+FBypK/c1tCh8JD1ORHNAxpZVR3CGeI9FoEVWPDD3Td
1kKMAJ+gNs2dQ6ZVYOZXXg+F7A8FtqqdLt2PtN9UPUDP5vW6nYX6E22gJ4Zmay5XhlJPegw1KXxi
92MOduS3bLo9SVKkbdvjLTUXUX5DotWs3CZ+vm5/WlfnN0bMTwh3Tj06qOe5oiNCJj6X0SMMEN1G
SCdeUx1OaHZmA6Hp3JGV37G2EqyLY3tic5b7QEnCk1MVm6OaQCO5lVJvbyg3Wr1WUVtzbrap5EWt
RaiXU4CHrNnUyf0Zgw0rq6RB7Ky2Duxdofn9+oBe3iDOBnTeWc9ZPsDFj3NHg5zbTV3BiPpjrFQe
+U4flYd/b41rKV0CE/SajvHzJTH00JOSRufhn4WuApl5XN4JZPriot9OYi79Ko5saRGeWpxNngaJ
4bEzxKMjSPmu6n8KaJ13EACGKE4AwFq5nSxam9pAKLdMXaOzJa+ZRgT/A/4hm74ZwLJrgCzDIdvI
/ttRWHukX8zdpAWm0ThI6xiH+rzA43WoKDcNFMjZ4AiVIwVHO0BdKxLvzeiZF9v1ubs41CdrYHiA
vnC9uzgeglA7VomHNcH6WaW+06krV6DPg+xscc8szA4FAMywzEfUI+Ba/gj3yWE77v9AD3eTv4XO
r9aOHd0Wafmut8EKAPhi5WEZWK7IH9ki8C/ncdlmlREWiUHHmshLiOxD/VBlb9EQUdHu0d3Z5yg9
Xx/ONZOz0zZJO56iMuHhDz8SqpzikaYryCnhHf7ZQo9teStrbzoC5qN76uNsdOVmrNsjeVs0lB7Q
bICInOvsv90qZ+M4O4a80R9TI8AG0tm2hw5H10A2vinUFV+WYpHHFZkaEp1E42wfodmhCmTQcnaZ
v6JB5ZT5SiwuD9Y/Bmbbhh7D7Zlmk4H+CxkJSXqGKO16AKz5MAXIyRWo1gYAnzUmzMDfapCSj+C1
/ycT876TTIrI6kzDVAWgO/030VqZh+VhmkShp1s+eMJzH7xe1lvgk/gQIYvTQXz5Iusv15246HeX
p6Ayp/4jOs0v+Sc6PdAFvcUL/au8e2838VtyQKZE2sE7tKv2xX7F3sV5P7M3c6o4ao0o59hrt9IX
6b19l52X2IGRUn66g9bsztiIO2OzYnTaYS5W54mTs4hGnigOAJgxkn688aEZR31htG7bxolUw9aN
x0Ao7aIJ7bjaiMXKsl0MRQgOAOMhK2vqM+OSj2KMUeKx4d0X6aNZ/ds39OeI/vP7s9XktxBbNim/
Lwy6oyqtO9BaPd4n2soorvkxW1KFrvgaHTcciFCwpdLeE9cQAZ9dYZfz9B9XjNljrFQb0Ns01EMt
7Bj+5kf4PN61+4+K6tvf4y1kjdt0m38tVgZw1ezsYhF6Frx6HWYt2RlentO/ogObOzfC2+77t2GT
Hr5am1Rb2T4uKFA+Vx6LD04WCCeoiZ0v7wbRRZFakmCPll3caB/ybtiZ98XfevP6FCX2gLzcRoQX
xY6+irf6yv54+byfoubE+rRkTjbIwqrARHgsiUGDt8jN3mq7LhGNcoWd/C1YWQLSFOMXE0uLHhec
CcEyxxxldG6hdY6vKLL9Ld5kh3T4rX6Qdv1L9t7fwL3uFLfoBK3F7KKbE6IYdgb+LjqDzGjsx67H
zT4Gd65tIGLzo4dScVDGybVN5D0Ua/XPRWdhUmG/oXeEfOy0r58MbRV7bZMLOJumbuPCItzYxe54
q71A4XE3bM2t9dzt+13k/mtsA3N6ani2t+pVgb4DAvR2bD3U8ERJr/D12YW2socvbQSnZmYbGnNJ
nUDGjCh/N7qpfvTn+n69eFc9tTDb0gTD82QPvKdNJrKw5Zt8qz7Vtu3fVT4SEKb9tdofd8/KQXta
WxcLxxM9JFSO4dcgkWHMfJP7PNDGEnx7UX2VqNUUm0E99NbbdQcXTnascBhMUAn9ArqvRPA6J+XI
PocGFsWToISHvwxW3ksL8zTxG4hcH2hfYrWfx6HolYZC1zSLzvpqGc9isIJL+2wTOlvVZCA13mP0
X9F7o1qzW3YrFWgEZnRE3vZwREHf+YiMxy7aeNvCrrfhbezWt+kzGrewadXO+PaE/NmDzkvjaEPJ
+chec+u56sPDuDs6qODY/uZrsjIGFyM9+8RpjE7WYmCi5gigN3BU4SHubmPdVbx/uxwwwRzy4LZg
2oUR4dxE60vIwiCo6+QRuiMvqrLy+xd75/T71HToQvukmJmNstCKfggJeuDUyl+phMT7BvGSYweh
8Yqhi9ifGZqNlW95rAs/Dxw5G+EevgmNH2riIjNwPfjlafXOw+bzLgTvxtQhM1tjyUhaUsnQSKo3
+ltvozd0F7vKww/EPTh1/V19F960TnqgeftBe05erEO64QawE14zd61odrFGJlYBKmBk7VWC+HMv
P4kPJT2KaXnsAnqO/tbhpoHx8bq3C4N6ZmAajBMDaR1J+hBiQDMeRwSNoBMHkbqGW1iIEapuxJ5G
WUA2tVkMQrMveVo9WSnuE6+CGwYm48wxUfNaO1IXVtSpKX12R4OqL1OkHlP9+KRmu6a6ac2VC9mS
N2RDaFpX4Eu5oLhJskDtGgRoHEn9gB7KPN56FSLklFTjlZBfmv5TS9PsnczOEd5Q8EVYyjTqt0eq
2OrK/F9wmMhE2KmJWbRbaC2IEIkxXltDpsPall1vk7sV1OWyLbBvjr+vR9zlk25mcRZyvgXGKemx
WArb8E2wbNUpnOOtf1dw1VI/tP8POr+1cZzFXy2MHBHq1B12cxTuc0qmzh/L6R3xHcp0iL0QkhQ2
w+66owuRSKaaeAfVCLhkXjysu66N1UqjIZ8MXfyV3tKoXMEbfBbTZnsVNug8UghFjV3rPEAUQR/b
Y68HTrspHuivs80b4zF96e3Q6bbRX9QU4FCsbSjpHv4qbmc/AHuzzYfU/ol0xq/r/l6+GODcOf2Y
WbSaZVppdWYEzgAPoWZDaq8Odr0Z71Qn+FW73hZtrMLJ4GxEeiOzvZXzfmErOzM/i2T6s2DARjPP
SZQ/pmr7sCQX0UsG8fp1Py+r0DM/ZwEcxZlcVCOGBhepB7t6KLeym7zCVvJS76X9uPvaOuo2sRUX
qY8Ha0fP7Z7izEqD+aK7UIdN0CVu8sbs3DXNzsoMlAOgGN9EiFtx9TQfx2rF2YWVQ7UYvLNGfzQs
dTMrTaggITA2oaPVYFpew/Tr9cG8fI1MRE0nBqYPONniSp98XlhjoP6o2OQsOzmEt75rHoJf44P4
qO0Q3whc1zqsNcFeor5mli/WTljIRYvlys0Su31X/za78RFaBnDO98KP4q4KOdfXbvBrAzpbJK3c
HINUwmoeb6v0qc7/Xh/Qy7AAe0SVBedIZl9c98Kgs5Sq9EGdRnK9t7z6wVTH6lBnAGmLPliDj12+
hSgITDWBiaBzwtbM/EmSMUfqmoRIoDgduswUVrg4dT9H24Qyzy3tYRvZb/ErKQPf+S1S5VmJ0Gnv
Pt8C+QAaQ9i/6WGFMeA8gFSzF2JAg+TtETjYTLud+ug/dfZqkuBy5s4NzTwtEFdJ5BBD2pfkDlQu
1G+Ur2/DQ+p8kz8QQrZsb+UuuhCj5zZne1qMQpKGTA7IEDt/FW9ER/3eMJ5/zMfQAaBrp7+OKyaX
hpObpggW0mLpzXvDW0NOo8/eM63Q0JNxj8Gmt56AQIrRJquhGV4D6i5GEMckHCxcNTgpZxMoDq0e
CWNAJ+idsokOqdu5lsvJQXXEVnbRX//VuG9NB0m1Tf/ROE29EkALh+gE1/vnA2YTC7k9/dUGH5Da
ylbYj3SS3Jl/67v33+Z2uOk3/m1/S3eCC4YbBbHb+FUFT+iINw/1iPinDS5j5YsW1/DJB81mncdW
PyL3QXJhcHVYsIxyG3JV9oWVuZ5+Z750gONRq4SDcuKlOF86cGg3XtPAMx/2j1JQAffddvlTI1fb
vPt5fVtaCisFuj8dCB6o7DkqMS4gqQ1UTJkZ2lcxlFTPXVLdjkNcQplUhY48dL+Uauhv47D/uG57
ceGKUB7A9gFj7bzNBbH3XihNhlNjb0J90K3WuqanE38+kJDeTI95WlmAX54PpB8VenLUEe/ItMY1
BO4+Rn0b5+G32kBmAOSOcQxXYmTRqZN9d7Zq0BYJg7xmZwiLp8jM7fpfI5FB2Bn0M4MhBFNC+/m5
T1VSq2KriLkTBv1zNX5k4Ts8HfsBxST2/M31KbqI+MmYpdDnTlukSIvauTGOMr+MGil3eH1zMzQE
le6+43tmGe9CAhz1X1uz0DcxPonrRZ5x59bEEE4QM4sKpzfTb2Zet3s5NEsXOpj4ufWGNeDDNBVn
0WFKIJ1hVhA5mS+XWeC3oVlYceGItKPbTRGj+i7JaE7UvEj+vWcw6U294RPwSJut6DDxWysQy4IG
gXw3CXIc2/bQh8a+RnX2uqmLAMSrqe2Ig5eIJ/LPB7HpOqOtKkyZUb1PjX4XGGscYEsDR08T2wWl
+alGf27CCwSRss6xgCIikRCcrn4bgdBs5NH4c92Xyzw8znCLZsxYxBxEswdiwe03z8uucHhOOarY
3LbIulmth7iasRPr8iGWixspzreStwaEv9gZ6RCjx4LjB5GY6Q137mRhKYM/Is3tiI3yICSmK2Xf
rf7FkN/ksUltrfkVekiIrTg8Dd08Jun+mWhSofGmkn5uVUJ+FPrDsXDQTHWR+XSzOjlIqCHqRXlP
1fVgodmZCsomTbXdcQjWGH8ujh4GnMiZOKuAHEKSdW6/bI61Uihi4eTohdpJjz620rUPfl8GrhpN
PH1GI7nXnV4KpxObc7rWRmhZCWSFnYDmq8b4IeoxmAt57X24sJfBETwxwmrw18Hqc+5aarQJFQK5
cMLQ2old/1FI2p6s/Z6M0va6R59FuPk0gqiiMM6myUtwvt5LK1FH0MNOhnjs1DGqturGP+obKaw3
MRTpZlOgEvQGsS9yGf7ufzQ/c9XsUxQIC8xXTQ8rcZpBwxx2XCLU4i4IBZirWuWRe8vAS9z/ZWjR
nWeWv1Y+YsroXYwBjNMaa4dywrxQGVKpMKxOI4cURE+6FiGHDT+D5RU/pUG+iTxl18TxXRPQdMCe
tYIVWZpsiIY1EAqIcINOP5/so1kOCOKiVQR32H1X9S+5P74IvvhejGt0ZUvhe2Lqcw87eSlPfbLx
kZPEURHZ22TIgqFbRRZCL1Vv5The2tupF9D5RQ5c43F17pU81KbiV5gCje8qRf69U7WP69P2mTmY
TxtEcpBQsbXLQPrPbaT0nHD7k3PHMg8F+gkFl8HfTbxPEsU+Vu9Brd/q/tchP3j9l0L6HVkIzSf3
Qr5Nx71x3KmDo41u7u+0fNsph+sfdzmrdO0C2KORh3sx7Rzn31YhAKBmbZg7UrGRpdFugLwN8kdk
vfwXdj5rMxIQGq4H53Z6q1XasqD7NEs8WxsQNgEzlSg36lH/1xcDPMKl6RIMnHVe9A2EvPS6MMmd
gU6Genwx1PfBe+zTn9cdugwc6FBJpZpUl4GOzs1YvaaiixjnTt0lCJGhQet4Hrf+61aWpoeVQAmb
DhfxokJTNYJWlUGd0wvWJ7eWSE43K2V9I3fBG91e1QpA8HLhcUJPjOg8TuE/nEeqBJKkH70id0q4
+mGg2GmNgYTf2oV7aewm7jeYTxT9EsbNbV6JkwnH3Bv71PstJ+/XR23ajM8XHG5AVIUv9MBzpT4P
NiMO2kFP25zm940yqVrA5xLcQixJWeGgNn+uW1v25h9r0/+f7FaS5IUIxWMt7DR3FP07PVnDTU2r
8MKh/9ycuCOem0BTtdCpKuWwDe2rBv333SA6Qp/uQj10GuBSwO+vO7UQCcBiaLuii00iOzLbF9C4
i6y2V3Inp+BjjVthFDdw4Fw3cpn0YeGg0/HJEENZdd667PVdNsA1UTiJhuZ51juGKdCBFPFGjr4h
e/PaZm88ZTex9wy1wscg5rdI05SWsinktXa2y/rQ7GPk80GuusAzvekOblnPwsiOW7u+H25iTiO7
Nr8dm+y2jQvXGgU36e77fljZURaGnAch4DTOIY1H/Cxq5Z68QZRRN0h985V3m+/AG1Y5cZWsXaam
Q20WTpBCAqxQJmgFDWbnnma5FIb0DJVONqi0mQo1ATSKT4Xhf2hoY8YFFFPXZ/oTWjw3yR0c+miV
ZkEytucmKcwfzc6oS+d4J/+YMqah+/E92tRIfsGbuIUQ1D66zf5rZ2v2879vIESKgazbpNcBnpZ4
O7eumkKgIWRaOtVgV6XtPxyfRsxuNNe/bx3lTUlsXnUP6es+toW1m+sUNzPXYQuimW+qsJMPmo22
z7VfULKqdOT7/A5cxo15iJ1v2Xt2iLeee32cl4IYeiLIGFgPPPHmVYxe8SBDqhln4UvljHvLSXeI
lx9GF2DHPlo5Llatzba+IDH8UbdwrXDhdr8BEP2YbMLQ1h+/q7fHtZfUwtuVhXHi3CyIDCspJAk1
d2d4hj2FRjgb0EKyMXbRej56Wm0Xs3ZiazqZT3Z1XYpYqg22upvG/UWybte8F+8g8wmQ/nHtGra0
E565NotQBGfpBZ1cq99pW/xp3LZ2e0MDl4rkmf+l3pVfn9O1NXn5nDgfztmb5qgqZidl2DSf032w
gQhsMzjBnWVvKW4Um9pVt/3ue+CK2+PubSVOF4cX6UYSYLxlAD2fD2+XWEI1lNiWPqzf8c+tdy9T
z2i2ZAfGm+ywWl5Y2PI0Eh7/sTeLVC1sxDifplO958n92Dkk4RnrApTL6NvyY7epneTedI67644u
nNxndmchW3eDlQoFdhsn38Iu+etF24kQljvXzXzuYBfhCjkO2SPwehc7XCLJeSBZLTvcjbxr/qT3
yiZAVDF1LKd025/h4Wdw09wicLxid+Hyg3//2J3FkHWkiUuNutIp3+OfZBl827srf5Wu5PTuMbG/
Pq8pBi4aJK+OPiXSWyAOzgNHqxXtKE+B0wnjHe3it/Vxjf/qQqlxEsCkE/k/NmbB0o40ZB9DjovB
UalmV+6jdBicx5d3D0QdVRLbeJAP9+HXP7o9fAf/ZfvbXXAbbtQH6/WruTK1U4RczCzdSEiFcDNH
lunc4S7UQjOSkYyQstd8eEmOu2EtehZeGaT9uO0hZ0aBff4IHDUzLrxYQ+Fc7TdwMEoyrBzevd+u
HYWLhj4bUnkF88yYrQYhi6QsPqolhW5nuAn3oy1/V23tGQ73rLMh678TqX2NT424MoiLRweEZrx0
FQRVsX0+ioFaNEU1AKHrt625z598rh2u/ijs6Da8viQWfTyxNP3/ycEB7wIN6D2WJoJFB+iXfbRW
vFk0Aec+OUUT1Op8DYRN0vpdwnwV7dcAPhFP2RfhwVy7uSyamXg1KI9ymZjfJcojCet2IPJ84U4/
vsgFBUNnOO6vj9dlVZTVRkaJ1SxB9crSOh+wGPGmyjN0jr4PFKQdRHh2huvb+sG8CxJ7dOubwH5A
k3bv3RsHeeUKs7S6eHcg4iCSnYHP4ty4NQR5XxhEpGE2T4Nu7psaZe5OXZmxZSf/saPMXnDpKKVF
02NnuKGJvlUc+KkER9qxR74gae6OGnrWwJYy1GEouVqDK6PTs7JbfxaX5nsJ4ETaDWj+406qnHvb
HEP0gDICR7+vfpovPo+uO4hzN8OHsS33wU9ltJUfpeu/int4+T7CrdWuDMRiTPHikCehIFpwZl8Q
+2oqBwNfkI6Hrn82vIJmANeU1w6mNTuzLXxIC3PIAux4qbIN4DQiwr42UUr74Zr+xdIRP7F0/D+X
ZlvLxOYWmQ2mBqG81yVv22nWJisyR5bat1L/SMqcbseVy9sltnBaNSdWZ6tGqI/K2JZYHSculJiO
mT+DZBf0GlNWNNQDPDOUFWqoZ0z5gLbU9UW7cArTBmfBtDFBUGn7Pw+kkjv/MTp6BJIROalX29Ua
ZePCBKJWQLOqBBElJatZoACjhf5dEHgwSoE96PZofIfWJxw31x1ZGkcyUZz208EwEbuee5LLPpCJ
JqwclFukbf6oIjes3Yu/a7d1cye4l9dQIEtH0ZnF2cwZ8tBYFWQhoLESUDzyU/dkVTZgj2pfrhEm
LM3TqXezZ0Urx02eTbbCAmyk4XTk9a4P4MIGeubN7AIot9VYpz4WcuugwXIhVBto6K7bWCj+UDw7
maTZLp3mvY5CJLgNcac/B5vGjTZC4nabL8PO+L1ia+FVRC8IBBOTWBdxMQs85GITscxQwJY+mBU6
X1Kbg6i3y51+P35fMbaQG+BWZ4KjAIgEQHkWfX2oF7mvJZUj76xH0R1vva3l5HSa/YzsaLeK+F8M
hxNzs9ArkILrtPQI5WSrbKoIHLe5NlXTfM+OmDOPZhEXe+pxVGQoK9Dj6p7VXZDZ0bZEsGtnbhrL
rl3leXqS5HZ2F/7VXlfGc83BWTRC01jo4xHrjZNNqaWHX+1WdLwncyN+yX6XTvDnusGFZ+WZt7PA
FPpG7IucAe2spzBxhaMtK3YUe/ZRWcH8LlmCCQR4BehDnRza+T6l9D27PUIpzpDelpBCe6RAf2fh
pl7rorkEN9NtdWppFpOyIBejIGNJv48Eu7vRd5r7+PQo5na+721/l9g3si02tuc2awXlxYV+ansW
oGNZGnJtYTt7bm3JthzvMd617l9k7dYaoJcC9dTULFCL2JdhG80rR/1xvAse671wLzxX+38fH6dG
ZvFYNykKQxn+WJxinTQ1IirFpgI2Oq7xki1d7pi3qc8MTnlgzDOHaqOWQykuJofGLZQxPrkq1Y7d
/lDuvwfb7N26l1+Dl+E2IkkQ/4qHlavdUg7r7ANmzkLQWpVWxweY6I/55XuRPUxtrdmHNmyO0Fd1
H6r6MVYPFHEVrbQr+W1VreGypekzeP8ZhNmCLNOx6RH2YBDuo8PwrO+kW3PX0+Eq/k4PrQ30adva
PQh9iV7XcGvQ8Bbs+kfLfjMO/xoAff4t8wadIi0bcRj4ltGq7VZ/VrPH69G1lPWB+B6qeHRLwazP
O9rjMizGUCwrpyUtwRVml9rNQ8AdZtJv2ql7+qj245O4W1s7S4nfM8OzqT4KtBZXPYbpCx0PIm9d
EZSw5RTTHh/mq5DkpdvgqaOzaRVgQI/LFHu1JNsdlYvSs2UJjmbLvT6k0w/Nj68TQ/PGd1MYYOwy
mTNxcAzJqbxbNbyZatXUqTV1qwQf1+1dMk1NQfLPFM5LrkC9oggW8Mr54d9Uhf2HE4RVOzpcejci
wqTm2j6x5uF0JTnJT2QZVKS+jodNtD/mm1Kl7rNNNXoe7Dz9a6yZm06LawM6u06h7BtrWj1FCnxg
4qYvf/n108oYLl3ZTsdwdjZqfZE2moQN+j4dxNtek1vhR2TrD8p/URY9m63Z2VjVSqXWEoNXNw6M
qykq7O1KBF6SIMwiYnYGJrpa+/93xLbBgR7Qm+Mm3QHpqYmI+FBtQcPv5W/qy/VB/MzmXE4UrGd0
FkCFMIeKakUS17qBa9YX/ca4Vb5ZZI8r+6klFwN13DZ3vrFzOgmpXXEvbqTv/0W6ibH95wNms9gV
CAMeQ2ZRkmy5uIOoP1B2/Rpd3dINEa5nIMwKcEvlc/RPwr+ibUsYyQVC+yXaPF1sa7XRcArpi5FU
UbfDG0RJ5vCDwOoTsTFxRN9RF3Oi30FgSw/hk7BJXPSGD/7m+tQt35pODM5GronMyAssDGpcMOyh
s799l+3qy7DP9t3Kc285TE5szVdAQSqv9LCVuaLn6vAqxLbo9LZ6qKnY27qdBvaT9/SRv/huTfEq
vlOQSln5ioVJRPEFdgBy9DJEVrNsWhyXXlLIEKvpFK9tyq6bVuvXRJCmM2w2jRMYHBQRWBXO2NnO
pRrxWEeWSomoKDeCvivjdyC5Y0uDSvMYHFcmccklE1gjOgwgcy+QPkWi6mMZAETTE3H8otfF14Ep
Xcl2LkUK6EFKCRQvYcWYMxFAPF6MPGg4P/2N128StDR93a7EN7l+rxPX7O+O+fO4RiO6cAacWp0f
qumIwlLVKBQas995on2TS9k1q+P79WWwYAWo1D8jOLuTNPB+ZRky0BAlwvesyje1rvIW0/fXzSyE
BSy5ZKwn1mlKirOrSBF5UnRsA4aQTOa2aI3WKWLURI7H7LEoLfPFU4viNUxW2T4WDm6Ac1zyQG0A
3Zhz1ddt4DWmkJbQ4Rx8022sp5LrbXRfxD+QBIrj5+t+Ljw4z8zNjiHVx31DxVw5sMpFNxZyNypK
8osbiTC9bmwh+mnuhF1BJzJBHM12FV+18iadypdjcWjhLkySNXjPwg3yzMLMHSNJtDyoe9zJJcRH
Y4QYX9T0Pqv6lYW8NG6nrsyeYUHHmRBHGNLF56qjjcrP3bG4lbIUyr3/Is195tUs5nO9HHrkYykv
j0LxmAZx7zZC4T/no/UsHmt5xbeFJcYCm5DeUPlMJ+j53XFIGxUdYcy11vMxPZTh79UCwdLwkVlm
C1TZdUHdnptoi7hPB3mkkJ09hZrdNfsu3qTDl/a4cuFZumdNpZD/WJqNXe+hzDnmWBp23i79O27r
218jRRnD1V7UL/5TvlN9sn7XA31p9zg1OhtB2HSM6WBhK4z2KduT+GS0G7XZDMFL0K48D5cW1T+2
SDCeD6XZQKQQZNiq+y9hd2Ou1cmXHvzs69MVBxCsaH1mJE7uUv7RGD0pZl8fHzPTEd30vtv1E8c+
ryUO/o4HjLXhAbPGE7YUhqd25XPHBj/oSQhjN/Qn+aRvkZdsRGGlwrJs5D9H5fxh1mWJlacdRyXP
zV2ccwlPshvFXBNqWgoIWGIneDjg8AtlKs9CdM1X8cUQ/2bJvktfxiy22xJCb87lX9ejbzHmT63N
dkEZUZ46DrFGU4f+w4z6+KBbSK2AlPVGmFEUxe2Jzqda8jUHJtTszujr4UCvUOWiCRw6fdJWhyBK
9U1X1qZbx/nv65+4VCkFLE8nHp0eUH7MZQXCTDkOqT4QVLHstvW3hsd3E8ibKLK2XfEhG5C0wReI
npYjie19rQyq3RVkvJrvo/mUBOVBkNQbqkaPmgi/h7Wm47U4hqcfOIu+vswg7bf4QP2+30ZQKfl7
lLx3au14e/VLejjeBCzsHR1N10dmaTmf2p3dR7vAkAsvoiaQxd9q9T5dS+osReLp70/2T1ZzpkZq
rKpsFzKrSgEzWLcbI7iJoievta10paluaXmdWpv+/8TaMW/RxaVXiM7fH0M55c3ftDV2r6Uz/9TG
LNr1xhy7ImfEhGQbxa8K+Zt4Iw8v1+dlqaBHswHMXrSXwaM0fzkj5ZX2aYIro/wGaaJTFodSqu2M
jKK206sbFThBsZb0WPLt1OhstipLKUxPIwq79msSv2oJr+V7fe1VsrjFs7WjWKeD8qJr73yaVLAs
4YC6m1NuWHjj5rHahYbLbLn5veea5Pw6W31ZK1suBQfd2gYFMdrmLppkQ6NpU9lkRLs8dsOCClzV
vo1HfaWmshTxp2ZmK9lMTU+MC+IjqHdjtmFN2+1Ipzt85KIY26qyciAvR8qJX7MlLJR61YmfATnU
Tg97vUqjGI+Ju1SJNl0mGjC6BI9oE9lW0a7cPNbGdBYwcuApviIypp74HDbf42ZX9jfXV8LS3e10
PGfBIshGNooxwRL2yUtrok1kQl1rlK9l0LogiVambyl3ap3am61vAAK16SXYU75s1Jtka7wrSM59
qbajMxyoL26rYXPdw2mQZjkBOh5hJ6MPkV7SOYCNwpgWVh4W9UT4M0Tdr2OirphYmidg8lOHH8/0
C5ZaJUzUurOAQ6npUxc/JMarKK7tWEsTdWpjWhgnm6/CJbtqj9gwZKe/pd/3RXBCVz90kT0+N4f2
BmWiXf9d+r3GXLTonAluBMZ9wFbzgkVrJr4Zp9w/tLHaem0c2lmV26nnrSQ6LpmLSCzTksNbS6PD
gQbVcw8HzagHve/gI/ii7zJX+hAePVa04z8EIRmyjbQBqL4TD2Zjj4OtvgMDvjE/xI/gzdyGKzO6
0PwwfQxCnAALYPKeZ5Lq0PB1RNRq4AvaNuO1AZEKCpzGVnqgoTSyfeiTqjvlj3TwE/u4i3b617Wt
7nLgzz9hCuyTGaerayihtofBI7qxZFcGXbf2tLk8kTBBIyG9cLB2QjpwbiKtVKkQs8nL/HdT/rXU
1g7JZLV/ry/By9g9NzOL3Zh6eyAWmEkQ/2h/id3B+z+kfdlu5DjT7BMJkEStt1prdXlr2+0bwW13
U/u+P/0fMg5mqlg6RfR8AzQwczGdRSqZTGZGRhTHQh6tSeTxpaz01xZbeOGgWIaqPDvkl8zJOIcB
bNEx9tPua1a0fSt/oD5va0NpSRBkBrgdDPPJ71aLHH3qj6YKbYkaKPPY8IT0fqTJ8+31r1wilz+K
iXoKVMqDXqxaG28XSI80rgCU97SdIodob3O1McQ7whNEWdzjMu7BprHQOoD96HpiT6zNqSAyykyZ
IT4kmfaUxjonvb2+jC9NMMsiYSKMU1W3tpwTt47tQfLFxBFKup2EXQjq3tvbuHogzlbEeGvTma0Q
NjAHpTRrwPRemDbgpq84Zla99cwM462DVkL4LsDGaYm0oY1XxGidkGV4DwMs2/+wJDBhIMrIGHZi
kUt06MO4h7yKLaGRqFbgwm9dDKvfNrLqfiYErxZKSPAYsdo0Wl6n7ZhhRbX0JwSKCJU6JNZRYEOm
yspiO9QsWd7cNrrmfibQjphIRcUfqiOXoUWfR60yVHysMsPAbU3u0qHmJBNr0evchHxpQqhAlFJF
WJYQxbaAOSaoVKA0Tsoft5ey5hDndpgUMKoS7GoJO7meIK094WE9A3IPfdxW4PgDzxQT8yu5kJJG
galEzp3QsMpaBpTbrttDGn3eXpXM+0LLcTu7X+o80aZMbLF9mw5UiLJlHNut4pq2fMLMpg3eWLAN
S+7s74xT+Pgjtn9QR3Vu/4i1CHK+tUwEAdxi6MR28cwud7PcHebCG4BHUKW9QB1B+Lptbi2CnJtj
IkgFjo2pMGAOQ0fPgjyjpIdpyqpEveK2oVXXXOAdQCXiELDkVRKqG0ToutZWKm8mUBA7GvRj5nnL
6u6dWWEilWlGaYaB09aOMn8w+o0Acqco2I9N5pbGPe2824tagZmpKBn+uyqmEppXVamDn73FEKpl
/NGplb0RR3wgr2pm0d4qqS28AAKxke8qr8V8GH26/QNWPx8hKLthkAKIKcZje6IKYzhhvUIMzR0a
2ZFiazxJiNVjcWaEcUk6aaHwvakBoHqi/Bp1vAtmBYqDfVw4g1B9wEuZBUrPCVhBxgD7mAunqrjP
6c+a+vr4GSlfdX/S4p1WHqngJ+Lzf9i/M7vL0s9OfAC2iCRcTnwzU0eC3KqqIyPKHm9bWbyATTzO
V8d8JaHus34OYKXK75TitzIdZBTW0NijZQ6RkNQttL/mObncT+aTjUVZmahOwS+anRn/hOohbX6q
vLt65UwviF9QYQDXjIyZuQZ6VAHmVoaVMhDsWCdeilZRYpx6KeLcAislHJg4M8V8KAqR4EHP8RSC
Up75JPXWvImOsy8clfu6trItCD/25k+JA8pZCSfogqEQioIYmizsjFLZCB2BaHprt+XRCEZLg9AL
lGEVqUBB3e0KTulh5TRfmGMW2ZIhhQICzJXyIRMepXgjCRxXvJahBd/H+ZIYXxy1cjAqETZq9RHy
f0INvqFjlzp9DqG+yJX6P63i1cZeNB7qfq/m9010gk5Ch8AWcnZ37UmJ32JgaxXMLOhsM1hqRKjb
DwnW69A7curwZYsPxX6MDv2h3YSPnZcJVrBZ6JA1axf+aHgSFyvJxcUPYI5JHgjo5Cf4AWPgBaNX
hk5o/uzNuzLU7dshgLtW5qKtKzFKIxWmCHWqeCOqmDJVvkLvd3L4jL34tZCcaEtBhJofOit6Ln1Q
Pt/+CbzFMnejYRSjXkHkFXKQzqA4ChjD6syN6DuJX/43S8ytmOrF1ObQ5bLB+tMH+yrdTeljMz0F
Ee/iWE4EE1nPPyCLTlXAiKTENSzV8qFW3tuEk1CvYE0wNKgATAa2B2Phmbi8IBqlhHSIkrb2NJ7U
4IQZlzH1KuLN+X4aHSyO0BBikzw5n2/WMWZhGCrHoSAgXQMYmnkshLRpSrCut7bZEqdGfBtBfx77
cWta8uCmBriHEpua2iYr97Q/CuEeGtGTutfI3aC+acMDUGiWPEH6j/pJ4MRF74JsehD3yewNhaPP
ePkQC2oksRHsu2CyImN0e2ift7lgN5BhD0vMXX3InZ9mmq1nk1Um+6k+6a3ojaFt4sFEwT/Pi4Ar
PgqlYOBSwNujgGaKuVFQkAG0c1aRByACAiFbmMcksU3RrdTaue2kK7H9whQTbItBmdtUXkxFh0hz
mhCMdtCyBYc+qLlLTmRfNYZpRfRX8M8V8Tudhy7NCIyloMwes9kTBc1qpTdhOBTdXVy23u3FrdzM
i6F/7DGBrWsmUI9JsJcILyKGWIj8TBvNmzv3th3eupioJoFrpmy0ZV1qAO3FzDPkz0L1yRz6pW5s
jZmHgFkxSBZapAX7hfPBViEFOTQCWTM6W6pdkZbbaH6f2qOQV6dIcv9+pBxFCBkTdSjAolbOXv9Z
roMWjpqdLauBPZU/JrSXQ80bco53rNz7F3YYVywlEioNGBTt3DyNyTGVnqOeE5JXAuWFCebaJzMx
IzTbOrsNFCjvDrbG03lcXQQYRlFgRLgCCuAyUsoz0WgeYrOUsHttoVjel+FjHnNyhtV1nFlZ/OMs
Ye8lQ9AiEVbArWcRIF+LYnPbpXnrYCJ+LISmDORRZ1fZ77JyyYRaF8qk/5MRdpJaUQtCcUCAAICk
VqtuB0NB5OV0pzl7xXL2GBlwfUqBlYidegp72cH8nnN7HWvFZYwY/vPVv1kozr5HXSdVq4JjBiP1
8zHSDtD0s4cCnHUTccooP2QtmgHhgMe4CB473a0guDuGkhP2uaUOoh8MT23C6xMsn4i5PC9+FHOL
5IAMtaaA3c26H0bxVE13lO5BX93To5S4fccBGa4E2wtzy3c424M4EPs8lhefjAa/j0xLiF5T2Q8S
TueV9z2ZM9z1ptGU5nKGk/i+q6t9lj/f/pw8C8y1UVTUNEYRFgblLch9uZU4fr9WeL3YKyZKaFE6
YwgGe5Wq4rMRxxDPngewLJvT/dgLrpkY3hgVVts8mjT5X40zwSOkM0YGhgAHQnzOgtoKcci7Uzbf
N9pujE2wsexzQeZYXXVGVL1w9aPngJG2S+9oakOjihBCggoRK8jdSIkB9bH1EdSRH9qj2P6+/Q3X
vPFbyR51ZuCfFGaHjVFpytGEvc7s/2R18TyiFtZJuSMS7obKKwft3BazoUMLzoMqiTCCewAIu6bA
y5Uf+jF4+iE/1p8FB8y2AlrCJDMUhNX/tzQmNBuBkkKQHOb6T/EuetGfkrvpd2VC1QG87cR11O2L
+sAdTFgQhmw0ObPK8hCXugwd+xRW8Tp1hz+AzqtHZQtWj9AqeexgnI+nMmm/IZWFmI+whUank4Py
fM7tJH40eKSFa5fc+ZqWD3sWskI1xqBMDDsZMbdaquzDARJEE69AxDPDBOJOCmuStYsZVbSNYRej
usar2q+QH1x4hcqE38mY9KlbjAggvjP8+i1+zg+Sk++LN+Up1qyIE4ZX77zzzWNONNhsxD5ZPlKT
v9APKP6+t+AdE9zI723ARoXf5V5+BvjRfEhfbp9t3n4y8RlxM62jGpYJ+RyMF5k0ViX+uG2Duzwm
gPRTIgni4hvakQAO+C5Z7T7aqbnTDVhS8TbvxvvEUUtL9g3ec5sTUFQmoODW1sKxgm30xYGYkk4K
GvGWhkF76v4UASvQOTnSCvxGA6u6rC4UuN/kVJcnIZiyyCxbCbO2ZYS3/SlLd0nspsTB+L8TxU9T
dcyDTdf51eQI1V2c+JztXo70ZXhZfgBA3MBwozHNvmigKEvNNFcwsjbUVtIDhVmq9iRa+LbgyIox
ABxq7hy4WelyLH9rQtwyzZycwqBGBMAA6Dm1PSB/bZ2BQWiTDNsoOQrmKSsOdfVWEL/WX0yIPcmR
JRQuEX9L0oeGN4pqiWPyYC68LVR0SetGw9Gogs3cJ7ZePqNKIgtvWVE7ZhlbDagO2/p9DEW7bU8U
tMZKuSFyiAbltlcwEIjyRXNo5gSNmncD9KRCq9jj5EnyJgaNabZVq10h5G41bHPBD+Ktls9WC4Cn
4WuTX/dPyXgMyEmlOSR5qZPlXxTCVBloHJFVZMDFzfdpfMplR5M9AA5L0ADkpzjbxpMntshX85cM
6O9gE+sbw3wpygfSoiIAmejpIYWWjZQ4Rr3Rqyej9bKEWGV/ULVdTB+04iCAwEp/NdHwnw9JvS8I
lGCSrV48ZomfNx/B8Iy+SW4+6f2m0Cx98hNyynF+xB4EUdFnA7219jTMHsR83AiU7Nmb2Pws9MhG
S8RCUpRox9CwFelHHj8JxQeZGsfEcDoSllaj2C4QvFXKrhEcM/qUC9VW6E9xusvik1CCWBeNFLkH
Tt/w4H52XPwIKvAVe3P7p4VSg3kQgxPKWH3zw0h+DTWEmKpDDwGDFhLDINw0RzvpPaq4jdhsha46
tHTyVfmUksESC8M3kjeghbwscjOT13da6a6B6wyoTUyviWgLscQimUqDWg27BYxjS1t9W3staFMi
Kz00GMO1xHty1H/ULjzsCdN5EydxWzOPGVII+5gSINwAfF2GhipVi66WYT4+pI5sDzakZk81eA+t
1yftQJ1894nG0Wvj8kYDVuYTUaI/s8wcTK2YNL3GpfYNDwpceVdZ8yutrAypq/2ou/oRko+HaRNu
dad0Yl8YLdGB3i0nQCzRlokPFz9juY7Os4S+KVoK7UxbXqhIYDpwNB/BeAAPw4/cwg3n6IfEejO/
bhu+zoIul89cc32ZGJOoo182UifM3kvZbcrS6ghvfcvvv7U+5qYTk2yodBX9q8zK7hSb7EMvwTor
p/ehf7hvNp3NKymtNLIu18bccFkIZvnWwJ5mL5UVbnOvUkDogPqj89Ee71JftQdO2sxbJZM1p6QG
Tfnixrq5I6ofjHdE2Nz+YGu36JmnYLSQ8RTQS2tJDRuxRn+J6mYW820ZN1YzfKDj5Jjp+NEOsgVS
88SCpoQ9SZB9iPqHJOG9ML+Z9v7/HxVNu8ufYpqpXJpLSx7J4IMZQiMs38ZOchc4vxJ/dOZH3GqQ
YsutxjOsHrqbrT04OzW2nm7vyZUTQx8JQnfgSl6IjDUWdD4I4ZSKcoA0aoLgJIYNKwTXRj9yoftX
3xeGvml3AdxHCGcF2cx0TksNOh4ovIGOT8utUnCJ7N1ezfUXZqwwZ1LuyZyODazUkWVgsAf5mVXE
fr4JnootsfPRKtC84tH78tbGnNAcUwk6reLBFoqHNn4uVW+Q7NsrW/6KC39hFsYcSFQshUbssDAh
FsVtmlTZqywQLXbHYiqOehenf4QuHjl1zDXvAD86qGYg9g3cBuOlSQyYTD+nA9qBvgiyOxFTF/Ve
Jm+3F3f9ZP5e3b92mIferMjQxQDG2zaR1znS6Gk+3ck/BdOmB+Mpfyz36jHZqnbDQ0JeP8sWy+B6
AtaSLCzezKej+mwOZpSApHiLU7fVResVkwku8Ztt7CJL43Hqcg0yH7KjVRfVHQxqR2h+ozLsm7b6
oL8PIIAOd8YdtxxxVRhgVsgEVkGd8kEPYbBSwVxT2D3YXKwamZqX21wZ2+vG/aW178ra2WXc5WnR
TyKsjY50Mvz+EyqoDRg27eV9NvvaqUFiBBX0D3jTtOHdW6sHEW8BCFFAll5kW/WTVBS5PGcDgFWA
tPabYaliqRov5Vo9FgT8zxicg14I20TQWkMvTWwrkq0O+q4i9FyFQ7UrfwX3ugvxsvkuu6deyxM8
X/cd0HagdbGkeuylgRmrjmoG7KKx9Kk8AFjvBU76S37GPKFdnbpfnGO5HLuroHNmjzmWqiCnbRgW
IIqVgWRpWwv4UzvyG0d0BhDm4PXH2dlr/MHiPmcWmWRW74JUywSs0Hin0HdCndrLPaEHrx3UpyAo
cJpAtiRsY9As/YGExXu5Ew48qv0lbb1aNcZEwYdpYqdZDGCdlo1RkCUYpQdF+mPwREzWF3lmgAkB
QJYNGW0Ry9tRA8q7sKACa8ei8Zh3gKd2pQm8C1r5dWrFk4ISdGgFI5rcQ7ihZQwRPtWStQBKIdVp
KIdtYhBLGuonQ+1R6hMi3gPjOs1fvsnZz2UCSJ+AslqUl9tN22rviwhvoXnhU7l5LMGjaXxm3jw4
8Y7sRlvSnNGenKe/RsBc/gSTSdyIoIx1qmLHQGVbie9C92BEkHh6hdAaxwNXP/7CM7hUOfCYY+6D
uFerKG4Qv2b0uvK5vBtH0eccq9XwgbEjyYBGxkIRcpn7jbmO5+kSkcHTpIKo7q6789Q9AZ3Mz9ai
z+oOGgTASHq1d9swzy7zXouDOiFRC7tmJG+Vcj6gS23TYnJDHtXW+i7+u8IlTp/dAn08qXNLYckw
X6PoRYnc2ytZTgh7RIFyAeQF4AEkrUxeojdlSAdawSWp6jcoegT3UDcccl/K07uMB/dYW825NSYM
Zlo5h00Ka5P52lFvESy+vRyeAcYhND1SR2kxoBlPivQF6dDbf/9a8vjNXo7XD4A6OnOCJXkiROvr
we71X40KxWW/iTxMs5iUk6Wu5t9nlgzmoBYjuH/1BJYiIvbQzgtRcU7iY0a/aJB4VCYAl6atk/fm
6xDloCvK2xexxzSDahR3QdpwPP4asYvAAQYXKNIsWp+AdV864kSVivQ5fk/yB1QkptMCVNSAD/UO
ICUURFqR84pdO2JghMQ8ISi/gaBhwocSEcUIq2awaQCiCf1QkgzTNW7ROLe/KHsAJKiUyQROCbVU
MOyzAulqmU6kiirDyqpfkYnbw/jCRAUoXe5QitV5zO2s/3xbA7YU6Hodk4RsUgdRNpKLSmtYgjFv
CAkeikaxpK4/KuDAIjMvi2M3cTEHPZ1lnhDgGfzX5UfDKGiNUrdpWGEjofvpqmTwAAWTgr+lmIM8
8MJrBe4T6K+IwHVfGurzNiigbStA4PIjKjBtFeoe9IOeb3+r692DleX5ZAClo0vfWd1ZMASfBYnG
KKTQ95I+2zL3g3J6HgXMeONI5pggMvzbBtkseFkWiH2WwVYRQsQsrcPc5VMvSAm19eI5L1uMYeq4
mXmbd/VoA/wNoENQKWM0CV0JdkA3lcc6KwQk8/u3zFrkSB4t//PVdu0HzqG6iioL0A6g+4WsD64G
W5ffKQSHdKDmJgj6/No5ep7vHxpMudgOJ3x978z5vcIaYjxvIPKYTFEQoioD6jEoJNT4EyO9Rynd
IVjk8gdlOGv/9uYcTfd48qztuCzcv/9UrIMCLR/VLV3V/bTuFdAIKkiZX333yd48fH3teZ3t64Ny
uS/MNSsbYUJrin0R9D62I2gO+Dl6s65Mk0ddHSROF+rakRdzUI2AEAYUGQmTt46SisxVwu7E3bgz
6twTK31nDBUE2lpvyP62IoiPoZoYr8NDC+V18s0/e3Zuyk7OoQwTRkiTO/B1ihhCmIZ9KQucIsdy
+11/9H+XxUSBNBD0Fg2h0EY6ZJHgrZszN2mGDehtNwTEAZoKnWgt5I1QXZ1SzCNANx7gX2hDE4AF
Lp16pkpDjLECPraYba3DFZholsHjQVizYuKzaTLYWnSDpZGSF7LCoR0Bd2oOao1uKMTYhIhzbpZj
cbGDGFKEYLeMfBbhgLDaglUC5g+SD+indd1GFQQLoZCTwqysA0vAtbpEazxGmBDQzbQjaY11zEH/
Eoai12jSnZjqnFBzZQZfBFcCrm7MdiLQMImlEqhNJdVQUI+NxFJJ7XTiIflbzUw49oURNp8s62lK
K4jsjhH2TAI+tGtSW8GcA4bP/DT4E4710+0r4QohDpuGjhfNooy7KLUy+4fy2pBM3RjZqhw9hIPs
KVCTGGvxU5Low5j0aEWKr5KEtyitnEjhiatehQ5UuBcVFHgJaEau3LDrAMXuQ8zsDWJfWe2gf5q5
rn5UpJPAhouufVrl04/ba776lotNaC+ibQ5VC/j+5QEbB6VrY62I7DqWQQ6qFskGpO6RSwcc6tum
ZLbIBkWnJQ2DNbBIAOix/JazWBXGqJ32jQTNHurNErXCXHTz+SVI+02TvHTp6MT00OvCPkyXrYYC
xvM0+loWe2UiomN5Vwe/dX2rDlvOD1s5mhDOxbwaOvcqfiSzCXM9DUmlQLp0ziVj0bmJkUWZeUMK
i0padkymItJsTasTUIkIWtduikJW78NUFlwRhcpgk0UGDXc1bobJQu5HHDWp5IcBUP/eqfupFD1J
GIW9IUa5YktJ2grQDR/ATVZlFXnr9MikXqxUcefcXtq1SyOALok9Jq7M7wN1uee1CkaZKQfwPq43
KFQ7EkYcQD6e2/3s6RjDrbrSMsFCziPqWfEr2P2etsDcA6SULu3OVfg9kYPAjSNEEryn0NSmOk9Y
/opkHj613A0ELK9QmUM6fGlHa0ZTzTDta/cgqaFlCMDmg2n8UGo3md16QeRGbhXsUJqHdKuQ2qPx
VIt22H+U5V4pXENxxw5izJxtX3Eo5OWLegsOFZgnGIfSkr5CIaZM7ATsGoqJ0hOPDPb7OcFcJxcm
lp9wdpi6sYK6UwMT5Wes2EpuA2rZ76a34df4M+Wwl6wEpqV1D/+RIR6Ae+nSFopoY5UWsGVg1nHq
DkNzamUFVClOk3BMrfnNNx8LuD4RDlTmFU7BEUsjExf+TMtNG8wOTdStUfD0166SQvz1yJkUE881
gjuZySvSQO5HQQSrQzln5FBVxuyUQ1Da4tyLGymiPJLWVXuQmcWtCTXdq8s/qedearQKQlphupPb
nzSSPYrcUPn77QMlBlhLQYqBi4TNlyLoPssQv8G6puoON9ZnG1Q+FYzn22FlbTlIZJDnmlDPA/vy
pUMgDs4hUufYTuN3Sf3qe08jX2X49l+sQAlQQS5Arri+okiUwi6SY5uK23b+muF8dLyP+q/bZlZc
DvWPhTCS4I2LpOZyMXHaIrkNzMiOkUn7QqRmu6xSoBprRnHBQcWtxSsCUUNUA+Dc13cgan4V4EAJ
FKXDQXwZM93sAaqPpYdxEnN0e4Qqh5iJIIu/GnSkvLyduh9pROdDNsSifl+PaZkhduOl7KMoL1aW
LjbBVxPU4/Mc0vRT1xt1oxt5gyna3tB/KnEhffz9fkGDDyzXMqZpdHZQr+pwTw1iADySMjlBiNlH
s9iYgencNrPmY+dmmBskl4MEw/Iwk4aFN40b2oo2BjydOXj5D4ZA76pqEmraV1KlplJhSERBvt9l
uggQ26gorxLK+Y8o2pDPWQuRGNy2uOJxaPCjloL4Y2gq+94oxUyajDJKbV1LtoI5Osoce0Eb+bfN
XNW/8OKAJtoSubE8RLxLxyY15h3bNkztQKmJBYYZ5LXybjIXCorWdMDM4nTdn/9iUxcJNP3wHGXv
/Taog4nqsGlGkxv1cNttKT3UBR6N2X0iclLKlYtJA2c+ouryDMaQ4eUKYzi7VpAktYmh7UUkiVmv
O1r3J2orC0TY3u21rX02VFaQnWPMGbrojEdWgTFkspqlUIQ3diKm5CRDdeWGEyJW/F5bXh9geELl
6IrjqVOHRDCFPLXFQvOXIkKcAaaVoUicD5zbYmX7FgVyDXA8zMRdOUhjxgQBZYzRw0l6Nxd74Ygg
8mvMmxYzqSIYS+hQceojK8uD0LuMshgmjdDFYzZRCAxQ2ygGVPoGcohRzs9EaPIY2SYYMk7NgmeK
SVuMmcQoHaDwmxQvpRECwZTbWvEW/i1DHnLQiyUx5ywSxVYlOewUEBbCtK+rt9Gmm3manSvutwyd
oMKHWgXeh0zOIkJYR6mlYNk5SJdJ9V1QlJh45TXAlsSRSSwBkzSBZTEWLLPOmCE9xObirgF6Ln4d
tBoP/Ke/PkYAHizKt+g3LCiEy0NbBmUSakWX2Fo44KRmHvrIVhz8dT1+efkg9i2orUUugXE0UW2M
UNAo6i1pcZiBcI4acdflX2qTWFE0/YeQfn5qF188S8cjBZAjU8OpJbX5DIVNklqlOk9ODcgYhxBk
5QMhQCA8gHcfDx8WShv1RYRfAlNqJWwxMXGaJB7EgGeCWc2khj0tA5ioMX/0ONM6RlmR0sfbjrBy
Pi8WwnhaCHlbaTZhxRgga4jYo6CD8UgE3ltpJczBDprVUEBBI+hKZKLWxTmfyhSik8pT3+tWbwLZ
LoduNSVHIhi8Os7avXtmj5WXmAwSpjQocAeWzWg1dVjYRU91TNlXP4PA8GhEIUOYeLd3c9UqCE6W
wjMeNuybc0ip2tCogv5Vke7QFyrT37I0WqVynxHJ7gyOubUH6IJ3+Mfe4kNnHi8Pud4IFezRXgYO
Y4LSpmpJimjT6WlQT+CytdTJNXl6OVfdSkTbC7tM+FCkEkoQIexKweyT0FOqh4k8D4rfYrVT4RfN
ZM9R7nXNVuOVG1Y96WzNzLnQAiHraAbb6CrBc7RlbEK4n1IMo6qDNasZZz5pJeRfrJU5Icpo4uIv
lrXKByplVtWEngZqg9ues3oOz1a1eNbZl5zLmHZQbkvRujfdUW3fh6az4LGxVfL1bVeNocIqgiNm
uWGYJaVtSnuQwKUYrxKgy9bVVlnpn/lS64uC53hTdBZIlXJAU4m4FVU/jD8CTbN7+tYXnPiz4kqL
9Do6DCi26ugxMM9Y0SgACQ0GqDrUJnnMZ0lcuifqflx4wEsTKnldAUG5JJBxi+QZFIy7oLPiLh7c
hkTGf/nY4JlfetWShAfi5WfoZanVu7JFjSpqfmcGZN46QA9Tg3KyvtUvcGaHcWJiVOhAmPgCgixB
91G2hVZGBvge/aeWB04CihGosUBgm0mMaIVMrxw7HBdhMi1SmBh7MIv/cPMu1RwTkDi8pdiiPao8
YyaGQ2p3I3oqtDyoaXDoWuPl7w8JnjTmoniKj/MNADs7JHrZCyG6+fCGWMufNXFKt3VAu0OIMbAX
NUteb5tbK9wCAw52SbgCRC1Y3wz7KCvraErtVEicvt2iDFL0PzU85qZdJ6RWpR/TwWkC77bdxeWZ
7G+R0V5eVfhmQA9dOmEx5FrfURF3pRAdjLZU/KTBBJtYqM29AeX79GXsitrSi4/bdq9GFUEkCPQJ
itQySgp40TGGK3Oe2oh04FJqIF5kzq1+EMLxTWiI7CaotGNgxngFNd782g7l5LQL6q9JokdKyPsg
0Rdi1MmdoE2zn/QiKIwp+gi3f+J1UoTfh51R0F+DFgRbW0sFsRHAn4b2NXluy9eBpxd1fYFf/v1M
GIZKcKhkoYS6quSD6wUkjmP6kGa+ajgl5UGsr2+WS2NM6FPiXJlLlMOsRaqEhlZKqAcWHw4bylqE
hXL1Il4NYDwGI5mvCobefsEAKRZE/ixFf1GTd0J+CBgxqNRDIv+ohn0DReTgKCdc6MXK91pqvGAf
wltzKYdeunKu90VaEUzxytJPzPylAQ5N7+rKH121AZipAUBS1cE1hx9BAvJv88jtKyvXp2k5R4CZ
oDuP5hrrMoJWaMbYw6n1qXSl0kmCyqqiXau4oRzZpXDqMETTxzjGmj1Wkp0X3ii7oPYRZmdQ7uXS
bsJNhQx8CqxEBhY29nv9OR+fhtohYmiLQgLEeugtnCNTEGCK40mpNyAMskYMdmBgUcmpkwjHtnzP
lN9N/WQaJ8X040n0KZAvKDCm2VOn7/Kc98hbSQ8vl854cxTpwZynWHpFEyfUUmvEEwxw5VA5jZ1D
utKZ4ke148GiVg7RxY4zHz0eR0FIB5jtJ68DwB7YFOUJNTg4Gz2gxMZJnTgfmCV/mYchMRoKc8W0
EKVApwEzx+Notb0tQ2FZm75Eo3Rux6GVo3u+RLb9HpVtrwl5r1oqkNG0nC1ZyMBsTjlLu0JgIyLD
jo4HE57QGqAsl+cnmKZASzrYmWbIbJqZVQdPefrbVHdS96DrgpWYzpw45fQ61ImjSZ5MvlC2+J4l
kLPBEtD4KslxGP0G4hUC5Npu78MV5pr9gcwLJMgoyHckbP4yKdwau3iGzysZzOHM64Cm/E4nTHGk
sqvT+zl6L8p9kkP1TMydfDTtKcot0XzoSGOJ1cnABG+t38mNxrvZVr/XWZbJxEDUIaG63GAf6Sw7
gm6byY8o3FYAagGPFJvUUfRHAy1YVNLN6hX92G78UgqDs1u8X8GcR0j1jHoS4FeIrW4pwVcF2GDe
ZZxk7BrvtjiNttACY/RCQf3y0ml60ZzLXBpVK60eMtmD+hFRQK+BGR7ddDrzTS9+ithwvIzx50Md
odpp/hxq4EeeOd6xWLrMZC5/CbPgAoVhQhr8kqafrbjadIBj5km1N+SdGSDprcF7vuTAJ7F5FEWP
znfj9EMRAofGmw4NyDieLLnb1ehfN4abqRiIjIgFHj8rS990DaoNRenf/s0rSd/ymxXotGoLBvn7
Oj1LMoUkHXRzmFSAOt8C2df1nwIJrbpR/BG4gaCfbWgg1brVSTxpgVX3wCeDhA8ae1dAK2r0WtFH
s2p1C/Fr1zaFkwn9l9KiZ357kdfPj2WN/1pivgs1ggDyYrCEjh8eBhnIzb1WHbdaxxtB4lli7gI5
w0cLEliCzowT4Kqcc7Qh0nuFxx19pfL+HYn+XRN7DSh5ZehTiLATVYFjQC5bxr+mu7KbnSx66ITY
hYIgsCT2LNxJoi+THRgNFBNpyEtqvpHyRTdAR9e9D9MRZXer7k65mdlx5RbyC1LNyXy4/Q2uRpe/
f/BSQTSA0sAU87J1Z46mkTRApxA/WBOCuzFsHb3WH6ik41k+Ei+RFW8UZ1RydCczzfck+KxrAdjc
IPJnswc2nisyvVRjr07r2Q9i4sYcKtUICO2i1Dd7xQSSALG1QvPQhLJtCiUqOvtGvB9akC5Ef3+f
AkKCiaqlCiCBaelyLzI5E4YoQ6DI2xD1KuEY9KnbpiWn8bF2uGFHX8TkAAG8gjgLTaKpuo4IPKoC
KP1pCN6HKSwhJtkCMxs0gof/N/CDYOkw1bjSsmRCcxgaNf9lwQvgCTUYhGkWhxVUpDFzdKKtqI23
oCn2ojl3i5YHgrlGJCPnRzHjHztMApGSYIrDDHbiuvkYKXEKU3ohrebIY2GbhfoU0GFriMnBxBhE
poQP2iCdIkXx1P6vyV/h8Be/hckVusQES5mKj9wtxQ7V7+utqB2LWQfhyYkAwyxmO109/B9p39nc
xo50/YumahImfMUEkhKpYMkK/jIlydLknOfXvwfa3WsSnIeo69f2+rrWVe5B6AbQffqcPhd4Gvt3
uX1NiMpmAeEBWCBuX2codShoXCE0BfG5EoIDVlANWN9WRxa4eKoM+hzLBWY5t29C83nSdm2OBuFn
bbpHkw/Qa7q6B02sIICcY/kwn0dWOadBbT6MdAvjIuZPZXkOpGCTyVdScdfEX1kHFAWwLf++bA6b
6MBHOxPEL1CCPXVU0uHVaswYqW7ALwJ9m0NsuyxswaOVTdjZkh2Z4Sa0kZsINFQwM4W5U42bKPXA
9aZNP0rNAPpJkFX4BhdeMsfNJG7ZaidVOKXS8k7JfSk5ADQeh59ZhL58DboROBmdsvgNbSmaj4Ib
x8qxfzSlJk/2kCV5pnQZwq7WRt5oy7eDVh6GzBJ4gcgMi/5Hx82SpchxZRhjRX603W0CXaBAkMxd
dbR/Vg2dMacmyliO5H7CqqWLRGWw8g0ivnXRILhwlpadTIBuQAiJoo024XE5hVd22XqXXYvtYn4/
AJUGrJ0MOAYy5acDCetJgqgRlqRtNGgNJiDZOCh1B2DjtWSIcHDfGQjOGu4ADGmAJAl6pdigj1Ym
1K2KtAlWplauhvmLROq26LZ1OTkGCB0j+1ZewKyIjtvGzKhkbmSz3VjTg91ve/Lb1m9k7Xdp/pY0
V1fv7K5w27J09fFaMt8syLmlEF65PDtr4e7kg7mbSwnWwKxiWylJ1fZWTUBSCvGtDw2C3RR/kQKc
ncdPYZgU19G8xI40yrdW1IvIi9fcFjEI9wb2OgYGlVsmsy+VQI8UQrupyr3IsmtX1Rp5rwRlRAcS
2jQrRhB52MlDlOXQVxsXdMzERMVRDyCbYoocYC3jAliZDfENg4FTvmfuaCklLFpjdmh8XrJXO5Mp
KV6gtUDN+qdh7eqpdUzzQdKlf79dT9aDmwek2PC+LbEeUY0UiGqAzCmp+2GX5igaA1JS0bBLRJ19
LCZe2rVciA4hxhl3IBenOXitkEIbi5k2ceEBHwZBOZ3K2k/LLP5q6+Gu/J3NU886RHU0bhbGBM+E
4jhtr5LMQpABotO1oIp4W8zNl27kPxpDpISzlkXFXvvHMN8wGg5almGW2aP6sR9fFfUrtGW3sh7L
ZteBPF5a7ivzuu4n2hPBYbgS9E62OTfTkdq3SGDCtEFyJx9eR7TGCKXPV1CR1okV7gwEMr8eghlW
EhyxQwpN1/mpnBectq5mvTUWVaKCIkdqlh32FJSYI3cpEiTdHqqkc9MY7cYvqo1MaUaX5eVvIs43
gABNu8Amc4dXWxRQ+Zrh6WX/c5qvM22nZf6Atpdp2YYzsJfXuQ4O691ls2vpN8wJwxH8xyx3oKUL
+lzsAg/J0UYyMfVSxBXoTkCWS0JGwLUUyymDtyHZgJmTlhmqQaYD9Cidw00m/chVVzWdIHMSpCE7
67oVfR9b+DMXRMsZrmIQXwPi+PTgKBPNrCMJs2LoIDaYY5p2UGXu7wJz16av8/Lj8nSccabgAs9A
s//Y4zaiVIZZGbeYjiSetsjhKDH47RS/qnaZdBVXPwfrgZBDN26jqUfq8TBDziwJP5PJjZV7oxKp
Vaz75NH3cFvWWIxcGaAYjXTnS9EvuyZbfAUhr49/qpKT9k+zriKZ8liD2m0SxNz/I9T/Mxk8wkQH
KHtSNBiXcAOuyD4LKt8IDgEKXzmeT9VvO/pITP/yEvChACQu6G0GphHHC6BVfKtFCXb9IdKiFuxX
zBlrh2jPXSpqHOH3FW+FO9+zptDldIIVOfloFa/t3Tr6IKk3pzVNRBy9Z7cJ3hq3iyG51eRmiqZw
aQBHp+mQ7k423Xjo3b51o9LtSeWb3VMcipLXosnktrPa17JEAOp0un6jJtdT9jlFIhSXaCq5LQol
+lLJa9iwVTouL2O+y5eNhbdMY6r+YgjyG+xfOw4I3FR+d38dXT8g/R33A1u43PIkUDv2rlz8lsDu
uajgQLavJ2lzeT+enRq8RS4wVxaIXECh24KWCoJO6lUOzN2+u7a9jMaH1gdRqeb8mP2f2Wa4GimK
cIJHMP/k4O1zEZrYSxABy4jNk3ZeaIJ1tRC4HNt+53NKUCGFwDNwXdyTY+glxgOUtI5VPvVgiLSv
u/opyjxTEwxFZIgN9XjxJtwe8wCGqtmvo9+LfFWg5jO6vfHvxQNZFPkzJOYYR5aMAYimSYclufwo
R2pAYrw2If0guLesr43FWnvwqpF5FOucQPI5M9LWSVDnyAHxs0QiGeve9ccC58GzHKmLZTA+CSWh
M+SQxrh0AlPfD6VEAcZz29EU5Hq+sSzn++GPTc6jLRJFNtSnWicu6ucU8uaoRRQ1SihZvgXfi64h
mwWIOo2TdH6Nez130javr43MlECTGEvau9ov7Uc/lRI0lqxpL49T9UtHj8CPQUr0A6q2yDJY9hBv
86Xt3KSCTFoNMM1Xho6Pp36W53dd1SKnqifdnVPcUJy5k9Dwb4QhOjTMwM+BhS6pVdnpwRwgZ4RM
SriLZWN6Srru0HbsBTSX+uTWthZ/DNZc7azUBs2k2eqfEFJGZ8yY5rVjSMRLtOlBrsx8k9bkQZsk
e6uj79JrpPiutGPRNXvVB9DXAj9Dhw7g6ac7UypUs0E7feuEyit0d2cppqZG9XT/N5q1cIIjU+xT
jp2gGW1LknJE5kTdGRIe2ta2sl8lUFwp5nUagVBY9zJDUHlZi9BAYbC2bdBUyzxXQN2PiVTo8Il5
QjG3zXw0hkLho981pNhEKHvN4MluO/n5cpxem1cL10Rw6oBuQ+fbUAogbvvZylonaOHs5v1AEvB5
Vu17AsyFrIj4HtZO1mNzXCgLIpNI8gRzqXw/Zq3XWj+T7t/CDFjoPzbCRTGzseylHGAkLD/RthUD
opXd141Cs/JaDQxBdD67bH6bwxFgokcJra48ZR+UNkYAsasWqs2A6gRvkNmoGtvVgAoZH3v4Hxo2
bLyB7bmjgfJ+ef1WJ9SCJimsg1mAR/Flkl4lVtkhf6D+BqrfiQHBqgWRbS2YgrXkHxvcotU5aATS
qcGigfg0XjZjqLpmghvEq9r/1kVs1OsjQvci0IKAg/Pti5aWliEZ4emFplE5Mj39fSKl4D60dgJB
D/F/RvhHezrqsi6lJa7LZfsUFcQvGtv7m5X5Y4K7AIFySyp6CeNoqxgpKInWM4S9Rf2R/8cl+Z9T
hx8JpLLMxmhx6hShJ1UbfVqgq93j+v9Sy9SW9kv50wTSexA52doysQP8v2e4xQ2vmCNF7UtcFYpg
oQrQneA9dFIRu6nICneLk8ysWMoUUbGePUJAEz34UfB5eaHWpxDaSgw/CB/hsb1hbetpMcNInzyE
y0Yefy5kk+JpHoSbPPal9r2JfuJFe9nsmlehgewfq9yJpktq2YIOhEXet7h+ipXE1Ydradhp6UNK
coG11Yk8ssYdahkI2nRNgzVJeo21Dx0EElCJujwi4UTyt66pTMLAhpGkug/6W9W+mWTgFcqrOXLb
ENkhJufqppUkODvXDrHjE5sN/ujEriJwcywdTmyzCTYLFBzzOLrpx/CmMec3E2p5l8e5Zg6pXLSs
EIRcjQ/4ttbZcYyyqTMoT13qqAaYi5bERbKemtCVuGxsbZscG+O2idZpi1qmMGYPD4FxpwCxNpJ3
KytdYu6gZ3DZ2to2wSULfSO4CiDmc14d9AV0tpW+dTS12oRmQ5OJeEUqOLTYN/M35WMrnFcnckIA
WcahVdo3QdrhnbFJ1bskE5hZu1Idm+EeaP04LbO+wAxUMLZZp2/aoaeNZoGxBNkfpKCL6VZWOsGC
iaaQOy3tNAhtcPnDqvpq919qd6Xaj5dXSTR/3H6PTVtr0ZCAgNVNGZ3tGbSplvoKGNJ1q/y4bGt1
OCZA7izXCQQ1FzgKM8u7QR9aZ8ROAFfb1aiT1wYN+JfNrA7JBhkHO/LRWMuZqboymYHgbx2CpxuI
QOy7vtK/tLDc5NO0uWxrxX9RJQAVEw55TQP/4Gm4aJJYryGO1jjE2t6qTeWMw40Wi4pQbJ25TX5i
hXPcYtZLVKDaxsmabbV0tBFdy1a2NwwgvQuKPBM0Qdz2no05ntMABkjaunli0kXR/bJ/XBrgCAPp
I2pz2lqBoEFlJR6hEQASa2guQ9s6n1q2g8jQwqZrHCg6+IUc0MnQ701wuyTFvttXJLm/vFgrG+PE
Hn+mhBCxDSTYkwZf62nSltsMajRCbpMzQAyu8SeGuOd7ERlG1kYwpNS7St8R1ekM9Fd4qf0EFI6K
5H2WbqdkQ5aedr2FR+Ai8IEVVzv+Aj5xjIcRGSsVXzDPhwxwZRUaQcX28nSeZae5YfIcAHnY43XE
1i+VZi+YckdPbBpPkAQCqC01E69HNImU8aHEk0cwwP/DuA2FV9CfgIOH84l0MZd5VPvG0XBpBJ0V
6Dj9LH4u9IdWKimqE6iF00QSmF11FPuPVS62QHtcHWVzaByz9xXIyajgI2p9GdwrJa3y1Afhx+VJ
Xl/IPwa5PTsGWpFLC4bZtIfauoW2Tz0JHjCrUwkeAoXRVqITnMfyzroZVGE1YrvKcXcDIcLJles5
8AJFy93JLiqqGSqU3iM1oURfULnTS+0vxglkC+B54AZFjyIXSHOjm6V0RDteiOdtEKqOutxEouaj
tWh9bITbM1KGzqRlgJRUUYfOlL5A8VMOXNt0xkZwLpy1OTHfODbFbZROtpsmyDAeY/JCNH1U9zF5
jqqHqdvYEwrZlZelhyh71+TN0m/R1bZo6FZHLe/18v5Zi3nH38Htny5GN1bW4DukHLhO7amQZxd3
ayhRTQLXWNupaAHCU5uAL+ZMFC1F2YhEtYoRaxBDA5ULymNV6V8ejrI6niMr3JUosqso0zNYSUju
Kq07ze+WfDXI11G9Ccj1YOZ+oO4hhqaYztS/kvQrWN7RTXv5M9is8Qfy8Vi53QqeN3nsQM3gaLFn
zljO0ulrQEQiKAs2yFt2f+MdAAaAWBI6zZrFHSiGZQaZZMLestiVm7UE9R1TfSPQ8RWsorZ21wBs
+1ufETVwvpsqS+oorSJMMPAlbu1NLgBKdAYHbHqDQutuobU3evFVn9DsCy1IfrxPnj8rL79Vb2JX
2eAwe86caC9v/207zLdH/fkwHnttNCOADyM+rLYe0gAiQcsOomyX13UtQKgyow8AZBavMW5dF22c
s6zQGidvnmoZMSLZdvMVRNUUVVRYXpvnY1Nsox89NOPZVqZFw3C61pNRt0hVUVlQZIELQXndZWO6
wEKZQyxCqWkqqiatnhzHg+CiC7qw8lgfYCJOdqS5jnRvzN8ieZvoXi9dBe1emQT1nrUoo0KcCdTb
jFOJP6v6psjnRGG7QPdly6vjvS0y8V3B5L1bBQutjF4+XIl5rBzgXng5gDLHAcbsqvXbjW277Ue8
eZ7d3q9o7gZOABUKmpuQfCihdnJ5E66FuGPz3M6Qypygn4lNatU4MuI0bsamfhUvf2MHd31LhvgC
dDS5S79ljHLSxhjmPN3Ghqsn70Z5S9SHy6NZXbAjK1zAllVpZEx5CNiJjC6ErRGi2VHUmHGG0mPB
QUNnOAAqYIfCn0+9aVSznrWBIrVh5TeSvGnQm2c9BeFTv1CNlNepfZfDvm75dubZIk9bM6+ilZnR
ceMJpfK5jmw2wkgp59ZRp9sWOJnJvDejZzJ9qMWjBM24xYVcNTgoe+1WLQURe8XNWfoIiEDgREA2
x7l5a+L9Ceb4FtB26bdV1WAmgoTA5UVcs6GitY2gVRxcbTqXy+nToe1m20DutALQT5mJT8xU8Dpb
OVMBg0WqHlcHVB941Lc8KpCjG6LOIZFFl9hbFqjsWV997LVTQ2MRr8mKl52Y40KXEc25HC8wJ43g
ZJMs0HxMtBlwpyfT9vLsfR9NXEBRQc8GIkXQ+BhIfZzuzsjShyawM6jWXZUUXbwQZSwplGxSt78q
N+gOhIqM9265NSU/BieipoPGdvcjd9M9VCGo+Sriflqb66MP4s9Syc70cdHxQQD9qvHnbEYuQnYE
kZ0hPFTNLHjorz2IMQHQagLpP0gv+NLSEJJSN6F14SgKtamEJhCQ7zof7Uu0tVP6OkL5ywQlh+DW
pDGvP5/3P2a52KM2A9KTLcw+5d4kU6hx9ht0pNBgp9/F+2Vr+8M1Gpap7dm/kKLP6Zu9e2u3QUg1
Gvrt+025uJ0/O4F3eUOs3WIxHyY6hPB01QDLPt0Q0DuSUavEhwU/Jb+CLmn30dfUcoN96ClgSoEw
Ku4gOxEBzJobH5tVT80GYSYpiwazYQuZJG2g1vPlgZ216mJ5TwbGxWFNHslQm7AwfQyuttW9+Ka8
SV7an7ETPBDkgGn4oL9UuE4CjuBeRV5Kv/4/P4Fb9LxKSZiFOTSjnJb2Xveu7HW3/HmXHz5eqwPZ
jM8BxEPfJNeixJ2vLcGmW0MrnUwBd4e01TBEbRVTIG0P023+Bfjmlhhba/fxUm4A3AsKKv1Cr/qD
vTHvZ/r78vDXHp4n5rnbw9QAR6THGD65vbUcYzO8Ky6EHml4/6E4ldN5mgPdZlFzy8opr6KpToH+
BUQKkNM73Vl2WsVVvqSd0wdeW/ngVUd2HAw3BvigHbk7SOEVSody4lhQBv4VR94kKgSsnsGM3cdg
fUMgm+Dmfa7MyjBHzPvS4XGtdTQF6wWCsqPXG03blfat1dKwB0qouFmsm0r0/l07UEDjomP8RDNl
/oyUJnUp9R72QSxkJegu3hWQFBqHp8sLLDLD+fDIxHZaGesbgLhlqcu9qhgfUhP9ULpAcNc+axr5
9mYgk8HPhgYVnZfYi4qoUwjbS/Zt4HRutAnuLQ/akI/Wo7LRtsP19EM6FF8P5DduHT6OEr91ZzpB
YFnkVesR8+hTuGE3SWuOoYTZTWe47YA3MJ6miZ87aJyZQP/gqHTYyP5yZe4uz/faG4fdecAwooCx
H8mL0609zYoMspYEk9CBcMycNiCHge46lnbKF3S8z7dIsL51nQaKUJHI4VrARmocgjxwLVC9cXe7
TGq0GuR1UHMOAfr9HES9JGtua0BOhPHdyHhMcf++PBN7DNkBqUbzPIFXvTRDf1LCDL3weVh7l6eS
/WvccQxwN+53SE0rSPlyMwmusKgwZdR08zajnWQ/1FDejElGrfgXBKQFlw4Wci5Z4wJhEygNKMYZ
9qoInSI75I0TBKZbGj/SsaVpe9A1wVZZt4jEC5DyrBjPjQ+YHb1IWwQ8M868tsE7UX9OIArV59rD
2H9lQegMqaiotna3YmpKuFui2Aq8F3fkJnoydAYBOESBsjkBsUVIVbWgYMaXx52agWIGchoSiuZv
pC9pk+5qTXC/XVlX9XgXcVfpJKzbuZ6wi7Ku2xWN4Xet5s3WgDYonc7R6+VdtOoT2LJAe4JW9EyU
sDWVcOzHssNREgOa2O4nORO8jNfmVEXDNBOJQa4RmfFTnw+TcpZlreqcspwpiDgpGKIhn2B5aVBe
D0VxFYwhmg/irdmABKBF36aSIYmsOSoRNeaoawEf2FYT9UzwLJ/V5tQhD7WhhwZmIVleNXVoNUMn
ypxtpmDaKpnqF0Xmm+ODUkI/U9Y2WT/vClWhtVXRhiR7dAM6kVTuetDk9MGvpHhLUawkPThl0+ww
xxYYXLoMhXNTcBNajZzoN8S7RyMgpubzKKmuRlIo48uV+sUc94pN1e61sjZ9dEcqOhXXBnr/L2+O
NQQdI4L6xybn9UZAGlluYTNk9K9AHRSa5ISjl2uSL5e3k31Qsgz9K0An+v1fpIVPjHPbJoLcwJTM
MN6P0s+uRSe49dgqnZdkOZ1ACaXP74Lhrrne8XB51yss0k4dG24FrCVyfFHxmiIhbeiuERp0rF2t
2cpgeNR0pF2gWStvYgnR8HOcr037U/A1LNRwIfdk/CxAHuU0URfLQnnC15joBLSn/TdimIAGwFuC
1DODu7p4kUFiVKTPdfYpWQ8C+3yzOruvmEjegpNc11GM50IhSZWmRicb5l99bHDL1aMnZF9UdUcM
9LX6dgqsoag2v/aUPrbJPTf0WFGqSR8Qe7OHaPBB5zhLBrU1f5gqWoaCyLQS/E6CPWctmkdNCm0c
appZvhQtuqLsTm0E976VTXVihDvHoEsvhSAIBPp8CHdhGDsGuW9Ajo9Kkt/pfwFegzWU/ZggD9s+
3KZJOjOfFpyadix7pro4VvysxPFjV1r+nOCCoFS7y/uEfT+3TY8tEraNjrYprm1KMvQMsQk8b6Vm
2wAqCmn2Fxl+mAFqSMetB226XDSQQMU+lgnAvBKeZBAjXn7J8tvlkaxsvhMTnPsHqlaNKsOeykmx
RWKUGpPPYAdgg5ugFadKL5ftre4M0PhBQ8NApZjP42hTDABZWWNIBR0kzW+D2ybeWGDDLmb3sqm1
Mxhs/39scVt9KOwZ1H2wZS6lfDd31cGOjft+sTfVAHS0pkoPqh63VEFGmU5tNt8FyPd4oMm76rM8
ue2sPP8p+KaVAHfyTZxn2EM1DnaMbwry5Ekr21+5XN1kWfoRjE85CoBpELgjKDJImtBFR+dqEH6o
RiiKOStXAttGOhavXXAtggb6dANXoQaYeA1oHRgkx/qt71w7fc5BviYYLnM93lGO7fBpKmLXgdxC
06hzQQ8VevE2cHsUs6lOyeZNOsxue7t4uRs+SHvDu2x8zUmPbXMPvsGGbrJZMttquiFZAhUre5eD
bv2ymbWpPN5l3H2hLEmfWAxx3xY3A6O8a0GVOT2Z/fZv7EB0DKyroHTnO7yWtihR8oOdOHQseWOG
6a5EC5sQUPodVfg1QyngH0Oc2+hkmGKtxxYdrA856jfG3CG7HJg/w6jYatmrYVtbxZqoNndu3j63
6nDXE/u5wmZVivQmmWU3tnNBxF2NU0cfxflNCSzEBC5vxCnG2LfXcTWD0GtuAqqMpp9JpNK+tneO
54BbVEmSeqlRMdn9jDJC50KcrQQ06W9WFKsJJCNaRPhK5ChPRTMlQE7WlROZlR+UBSXAsaWK4Dhe
n7w/htjfHx1XZWIEw5y06JkofutkuTPBNGb5kAns5w8tEInkrTvEH2vccdyMURsDtQuH0DQkAahs
txsJIhQgIrg8f2vBBaTR/5s//hQuIcJDIOnWOlH82qIAkclu3uVOR57ryDWt9HoSkeCcsaHhfohb
Bq6IFh7MOmSATmcyDQAC/e6jWPJpO9UTVYAMKeKKZnp5k2qTIxmVb5HfUMshxaeKTmQ8vqhc2K7R
55vLw1/bo8ffwq3qQtQaJJU4utsxAesKoBjuWGuRq8dRur1sam1Jj01xS1qRMrMSHabSMdxlg0LD
uN8lS+4sk+pcNiUYFd8cPPfVpE7oRnCIIh3KGsUTTd0apqBUuHo3OBrRdw7+yCWwa7LSDGAmkLJN
H+vPUgnwPOk8KdRoBuavVAEocDQ2k4ny9pB4JgjuW12n8Sji21zzTgRbFcxfxEDWmTsjLXnspZpg
G7fh6GSgzDY602ltsh+791gBg2+xiM6stVsY6F8AUrGQlNT4avOIC18TWYim2qz9tJs+pm2ZZDBa
1G6tqdCmCRWBs56NUgE2UIV2FuiDAL/gX1aDPELaWLKgbSHvSDI7I3QKyF5Tnprhh7Cn93x5UUFg
OpaABcvIw/BdNEzBa1ikMnJe/Hd/93n34d08hK6IGvuMaoIVKtC5BbJ3JlEDLdbTcBBKldZHSx47
T4RCSJvSPaSrqeNtBdUR+8wBWUWEzSCSn0h82tyZrAZqVqphFTvuAYrdL4f//PD9g3+gMItf+OH9
93/4w4buKH5BTvu/f0c9j3oF3e8dd3t/v/2637rX90/3T7+fBKHimwTx5PqA4iwTf0eZECQouOef
zglAQ0QPyh7atE7r+L4fO98/tpHg9DwH2TBDgMwD1IbcM/bVqSF5LPM0nzH57rXr+q6PQXtUEI3W
Vhgc95B+gA6zgaclF/Abzc7zOq5j1Buvr5+u3cMvf/P8odNnT7DE5/1KbDhHlpgDHUUkuQiVwI5g
6fpwwLJB+P1yYF1dGFaDUJEK1BBruKHEpY0OuRhEV9cH1305+J90g+3gbAWO/p2E5zfAsR1uIMqQ
l1Faws7h16/3x8fHkC70EaruuEQCpsB+PsK0t/ec7cNX5Tx8PYyU/fyaUbSO2H8Ewf67dnj+RUDj
2Ra6OUB5cjq1ALeQImJywi5zl93tDtPL5O6d7dZxBMP//scuGeOujqNZADpfM2Mudj/1f2zgmbDk
bl2BKYOFlzNTKO0gs4oYhyzz6bjkqQ3nzm6ZqQPzAH/H3J4FAgwP43PZr8u7aH0uj2xyr6rQTqe+
rTvYzIFxwG8oxOP3J4w2dWLnc/O8udvf7feeYBHPr17wD9RG/xkse1kf+UdfD2okpzCMCFhS33/c
vDo3oqCy6u/HVvRTK2aoqBDTYMNzD2D8RPS822Cn/hRtk/M0Mzccbk8acdYwsDwMvbj+bkNvRBbO
sSvMgqHrIIWCMgi0V0+HoiVlIaWQymArdW3Sl8HvPdff3H1U3sd3qHS2zAcEb4119z8yy7l/qgU5
0mMwy/ZHSl965+Wp9UYcBzOyAK03uK4Jr6A4KXXa4WeGPz4DRANkAZhEqEHRCwfvdAUHk32W2+Xm
gzsvrCKChI3+n6Vlx6h7+P4NjsOch52oOEaZs7Lf8Dt+7PHfb2eCO+GHy9z4sj8ZzF/OfPjPdPGP
GKkO6l4++arvb/Pd/5ze7CvYt+AXTgT2Q/QF53htzAsguECjQ4QT9xhuXsoShLd6A5UJZhg3iu8f
CJE/6DNGf+NcsTDp3vuiS83ZnQb8rOCYQDsfK8SdibxrTRtpgwW7Qz83tDfQY2SjRyQlnpaJBOS+
O4lOppkzxkXlLimkJLI0HH4lvQ1pSMFR5wz0E39agN9i/w9ubh7GSzHszf7O+bH7sdl5Hob/9XX/
G9Oy85kjPd1fb+/d+6en6/ttT79Cd6S/RWmzs+s57sdsUnAhQF8S1HlPPZekY16AIgMPEvS0AUQ8
I2PqLYqGhHo9Bb25QetSvAubIhME2ZUlAW0EwSsXIDvUC7mghN62el70MXUmBdzkQIuC3apcXshM
kqu0AGmFYPPzex84G9ydsfuh76Xo/COs6UuzGZYJPIHAM9VQZLc91WZiqd5lO+fYD2YIlU/QghMT
rVDcuMIxltHkBUMK2hEVA9WdCcQ4EV2g9KH5kfQSBj/bwp+KZ9XcQCtjVh8yybOMjeA72OnB7cKT
7+B3YTrZch/gO4wkoJYa+Jntm/kd8L56heYsILv2JgKn4tUFoHVApksCyVgWfC99ALez2gX9Z7OK
D9CVCPgTK6REhroDgSR8IadeHgZeA96cy8Ne2c4no+ZOhECrepKMMNpNkZdUVw1IZbLIl4atNL3+
hSmgjSAShP4TlW+/aAO7VyF3n4IJvgRx+qZSvaxBU9TgBiJsE9szZ1OJFIIBJXBTwfMdf390H7HS
0tTDBnpvk327dNATfl5EjN3rJiCQjFcsADY8eiqR9aGoVfBoRnMNjL07K19Z+HJ5xs4vIsw3oP38
PyPchS5qomCB9mjqyC0UwiH4IbeepIX9Sz4A6W4g77MN00V+KCak0LOqGvddBSZXb+qleJdmMRE9
hFad5OiDuIse6q9LFYPaz4nA7CI7TYR8uuWS4NoE6UB0b8e72vbjHik18xATp1FEH8AMnK+siVoi
0IAWHpinK6t2qb6YKIawIrTTKU4ueZq+M+QDQb2ExLSUXBv9myOEmD50shOsx9k15Xs9/ljn1kOa
9ZnMNbZwKW+i7mYxA6rG79bsjuOzjA7Vxm8bwYjX99kfk9yM22NaD0WDAWvBryz9MVeHXP+6PKzV
GACurP/NKXevLmt5USpmAuo6cvOBIndu3Q4LRKpESt+iwbC/P/JLPS9RZS4xf1oy35T9L8mWfTX6
1+ST3CpxkdxOwV/SDMwKYH0RULH6ZrQcE9S3ZuOZtiBssyvYpR3Jhe3SLlICWApizXI3jlS3bwxj
PxWbGEJh3RXUQi4v1nkJiBsdF7Fr6JUmvQR7BZhZXoKvlmrb5T17D3flLvkBVNAmfcSGfCeC2/Da
2mlof4EMHBL7EJU+XTtDq7MmKO3UqdDtOr6FCVQ2RLzgAhvfmKOj/dGrqZKjBgsy8DSAxFFKVXTP
Qtbi8hSu3aSORvKd7TmyokKnZjRqWMkz7VEdNQ8lVnkYU4DmBc67dqTj/g7JOKC7oGzPOS8UtfTG
jqBZA9GqsPFzCGPML33c055cj8Hm8rBWJ+/IGOfGSkaMaVBgbAxGzwjvEx3C1cP7ZSOrc3dkhH3E
0dwFiIC4FcKIiWNPHQ654WfIvMuBKNSujgbiSazjGE3r/MvH6opwmVsc4RXgPeXHNIx0JrlLFK+p
Vc+KHjLIASklngiF0zfurN1G01vTCz5jdbh/vuI7z3k0XMANhliq8BVFss/Ht4lcadlDIAlca80K
a8+HHKUBbt7vbMGRFdvGGW6kkJrulhs9dW3rRppcS6QSsDajuF4zmmfoUgGRc7p0RjVE7QhwLmoZ
E8SzX1voj46JoMf2PMWG8GShlgCVG5Dcnb0c51GBhDqzosjQx+mzOtOh1lSCoUKtoUmF+A8eH+jx
Nl6YWv3BspYKnQPjXB4mw2zRc21lVv05SsiVQlOxDG3VWZKod60wUz/lNiMJFOxC6CuWpJBrv50h
4OXpVt51+2HQJnmT5WTCzaTRK93VtSIUVTbXFgsN1IDiakjtneGcM6AvpT6GwG+tqG4ReLkCOTGL
9vO/BYOxiSTAqQLqpuCmz50rVaVotWRiIusmRGNqYn5lFRERbbCYwB9eFkgCIDTAJIR4yE/Q65EE
oVw8esr2OoaCaFhEghi4Ol+QhYV8JtpQoYfGbbsh6utliaFFC6yHO02/GvRAGRMBU0EtghWtDQf1
evRqMjgCGjVObQWoO9QzqCbQR5BTq7wfsrvL4W/VADJ2CtBRKtBf3GDAqUqkLMNg0JyPw2mXdB9/
YwCaPDLKjsCacwbsMJlCW4/AGDGav+1Mdizo2Aie9t8HHL/q6ApGhzXWnkBu+XSaykbN6yZBUXFq
g40Se7aKF23uSoarkacwGd1a2hcWYwUUWF6fvj+G2d8fBbqhCsHPkaWZY9bFGxhFHT1UBW6ztt2O
x8YdUEqbWRCSxtjAqoXOZFebPMki/kwEpy2LlmdzyFAGumEqeGhyC4U2ctNClT1zGlMJnKj+mFjT
yPjcDMmdPYEURC+yvZyKbmGrw4PYGzpNdewRvqqZo/zYBQPMzoMRAXqtuWlivmcluD+k35e34vo2
wTnByOJRx+OLUjKSxYXBdOuHSnOMYG+Wt7NxE8U7Vfss6y0h95L6aA7by2aZj55NrIGDA+VoWcf7
/XSP6P+PtCvrcVVXur8ICcz8CoQk3el57he0R8xsBmPg199F6377JA5f0D5X2ufpSF2xKZfLVavW
SqoRSQFWaDX0nmCgs/xZQ3zUybaGCC+bWrwRwW7zxQZggDLo1FRNDYKxboRypXZvRUJ8TeiHLs42
l80sfTMU+v+YkTL2vDV41WFSFeK+eu/pArSD4HxOIFmW8nxl99ZsSZe8kYFHGyz4+Gblh5Nfl9lN
zm75msj1Ofh/vpzQdQVCESLqZyIqcZGMrY7b2Mdj5BdvU79WuWfnFKViwytoc5+VeVDV35NmTRB6
MYRYX+IFqEpCje30m1VGT+2awD3qDs+7Vmsw0LsK+14zIr3zU9Uu4RkwkojsVUTqsw1W+stOsejm
uKswUjnnl/KQsDLa7jApuElGhf+q42TPxAgssbtzxGfd9CuevvQQATjqjzVpQbqKRz7gyrnPtQmJ
tMo3KLl6sfjmUOUt6t1bzXy7vL5zmAdcBHP+UB7G3D9kyqXDZdq6UiQKTFaUPQjgkTSWvNigwAdJ
kScgWG6WWtCVjHmR/q67Y0C4EXCHbexmjURhea//+SnSAYwANs3zGteOawq/VnD0brt6w4Eoytfm
RBc22oYqJIrmuBnwUpbcs23IVBdf2o8DBN/bbWoH1ARGCjBa51NZmyBcsyZ91oQ7XT8VJY4h3svW
9FLH70NM0KfBk8m9stY44RaCCyhTALUAhAT4PUsKLi1rzIkIjuvbtLeo+3Hlp9k9OlMdXPadhbvV
RhaHB8SMvDwbijIGcMM3RZ/7GVRZmmdL7EzlqjQwD9V6DbjKOFtpjC7tI9jJCNgKsTLcq6dBxSk4
FI8j3HT5dD/UPi2Ha7LZ83TTd+3K4OKCL2JcABVwTH25BEs8NaUqVhOrDHdOy53rAXmFN3BIq5uA
IkaZfW8Zf6u3CEAXDGLYTdcxRAiA+6nBKa6GKFMQqlNBtlxxvA4tDYFzdvmbLfnGkZmvDu9Rate0
hJndbCbCsyhtb4DPjRgJB7ISyZayEtD6A0IG1TZMAn39/yNDtWvyjk0zpxproCqLseHM60pSX4+5
8aAMbfLgJKP+I6ot4BPLKgtpanGKaSGrrP3La166BtGWddEOxLeccVWne6tQhxSdg+nAKT0wDKCb
AgPq0Zy7e7oeKioCGvopbv3tst1Fdz0yO19fR1sAHbxi6ClB/j4oD3WFg0it14o6W8Wd7ms7hZLa
qlTovBQpLTtZqpRXm9EQ6W2p5z4jvwa2GfotMfaxe7DdvW3cud0LL8Ia075muhfRyhNyKR4cb7MU
VDFUptmgg8R1PHwm6qcgYT7N+spXpurHbusla0XWtQ2W4urURnVSWTBYjQrkn97q6aUAbwipUl8U
nxrdXf6eizHBsSwAFnUor8toEC66qYrnIdNOxeBpu+tsDJg5vtrHnmhXytXnTApzPEBNAQPhGNfG
KOWp82TxEPVKgrXpFlNRG08AABEjFMkKA8PMWvTDiFO2yaggV2ACfFLAExkIu7N8FIBdXOJ0bXxg
afUAGUAZB01tPK2lAOUKVqdmacCzImdjm+zaSLdpGzpKtq0hdXR5q8n86WQ/PrImV/SgeBZ3DGPp
GKO64xrYOuoGxDHdA4KXTysjEEUalA25qWnItID49t5Knll6QJBWikcVrKP3Q6AEWrrywxZSThtf
Bn1wlM9mhdzTz6LorYKSGnZhQF80q9kdrob95bUvhWiwImHqCvUFB5OUpyZAOE1BXjhHqyyxs2DE
oFUDuSzMkTdTnYTJ4HZPf28R4FuAGkG2hpKM5Gt9jY6ZU0K/bkqa9I7HLepk6pTd1L2WBFHctd5l
e/MK5I+L1wigK8BIgLZZ2kQ8PkwFSGY8ylsliPh+gsfSX5dtLF5Ax0ak6AvhhFYVFEZ6xXW9gaX+
ECub3NSDLhVe1Q/bCZWUMnUfBttNQHb1c+UHLHQhwdT1z3ecv/NR+Dd4lxHk80jm3dSv6m89f7Gm
jdAAlngbyE1B8ZD4uGxz0TsRmOCBOKSGTL9SqEqcpQ1cJxcgWCrag4jWRuEXvRPQVxRWUZYCoPd0
VVqkZROANZi0bw9qfm2DfYRsXfFweSGLwQYTxEDza2D8sKUz4FR6U1vVHGzi8j7Tlaua1k+jk2xi
zm9p3ASXzS3um42sEqR1mIWRse5qF4uugGiyPw9tXbdW5R6syXm9bGTJ6+EOf4xI/gBdF4g59TBi
mgNmBWtPSbOgJt8uW1lMdr6Y3YF3sMkZOWOOZLZMMwt+bxQPjdD81GX7RNCdEjGEFGPHmXstzF+2
+6/yLJRbbURIOJ/uSOcaBBjUjRIXDw+OU5Z8aBjCpg0JexqBB7bYFuanqIYtUNorUfkccwpCsy+b
88wd8s75LB6dNW3gYFc0pzn1cHdVCXKBwQ7i5FUfyU5RrKuWPTcxvUZrJXANMEcSA1pamDJMkaB0
9ouR0p3BDUB6flz+GvpZivL1w1Dq1uYaLjoEpz+sidO+Apw5h6ic0gYKj7MralYq8XM3SV9JpE4f
jpu7e4wLCjB2jlnQ8A79afCGZ37cTZFXQ4D1rWyYel9GJI0CkN6a87R0xg2vEkMH8TiMBEOe1dID
m1D2k6d9LAKiFMPPvEyh8xU1SdgaA7hlRGKR72AIMPelGLPrMXb44EdxMz1yt9GeWadmH1Fbz8A4
2obQdm6LA1Rv3JtM7auVGv3SzmioHtp4HSwBygDZ7IsWfmpD/GurWBPZoNu7Z6xp9rpeFcHoONGs
XtavvCLPDvtMbz2TVBk2Jk8AaDv9JIND7XSaIDffseeoRJlBXwMfnp10yYJ0nwrQ7oxpQQsULBmy
3oPFr6I1vZ6zCDnbMNCvRpENQ+wyz00xAs/uihSr0A7qEPD+o7dDPduPYiVsfbnoyW39ZQlNNPDL
qCDWkiI+11M7HiNkBxyEcl0wQ9XtEOHLI0/JfvLZA7imVl4S51UpyebsPEfn2SlJ11t4M/pDaPzO
rsXGCaZtdchv6z1oNkJzv/bJzt4ukkEpu83NrrHsHgbVbfxYvCSHbD9smK8+Xo4HC06Pr/ZnL+W0
1mQJtUQzJyWhHYK+uQ1NLKdfSQPWrEj+l5YUtfk5vxp+TEH8EB3Ad6oEf820dLplXyn88TeKSQRy
Y1hJDxEYHelbG/SbJLRXOkXnF5pkR7pVuGZ0aLfBjvGghf2uu242iAvv+XYt6Vg8tkcfZw4cRwua
iF0gP4AhS91NURA3+4i8XP7+51kpEl50DTU8IRH1cIRPbaDD0KvdlKDMmn8wsDMjlan6zWg9Rnbo
uJDN+W2rYWWvVLPOkrYvq/Njcj6/rjy9Y1IeWZA1L/xolrdOOi+JdjUugWrt3M6eJcUKLA/0uzP3
H+pYkudpOc9bgpkyv7X4ptJrwA7fKvUdt74HHaKN04MzvFX4FgiHIJ5W6QcXviCSHgdUHxBQAU+u
ZJ4ZUeoaFVIsKKaJDQvLXXXQU59dR7u53roF41G51Z7it8tfdWF7T8xKdYg87TSDsvmx2l5Nva/o
P4GTgEz0yrPpHFOGZAITBhg0mBcHPpNT50HRt+/QDUOBvG+gzE4p7W+QHojfCUc5QjU4wMhWxobv
Tmnw23IQDIp7fYYyAXTJroQ9NI855lZj8L5NxUuTGNl9nSv8O3OVaeV2P69f4LeijqnhQQkmtrPG
SVIwc0af5D554K+uV2x04tFA3U9XVVj1nvrc7i5/hIVr/cSg9BGgQDWXjWHQbR90EBLaa2QYS1/5
eEVSHOqMuHMUJGu+pm9AY10paIkkqp8aweWFLDkxisBAldioO58Nkyh1X/NEQ37iWOh+8Oy21FFL
75sVCNDCfuF5jDR9ZgEEraJ0rZdFX6cCYxI+d0SQKEg8B//yQpZSFEz2gmdDn2c/5UecAGOj6Bss
hIyAGG9Iuek58Vrg8httTbpk4eOgVjKjpjR0s1C3Pz0avWqwvMcgOopDXl9+NsNdV23SbM2rF5d0
ZEa6InohapCLIRcat+4TKGWIXz3a1/lddJ/43e8y9rLEIxDDVoJ6JbSeV8RwDToQgwc0B297UOKd
rtDQsy7KMqxQezKfjCtjo2zS78bDd/MW9UfQ/O2d0uNQlfX8ZK/74y6FrudKAFpwmZOfIB2xzHQT
4ozzJpcflnOTrgkmLd2OJwakr5iqSW8mLgyYP/TE6yIv8XrPCBIC4dAN/26tFVmXEqXjPZU+J01y
2qcUHkr3/KbC2BzIn6etwb3pqvS0B2U7vkGiyn/Vn7uVFG0xwz02PUeBo2RDUXI9NwiW2ryDpHaf
OEH/Znh15WmzI/ndYxb+fYA82dz5CB1ZpECE9nkyx5Wh9FRlEw9/3fSXXFQKKdABtLpiXlNJsr3V
p7uKraxh+Zj/cwjmD3q0hhrCM/U0Yg11GYeuDjq94c3CBKQWXg5di3ZAgD9P9M3KVpIjmj0K6KAd
wYSb9jCZaME73zr91k3pSohciPUQDfjHjuSAFsQ1oUGCl2Ks3I/9TSveFL7maXNgkHKyExuSp2VW
RFr0ocA0Ej+mEbpwxaZE8ykWu266Ic1DUu5V99v4L67LE7OSu6F87iqJMwcLw+cY++C1Cimia33t
U61toex0tMIAN8fyIufJZHcNULN6Flx2hzUbktuN1RQVpIONJn6cnF0FEk9jdW56MbpimBOED3i6
nxUhOeY4YwNoX78GZTU3AxdMX6Cgz0vfVl8gH2ckr03+1IK6PNKgwpo/K2uZx+JTC1MDwAuBfgL8
3ZLbV21dtH0Ft+d1qEM8vAhLDVzENajWXJAQCU8dDvmqnNTS7qJRDPQ9TsL8fDg91J1JrWacy4ZN
MATRnn2fMBJfey4mmeM702c36iP0iNekjJYy1Lk//ces9FFTRU+xC+DNs7Y23pVDGHtecz34/L1+
qq/XnrFLEeXYmvTws61sGhvNRoWy2DHjBjOpTgvc/+ayo86/WT7rR1ZkUrrGLRzQhcOK2byXLDCm
GwdaIWB7bocwKt4vG1tMSY6tSSmJptTDVBNYA6f7dghifLL0zr5FCpR6xRbvH/Ieo15EH5/0K+hm
pgHk7fo1PYWl2u/xd/waDz+6E6qBsy6CZLA/3X0mXnYz7UBn9eRufpF9G0YYtGHoHF5fr81JLnst
cFMWQNPgBZe8dmJaVjkqUsG8CZqmQRnZt5XHyzv8//joP0YkHxUTQN/NiLV1YR+YO36LmuK34iCC
CEzrYsfXMrzFDAwx6M+qJDflIPogrQaDZKvlYbQdnuOH6n2YfM3yVG+tiLm4h8Doa0jdQQwjlwsw
TmC49ZzvJSWS50OX7sTaM2fZxJ9qryw/X4kmFcmAkGYUqQfA9pDFXtuvXOMLofuk7CElxn2WqYqT
oOxRJYNXOrfaWva/ED1Qfp2b7wTQYUgBnIbI3Ib2j3BQwGkRhDPl94C2G72haxfAwmadmJHW0VG9
SxoXZvT4EKeHnu7MKLzs0otbdbQS6YqZiOLUcVYUPqQaAtGqHoufL1tYW8T8C47igdLEDeoRWAT6
LsDX/aZ955ns87KRpZNpzTzHGt7oziz5dGplAtIZE0ewksaGB+ENL6I5eK69srxFaQb2BjOY2g2r
Xgb+Eq1NaM7HUIrzJ9al5CpT9D7FcCHy0z7dtq79pPZAVkECO9atDYjZghSAptJpt5dXPce0S2al
mJfkaYzXNxY96Y9tdMjNm0H70JtPfVo5UOffEIUDG8RjoJBGD1OGMBbgnLVa1YYQe6VCoonXt4Wl
gDibrhRGz/cROA5gwgwIdqBocJbnd7zuytHCjGGJuW1+w8AVV4NZTd+rHQZr70ux0nxaWhgm3ueh
AAOnQIb5DaywMABuZ34OOLv2ktFHpf24/JFWTMgQP5NbpRtVMMFMvm2Md51bQbs2wrPwfnUs8N+B
CspBM+2MECrS3A5PJIwkTRBz+e0wv/jteuwamkZd49mfyo31lAXV7vLSzoPHqVHJ7UeF2UIMMFrb
mJ0Ev7lYi+QLOQ1MgKISLgGQE8rlp+e67rqYJnUEE5vyuQ9zvwjTbbl3D/m+BVzXB39r+Wpvmf8g
PPeQbt3D2vj6eaw//QVSEC4MxSrVBL/A7kFYvTfJptd73Fmvl/dywQyYauYCIwQc5mByulAcL7AT
8AQL5C+me60Poa0+8zWI3hcs7DRkgCoNHuJCkBbzoV/Z21E0Vlvi1kVeICP1isfsVeu9eJNqPso6
XnKVbKMg9/TYT2/6TRwWT+5qdrhwGk7sSwlNnU+khRIUupdXU6gFeWh8aLdjSLz8xbn5aW+//by8
rQsXw8mC5RYfgFNNkTowGH2amidUP3vtr6G4tjFv+BBqvwH79FZMnodlNDxcAMYAaZ9rn9Kdmqqj
0piAD+MBpTyl9/Vt/wRAu3WwGMpn09b91HwgTSIfmsBrDc0lL3Jmige08udK77z9R5/XVEZLy6Bp
hiHtKPemOnrMVX4rJqXdaxCtXzn/Sws9tjb/miNrmW2mk6JjcLBM6swz2LehzJ9J/OFMZDd2vy9v
64LnQNEFsxi4IExMRMq7mjIa1TU+pFtBhFb9Nozcs9jTZSMLEc2Zj6AGAkZoVsk18kEbusp2OfLS
GQ3loTloPyAFdFa8csmMpSNbASMR8OVnnylxitRWBJ7YKPRDEIY5f5/KOyhcgIYZ5IgYVZRRAomb
KAXJAHSZyjYg9iuGiz26Nla39ElAEQoU6mwLo2Cn39+w84QJB402xXno2zDnAeB8lz/IQkbgGKAA
AKsrppfOGrQjdQut7jvAUqIwm95pI7wUUz9o02ohZsfQXCjWju+XOpAUI3HjoEuCYS2sSu7r0Ukp
XBpjPkQHOn3yVCMa/SJSo/tBt+HnNkUlDZvJDN92eh64ggqv1hxgV1D6grgGdl5pfUMoqPgnUyv2
QijGaxG1eI0kas92KdOzKeh1JFQqVN7ploscXMc9kqtD2wh+QLuxua21MebXzE6Me2uycPNM4xSS
bqTXFinUTzJWGIVInHbPcRATX9MwwekZk6HVGGzJlMarY9f6XajVEE6GM35PlNF8qNqoeKJKm70x
DJJfGyA/DE3YeGBObF2zsiQ0KAa3vzJyy3rvgfPbkmyk87yF6MZAi5XytkqcPpjUHAoRY6P235B3
A3lMYg2COhb8zWsEKKBE2XTTNbBpIrp3FVW/SwcX+kfC1d0OQje02tsmHV8Zb2hoJ70be5XWYQhC
ZNaWJvqUoFldMRD38hEA0Qm6OXc52MPes3qKHqquTYAbs80aNEVKGthsFM1Vb4BPDOVoWl6XLKuu
8Bn1eKO72fiL1KQqvElkxXPCCUP5zFTVsGzb5Hfb1VAMUuymRBHItnmGchvIgoghuo9qinvq9dRJ
v2txo28wVG5AObDM9YNBW1TVOytaG/ediwiy+8G4hsojBvUwQXp6qhLkqlSpK7z5i8k3oJhClG47
pVCp6ZiPKdZfqbJWZyBLAQnDNWjVIcFHwJBs9kVd07hD3FOeUKAqD+8VJCa84sYA2eltfw25kyfz
NtvUAb8vvtONgzSMzIqglw/74q/AEDrIaUF0jAHa05WbUWwbZYHDrmehBdZqPqzmHwsXpAMmlj8m
pCtLF9FQOR1MuFFoco/cjP531JFtj9y7ZaA/1Pvk0Hjufu1iXlualN6xMrerTsBurAP8k2OWr9z/
b5sn1aa6UeNgGZkjJc5Xm9wO5OGygaVUCikF8goAgL+A6aefp8P7oyq7EbljRZRPu7ftj5LGKCLW
Tomujzu1eVhELvgQjMLqJ6+jUUICwK6Ln02sp/DfpL1miejXJt+WNvf4OpVSgzyOBhEbuE4Ff1GQ
0lp0pTm/5DXHBuYfcJToOE2XVQRybn4tyGtGym3tgs59ZFcl+ReWjq9U6bXhFiUiSgoYZjt8ZqYV
pJwFTSkAYlmjKly7vKVNUyteMaHg8m7HndZctXhqrzHfL+SHGJgwkI9ibMI8G7tP+pH0iGbIRrMy
LMwqLLbWE9jFN0akbS8755opad+GSi2yUUHtO2LJDpT+ZQ5YYhd06g3967kjA6nV0aqkjRs0O+6z
CI0KjAgGnQXBPSPIq1dDrYNSsfzL61q6DCC4B6FoyLJaUFE99bw6rnreuthCwfykTTxGfd3YuY3u
mcNepGtOseTox+YkR2+1zBhLSGH7Y4Fufx+M6u+o9/r89fKqFpoEs9wEGluQBzAsUx5bgKpMQwXr
8Qzc8I29c59+oYf8A1dOg15T4ulbdSeu3R17F26whi1dcnwk+Sjbzsq8Z4Aeiw/czE3YpkrnAdvt
ACeiTdXm8hJXrMjvzhEUOlYy4kZNaek5FCOqjxYPL9tY+lpHK5GLI8WECaRsxEpMZlpbAf42NAi1
G/CqamgrR+nT/2ZOOmPJaNR5m8Ocrv/I7R/QWMTw2eDR9O2yna9irZwBHa9Lcvq0LhxNmV9hyTf3
WUWt0ZsOKJrh8jzYGzS0wLty64TJ9xWzM9L8zCzSDqRBQEeBV/X0rDUIIU3EMUvT4wYtTMy9P3Ly
pI0o4yYBrcJuXEc2LJ3vGSBpzpUCTFJLS3WpRkU8T9boVcl8NunXFedPXLACoue3PZrMiruCmloK
ldBesLBE1bUB0TpdJjJhodvzXKgiDA5izHsz4+BuTUp1z5z6HQoIa730RYszth+tdAi/yUJPFu+M
ts5w1VRjbgMPoCXTLhOJ9kmySKF+bdRRvi0wkrLSFVjICzB/gglJsP/iWSGje/GJy8wCaYJfUnNf
8Rs7qreXfWbhlEO5F+BhyBygTyePzikAXDsGB35YzbJiY04qDaymHYBEtH9dtnS2h2BPAoIW9Y+Z
SgD/Tr8aBuRGTbi89I2u8whUTvnPxngwkx/WGrntWVSZLc2K3Xj/YnpI/lo85Z2tVX3p96BQTdUu
0JOdhYpZtHIJnLm+ZEdaUdq6HBVRrEi3IdbKsx8OJmtBhBZmufthRsYVy9YAg2sm5895lMfZpUDF
aoJJPDJAiBZQ+tiOUCCuwJnwg0LT9vI3W95J4ARBBETOyTxGTG7mxBYlmlLolvS3TKRenzyY2V8n
WvNWmvCMudSDlo9UiJkghkXUAoba/M0sbpQ8bFBbKN1NLZKVNS1u4ZEp6RIo2eDagw5TowKiJuKR
gm/y/CoG51CWHcy/xrBJK5Pio57oVHWbeQtBW5fR6DoWYnf5K50nI5INyRELaLslBp93b/wsrcdR
A/nK4DnjVZdeNVOYCdA4eTnboR+umKNvJS/CfbS6ezSqgJ5/Xvk18wae3ELSr5F8NCW8qlQDv6bp
QdF4DfE6DxVJrwdOnFnXbtR4RA0xFknLzapY7zneYDaOmiRmHzHljmbq6QFRrDqLnXYsgd4iHxnS
CNAP3ioggnC0bDu6EH0ugQpqPks3Ry4aFWufYv77Z4sHoSPquwQqR/J1iNfCKBJlJqfULIydAZoM
usWSv6gWOhSFvlOA8+qL6JthNe+GunIxnjfRsHqoyqPygquKYNT1dPWVznsrd7D6XryJ0goiAopM
p/DNuH6NXLK3K3vDBogKj8MmNrN3IcpNZHWHpoDO3WU3WAodxz9FOmZmZOpQD8dGgK+WxXSjur90
eqPW8b/Z8WND0gGDIqiKJzkM1Tbz8+xVd7ZEZVDPerZQ21Tw1O1bL2X3Ol3VpT7Lt762e746wdet
oqRwut0uqGr72sV2zzURnW1M66euPoArPh3MTZbe0fG2IJt/s6//2JzD29ENMBk4WbyGTVBVTPWG
gPQkD6y0ENsmT4aP3mXi8bLFpYsbC/3vKs8o7/qp4bmBJBJ059BEj2rc3PZNmTwVbumjpBtctnZO
fv61qRhAhAAFsh5ZQyoH4UrFVRV/mzoenXxVfTCN3GP2s2N9T2c5Nqi3G+9VdMf/mujo1LQ89dsO
ipk5I0x39RCCbqTgPCh01MCztRi56DmzvJwFvXskCZLn2M2gTA2BpaJ6pVHYjD6Jb1BpBhfxFXBt
9uRPawR7i6ERDag/NiXPsacpL7UKNi0o7WZ2mKuGr0QHJw0V89qqt1O0sZQg0b6tfND5AMoh8diu
1DFNekfhuQa7GBHxG3ffdLemhUDod+JQcCDHuyDKQzxPMMwRWWszAItxCG8x9KhA3AoClNPzorXp
mLmFUc4yfi9cpCCxhvANfc2VNaH4+S+drfPI0vxLjk5mN/S5OghYqsByxigN9D4JmfLXNNZw0jll
B2HwLApyBkDT+gE8LhoWpKDEbqdp7DkxYk5pGJ+ZxldGGpa2DzUOHcrQ+M+QHdWpm0JTVKX0FVL6
4ALy3I6Cfb9+iIw16b6l/Ts2Jfmnji5MrKM9g7JG0QSZDqpVSFxaAbPWSDzP3+fzHh6tSnJJG8QC
fV/AVFVet+STuPcW6BLrA2U/0NfSIeqtvWrRjvRvVfaoDQDqby8fiqWYevQD5OJKOQCOhOkvpAnV
z6K4Up2DZqS+Q+6LZK2bP2+b7JbHpqScoK8jo3XjuPLbyf6d0desxHC/1QcMTRiH0bA38pXFLVnE
Bv+5FqXdpVPCin6+MEzjZ6pcZ8xTosqjg6+rN2m+dsCX3OYfa4inp8cu0uoxJQz3v11WV0nV7lgb
IeH8dfmDLVmBri1OHIZRTeBOTq0oqaVkbR/BOUtz77b8hTMa1H20uWxm8bgdmZGyJt2heaIZMIMs
8rqrjHCCiWQwd01BVqBqC18J4/eYqgR40bIwliKtKMn/64K2K9pNHhluINSiwUiCfZ92ihqYzUA9
AEWblXxifo1IDmlCRAkc1wT2LZlUpmTcokVBK3RhEuVR54UNYlSnX3HC2clkK1BxxnsSYd/BuODp
8qZaj6pCx8O4qF+hmaQmh3Hy2ujTcUcPk8uetgYMPm9BgmUddW5A/MGbO5NsnVqsqx4kf7Va+YnD
PB1DdDnvPT7Z/shRihPmziXTJiGGl5nKXueaZ9vxxuySbTeB3DwWt0kJHLYlNpNlP6uV5jlOvs3d
LEzdLGCl62cg0r7sbgs+YOEb6PBqJCHIDU5/8pShnpArGnR5bKTJuVc7Gyva1Pwj1mvoCaxYOx8H
mWEpgLaiF4DCNXj8Ts01DgoKZDZnF5ir+S4wz412lGU+2NNOExvBt4rpX17hQqBFHLJBAormHuYc
pdeBWTmOkU9G5YORIUhiNPnsTRXfNs6hNpKV9S0cXjiAi2sSbEYz+uZ0eeMg8npgWB668gGLkK+m
Xp7+LLqHy2ta+GomhuHRdcDYNmae5zUfJRp2XypJ1mNNQ7c1CWp1dB+LZ5LhhdntbET6/83c/HOO
zFVaM6n2vIVD/FK51NPc27S/o9FLKXqv+DePKqwOQ+lzawNqidIuFqxOhla1Kh+kM7kDEe3OSzMt
aMlr4nituZ+qmyryLi9x6cvZ+Gw4AzgKoK09XWJMuDnQXFR+3wQdyA7L/Fc5Pgu1WdnKBW8EmcE/
dqTwHhcuFEg0BCXT2fVgarU8UzHQu/FztooCmj1bDoC4p8CrRQACQuftdE1jPDSNkcCWrd0Pxr0y
+ATlCGj78a73TDe0taBiYQPgVqpvnf7X5R1dOutwTpgGGzD+yYJ5hWWnVjEOX07aqT+y+tM2Q9Lv
mOurJoAsfJsPK+dijlZnKz4yKTkq7aKhbC18RQuCEtPkPhX62gDN4gc8MiFFMGrpozB7mFBqeqjN
JlTiOuyb5MbM8reejivo7qU32/EuythrYuUtczrsol2Lnw29s3MVOm3xHSqKVxC6flJiJ3RR9u2M
99ZZy6yWnuIn1qVj4VZuNzIXq6XtPqs3dQrGJ/ao8J9R/OrQQ8WeoAvY6M/MWHl1nCM1cJceeY8r
HZREIaQcHVhu6jRQGvTPOnowrfSusaqXluXhKB5HnW6VuAcT/tOoAwicr4Tz1c2X7o5Mt8ZKMGx+
Vv/Mowdei6Bz/SK962s/7/flhNf6W7sGfFyMRXNXGaEIICo5cRnHWB1KA1apFpTdk93eRyJMy5Uk
bOkOAQPT/1kxpKw5SyNeKSasmAYyJI5cJZy0HTE/yYx+e74cDBZyMZSNoJwyk7hg/EI6NYk9loYG
xi/fdV6UMtta7HV0ladGBQ9nZR1SE+hpc02AZMWoXMwBg42miA5G+wqUOC8Qq0tRcqDQ71APdpx4
1pr+2BxQpfCDEVc0QsGWBx4y+YmAISs3Jg3yP8x4s454pNmPwN5d3soF7zgxIh0Ms7CKqAOvuz8N
9x3qOGC6hPQJtm/lplpbjOT7ieJolc1mO853YFbRWUCHdY23cyGaIv3E5AqqGBhQll29rDGJmKFV
56OzauSvbrVxpg2ETVGuXfs4i/t2lOlK63EJBiAqFaZYdDf1v2rxZMdPZrfyplryORDp4OMDYjMj
2E/vXKelFYkcpEpVQb0q27vaC63enWHwzO7HBPQlYsbf+wNSdwB6cMUDcigdrbG2cii3wCIQt57S
RdASiA8a2KZI/tfQGmTvR6bkmgV6DplZZ7MpENqDAWinkDdwJHpT5dxfXtS5OOyXKTyhZsE59ASl
DLcFFRgbYrPyx67Jf5ZRXH13mKa8C9Kyp9YmkbkZqzwG7STND/k02QdrBCX3VtNcus+4XVWeMyRG
dw90tcY3yUTrPlD1ol/JOBaiKBrZBGL1wHej3STtPjOHoeWjXSGngqgWCa323gQZUY6ZUL2inmg+
Lm/M0oEB6gFQAIIsFQ37U/+KLc561sIe7Wovq4AM/hiQQFrqvZPQletvcW1o+6Jpj0r8WXNDMZqK
6/PaprrRQDBLxw2x2U0TM8xZTuw2y6tkh8WvQB6WntHQpEQLb5b6PH+x0VyvExQ1GUbOrejVgWzE
ox0b2tOUDETz9T7vPoSlZztiFObv2uTuN3eg/abtQSzoDej57AGiNt/xYIlHD/whzqOTZma2VSpD
iMCqe0o3TW9lbyaF3Fph6W2QKo32O5501Ds0LdZWU/GFaj8YnjHTBr0tqEfJgOiIgUdFZAA/s+qD
GDfEhQqG9cDIAyFDQIer1tigJXnZVRY+34nNOSAevdoMe2p6w2mZr+RoeuZTUIzf5rqqmedeB/hu
h3b+ZYtL3ccTk9KpHUYRD7Yxm2w2Kli5jC14vOcerGbvmAaSOLZ34xvUmbo6LNkDc18v/4DlJYPM
DCpJiBlymoHLFpxNOQfLonrDqqDtHp0OfTlwJKP3AGe4bG0pR8Vy/5iTE4wMI0Ms0vBVUxWYRrKr
3Nux3/PaVzCdNgsARNYrA/MfmjzWz6FZ03BbemGd2JcuG2iq/oe0L1mSVAeW/SLMGASCLZDkUFnz
3BusqgeQmOfh65/T997uTBWWstNvcxanzSpSIhQKRXi4g50hwnKjec8hH81ewUkdqd7EnmNjN5pv
ZcQla17JCs5MCvEHmt1oSiw7rOv3cf9ThW5h9+vytq5coWcmhIu67Pt0HlXsagyR4QL4DFULTLRX
nWyXzX69fNnNZYsrQRXsV6AKMcCQBjo8YR+VQXOG2ZhBZuwcJhuSoLbr1J8s3FLpN1szhfc/BE4I
qFbRgzg/lE6dYRQnAhJ2VL4VuW9CjMdOwGSXueMsg9SsZDyY/MFsE/IqzflS0yAt2HRA1AMd3Axd
zPyI3HTD+fe+2l3evjU/xFQJ3hKIbQuyWDj2Wq9aYZ9qpUc6E/jlnJIudUlKYn9o2mJ2p0bVYxcy
6/nRUux28DOOcSG/isZMgj1fc08N5LUQKIDU5ZcR1D6KQzufOHynwpBPBH5XDNCHNpXkxitfEZoY
GnQbMO6qweXPv6JKVLvV5qREI9VNwais6o9onDrJpyFjEF07DCDIMFRMjqFEL/Ln9DmmjAioDz0b
zJf5SzlxV20OINbLlHGbFfEeF5/kay7eLrxiFso7sHo6EG5E6eZ8cbZS12WlFbh+1V9qskVK62od
czGj349JkDjvRfESGS88l9Gyru7qX8NUeJGOZZeorQHDROm9qgPZgeJz584MP/S0d6shYOHBqbbm
vGOO15C7mr6x6H0ubhopk89KIel0D8SIMLZT1ncWfoqi1J4J5x00AImgQqt+cNp4Rr3Ts2M0+/nk
Rgqwy16Yj/8QafFSJhhXwWX2ZfKAGqEREaPCn7adDTdv4xh8KcW75GOvJSbA9S00rhQ5iMgeoNNW
z0ILVnp0I4Yg1T/CbGsvjlwHfDrUvPcs2v3XpSH+oeuE04NBaqTPQrztM147dlVi0iG/m2c/qe47
GZ3F78T7zIsXG5h//F0jh3j1EilOsh/aVkrZ/xaq+zbe8sKttn0QVG6/i7YU3uPPm83gT6Diy3zZ
8tZtWxj61EDJCxCYeIKsetSYjTmmZMc7d3zMA6hRgD4WLEKtp3iV7/ycLW++BhEWOlJXsjb677V9
Wftf++JBUjkrDTLCfueF99AxqV3ige7aK7bDBvzaQ+xr3qPEkb4c3mW/T2wK35SNPe9iAoA76DL5
HqxJB/qmFO4naA++j1i8H2/GTfhaXnNJLP5aoyQ6PjTuHgM82GA4FW6fUi+6En0laG2zVxp6KttX
4N6KtqaNeUzlroeAS9W6uaWCtWp7edVfbljB9JKPnjhZ2Y5aywyY1um4HzVIcVibsX+YW8lL7Gum
KRgSPKoF3CPMZxgqj8aPOpjfsgPZG9c198wNCdjC03l5Zb/f8uc+dLarog/xtiE8VWFRnTzyrdiN
Pr+drqOHfpdiqHL0NM/08ns1YM/a5NJDKdnZFWbic/uCP+VcC1VmwX68V27BjPqS7qsX7idH+2mK
NvOOJi4QcE/6zSwbXv2SQ5zvNRVSXC1toYGgxeAhsVOQH7/GeRm0imR9ywe7tL1CBlGHbODNgOXN
mg50aONCRu2hcTCY26ovEZ5KGcbEm8GRHRaJx4oY/BHrSnCx4LNu+6PKd45beezn5Ljd4Oq3gz8e
9Cs0FHxDUgBe3VQNWD5QOkCOUsxjyqFJ1JlgU8MUclp8WxcvoQzUs7o28KYBPQ4N6C+Ji15FvdIv
NirH6neD6fyEsMxtq0zlDiS/weUDsrqgv8bE89E7RgKhRBiLjZ+mupmBqYmIxEm+JtaLK54YEQ4B
jdEntQwYIcoxJH6PSjntN3lmBLV+aLTNXH7XlbfLC5Psouj+MZ+dSQthE9S8uV+n/NrsJ0AWnEIB
/7reS0KbbB+Fg5CpyJxogderatzH4V0FxHgh6aHJTCzJ3kmUjkGyOqPej09lf9oQpYdCC5WCkFe3
DXQpKoAGOiQllx9xYsScAQnAaEbimc61oqFkdl0Qt8Xtb+zCdG+yJ6pEeJuDmgZqebcEfFqWq7ey
AsziEF/CysmvWH7lya9wcqOErhd+xVjvVcPVMQSARx9NPuLxNutMyK/6Vrxxelm6JVs9Pbcb1xj8
LBvYnfijbnl6sptL5kNA7bJvrh4ILA8sGjoEIDGRe26nmTsoxoWwo2BkySVYh2ZBCDgsfD2EGk08
YQZT1XylMQ7QIr5sfHETcW9/k45DfRuQIpFasDI4gz5BATeKphtDqTZJKuv8Ldv0xYSKV/ki7oN8
RrjmKxaak6ZjeUllHwhV/FRtvWE0vlkF3UeyO/5rexPhBU/V/zWHXuP5bo7UropJT0AdFjce/VmO
mh+FLmkeSht4JIxJAJKb5SD/kFWW19zl1LAQ1yymNpMewXAOxq3KsPYRqwMU9R/wgJe8NVbTQ4KX
swUkiQ5lG8E1064Zu5zBlt1AarU3ZtfuZjc3U3/CRIZZjpvl/9eNcZNo6Q7O58+2pCm0vtEnv0HI
EysQj+TpgN+gUB4+1eDNucqsHK/buei9XIXe4KBE8zYaMbFTMr2+zcZ629r2IHtiL7nLFwcD/Aqv
bKCHwEN9/sW1OM0woI0folrcC1u/73acflfaIDEDsA4W1uiD8aWvE3eURcjVbw5IP4pOmKb/Ii+k
T46TAfuCPWDfoOmeGD+cRTxPkuCsxXo0dh3IKaLajhmc8wVyZTSUoqyXPMM84AW/i6GJM0yfl0PB
10I3Tg4a2ghCkAUBHlRwYJqWTLM50ii9R4gdQ/slp0qGHh/m/8Iu1Z9DyMByDDDj9T58jmXx1jT0
viIhhDQz4zlsiSGJTquhEUyeKEaBdwVTuIKf96mCi6nOEDuabBMa4QMDpq6dUYweWj8J2T3pMN45
ZpsolWQMq7m6tRCvgOkZBTGxu6En2dBD5Qamy7vaGresJp/plAAa9jBrLRh34p92gmeh89wPGAMr
31uOW2ioQadrJkjUdNdy3i9/oeVEiY6O77K0yIA2ANPVuR9MtKmqdkKwZiM/JP19ZkxbKDW6YTje
FHkfhIlMq27Nv08tCs+GsnfSaZphseRz5RpI1xo1fWdmi26pTJR3zctPbQlerintPOoDbCXIph0M
SNLypRx2l7dw7TI6NSKkTbWpxODthZEJ8ZHzymURdIYPIR7ysprj2mvo1JQQloq07WKoxSde0+pe
k2+c1KXsW5hEvo53Hjik3LKTxOR1kyh7YawB0UhEHvChBILSwurUsIIl7tWJvp8c1e0s5ya0IOmc
3SbKLKlPG1/qbQgcwAeA3xJdXICuhZWmYWcpeor4RLbslXiTi2fssbg23NS7UjaTF4IXcvQBU/Gz
69Kf3fDprfLIfjywp/Ct+kEk33gtp8HUPtIptHmBWhAcCe1AE8xYCMqoF7nQQbphkTRnW3VWUDE7
qF7rEG0RAlORZ7Nppg1C8j150ILiEG16xwcYMTC3UQBg8+B6qeQaWPPd5aNCftNW8bgT1lWUqB0U
DQQPc4tO5V029ZCHShA1TZ+l5YBp5tZ8aJqC1pJ0Y22xIOUwYRVFexTRz+NOXWa466GQ5GXTbWIE
bY7SsSxLXIs0mNfHPQq5PmCBhCxRbcchZ+YAkq/uQ5lvoviZOc+WHVw+/qsrAagBnwwj+/jP+Upm
Ok4prlMcEJs9dl3/wmvM0A7z5rKZ1fzMxj0K6V54CF5P53ZaJwwjdcScfupcm/HGgjZfHkz1tu7u
VHNTaBsDDyXrqPWSt8Tq+k7sCvE6HrUuHuJ5iaGozyZ8b1QPRaZIdnHtHjpdneCIPGLQhRywizEl
pVcb9OdidOcwTInpZU4DVnaaX+X5f23+I84sKCRnmdzHnSz4iDnkldG0WN2iDMcy+6qnlj/Nym2o
5G6uKYFl/br8IddCyYlFEU8YthnrjVxFKAG5pc1vnE7Grbaa4pyaEFwFLzxSWRFMQMfTKzucrE0c
3UXDa2lBIGangzovlKHR1+4JADbQ7SOoLn+5J0Lw0jQzN+EmPcBp5vuQA9CcDBjta29YPR5akh3V
Ydpf3kyJVXEzCe73pO9h1R5v5/KWd3d6/FIrdw3Z1RXYRiTesnYWThYpNmSANupAAA5zA38s0qvY
IK50MH/tJJzaEM5bMdaFFemwQZLGBWTJxBz8b7WiyZ/azfwv9blTc8LBmzI7mSoV5mj8AdFaNx83
dSf5SmtleWDucI/joAF+J/KMGEnUVg0SCa+b0pQFmt5H79AHsb6zOXECp9DyR3D1JTd0bOsZTJOR
cpvlqoV2SBINxxhUsFdo0g+T5PZb+Zz/g9paVFwhhSCs3c4dBvjpUlyu9mF0aEBYA51EyU23dhoh
UUBUPKmRPnwBHtbpXBdGj0IhJMzMI0j49bsoM6/SccCjsna2U69jmimJrtEamkCxVPx3SvdFPxbz
toA2IMiJJdia0qbMUjxmodNjk7vCxgiRZCe/EmuQcxtCyDF6zBU6qJl7LeNgB5k3BICiYVZ9Gtab
lilHvaVu3FsQ5a28xMCIVgYpwlxzEz7upjz1R6gUtuo3iprg5RCxkgWcrV44TzZNqrBZCqd1tHGM
l6HDGTpEsg7XSlSHc9uY16JQXMSL+vx2tvq0QRkBr0q9/pXUT3H9fHkVa38fTM9gmkYXGpIdwv5a
Bd7wFsXfn7FPE2BauPAvW1j1U1DKYHgZPx8APCEli0Ah3ZoRHhcFuEfa3dhsbAyD0XcSqx4Gi0fM
UTCJtN5afQD1pr82l2B4UoetY4A5eifHZfjoaO60NV3NJe/F1rmZ0XN+aY6OL5uYWDv0YBwBYAMc
XNhN4UullpG1pFiea8oxtbYKHm25rA+5ci1ZpzYWnzxdFgi41bZdllX5mooakT9n1yF7VqkLnFYn
S0FXTx/6H1CuBM30V5wND2OqNSOeJ50H9O4zRMkX8b7es100Ho/2rYoOvnLVBlDulUS31d3E+Bmg
WqAYM8ThpQacSlZn4J3GtAOJD+X4zWaSt+Dq7QFWgj82BCcp8oR0eYSHkbqlLttFG/09PHaBs41d
6yHyNUmFaH1JgEUtdSv6BRyZYdwxjmcsydZwK3wfsuuplZj4H9oKoe6CaWLoF2HUEs89cY6u5WM9
JUzh4CZg1TOk0s1PU036F2Jn5a4rQ/1b2uTOPmRcuaE5bw8807INN0yyC8EdvY943b6TMVQ/Kl6E
O1WL5oArYK9x8aAztkUfhcGIab2Das09cWeaz+/J1BLPikbw+fQjAfOLUtk10K68u25ZCh9prIV5
stOvm4kqt3UVjq2r2tO8rbQq+tC5ll5bWVfeh2UzHgln7V2q1B2qUnHpAMmQOWPAuibyI1X/tOek
46BaaEIdo3Rl+9R1jOFW6NmNSWuz8ZnJODTMMXJdu3lMGxvw+Kl5aa2EbLFxwwOulGivmZW2cUK8
Bdyus8kuxpQRZoaBtD4yw1h+Wcj3PViAfb3q8tydSMz93CmGoLIwdKbmg5Ntu6jqdmgVDHsrzFjk
qXNsPEfpbB8GqxlraKvlBtuEJJ1KUA+p5KiXKnSLBwekxGWjNg2Gk3sSDFlqYNZ7Vt5HzcqUXd+l
mBGkZu8E3OoZMLyO9ZZBrO6AFoLyxHHFfZtDO7xtygGioVpsdB6D0lDqspaCSdRIIwIFajXRXo1Z
x1M/Gq2rNOu0jy6t9Z+kYOrdQFO+KWqN4U0Z6lkKmp4ifc3AdVd5kVMskH9zPHBDyV641vf7IseM
ZD1M4HMuWHcd2zY4WlJqXIfKpKEBa8R7e9T5tc7Myq8LEBC4FdpCr06lW/dDHkEGwulqo3RLYqcD
lMuiKN1igl/fF3rT3ifcqAKwlzotZiGN6aAM+QB64FjdUKVGU8lWimg7YNQSUBpmpnd2GjU3aVjx
EnpAS5rjjNEjRIjyhyKfrcIH03+574qqeo+IFaPJrtXDB4HCTu2m2jSbBz1O2zeeUCXgc1oewk41
nvKuNMI9GRKg6hN9vtcGA5yzyWSCpEWh9yatwn2rNSZa9wQ9fExpV6GGKSY0TzzCwaK5TZtmvE/L
furdMXXC42Aq2Q703t0uZKUChNdYFZ85gDpPBvYldqu4Vh4jzWxyP6d9+lRwMj7qUat9c0oHUOIU
BEcYxeH5U2701YeZovLo6mBKBi9PElevxZA696BLbiB0WhrGtlNIdmUPIwAaXT8GadFgKrma9Boo
ubr4NfbDuNGAeHjSLZY1XmqjqexmejGWG1CYxY9GEvJjxkyw0Ud4vz7pk64ERdgZsasWapq7MWiS
XwyMyu/DNKsdNx8s62oo9fAmMloc4EKFtKYxT2QfZ2V/NQyJ+j4VCwlYUhH8dNMOM3/qC3qT1Sh8
uRq8bF+FDGz4vVUn05aVc30g0DS4m/jcAXRM4mpf2VYS5CZkLkNzjmtUKc3xqCD3+oGB+uG5BLnZ
PrNTcM6GaBbc5ihjAG1exX5ZF/VHZIfxDaIhqKjqbPqkmV6Bzd5Q8ITMMW/Q0BLwtBlTf1esZ3jd
OZMVbivCs8cR4TpQeaNjalcj0b5wyiqwDTu5JmXBH5RwindWbJg4DkmJg2TF7SYy8vEqneY+KGYr
ec+cRnHJFHebbEroboDg9+hakdn7dT1RNAc0valAXYi2NJmofduTatgwnpNN0SfmsC0tq3Y8OyMY
84Hwc+O4Q8Gq1tfjJgX9RV4DvgLyfYwe9cQAnRtlreHRiCYbqHikTzY3UErNwasEFDAxwXI0NwRA
a0dtkl8xZIUidyyq9qUqnHAzGXX5TknY7vo4TYKJpM076GDaXWVSCp2Jrt3UtC59wKqH5zhX5lei
deqvgSS2S2lS3AMmRo9R6zRXmJ2Z9xoc8bnLFCDSLqeUq6n3UhgDM+eC8BMySpzAJpwa3KQZ6Akr
yBOl7lT5UE+QpPhrNzboBFCbNcFvhiB2nm4NOsfbMkHmaoQHXflZ9Vs7lZTBZSaW/Pwko1PNCZrd
I0x09qPTM7erfXWSdB1lNpZ/P7FRJHUPGiNkpnbxq0o2SXE7lg//8kX+7tSXxNTucBlhGSVCRWW+
2sW3MPOGWlbeXXuunH4R4cszTY8jy4SdvDuYxjPv/3shBnwlf9chpIRKhcs5JNiqKttU0BZszBfN
frm8V7LPsST5J5+DJ2ABgGIYnrTNgXevtfOYhPeXTUi26feT7MSEE+YQjqlhQidv0FeGV/13SA8S
WQdUCibKKTj+52uY1C6Z1AwPg0w7sHGjZMxVQ9kjbjleYi57akT4GL2RDlRtYcS6zz6qm+hm3ime
5XcBWC86r/xQd5d3bfXVeGpQ+DJJCsiqvqxq8DTcbXfz7q6/AvTqztg+O756lD1yll36skAERVAa
gw3eEZvlqq3oldMijk1QsqyHO1u578zryL4FOvny0vS1kHn6LhCqFQZJx3pI8C4wXUBYg/qt3d8O
m8iGVC6/s3zqQetweGsPlutsS6iV44p4Jpq7G1BY2Vz+LWtojLM3ihBWY6jIJIYdcq83HmYWqICD
aPRdd15VoAaxdAX6tlNA+uCy3bVDAYgykPzQd13m+s99tu4wyqEtiEGl2VYYDktrGbnI6vP8xIIQ
zDEJpkfOAhd0uulbqf1IgXRz1NC1DHS82HcnTe9IK5tTWK2vENXEbCMQERh6F85iwxuj0fjvT6uD
FcE1UXjY2Z3betEt+7y8h1JjwpmsGsq7UYGxxEZtje3NPuhw+G0zYPFuZK8hCMeqXxKji3OK5+R0
hcK5LGqO4n8GozF4/Xf1j+yAsrJHvqs+34zb/FliblnDV3N4bIC/3USfT9hQqDBUUags4JL7+mj4
6f6TedF169LMZZ5+FwbNHk0I+ya6lXWr1hwIuKw/loXddeo5jsLFRes0KPfpr+iofq9f+FYmXf2b
WuzSEoUdzZ2EhXUMQ8R0ncfiJZi3zM3cyMUo84/s2nyIP/Hcu4ly17qpn21JNFoDrIB/CvMuJqbw
AOYTqo4NHnU6KfFBr4uH9ta+I6VrbyukWZ7jQTrwW3E3XeFR7fjZ67982xPLQhw0nRgESosrtW+2
6d4iLda2lm9Qt/hux+4U1C7zmyv2ybdgL9f2EuurjnxiXQhBDEp3ORJn7lUvA95ku1uNuunL4JcH
ZcsC2RzK2vWyzBVhhhudXVTRzgMea+JUtxYkcRHeMOYOVtCW26G5Dv8z7yaK9KeGhLjXTxC07heA
r1I/dfWbEe07VeIya8H71ISQw/IK7goib9Sp6X7MAFwATevlj7OWlqHNjn6SYYAsSZzEKhxU7fQF
p+gMV8OEIaWNY0rgwWuX8EnDRJxL0pqsUbUeLQNlto8Qfz60LPG1gnkG1/3Lq1n79qBC+5NaCJ+k
wjM0zuMltVC3JN5Fte0S635OtoUjsbR6JQBLQ8iigQvJOyGW8DQzrT6DqfAeWvHaBvdPf2g9pm+M
H+HD5WWtfaQTW2Jiq2tlWOUctnrNt8nNTIJ++JfcmUKWW0cDATQiwnLq0QJxRwgwXVtem6ArbzPJ
Gla94K8BcWo9zdvCsuOlpdODwC2w4qsi3FqGJJld3SlAmMF6AGYffJrzw09VlldNt7QK6HaIAgWq
g6Buvvw11laC0UgbpEK4s76gl4pytiHeBehIDIGaDFgiCzw4xUbjm8t21jAq1qkhwZtVhdckaxdD
TVseURBODjkKkhvaNs0drTF1Vvcdhgst69uoao1vzWaQWszwOgLBxMs/Zu1koRmHVw8QqBQkwOcb
m7bGXMw6Hgk0CVQdg1jxQ6RetZi8GzVJh2JZlnhLn5parpOTZ1xe6hWSBZhahnaYcT/EMijTugVw
/QF1jHFJMdWBim5G+dJmaZttWdwYveQwrXoIGtT/9/fFhCZ3bK0e8fer/AfvuB/lqHSCANJgspHh
tYE59KmQ1gMlApAKFW47OCIgGzVM2b3lY3AH2agSmFHmlqg3tzMF1hoSfRHbRElxxFDSDdjN9nPT
oardu9zIULZUXTY4u0676UIHRWvJXiyB48vXPPmBghODCKubu2UvOuXVtu5i65DFm7jwqvZQlTtD
BrBc3foTc0IAQL8AyQ5DdysB3qNhLZRuwXFe7CIUdy+fiLVQc7rzyy85dVOHm5AjxMI4JhaM51a5
UVVJBFj1UxD8UKTjaK+KfjooOYgjQPbvcf0YJxp67lJw0/p+/TUhuOpkFQQNDOxXh+kPL8687iYP
og2FYqV12+0VP//FnrpHW5ITrBYdoBL7Z2nCfdPPNFbK5Tthgo3dtHe64qLx4v5Qj7qvYFC49GTq
ZasR7K9FkdKQ5alTAJ0JxB9TvbR5amiQp29pc1Qy2XTZagf5ZHUiijEcQnCkOfCNdD8fjSvDR339
xvHKDds339XvukuP085E+v8wS3qhEpcRmZpCx6qHSofLxKzcFZwdLZL+wx17ujgh5DSGPo08xEY6
VrctjAGdh9xNaSpxftn3EgJH1Sc10ULs4TQqwLa4NAcbQ+KT/nHgqf8vZ/mPN4rU0FOp6lNvYdf0
lvhgeszAsGHZkn1bGZDXEav/WhEiBiZvSaOi3wMldedI7kffCUKMUw/v7VUYpIf+YXJl7rAeff+a
XDb5JEiFqsao0+BbRXynYr6mbq6n4boCQXBt+bm2dYzg8k6uGwSqHokRmEPEkKV1FljD0w4vlrfh
BtikY3I3HwyPvV42s54bOSre0UQH0auIECqhrjAQAjuUHVl2CMdbcPajX/VqDbsOMA3iEpB2LXxo
toyPbjXwL/D9hePW/jJzmY9zguYkTMfNIe9iT0WXN5YR9a8WCzBQ9MeK4Cw9p4kZL1YaCD3Oj6Y7
B+xQvublJrK8+mraV4/8WRlcgNv3l/dWtj7BZ6AFPSnWcus49pbTbQ0BdF0G2VgNUyerE66dKmez
OZuwMWYR0PII/p3kSMssCBcMyI5KpiiwgM/ohgroOGVDX7+nx7+kNkCcgE8EPESA7JwfLij26nPe
jkDSeMOWPYBcLai8eWe9BGAc9fpr640FMS41O2iOz5Pb7CQPka90hahAYALqzw8QfGQ0mQ10K37A
6F+HvvOdXdX7n8nR2vMbw1V8K3cPMtKq1fN9YlJwjgLwb6vIMAWQ2/yJIwdys2xojnNcWB41JrQl
0+kBMIUPTCNI/FK6XMFpDJ2NrVXBtnUdQ9sr8p1bHlhbdp+/mtc09pQtcVxtwwIq8aXVaAPqJdRI
UFGC+KrgTFUyNBx0yMBlmdF9ZhuY9X8amgot6/LYN9TLR/W+Hj/n9gUzrBsC6a3LR3L5kKKnYX4H
b1oNrI/0S0tWyQa91rDyjGsJD1Q6qTvSK+YPJy3BTWEX2vNlg2sxAH5lAf8G6nyMHp+79sgGrY1B
vOQtvOsQ0rDy21nKZLf4ypdVnRgR3Be2R1YSGImN7wy6QMUuRU7U1U9N93J5Oav7d2JJ8NpxrKao
7/CSLsfWg2Ad4vUMlXhQKrXvly3JNk7wUaRDVgq8BZ6WzkcUgS/kkdLNZROrnSQQVC4zj1BARfXu
/OMQACkaZTn2FfXnI9lYfnZUfpqH4am7ireXjS1/6+s3stEfXPRAUVk5t6XrVdVA5QznPfygLEig
dcZKoJxUd3A+DCWoos/LBtc38I9BcQbBBssfnxsY1AtjY42Ae1ptkAFYddnM+pEG897/LkyEACcj
yG2marFzgF7gU8N9/Udtez0wnVBr0LhfB5ctrvvgX4P6+U6WhanVIBeHDyaBlW8I8fP00SCSULV2
7QEz/WdZQnJu5nqRQaYNBbD6LUM5v5Q83GR/f/n3k4SSMmseo0xFcWb0eBu5ciXtVY9b0jogb0Hu
JBYKe96kNoApSHzoY91OHh9fapUAEgU0155NaJfKlDlX4xAG2zDADUJG8IOdrylqCwr0Ayw62pGF
GI3nQR4N7gCplIZJvGB1/05sCV6g26limjX2D+TWroIWv/Fy2c1WX9bLqPv/rUbwgBwyjKQeYaHC
6BU/lPVjET3UxMurbQeYG6oI/KBFwQBgnoYBJpnu6PrBQg9Rhwilbn/JzMMhs7QuhAcqsQbZ1oz2
0zNhCmBzNbdBid5CZag3xuohpVZ2C66lBMzOQFJea2AzqV0gzmQnbzWkYDgdc9mqvujAnH9fqkdD
1YQGflH/yPVNMxxaRxKTZSaWw39yLIzMmSqWEqSCnN4kXQ7WRH6TQ5P98sddPRsnKxHuMVwuvc1m
mGlAR3xl0qFAaqsd+Mig8m3yg+2ksUt4dEWqQlbvWk2/AKn7s43C1TbUpTbpFNv4kDqueatvwvfG
bfOdemXcZ3690R8QPHeyF+zq4TyxKlxAQ9sxsy+XJYOMVdWDOnks4m0RY8pIkk6vHs2/lkSecc6b
3o5qWIqhAFcT1W11yeGXeIkYaKhRUFoXsJASvKnKQAdammQSbJ1sGUKEcUatBPYXn6nXXqgNG4+X
fXD1g9iQubZAQoHJFuE05Zzno1mhncdQnldNLwNHW3qthHcYPbpsaXVUAc8zvLMRzzDWLCwlSTWe
Gsu0PJj23NC46vtfaegW/EapU68tNoOxo9n7FF6X5h0GoSTW1xaKRscyt4ACiiWmPjlJoChXoA8x
3DsB2RYP865IXLJvN8fJp0AUucfa6xpPkQAX1+0CIgAdDoBbRJn50FJyroSAseEq/KhjDM2O3zAS
cDuaT0bSSALXWkQBEw8YKzB0TdBFOA9ci2KyaS/jGTpRvXG+yvjnaNguKPDj/KpPQGb98/K2rhok
NihZQI6Dvy0YVEqkKCXKo4DSFFdT895AtMweb2J78OYwepqzyY/Ai3DZ6PJHxSwWSQPUiaHJ5UAe
+XyVFPUammuYj08IhniSvd5fTaAe/QcjIP4EzArDmRDrOTfi2GOHphJqbTVpgiac91WsbpvI2lw2
s5r+LxIFWA7mg6EddW6nHvTESsDr7mUsvZ7q23lC4b5ubgzL2mAYK4ir+I5Q7WHijeekH5etr0UX
UDeBtRosBzbagefGLWfOrcpZ3h4jRFTGY1/8uGxg9VPZS4UB5x1jpIKBRCfVqBpIH2g4bxfMa6mo
QQTI3mUzy4X8xSNOzAgXtmqkNmgYkCXpFOQbOsbIsqDjjyCP/v+zsxz2k8RAK7Sh7zC944XIYRnw
dwlAnRrYWWRYx9VzdbIg4XZmdgiRhhn7VugqOG8+AC4i6WNLbjvq51BMaOx/QI4gxcM1YNsApIuw
jnLoHLWuEB6j5DDNb6q102RaAmu+AMlZgN1BW2JCV/x88xSDo1KtoAbqcO7RERSEuJtlLbA1jz41
IlwyVjJzEucwkln2nWp1945M80hmQQgMhpFnBZidcWYgSa+Nt2Yq+RSrOTdQG+ZCzbHIHArxLVEn
Fg01TmVjv6oFSBCuJv1R6Z55fA/B3vhauUYVfJa9odfO0IlV8aUWI9dOzaV+MyQzpqFf2pq6pe3n
MtbSxXXFs3pqR3CDqFaHMVdhR6usfMv06b4fX+sZ4rnz9wxEJS5NPi+f2lXH+7ufpugTeWIUSYHD
lJiY1m0yz+geIER22Yhs+wS3yPRGj+oQy+qd7QxJpdlyK+oaseTFLjOzeOdJBCpoMxgjhZkSL850
nNzM+myHXanKgOsrJEMLYfj/OaHYkiGTllIdcATPRE0/mj7mEB/sOiwf6rFzI9DW66aOTO4fwBxo
NxmQ2IGwJ+qjwjY6PMKo0nIdpr16aHN603dPlz/U2vFaOlpgpseth3AnBPHQLIYRU5MwQaubaikL
lLPL4s7NuIHx8QrlsAM1cn8w38boTS//gcQOWBLLXnTTwL0j8udBW0bLmI5LREW3fCi2HPMN6jeT
bS+vc8Xrz8wIdyI6HBFJKMy0LUb32vG2JdWvNlf9y2ZWjvOZGWE3226ueraQxKQNvyYgyqOYdr0f
qXNdQ2ATUxySq37lZqR49wM/AUqhrygKDh3xije46rlVvRC92MTdrzgEq9jwCJfCJNinwwbJVq6u
8cSmcBsrRBnMqtWXkOXX82Od3LuuUTKXtxKw1Oo3wzsBeS1438EHcn66y6bOIrYYGqZi29mQ1Z6z
QzVHkjeJzIywHmOEOvOgwgykXyvrjjdBGu8uu8XyS4UoT1XbNNHlgL4FEsDzlbRhVeb/j7Tv2pEc
x7b9IgEylCi9yoTJSO8zX4TKrC55T1Lm6+9SnTtTEQydEKoPBugBOhuxRXJzc9u1Mow8eqLHFEoS
OC2yVhitLly2VlxdXA3AHwDUaOE2//awj0wiCChwpWZRQ9z73NoZA/fytXzJshATvEsGKEEA0Hu6
nq4wMNxq2sg6AV8C2IwjoCbMaOXlX9IzsA6BZwXBlH6GuRJFg65EXEFHe6ptwxiVjZQAeJ6MviMc
jCoPSJwm1cpJLa1MAzaCjUgKNkkO4dLemqnWI4DuM1v1QC7T+NQRIMowppXlLbxdwKT9I0mySCBY
szBOiuXFDgH0ErkuhbOPytjHS7O/rH5LiwJIHtoB5rrKWSAMIMsQnNdIAteDFfQqsMJTKxhbZ+U1
XtJy3UIcCl23EMVJWt5Q7oC/DCkgJyvdZNwS7KJ9sKg7ppvLC1rau2NJ0rsfK8UE6CosqFQ2wG10
LfolnEAYT5fFzD8jX9tjMfO+Ht0lTdHVCMuFGHO6o72zrcBfclnE8koownZcJfNsMiUvcoqSKDJa
RflrBPaV80Z50Jv/RgGA1PsfKZKJSzLNaOI5S8zr+4rvRwBODtvLC1maRwPJFJZAgNuEw5c2qx5E
kakzrFeBUb78Z32dPI5Xz4qXH4aduWkPyZ5eoZ57B3D+W3QvHx5mqJG1aZAlTT/+COlSJUXh8H7+
CDbeDuarwhNP7VaObE2GZPzaoW/x4kKGTTYkeu81oGSvNfQt2T4U5B0KtHqgwMqpqyHXM2BJ400C
8sVXXcTXwigOmZFu8jz3zMZ2bS1eYw5d8iXmQYk5OwcEItkTMzGU1bMI60pEDSya2xTPRlNUbtdG
nlUHQO/o13JXSxbjWKR0XKLW86hWYTGagt6iI87T++Jb1FpQOPZG0GLFuK+tUDo50qIzOrSwq2NV
Vx4jw4+wVrp9Lrr3SqgfqhNVQZg4twX6kVcSaEulK0wIqECXnDFc8H+ntiQVcdrUI3YXLWQbI0n2
wNb2NFEGgrIdHhtkI1MfwEqPQhgb9I8GdvRDVaL7PF6xBecWB9AvJugcwOQDz0rOF/Y5cBySAUnm
nDuAGNgn9Wdqv1t0c9keLGvwH22STI6CeeIhr7HeCa0QW7VGvhAQn8IvqPJjqMIPtdJuYnOtonK+
OFRpMFU0t64BykUGy4mmQh9rZX6C+gOiNWPI3Cnx2vDX5cUt5SkhxwJh2TzChH7A09MkQP0YgLQF
Y6dbN2pmeWNu+Y7ubBslPRTZB7OLvQnQDjMad5HJvy+LX7w2c/4QiWtA5BnGqXRLCNEC4gkxU/XN
sgI3JdnokYAn8QODcCuau7ilR8Kkt9Yw1SQE1DZyYUCTr63XbAIHbxdtTOXfBDP4uf8uS9pUE7AV
qdViWWMM9CHVPtCSwh2nOz5UdylT/TZmrj2tzqKsrXD++9EzX+KTAAwPuXFa7wAl7KUmd03AUACA
+mYYRw/96fcRpgf1VN2FnD0VtXVHk56BHDjfNhl3wde3suuLR/zHXMgJB0DP5G3P5+uDgkEeb5zI
t4gP2DV3/LqsTIsX9UiStPqetkBVjLF6MnwSwy3yXY7iF5pEwnlWVKyo7uLjeSRNMsHVODM5zutK
gIipju8h0tPa33NqIio5MramZHziPjMVM581ycQASACYFBdO8MoRLb4mR0uZ/36kNgYzeazNFn3i
7N1w2HXMLV+Er5hrDIiVBEn8o8RwzOXTWtk/S8oXgoPNCjEtOefcdZ/EOjgYkm2tsBUfZ8nzNTDS
74B/A/Gq3ORP8642nQwBXkTNTZ9aO2Aqbf/NSv6I0E+3D4M9yRApsCudiK5SGqObP34Np2lFzOLl
PlqJZCsrg1U2G7ESMkb7tqtvNPGolTZ6fKwVfVgq6aJblugqwaQheq+ksyEO6xQjduB8Al4d/OST
+ZgD9dx4peR9mDY8vDN7tySAuuBBtzaxuypd2s8YbnlHWixURyKtIg9WfBXbXl8fQFeT8y+ABuEW
gCFQ6GgR7IPLh7loRI6WLu1yR/uGt3NCoEqAM516k7WNEu5HxUvpuGQNxWdpQPVkp6U3KYriOi4Q
0nrxdGuKoEbPvym2U9LCfXs0lMdc94d0pfdgUZHmXuj5QhhnuJ2Kk/eqU0FmHcb7shUgMuuC0la2
HEu8vJuLxn+GZQYGFUFqVlIkMZrFGOpIDZixQEuiFiicbHMEMhN5h2/51w4hkPPhzTgqVYHoKddc
xyoipkIqxBUG7dw2y3+yxhGeHlmJO+nmy+W1LSac4X5ighBYDLoq58KiyrE71YQ4ND6SbZfV16xr
Kt9k0bAHrK215ZbxzZKmcwebV74xgHSwDqenwqrX6M3O9xmu8AzTDycKtWbZmPZVa3B0FOYesftA
H3LgE2R+3BE3Nz6igazY1HPTfSpNuqCT0EWatpDGJuCT63qQ0/tm+Otk5iwEqPtoCZizwvNHHD1K
epwNEXUSjK4W/Xc/WMO9TcVLlbJqJdmzsBooCyr1YFMF3YFcvzSJEg9wg3PPUT47gI7xJLDWIALO
X1iQOsOPn8sfFCOC8/kdLUbjQ59j1gzX3PrKw/2Ug0pn31LAlGSHqnobXi+r5tKS0PcDzhVkXJBx
lB50lalIw0UjSEbHQLF3pv00/X2XlDG3Fv1HhNyHVeu9qdIaItrmJo8+GitQys3frkKn8ErQWURw
xc74evSCGQMc9txLc+eKgDqdNPQmX81QLNhg1K7nrZr7hzCTLu0WSyMBVg6BMkDyaJc/avFQgepo
FB46L+My6BRlLvldXtu5DYZMJLcxr2AAPl5uoFBsPU6qEDLTwtO6p8RuQbC0r/o1JO41OfPfjxSP
6jyNAAgK/5F6jD+N5YZOdy15+7+tRlLvOu1Bd2hjNSYwfmIbA/faE1HR2/J8Wc6CXmPXYHNnxF+w
hUiPc5PEoMBk82ryp148lOpds8aruGBJT0RID3Js1pPjzCIG+hXRvdb6UYWGpF/TWh3v3DHF5VF1
ik4nIBTgspyeDANQpDLOwxtD/RC1zqNq85Wq06IEG6E1MuV4neTWOENL4zAJUVLjrcfSN2L8tR+B
FaC2AEZNJClQPDldAY/rsRt+l8/oS2dsjLBys/CuxDj35VNf0uFjOVIMpA8l2l17JK+two/y3I0o
gGxRziUr61naLxSPUb5F5hdg4JKzwhmikdpCbrl17vTqn7zXV97N35nj0zQ8sgJITALNAMhC6Ms5
3TFLobU6CERz9TVmovafeuRSvwnCz247BoWruq83+pWxMQNMnE7uW4FpB3EV+cgVuMiGoE/7RxhE
6BQBX9X28h4vTDLi03CIM2vZXGGRntsW85HlWCIc42btdsOzykM3BqoUxljctrpxnF/ESh+YwTdZ
+qCKbofq6TPXDV/VWgAsVzBfzVrCZuEuIrcHehk8NYAJka97y/OwA8ImQkQrP4QTP7SJtjUaczPi
Wo7TWmvEkjjQ0OJWosAAjZa2oKrAF9BT6FnbTfXHSENghxaTTXWvyvMud9NRIwBL4425K5UCU6uE
COpOA+2vIvDLBg6fctsF0EhVgt3TnkGWU9G9hMgN35uVIKZ/+cwWrCGeYFClo00T6XWZygHYtRMz
lD73kmk3kjc1vW7XmqIWRcB8WCrAMNAwKV3xWOhaO1G88mJ4QjFvzK7hT19exdLzCyCRPzKk6z2a
ANoGpjr8r/Z9+iQ4XXTrmv/oyScXD3nUuiYvVmQuL8uA6XUwg2PIyt7UjJMKiSnPbPdR9CsBUbbx
4/KyzuNIKC2oQP8jQnp4Q021Cxw6YDrDoFd22a/O9NPydnICvfsXDuyxKOmQnDHKY8IhygEpdaTt
+uQTVb7Ly1m4GyfLkQ4p42PfaSpkNMnoJrlL6OtoF66jHYw1K7lg7k9ESe6YRps21GqI6qtvTbnK
u1/14PXR9vKCztXOhiGenT4NFSJYF0lMosadwkEHicg7H7AkBjYu0CPYSfJPFqNll8a1j4evDOA+
RX5D+/bX5S84U0J8AH4Ag6rAP8dzMP/9yDWrxkGvc4YP0BoRufiPUbIZ+69Q6dYo9M508bckVDLR
GYVI/LftP5I05/hTdAm1nkPCtzIXwnOATh4wJC4HE83y6BB1W5OOK/bpTGcksZLOpChNhYYGsQ1a
DoH6nlCfZLkbl6Eb/TWApiRLOs2ybTFZo2Azkw6wdSUOtN79m+P67yaeBTwtCmwp5HiJfQswbbfv
D+1aR+OZ6p+uQg5Fba46U8iwYxEAXVoF3Wu6W6nRHWvEis2Y9+PEE5kloWUDToimzy++pHz6mOWc
YDUZOsQpH1C8w3PlvE7G6HVJdl+0tTt2zUqnyJpUySiqVhKbIemgEelVD/aF2rrGjIo7at4wgxzV
m5gVm8vHtqiERwud/36k+2rcUxVlUaDgC92vKw2YsfwpKxtfNRVMp6z5UYsneCRO0vmEA8/adiAu
N0cQfe4t8dB0o2esPcyLcnQcHTxwTO8RaVnoIyu1cYRjbznVIQ6pZ4oiUGoAopRrIzaLO3gkSloS
UFYcYQoGO9UBT+CHNeySbECNpfRaay33uywLUTH6buAoy6E41+2+LkpcANPgtjtWP2icXyHDFPvI
se1asjq8NPv0Z/dgDsP/R+BvTs4j9TCpwkuhwm5gxGiv1uTKSrpDF6n7kr+zuLnDJImLmtJ1U6i4
Jvn+snIuPgFzoRCYjkgNyYa5GfIqzJFvBiNK7acNKGinr9AMV+zwoq4cSZEOsAKJAmcppKhx4itc
7NU43XCQ7uZmtXLBF19VIIagAQjDAPQsr2EDab2NCshSWKCLHLyaaKfMfT0C3wFx7QiEH4ZL1vAu
FvcRmHcoZOMhP3vLdW41Rd73sCsjKGCsvnY1I/Utha3kJBft1x85ci/9GCt9WCii9arM8XLjE3S0
fQnWYkCwYCLZbL9NhwSXVWQ+nDMFPRIpBaWDrZemYkBkjgNzYh/vtSi8rvlMtdJVrZXzW5MmZ3bt
GpPXNjaS9K4ePkXKo+XcxOQJabBoLdxe20wpGO6t0iKlClmWaIJJ8ZGbYhOckddSYG5J8zPEu5f3
ck3inAA4uuwZaE7Q8geJGvr4GHguUicKeuSwI9xsFCNf8mS4w4DOz8ti55+9dITSW6uVWiLsCmIj
9KoUTe7HQDa+LOIcy2x+z+FKArmYoJNDbqTQSzRz02SEd6Jcx+K1bd5ZdzBAFKXvwCDSlruCbKYp
d8P0wVbBIYUxQvNA+d4A8WiU/G14JX2MtM8t+FvEmGPBwnos+BjU2QEZvRUhi7t6tGJpV3MD3XF9
gxVn2ZXRDkEzrjGaLdpNTMjPpSvglMpTdBRHlTMxwZZhCzXxsyPhDHFmN2v11kXzdSRo/pBjvSRG
WKcNBPU1cysBch3jVbNWbNe5EDAwYQQDE51g1FBl37LNNT1HAzAMCZIYCqibKk42QBb+62M5FSNZ
EIUmkZEZOHtgJQpUFVVwtyRsDQru/GhOpUi2QwGwARMMi7En3S/S1xb8Xk341Zufl+/Vshwk6TEo
Ci9BHluxh9pMcwu+D2HWFlTIu9ahoOLq2ba39LVMyLl5wqLmMWYomwbNlky9bmdTjUoUxpWhBvH4
ZKSeTf145kNNA8QeuLUrZuP8Dp1KlA6riA0ri3IV75k13dKudZkTPVzewUW1m7sv/iel5ki6LeiA
Cc4Ri1KM/Ksse/KWERpuwwwcUpclnfuOKGhj8AYDFhh8xTTi6S3Ka2UatJGg6SmrwKG1E8y4JZ3u
Nh9Is14WdY6ygKlv8BnM7aUYqjybeeRdpWd2YcFtHD3tfaM+Da7+UHn1Ab1zmdv4/Xvk8S9tbZbv
d8r+9Ck5lSsdmIbQzB4ts/Wo+2xf5dfTfRdMd2LzoIEmnbrcLbcc/5pGruM+m8HgibduqwS2bwag
JN2lr5pnuarveNV15bOgfzN+Xt4Zff6CS18o3Uy7qlpQlc1feBdv4+f6jQaxZ/tOgC841EGPZPZ0
Zbv6I2DP4q3hrgK+nbswp1skPT6TCmhpPuADwM7Ytm+a9ayle1LcjwZeihXlXnB3T4VJj1Ci6lGl
TBCm575GbgwziEAXpqLlt92E9VMbBlO9YpIW1fxI9aQLNfYiLZMEqjfX2gyOzgYKYvTKFeGOrr2A
S3tpWJqKmhvuL8heT68URgZCUSkUV6pyB8VwMV/njgLweZHweXtY63k/b0bFtTqWJ6l3mYAIPQX6
hldmLwzNC+ptUX8i+vOc6kYZ0Ym0sbnXraHEL9ld5AIx54HIAWDhkuEY6kGJszyExgx3YFZUEsfN
o0ADNV+GLkr1xV7rU1myiWTuT0HmEdVfuTzvJEDOGsEa4LFs07eftHodwpV7eN5Eha08kiGnqxpT
r3XWKni52vZpKief8x8iSz4JuF/bUbvXanKozdxX7R6zYlGQTW8Y31gxyectMtJXSAqU5kmMz8BK
+772avOrCcuHYqg2GuYHE/116iOEMteKkmxbwVFKyf82bS3JlxQqqzSzcErsgoWpmgaQaBN5m7Rr
M72nwwqm75IWHW+4ZPiqUtQN7bBUFdnOtgaFBvUN/tPoNnC2s25Hxb8xPscSJUtXmUZKuwkSs/E5
bbZD4UVV4aLG6DPx0tEoAIlxq/59pvVUsSSTNwDrhEyz1IG+VIByJGs+19pGSgbOLjSz62oI6Mop
diOA8Ci9cLsywehIFRhG+FoqpTuV5uPlp2vJ2B1vp2QGlC6sa5s6MAMGiIqGJ5KBVodRr47/SdN9
8vdZmXkfkSOh6MID14ykLxPDuGuuQjWj4lfPBJIxbglSmb/GiPx9A/6IkZREb0Kh0fkGsCndhd14
QxgJVL1ZiS6WHOXj1UhaYSYsUjsDYtTuseznR8nYlLVH0XB7+ZT+F5PyZ0GSehhNOKaRAkltXHtD
zgIzebMmX6dbMFmBW2EO4U1vin3DXOtmXHyf5jFeG2CuGlCFJXNmD51WTSTqvD43+3+KjAzbGZli
X9YUpFa8CMWjUpPuDcy5jS9aXl0Rs+6DNi3W2JiWvACi6Zgp1QgwN9RZmY9CRiO3eELbuPMKQfw4
fa4B7oAogZCAJiulgt+1ANmlO5Y1X9gjWeFgiiTrsGrach8wk5AJYVP60mBcpHU+CmP0scwDM7Nt
o1sfFHyjKno8xdBfq+KXYhcbqP8+V78dLfYwHr01BmWbJuFj06ZgpwDjurM2KLq2P9LtUuI6Q9M3
vllR/xnKfd9uauVQIYmrrsUCa5KkC+aAOi+NC0iynciraFDWz5X6HjVxUAEX57LyL5rGo1OXblmE
BBYBMTHy8PmGtcAO8TBEDGTm2i3MxFP4m5a8Xpa46OEeH7503eC9KHSycN1Muk3NvcIDTOMrqeWF
LVgrHpwR+SXurgidT+eSxkmm2AHrLmcUe2rUD5RDm8xD3r3lkxZ0AEUsW+byOWX4MNpu61yBkG9F
/qKDBkhdE8VhzJfJs9ONMYa0Y0nnmdo1Hjyvt7gLpqIpvcU1r9tPO+ow8/6oDZ7VP/fOlaVi2HWN
SVZf1qw/XyFtPclGXvc6voLe3VkfGN7Ztn66R2Oz6hKPwXtze1/dV9537cbuL5QL1U3mK5s8cPzp
4/KOLL6NRxsiHYjWTKKFxem8QQHovt5/IokBvrty9Lna7E3S+QM313okF2NJciRVMnJ5FDlxp0Fq
61O33MSx+8+nc5u44c8YYSSa/7EB4A5xMdaJKa69shvWAu41RZBMX6IXWZWDqcTLWheDx14f+1W9
xtpjzF7oubr/96AdaaKyQgI8zU1IARJZEfCdDsI7a/8Fnvov0zV+jl4U1G+h4tp+si+vRMBcNER8
GI/fmpdsqj06JfzMX7+EK/on56N4xwxbzJ8VDRrQ89vaMjdhFmteFbXDiyJs7VEDmEHv0T5mVx1P
MMibFgn/h2gpATVpODpfQINJD6LTnBuVFTZzo9Ih48M0hOyjEllzrYkuxHgaNbtHtGjzzRinGCjR
+8zxKweRLUsGBXSRde1wN46bMApApt1cRanJdgAtNQ4VmM9dtVG0h0Hl1hOyDwmStZSSXRjX9lvR
9eFV1kZj5KK5lvu4Ush4G/10W1In36bK4Gy7squCRlEwFmzz8rrAoJ6P5DJazIqWveTV2F+FlhN7
g95UyKA7dnmT28S5qzCG+wPsdvZNwaeag63b1lNfrQS1NqFJyisjHrKNGVLVL9Fz6oL0hyDF2xkf
Ccv4fQXVLnyQw9eoQ0+lP7EiflZSYbkYbLXvWS5GAA2RlneuNU3ajtW2ick9NlrfKjbwEDdRyZAh
5Grk9U6tGm7jxMMOXYfhHqQ3FMi1Kfh7uOO0r/YkxmdA7zX39jDEd50KODD062r7RgUrWt4L9VfS
6Gh8rlr1QzDd2Ysyxi+Gdlts6pE2IOceNbZvUYy6ijKiPqhhHxk+qlP2i1AFu4mb0ar9plHLn+EE
6vowtng4D10ZO80uajQ3RnlLrjia6CxXj5lTbpDKItxtw9AsUGzK+OCiHKSPrp3qwMUbuuiBhDoo
1as6D287x9LvEajHhms1dvFJ2yjsgDIZAa+lo62CxruGOjuVlOReDTN2FReGcuNYLGderQLvvbXC
8ZfVWcSrprRk28sG8nf6/NIdliJNMiFTmKm4LPpN8ghf8DP177Or0P8GgMRWv6v2if/WH+h+3MQu
SGRXpJ+hOs1e/h9LKTeWFnFXOWK2lPb2iyOptoufgGcyPZSu/jEFdpA+YOiTXtO78JbOdnNtyn/R
MXEwQwzmZRRh5fLTmONakyjD6llFXDY2NxaZ7CDk/Y8itb+zll/TEodmVuP+8tKXffIZEhpXDqAg
8ludNAYt6gEo8bnWbUIDyI6V7fzI4oZsWkPgZbAUOJ0K0rJq3iSuoiGRVFXlSqJhfovPjv/oK6S3
mrK2slXUvTzUpG5DZdgSZT8VWxCo+5fXu2iUjwRJL7FA66qC4lrn8YYj3csz4dZpeG2qygdPbFes
4scteoBoDQajPdBH0QUqBT1KnjnmQABTyfqDgRdntP2WPmmwzSxCaOOL4SZdQ89fWiWgCWa8HLi7
CJFPQw7CRp3nMzSm2n6VFO+8+Wa1pmvzN3Otk2Z5fcjEWbphAy1TDsSjGETeXYsdtdTnaMCk/cHE
sLTCfRvNapRsksZPtDWi6SXHAijmGkb8DXRJyMUK4SRRLVjZwRiVaHBNDzFLghrh+WVtWRSD8VcQ
UvyeBJLCoIiPRSNCONLVtGszx7WUG539uixjDnBk1TePZEgBEGJfMD3qkBHRutloLRP7JovC4LKU
pQt2LGVe6XEQOo4GbzRIET2GP7PG7TFu0ut+O0QrQdayQhhIyqBkjtKfPHmWWGWdKgpEmX0bTD3c
bLwhdjN5TVftARhmuSXybHFr+6Q21kz50olhhg+t1jOInCYPBiE6jtCHzQAKi0YIjIEmquUakVjJ
oizZa9zo/y5RMleT5mS86RFIZso1LpsPKNd3TC68pEr+qYW45Dlxa7ZWoVveWWLNBTPMKkL/Tw/R
zBAtYMS18+p2Fxpupm0FQJt1b9I9axrcRgOP9Roa+9KGon8GZKOALEGtTjKYhI8K5kewVMd4NKEv
xQjO85VHaFEGGtYsDBLifzLzy1A0k1PVWFduRYdG3+qi3tX1P5dvwOJLB17P/0qRLlrK7DZnPaQk
mDnVxhjPWPbYgFSrI7YHEjbhFW0L6rXe71vz2WlL5V+8PccfMG/D8R2sMXhaFfAyWDa+WwPSb1Py
rRj1TgXBacvWAuDFK3+0XklJzUITvQix3jLeMvGaDG8seRV85SostM4gcYm5ekxDOyg/UUkpwyIu
tIrDd5l49nNS7Z9AXglMmrlGF10L8i0aEG8Di8nlRnJF9MK1iyxxwWDbu44Vp249/Kxt7SYBjTVh
a37FUuB99HG2FBqW1GJJFGLL+8ltksNkbzloq8zOS1WQn6zhlizrMcY6MbZAbUxDnh6wjrn/MJq3
AvwUbl1qfqtUe1KWK8niReszT4/+fzGSIg9E68FQBTGpeGP1HZ9SfyQbO7cBZwR8BmSN1wDU1xYm
ae7ItLCJBSSqxeQxO8pdG03HFRuaFU98TZCks1Fs1UTr5h2kL5l5O4ChpAb86GVLsLh/aK6c2/nR
+yuDOhOa1clM2A3uXQQ/2Vuf3kZj6nfhD0wp4oFyO4Ril0Uu3kWg+9saxqSRb5Ycsrzm3Ar1CrbH
3NiNDap20HjdjFzbXJazuH/ohjUB8QfeJBkuLIPjNwHUF28vuqYnso+R8wNyYnBZyqJ7eSRFOqXC
ngG0JmxgY9bXJWaPNhFTPiizJ1fX+UMVAVXwssRz1CxEaMfvuiRyYE7WW5VAhKZ8M+429DpG8cwO
G0/RUG4yXPjUVuuraaDHn1EzANyfrjR3Lp3h8SdIL+FgxHmexvgE2hS+GpubjDyOZLhv+cPlxZ5t
L3qYMGaC1xD4XKDEnQ/5+J2YRAj0RMztjYAFc8NM9dGac2Un1fWgsJ9lwv/aY/stEEozd/9ipkfS
Tszq0CGyZ8QQpYUV7lS/N/g1WFZ9Oo1+2zhA0SrAM95vwRyyNjY4//iJ/zsLx5AisTHDg+ZjSTiI
JjFINAHjYhCO3/bqTlGdDVXBl2OaG4UbL1PSA/sCpDn6s6ijlbLzbCvPpKM9cf4CwPHLgxwlxgMm
cBxi9Dr66mM01nRr3YlnaoP1oVUBE3oU8REswOlp5iIaGkOEQAkMAxLvG+0wlAEv3y/rzLlvKImR
EiigqVVQDcU2qq+1HkQvxpf6MfoAJSORO24vCzuzMpIs6Z0bylhjZgRZgu4RQLhJc+fYazd+/hH5
ZBB4IfpB6xs6cqVb0LVTMrUdAFhLc9hg2qZ2kc/WPMq0cQtrkLml2Wd+XmVoik/ZcAsyB2RC8TRe
dQV/EGwa175o3kLpi5AeAN8rOhlN64wWYkp7RMAck5ZjkwWAXUOVVnNDLg60QT1Hb3fUqW8xM7Qd
zfAmptFD3Pxt89K88SagIDEfgH/KI6tGEvYENB9AjdB/AS/ULezbUFXuudMDkXRYebPOHebf0uDU
zXg+CDmkYzZEB/DqGcun1hBtgEnw2gkN9KM1VfMhEivdAE3gjkUTvdUN9Sa1FeqnU7ZyQX+fs7Tr
c6iFAFyDfQITw+n9CU07HkQYA8iktnoEkqIwVGSlCvKsOKnuIxXcol1vyMr4AKYGXLIkzZC8Q9v4
tKc0bZ8HI+OTyxRKftgCSddMMSa8IKTIrtRmLGP07uCX3I5Z3XPlJJpfhzXSpl3JxiCarOJFtxgm
XFmlPauMKL+asmu2Tqror2YYNrucjYWfxmS6jhNSAGk0DNF2gTT7PUee/6/jW5R6UbKedwJwK0gp
ne6GmlBVjFqCq6dPPsYp0NT1GU5rZHHnF/xUiuRhhk5ZmHUOKYlxiNMnjo6EbPQuG5FzuwgZeOfA
/mMD/UcewarbogonBzIadG5MIJAFvA9Q52NAmV0WdP6cngqaY4Sj5zRzShaiuR8PjA7eMOU7am4c
I5hat1nr7TlzLOeUAyBwDKprSOTKA/dKyHMUXWCyADVnlnci8Rl9EtUtrkpW+bRYiQPOghvcz9mL
BbwLcDDQIiwtbEB7nC7KHL3iIGzV6X1pfjNAtmZa63Lb2AxrtDWLFgEgP8Y84T83CksSUVwhPacI
nzGV4NgPGJAo+VtJn2PxgzsPCYDo8N50ay0C59qIdUJTEFLNXSMysECf66NJcyCWoU62G7QQHkp2
Z7VkZTuXV2c7DlJHAHs+y9SmYARo+xn/qgp7UNh8dSOA+g+T4yKtaZNAp1cCNNH1ms9+rjVYnoM0
Jib2AJMqhyM2YTS0MCzhWexl4k9DjfLcNVPcTHlR2522Bpxy3gEEtUEDrIqMLQF3oUz0wCteFyDl
ANgVeymEPxiemvlhErDMpem7kWPOZqdZt3a9vXwPl1ytY7nSPUz1uFR6G+u0O7ZN6LDrxzV2qvOr
jqVhBACbiSmeM7TClvVMz0ucIJjg627f9LuxKWYaIjTorwSRS0p5LEryt7IqQgoAmBeeHTGM11s7
28xdtcg3lzdtbUWSvY9S0Le2McSEGlKKw/2QvTtF5YXjz3i1Y2LJnoCaALk+BwYFtahTezKjWHZl
z/DSgnLOeXRSx3XMhzZ84hhxsNYALPUlfbBgSRClAt3Lko2J1ihIDRmzgwdaGKa5Tv2kTzi5QGke
uvAVxOwKueHRj7HyCntnAAKivo0xPqKlW1scVPKzVRq3qJ/yaVdaflIWj3+/9cffJ+mr1XRGZkZw
PNAJn6quGDctfTC6L5asuDjnxU/cSJhT0JyjfgITJ4UIRmt3WmxiJ1q8UGWyzUegPbtNjIGS7KGx
Rj/WkO1lZZBXsOz5Z426fejlzbdpXGXDa2kPrjV4qvWwnsyf9Uv2vo4/TVJzrmMYYZg3oSkOo1pg
8wMUDlC2MpzntNhYqF9lu0rx86jwy38BkobMM8SDfgFJbzk4axogMKHMnqMdUUXXBCju0QCgrlzk
JfN7LGT2U47dg652SvCz4nXRPhhzTbalxcaIn3tzV4R3+loS/9ztwVkfrUl6QptmNKME6AGeZWI+
yXKJcTuA9NNZCzuXDAfAfZCateBdoRZzuiyk7aFyFaytkQkQtu7b6TFG2EK0H/naNNmC3cBz+ZuW
CGQZZwUf8AqjbYVAVJI+WVELNlx0b1d3keZmBkZ9V9y5hfM6kSadV5/qUa7MeINZup+aChTdMYAe
iGvpbkE+DZD+grH5siVYsPUnIqUzS8HjXJoCIvXWCFTG/b66UdcUY+HAToRI5mbq0zRsZ1TIqC/c
Jr+CH4xtdW30Ca51G+uLJ4b7hJoUcMfQQH2qHEWZkpyM8x7mT8mw75NbVhpoo/HNKCDlc5ISL8bA
Zvkzsa7DaUeN1u8JCmnqPEACyHoWbdoQIzs8AFEjuojRXCQ28Cgy4lbxXe/8/SOIytCfz5W2BvaR
l3qC32/RhuGgXU1rt7T56hU7oD8vH/V5OQN0OceyZvU7MgetDcq/afZSwuarMv1OeUuAzeYwN4v3
6hi0yaY2rh0t0Kt7Zl0VY+k1+qNjvudFvK3XnqDzMZSTr0Fp7PRrOjUPe1XF1zjYZkAXRzcmBuUz
1e3E3iojN+zfeTtsTfP+/3H2XT1y60q3v0iAsqhXhc6To/0izPZ4JConKv36u2Tc74yaTbRgH+zz
ZGCqSZFVxapVa+WZ1w//QH+IzfgftyffcJRQE2jQnZs3436wn9UJAKriMEQrAVB4v77N8MM20hRI
dkNhJm/ead17YbnLq3zlEov8xrJ6w/mNEiIE0D5G9UYj+278bXbPqgZax0MV/leQDZW3KwdpdrBc
5ISeGh6D4N4jSO25zK2zp2joFQNvpZq6AOGm9MUq/DQ4DPqESbA3DSWVFinOyjL/fJMLuxCBRcER
XWK0ic+PjJVJYx0UJkblneaVfWS+9p/mRZ8FoHMO3deJE36i9fnW3pDjuGJb8B2h+AOdGqBBoCj8
J89Z3J2kbqvAAi3rzKhGiJe1227wr2+r4CsCM61g4kO2oGQvc9ezzKxyqKiE8FlRdKIwHLQFpA2U
dI5BPfiieI3eVhCvlwb/1F0XazLVvFbKIcCx0WMnjTECRfcTO8XaSh1ctHeLhf15nC7sdDLkX/XM
xntCCoFKRDFpwNDOP3ygpRGVOxslM/IcntuNID9mB65mv/X1SptEEMcg2AvK4ZkOFieBiy2JKU2Z
luD8gSvw1BTM1SpMKfTUL2bFxC5e2TdBKDszx8UGKuEJIck4c6n6mQCgRlXFSSW/IgeCvVzTYVyz
xh2/2mBoy+awpppeHX9AzMXR692QeIb6kLCv62ddEKZRuZrZkMDMgkDNlz4tI7UroMQS9wjCy223
SZ+L7Xio941P9rYrvVBXvwtPkEO7lX6CANcvt/HJg8NxGj/0rv+Wy+N5/lO4bZblwMyZJUGhtqnw
2Di0egcYz0qcv7xrMAKeABQEAe26mA8ypgydoAHrVUEXqTOvwjBwZj1a0v76Yi6dCOzMLDsQk0Mf
nU9/4iks5JLCjqJ8JZaPMtZUval57HTmQ2b1bmSsBLhLiPpctl1Y5LYP7+pYCQJY1O5+Uld7b/wn
zMRtmf/8y3amd/r4K2t86gKeRQEccnSPnkonPRRP4WbyNR+lve1ag+Xynp7/JO4op3JfKGM2b3bg
g+Cksw9N+8M2vHxtClrQmlpaApCI8zq2XPb5fIwnIIxQ5A0CurHaILwBy1C8oXZmIHOqi089MsPH
SCHR1mR28nz9m19yDpx9AqhZnP8KeVTCvjfxK3q3xqsBY/W23/6Xys796JXgHKC4NkdpZ61cHOE2
69CNITO+GFxj52aD2q61TEb1ua1uGqiApOoDsX4MhlfVK55QeKoXlubbtYggmRHLdT7XuZMe1IsY
3QLRigz1iULfRf1bpz/o7cpom/C+Lixyrp7oAfRwNVjUrG3R+5NqoR1xF5T/0InCCfruevBUzPoQ
5cM49yNky6UmxoowPwTSR9QCavYV6I8yfR7sW0jVXD8z4m/33WzhDm4QynFo5vP6FA8k6k4t3Zu2
n9u+3K/UnoXu9XuBfBNcCWsIMBewJOk+4LP9dK+M79cXI76GCxtc8FckqcQwWASdlVmhu/AzFLPb
qfHtgEI046WLHWncd2uKyYKVmWBjQQEfBS7Ut7gzEkdAX5KEIrePT5Zynxrv2d9nHKgeLkxwzpUC
thj3I2pUSX7fqvd191IVmLe4U9mKGxeULM8tcT5zqIC6QYsQD9H35EN369xJne4V8yOb8KTdOlXv
6k70cUDOc9cctNj5+pJ/piv1jz8Q1vMEfy6WogGIOAnCNr4xPoK9hQwMTWBFAYGFo2/JQf6oUid5
LbbpMY/c6TB8Dc1GXUkeBbfhzC7nXyqGIqXVwS4J7lP5Ka5cQlwdDj0ed39/VM9McYcGvNDEKk3s
M0m/Wund/B31GGMZnYbdKNWrEt+Ewdq8lsCXnZnkDlEq6XpOYqwO5aReeZ/kbW2f8rVez/xXrn07
7gB1Y9JMI8HCbOVz7D40yQvsxyp6TOkuUFd8inBFBOyk4Leea6jcA1RmfRP1PSqNOgoFHbpygEGG
6UlbQ4AKb/jCjn4ed5K+U7WkhZ1wulMNLyifu7VcZf4T/LbhwMODzHVyg0/Y8pZEhRpAygIYOjC6
fmlrlWaxASJDm1kGAIp/VmoE1QFrgqRmqGigg1GfplVuR6EJsIzPnSkAu3iQFQb/jB6Lnr3UZ1E+
mpCGun5rRN97pjH/PwOcf49aRR2mPAMrd/Ygo5muJndW+hitpXOiz700wx2rOq46RCqsI2r2U/5q
VU4crNx/kadZmuBOVBQ2IUb/sBJSvEr0B5idiYQC3Jg46Ro7q/CrgJmHEMCzVIWH7JJE75VGRn/N
oEDyl26TrUFa1yxwi0mQrBTF3FVuERJQByqNlSxM+EEWS5j/fZH31W2JGp4NGIAUvVD9WRsHN+5X
vojQBpSEZkUzFP341mAYTHmVDGjBF8OdJHmkOGnZ1/XjK0hfZ5nt/5mYj/diGWkdNolewkQ53rbE
YbanA89V3lTSjpWVh3nTlfsi8sUqAeIQvQvoh/BxFOgGBW15VB2jcVOZjacWeHKNnmSe4J+rVfZM
4aFemOPW1xp2BHV5mCP1qVd21Hq1NG+sd2B3vL6R4m/1vS4uePYdqTo6wRAbfprxtgKdvb5y5IRr
QRNr1iWbO8VcGCOVnUFkBgV5rXzuyxca7fUQULynOF7JuFYMWVwGXrGeZVkFxy+Puy57Rtaalm4H
XJb5t5NegO6o3yviJ+ZClQBYCMCba0ZvUgrKz5r69hrwXOihbWgmQH8dqjX8iZOhZBFDUxlHHCS+
kMrCCJTMIBO5kiEKPc7CDHfSlDaOlSiEGVV+kKT3am2ORfSSmMVm8YkJkCtI7M+vahGbcR7MQIFq
yjD5HR1JnHgaVXeYZz/K/e2Q58CSqHkFSp5mZVJU0BJBlcAAut2ac2CITp0bj3ONWqSd4IpulWO2
RcnXkyUHjVvQojggjIudYcXkn/4Dn34sTc6eZOGa4CkY2IZgUt3me/r4nO9BYKG82W7llV+oHmyj
W+VB+am5EiY+HOnz+n0WnRqwumm2AQ00/MftdqtltjbluGwDuSswU2nEu14C5mt/3YzIbQCHMecP
qMxiGvh8kVHbaVNDcAMKZasGv7vxbsSs83UbAojVPET2PyMGd58xPcag8A0jrHQBofEw/B9YP3Rr
axsueAan/DEGoUC6crlFF2JplSv9hKOGpu1stcmPFHNWpf52fV3CT2ThIuBuY6qEr0/UKuaGpxIX
ogXBB3N1TOBsQYKiVm5lJWbrGlAmyLzrNkXxUgNyUgFyHrqFfOYyaBOIBzGf7watno8OlAtj0HyV
UuVatCVbo1dB2N+U9EZqA9T2xkzZXv8BwgPzvWid+5ZoIDcJmRddFR+Zta/ID8Y2102IPc3CBvfl
KgywVeUEG4q5B5eJg8k8gE/u0/Z+Qom4CbxCAhuXf92qKOhgEB6yeYgJc4v8/CakqUQ0lsKojlQq
1fwKly6wU0dKX9V8JbESnpy5Q4gKP6r88rzJC9ciZxrrbJuhZVZTD8QKIMBsKydKVeSJq4wwwi+2
MDb/mIWxqcjTYKggDSOX96Putf1LQla+mHDvbHAzzpTPaF1wXkTCOHiapz0+WJVDEVtyLPKBhzUw
eFA3i4wVfyK8A9/WeOaXyqxaYGCwoJGCZJ38mOr30J4eslw+yjlBroApAX0NZHgZgRC+Z6pcaEcB
u2YY3BqLGMP1yEoKNx83g36HCecO9Crg+HE7sCSwG/gyRr5IXTuQW/UUY+1FcfEZZ/uQrSBze1dR
bc5+IOWQrWo7wOLUQ09/6dVDFK7EnEuQ6JmNi5r9aBmBYdaw0dj6A4a6nIzp7iD/ig1oWMXqTqP5
zzYcf8RMclSm7MtkTXn6Ij3nfgF39UEs1ZopwS+YQZY2oA1Nc1tG7dFsB89Adj7SVf33OZKexXmY
VEwQNWBrBQMPVTpPCih64UolgP9bCQPs72yaiVLksW8fI6MrHypZMrKNapTglQkMKwxPSqgnO6ss
Om3DUl0+xDbp1x7dFxEMv2zOuFDMmYGt/OCHOXTFUGh6DpI6YytNZFPSv84aZxMmhrAwrCFAf3Zm
lowWQj5GZcN9pRJX7ZqVkHXh7GYToAQwUS2a818uk5HZWNkTWtBumWU7tQodaTjVVIUuw9/THSAs
KlCKBSwNj9+L/SriNIFuMVhSY0jOQYCqsA9G8RCuhQrRilDOAcsB8iagEbhQgZlbvQEWA98lk4+K
/Euuql0zyBC7M6SVqCS8ksi2kUAB3zzjLM69t4pJcT2ykhkNexv0L4MxOXK0U9LEzYo7qXgx2ZEZ
h6x7icyV557oKi4tc/lvl6s1jeq0wCvsxqpulHyvKpJraLdW9KJMKxHxMkfEKZnpG/C80DD8yIsx
x3oUZqNcgA4cAAK9UB/H7tnuSj8Mi00Zt06r9TeynJyIRA6NEvy4HvxFawWfiK1CMxHY5D9fYREj
QZxnsGrICxd949fRiBy10DZ2TNyolt9xWI9tqK9cC/GKCW6fagKpArHc8y8rDaMWBSFWPCTG86DK
B2lUvEFp0cozw5Op9M6Y2Ae51Fwj+Mz0fxiuhdvDXgOtgTalxQcULYgUq2txW4rmREqnbfakx3Av
hthRSCK2T+ytHWxSDVIB0L3ALMvaJ59TRd7xAgI+o8DxKlb513dt06BhMhxDH++VDIRlBsZQpa8I
vsGUdum414OboXf//ktDjUXDABIg18j2zncdIvFgmZwDDAb+4lPS1hnk3NryBrWNp4nRWysOQPls
tyv4GJHLsDE5AM1k4C8vhCQUrc5TCp4nV69QBWCQDzPHOzr0jqyEKx2Ai2QM2cFMwgLogQGVWZ4M
JSj1WrYKjNJ2xi+7YVuML3pt0Th2W+8tNMGv7+dlsj6bQ0MKsnwwin73+YZCbpSxZJ5OQOrzNIDC
jqiZW8iJr5AKE+/3nS27HQs2obKmTCPY0zPL3KeUCjOuegmWm+C+D2K3zWtk6+EGIyJrd1W9PKow
heClgz1gFqI9X6Q0gqnMzuAf2kk76DR2EPlPkRR6Wln7SaZjIiHaFORxMqPj1JvbRl4jCxMudoZ2
z4Ma87j2+S/IJ1DNRTkWO0k/W+OmkTCT1D5C4OLv7weQ4yYqfADjQCqNWykjWdDgTiLNVdihJp0P
Vw3YnfJLytudlA17PCa2K0dIeGIBXcSbFmOBMl9Z0kvLyokEmwndG8WOGgcl3NbpTpehhbKLJi+z
3gzplNsbNX6R8Oxt+51h3bG1EpcgCoAUGKT2cMjzuC+XYjPNHiJpxO+IIZ2WbHXt2TJuSB24SXS0
U2NzfdnCL/ptja+KdMNY0biC/8+Lzm3lt6qJvGHAvM+ayxNtr0qQ4P0hzkJJ6/zoBJik6xmbQIEi
g9ZPom5ss8dcKY+RljwOdv1wfV2ilAVPQRBeoF6H6XferzfyIFMI1BfAAo6QVi2dstmAxMjRy5s8
c6GhGdDHIH+lhLqAcFw3rgsu6tL2fJEXgTzpekWuod2GSeDQnYL4pERrrIWChxi6BxgsN9FD0AF5
PTfRNWUZkYCAgBlIdBIz15BHZIF0f30lAvILEBMgOM/cRZA/5LuTBtONDjRTcG+1XWxpGOkg4s8w
80lC2+uMId1iGAwsciaMA8zWjICqRuGIxDA0XiQEm31XZOOKJxScpZnJBP8HLB3ennNDQFPr2Wjh
sVQkDTNdPIKCE4kSMHHaaorc3qq15GhIQbzGpTLfPS5ZQMcBKRqIvGRT5nsCJk1MVqC8AOUtX61v
e7Py1MkEMLF0U/KRNaDvX/sAAqd/ZpL70JTldt8NMGmRwavKF7uWXXnIfF1K7jEcgaEHyN8isxmc
VJW3qW27faCutHUup8QQXo35P2WWvAW0/Py0ZSOStJjhMtUadboUxTBoaFfGZ6e1R13O3CBBwNM/
bGqidlRvdQahNiXf0ey+JuYuMVonALdrbNJjQMxtpErOUK4WeEW3zoDaia7hiYcSCXcquobF4Wjj
1uUdQTZ3YMl7HDjodAVN+BLr5V6n70oD6DuYn1VMS8ZxDULmtZFv0cXEdZyHaVGpMfjQhQuAEfkJ
iQ/VpNalujLsaiPLXa2pV55GYkt4ZxLgnfEG5E6GAjhsyuaSQayrO6JEu6ZLfTO1VgKjKEJYGH2e
ge/gluI9wCBrEhh1s9IlESqDDSREP2lRbPQ1tjehxwaACMVPjJWDEoU7ZPlIjbiNq9ItqiBQ/YjK
2caQ6xaJmwSMGBmtN4Upyi7DJOapsRrlRMxaOep5CdVBkO+tRBDBuvHUVTBPgH4m/jc7oYUTx1us
q+MJRF0pHd9pip6cVN+0krwnzdrAnDB9xRAb4j1qejPFx7mtQiqBtQrQmGhqp6OnoPhk0pfa+pb+
bqhblDPRHL7u2C8bS3P5bmFyXv5ieTRmYDtOYBIyWF79hoLI43/gZsTb1mFHjII694foN/g9XMvL
VtyJYGfPTHM7O0Zl3dhxV7px/qOSgZ5PoWtz12vtyqtAECbO7MyZ1mKJQRbIRcNgR1JTUAhJbmIP
rjQ0e4iHO5oUrWypKHFb7iiXuPUa5iZojx1N2/epHpypfOrpoyx5RQDk0NpgGuYa8PO5YIQaBZIc
DNND0YyPglOcxVauIXVDZc1iYBAchnrbVGik+fAM5qFu1UrzQ9uyN2PW1q9yWav3kmGP2qG1MqC9
+1IZNmaiYTCHof4WbvRpHB/UsQDUVZs0Lb2Hk622QFDr1o4GyfCRKEMBDOwYan40hfD2IQmTY1PZ
be+pdaSD2MLsisgfDKk+pDI6JHS+nVquBpKbMVn5tFu52alNn4yenNkS9boozi23GQJya0hVbDiK
Qsp7LdTl50pV0ndDzogMpi0y4fEI9mvZ1akSqE5UtPGeZb2G59BoJ55iRTV+A2G3nRVoBhSopPBD
qWnpoZheP2mVBmgyWoC9z+JW/oleJ1yaLlMTamoZyN82RlSph7Avhsxpy7nDDAJyIwKtu5TtS7gX
CJwqqe4BRSfv7EoFALhNmTphdnxAgyYe8goeWB67Q59ENuQdwph8FgqGUUZm2V9JWCr7TLMpyNfk
0bNTsGwfoFcCbo527LBvBTbZCZsYbHCVxRiIEVozcJmsZ7+rcmQ3JngqG1dJ4oBtaMAi0G/XsfGV
2UH7odB2JC40M+pfQErmTwUtpsAxKvD9tkSyv1ID2/toFVZ4WysDxkfDMS00pwdxjN5Old/VGGhF
TEPo7DH73uWBOrhR2e6zlsWHqe/zPeqn6l5uB/JRDSU4WdQ8yopN3eCESfWg5QfDGLXsJjcK4qvQ
qAy9OmX5USu64EZWS6nejblihVAVliWQruPsQiNaLd7VegxANGYDv+vW41RBgM8y7OKhHOLoaNaj
prvowlWTkw9Vhc5+VzQQx0uicBNHfXMrGZPypNcDBcdi1U1gI9cKVbkvjS4vfdYrLEQPstZOQ682
voa31X+dPYJCxzRzA71Y1cxWXq7CKIZaOXhzZ29+wVNS1y1OT1YiKsszM9M2qm7U/kdCbzU0hOKd
VnzVkzdqJxOMddddusg0HssoHRIbYRT8Vef+ruhau2oSJEAtNU5N190a4WcC1ksjKbcqzEGAblOo
/bHCbG8DoEmrr03RCFwgiHUwbQDoJxiC+PZULslTFiFFdpmkOKq7NU6s13ErZTei+eb6cgXeXQNa
0kSKpYLjmq9cKlJqNEoroXLJHNO8LTPTpc1uDJ4DbU0VV7Qs1Mxmhti5OcsXs8qxh9uswPYfNDqq
pJVeHBR5YKkDrBMY8OFFmDeFSgJtK2b2/cp3FYTLs0SEC2OpBJCrZCIRqYZqRyoDQuD4xBjJDbX7
61sqWCcIu3UbFX4MZkM+5fwAacNo12QEg1Xc5X4AHiZPlYonaej92Mp8gtm2YVgbchRk7Wc2uTzE
AmFj1MWwmbLeyWsNCfvT9VUJ8mRQliEjx7MAbXUeMRaUNtWbsUHrxwB/Tw60+lBDHmGFH024d99W
+KdhHsWsm3oG6n5mI6hKrzSB4EluupKVbqxQ33ahtP3rhWFgHLhFXDZw9/Ofq9XGhkKHD2EMfA6N
zJBoBPuUKn+froFPCnylUKhG9YYvO7boQJAygvhGrLR+bexAOIaM6hnDateXI3plYk4NzyZcMSRu
vPcYwUuslSEtIYvU9+/VkFiowY+Qi3PbLoXyAkao8CuiOBknx+z1wHRGJCE/g451FXQfw+SUh4p1
jJrO3kWhGflBUIbHiPaSr+hph1plYyaBl7R9cT+kJqkcte4wlHJ9GaIaweK48YWnogXX8pSALQBw
PjO9J8GXOuwpxF7T+yh7Mrvf180JvcPi3M1Z4iLJjVuqYsQL5qLghgw7AJan+lVfGz4V3tKFFe3c
CjVQ4tbm011bKKf1Mao8SbQ2hyx6BuGcobaiAsIBBzT/isVa7I7mhsxq6E2aKK9GE8AoIJ6ZfkZa
7ijRzz6bxVozXVlJ3AUO4sws5/aSJs/UOoZZZvR+mQHGPG5TtmJEtIMyBDYg4C2D4It/4rWp1oyd
jNdth8ZeqEV3Sbg2I7RmgnOlSlEjVoYwkWUJ7kYQPajtmqScYK/gaBR00UHWNLfszj9RDdWZLm2A
Vidy+Zg30kcYpJssKFce36JLtDTDnWpG09psCczMiNX0rmgzZBA3YIVKbV/r3jJzxZUKkgksC0sC
SepMkcMdgaxCuyUzUMZrR+hEFe1dPCsYDfoBEqhgz1uTKROaI/ib4Bed4QicuXgyK5MpeJkGaE8p
U+oblempJUiXtOimXJs5FoUmgHb+Z407F1U3DFI8wlot3U1946jqZ5PctMYmQksbIlDXHZLo0ykm
MEKAJNjWBaOUnlB1ivoJ1szfuuXb1nbov9L42e4Dr2KfA6D11w2KNtNASwrFcMxUo6Z/fiR1bUCj
MUwqsMMMvlEE4ElI9cFhSeyOkTW6zGT/XbcougTA6tgAAgHhofHkUFk0FHZhlWhaF6GjDOZdGBpb
KF9F/7AyPHxmjj6kLibPxkzG0aK4aznISfxuOkKiFmyjflTj2bOGLBNt4qKyzSdJWoDS75QiybTq
90KWnYK+jCYmRoLduNbguiw9AfCO9uH/AfV4dbI6J5WeTgDqTXdy5IaPOep3yMpubX+6pS7dh8/2
FjrcEEPwEMNvi/3auNKFo+R+AOdd0rCS1FDBD8jA/zbPXnRr47sCKpTzNXIB05LkTBpiwAOHjbIx
nqLnKPI6Tz+gnHKsYmeKXOvghj+A63BAPb25fj4vPuaf9cHZ41k0t4e4G5FlIK5HVg0UafylTZIz
9Q4qInb+Yqxxwq5Z4nYS/BdD1MywTiaD+xhyZ7ar0YeuA0HKj39ZE67cDCiYR+XOb3kLkjqtNQfg
8UBBZLW3deV25BkslR1uxXVTF9cb2/eHo9LSUFyDuPi5KRPqZlTL5vNpdH4CFdiKYaRNfb1u5fK5
zpnh3DKNpLhQa5iRdsFN8YFe+vCoo5F/6j0DYm8OEC/XLc5/8Kxg+McgeAXxbv5DFXu+rgIddYg2
jRg4sz5i7WtAV68K7hpzBWUiOhNzAv+HLRpAOO70sYb1YR3hS4XSiYV7Wb1N+6NaPDBz5cn1p8Nx
saCFJe70yZlRsKidz4RSbqfaPsYt2LK0XEMfsGSe0kGIvqi2KsqDQ9N8lsb7P2woViiDIhqgOJ5v
htVkmlp73tAaiiKS7oWV3wJwHH5dtyM8kAs7c4Bf5MVEklJQAMnYUXKMjaMeb6Q1fOQfysvLvfxe
C3e/MmVEaoBUxJUfzAdlH3WO+tD8xkhiuzOfWsuTXoLQmVzqYQTPv768i4xhPpffy9M4NH8ymCVq
59jGoXtDBcKphl08oGmvfY2g61DHW1nbXbcovAngdQc2AOKDCn9ELTKqvRJgQzNQf0CH11S+otEL
1bXCkfAqgHuAgOoOXVMe9JCNlKkxmuRuAhGv+KOkz1LvN+WdsTbcLVzQPEk4F8RQeePuXMrCBtIX
Km5CKu3N+ovY3S87BbShrlZu95ol7s7VaUDHoIalXn2wCdqAb1pjuaCxXDkUwgiqL5bERVCMKwLD
FihYUkVupq5wNLN2uzx+Qff/sU7YicqQMYqe1RJqW9E9agqORCe/Jz901DZHQKImk7pWFe/1Ltr/
w/lZ/LY5wVhcSJYiX9cr/Dal8hrbL/UbOcL81eN1Kxd5+3wvTOAmMDeBbjI/th1Wdq8qHWjcyPAz
ZV9d50KwXK4OY+n2n9dNCZkdlra4zxpliIMYAMOckp+/Y9bsDqyKUDzxwtZDOgZxExfYtuK/Nf0P
USamz1hXkMYB+m5xH1kfY6UnyXxBhrtCuWvatTEN4XFdGOC+VKJJ5ZhUMFCZqRdrp7H10krbdGso
eaGLXtiZ/31xIiy16DKTwY5Bf9JscgxM5SX/Xf9IQm+ysDGvdWFD0iX0bWYbI8ucOHkfytBNoMse
s0eyxugj3Ddwnut/UGggxjq31YcdhuVG2KohUQ1TmEOQMYSxUloUnvCFFS6wRXXTgxEBnj/ClTVj
vwVeo/CZjKrZRifP17dPGGYWxrgIBxXbXlNmDQ0q3wSg72zAILqxlecoRNt9V9Ef182t7CCPrMvx
BFCN8U9y8M6K7YBRTe05lL3rVsRxG2nxLAoCJDH/cNPLUZsibY7b2dHadO+yHzpyDHldZ7zPnebe
2JpPzPuANu9KNik88d+G+YK3UhYJywsYbiSynZTEq8z2JmitFVcr9BALM1xkMyjoMYIYZiIo1dEI
srhvKzt4gQCf3ezCAuf6Kk3LEp3BwqR+6UAIVvWut191/VGt3iJQ+knKgRRr0U14lxdGOcc3RJ1s
6gmMGiWiGcaVkY17CY0cPH48zfpkUOuK8kdm4gVi/xho5ErsrZDz5w66HlUMMJXev1zfCOGBXfwk
zlVKUKM2MHyUumjHYHbuqSzBq/tYr3UtRB8UrOsgaARkaZZ9OvcsWdlmXYH5KrdVPTpC+XCaVk6m
8GW1MHFx9QwakgLTgG54m/gDRDidYENfpi3bJJ+olKMwdH3nVg1yh9QsQgATZm7G+MS+8n1w6DCr
4aDNNH3Jjgpszea6QdGnWi6QO7J2mJh1Rgn2sHsbZG+wHhTr3fjrxiMuxtIKd0aDGMdBq7CqMf09
QJ8qTJx2+NnaX9cXI3IkIKWZUaYGJDB4D2b2RROD3grJOOaH8eAw9M3098J781q+jfDeiqilHAEd
gjwAze8sfLIrz44fSO008bEpYq+EuNr1ZYli29IidyZkNbQhHwKLZrXRQ5epuOOqM+an/jPJ17hk
VvbQ4g4EsVkHfDWMScVzwryhe9FWwpmIxBAlVvT28ZEwJsPDjdpW0uuRARdj1M2zBYmC3TCqG6ua
3u1CSZykJ/12aOrRo2GnHoiZvvdFhSn02LfpLwPzVEbWb7RhaldyCJEnBX8G6lymDDfO99tslemR
XKAERToJI7cUAk0BJjA+YtNp18StRdu8tMVtcx0WspQBZumWVe+AKM2d6l/6GiGf6HIvjXDXDilR
SEYGIzmEYvtQ8Yq0u82kxJn+iXvqj7LurF0CaO+83kVGibSPRE04IPQpnjEkTpR/XL8Ewo8zS/f+
fwPzWhcG5BgwcSuDgVAB8SVYrzVGnaB7LXRfydcQpKLIAr0wixALGA0AUc6NMaKPMh30mSnoZ9n/
qvrN9cWIvv7y73OLqSKmW2Gg4UWK8m2oNV5kPbfDGoJItGVLK/O/L7YsxwhmkIEk3y3ifWdsA9nX
lQ7wcrxwn/5hPVBUAtoJ0RjsEeeW0j4rCJnpugHad6tmo2FASrVW/Ibwo3wb+dPzXS7HCDq1kWEk
AK06sbYAe6w4WtF9sUBvqqk4yqBm4ZaR16CTHWKEKa3aTRCLzoEVe4z/haZtYeVSztdAx0DFOtRw
kylfA5TWrn+Ny1ELhChg26BjgTc/iKW5dTBmwL+MsGCCXyLX96gtmAzjeVuocJJgX9ZvuKFJuwVE
AjSBnoFX5vVfIN7I//0Ak6vDQTk9roFpm8upkVsTJzBfiuZ9WBtpEF6j73XyQ7ahTJVCabBORcHk
AmJD+mSvpS7CS4TOGWYsgafEtOP50Q5GrVG7GAWaXH016ieD7uV8XzR+vFa7FEV5ABX+Z4j3CWox
hnGEchiqiGp/0/cvo7TT2/c62+lrhB3qHF74Gu3SGOca9MJmNaCnSPuYM22sJ9uhzhg76NPdn5y3
t8l1/JPvm85OW+vzCG/xYpncQ70v4jwdLViOgXWdMABY0pUwLiQ4XS6OO/5x1sd2OMCEdscyr3mU
XOlWcqtteGP5lVftS9d3Bj986r38RT+F3tp7VviSXvwA/vjnpDajScKZIT+Vp/C2eIUcY+vET7+l
n8298nBgHuZFbtYmoFcOEH8bCnUAOI3AqppFUIQGccmJsFPVenryMzX/FuAHF0Nm4TWMFmLKgJ/f
nEJbT9nsjIek2FBVdZll7NlU7xrFhtbU4LR1ucJgJXRrRAN1H1SUFSBGuHRGawNKgxSpaUHdQJMd
EKNomCJqpbug2hvEocFv5MpOXN0m6slKvHZ1slP0wF/+gvlwL0KQROpOoR1+QVjcqgOQmiDx2JTp
TRTe1Dhf8WOAB+91V3oJZZp3WoceHPoa6oyDOLcJxr22pczGowYU572OTvM9Le+l+hiZEP82IbNT
JA7kZFbMzn+W9xAgL0D0gPoGgCych0gJybPchFkbRC2fZTI1aKXY/ZENQLHnzUycC67RbQUpC2i1
xxoeJGqPRyqZZPwycDd1rP8XUsC5GYh5PcgyAJh8vhUshix4rYaYEqsfG+0tBcaTYiLi+spFsWtp
ZHadi2+s5tPYZkGUubrkk+hgkjukSyDguG5F5AaXVrivmo6T1UkyloJ3hmNVAKuu8Y+urYM7q4Gs
ZHKuwIKRPPQZqoawAbXxaA2gIAqQNrR1AZ6eLyafbCRELqqyjjNXCuvX2LLva0W61czhSEy2bdR2
d33jRDEfOtuo8EMhEXoSnHOvUHbN7WnWTpELJ2/fK/JVAgZx3Yjw63wb4VPNAS1EvbchMUIa5tY6
JkXWUk2BRNM81wckOOC2aPryj80i7IMwD7COiDpV5mRf0h09Dsdykx/xuKEny+8RKibfvI0Oxv76
8oTtbsyiAd0PRBCgd9wmKiiUkKrB2Sgit7MdBKhTclP1T8k+8eItMArX7QmPyPe95Qt1RgKpy7Cl
Gco/UO0JfzFoHib2Z17er+oHCI/Htym+YKfoI+kpxcqGMPVoPJ3oEHnq0K/0LoUH5PvQ8xE+yWhs
TAFW1BlsOyjDw4Twd33ThCvBFB/YnGYEPa9DZCqB0YUZTDTlLw0KS0nk9+GP6zZEACrALwGRRu8a
OrsW5+UzM60BJYW8aO9OG/uku+Eh/F3vorf/R9qX9caNLM3+IgJkcX/l2ou6W61dfiEsy+K+7/z1
X1C4x2ZX83bB5wzGngEEKJi1ZGVlZUb45+IDiUfxAVQq5BMCgvObPcrUsm38evsbVuy8+AQqIGyV
2pdLrkhNvh49CcWmPH8PoeVItaQMJCP2bbS1BKsmyChmwu2EzNXBl+6dFxNP7CRYLKFxKOJweMl3
Hoq3WhUFOmYxxYbWzoRE92LVOOjvYmyFlSDtAp46XfiORLESV5hVyeHwNAVR3g49XKUp8ieeY0TC
a7HDBRp1ytSQY4jjEGii+NAg3TCh7B4c6mrw0oo42JGAu/Oa/+JouwClDh551CUJDYOosy1Ohd8j
yGddL9euLxcQ85panNG+qOUpl8Aujjt7slNrthj4lsQfZO8tnlsFOaP6FFMOrV3o/n1FR8XMt4us
jqmCejTc98ov3n8fyyetY5F2rY+5IhN41XmN0dSuUBJJy3DAt7XFSwq91+6nPDl9oblp9SRNFhYf
mKeZ4iIru0hDZzFeQubH9StWMjGU8yTQMOjjjv8tvZdgnd6UlmzGT+Dx2wvb0u55EMsyNtOKY8c1
nke2AeW5cIfUPAQR12Qcwd4dnNEmP70fxJ6gBYR+Pv93dlSc9KRjZW+jM+v4XDVXBnkvmNiQ7KdP
T36UvFKA2ojpDUYkviggjmic28at2oarDXi1kdJUaem7hOPFAd2w2KlEdNXhFzp/R782h8wdIvc2
1EqoNvOz/IGidkwJpkxNyQEVCFbCgU55o2fuqDIMWjmzLlCoyYLk3NzVBxQtdgdyqjUWb8LqpCzM
mM1c7Mo+knNShACIiKn4z2HnBKymgbXIZWaPw3PIXPd7JaIQBBVXhR2I+9WQt6FEYWiCncYfaMYJ
hTsRAhuxA2IqiOqwaK/X9vUFMnVOcWICFWFxlgwozy2exVOUsnwgOTjhnaKwKjzSsdJbq5DoICBg
U5uLxOk7mKBHXiJ2eChBliapn3KITYGpMgZ73NgaESjGuBH3B+v2YlyZxblt4Q8obSevRWM8M+Jm
032u3PPClzL8ug2xcgheQFDhZ+X5k1gOgPA1kx+NSjWUrQ+6gFFjnLbfdZPULXaJRD/W1V0jg0EH
SGLRP8ltuYu8mQ8uAsfwiIEUrUb8qpI3RXjEbaJU7tIhANEX6m40g48jQ5ODbdgp6HqvLF95Jh4P
utJfISSiUERpdHJ2P/TyKYLC2+0BWnEIF59NBylhFwhyjc/ukM8gudMLLzrqJTP7NszqPECRFjWF
Okho6NymLwVegX5GpO2VSXoJdT394WMZQvxYEgNcQ2R49iZTQLLGoxP93y9ZMrTEsIeFuZUJzo9y
F0mZQlAtRMVW8pjz+yxhWHe9kPH7VRxOgJDBOTr/fOGO0g70ol6E31/joRZNt+ijjh2df7s9hivV
hYBB4S4yJXinA9YlzFzwIecylGOS8AEUI33s8KI7+Jbi++B2PsmTVXaGqt81ZvkkS0ZjmsSQC2di
ucY1cxX0mSPsmFUA6ErUJiiEaCQwt8x/57Fy14ycO7aEVSl9fSyCrwj/oLNXwcMYnWVskkwok6ZE
Em405Cfe7Sz+Jd15d+pBrszGUA/pZ2am+2TH0qD7Zt253MtABo8KDxYKtFfRNdITz7dcwcMB94oy
BQaH6/WXgHLDPdr/Z87ipEEtfzMzGIe5WJ/zIYFk0JQKlWgJYZjfg/gBMbaf1CFkmPRasUTwG9l9
XXWokFfaNDPA7uGjmb2MgydPbeunfsoxdyIfaxviRazzeF4YV/ag1huUYshnoi3ncuGUbZooUlTh
pV3ykZsp1NZO9EQwVU7TjJKkd2OVIERPoEyDOItVznjdI4vADS1BuAvhweu6DULwEtSZV9j80Zb8
8H6KRnHHIUetm9IWjORvHVLUG3SgZ8YuPUlHMLgwwpFrH3eB/334LbYnJ4CqjdeBnydfvrL3Qrfz
XuWUEVqt7oq/Vn7HEwsUEBZ0kTxLYmj1QwxujwqanMLzbRewtiXQp4sKW5D7zIzrlxPZ1mDKL8Ru
bgIq7kkrHwJddBVvwhGdGxrnMQ7o6zgO9cJooAZzNohGrzjLQJTB+UILk9D+BCFxYpCA8da+ioB8
M6IsZT4WaM/p5YSQYA4BVMXRJXTbVQwxg9UhWyBQoeJYosIEbNt4PsjPnQeOyUc+2usxiFlYPfvX
ZxxGS591WJHtAuML5Z5br6sghdVjmU9HtAPw5cYL7Kw3ZJDhMivN5/s0vaUXYFdU7ohsqmxuB6tK
KyWHfnTT0tbAHepvFMkZRCuvT2mI7vqNBhKP26twRWj3wlK6Gc7j0rmnEeDlsT7zg8E96+Zo9+5n
cpCtA7jdAkt1X4WN4W8LQ0BDCxibjMwEw5mdojKX8TlrG285FORyU6BtGRVf87jz5V2FF0194wcM
D7LmQJcQVHajCHTPE+buvzax2mFLUPI4WX2Dl0WH08yaSfC7ui3AyCIiX4XFRKeOhiyOpQxVpKZf
OHVzz09vJNpo9WlEC17zWxO3ifSj4MBznMVmzv+s5X9OOmLTI8Euq6hwx4WA2pZeqfhRK8LeFMKo
UAIxOsLwlmsWojofBcBgjkYnEoXAT0URE2UukRWhDZMeQHzJWBYr+TcYgWcs8KFBXEGk92NVcnzp
xWiYgeKAp+zT8UHQN1x88Bs7Vyxfj42yRqEb/mU8H645ggUwvTdjtfObrgMwmtV0zhXEj6g5CuNz
XeyEf6/hvzCS3orRCFdUzEYWoPuux5/FRHZcEFq3dzzLInqLlVmijHMzVyCKhjKdkmyPm4infPDN
BoXODLS1Db0cP2q3tSjbq2N+tgm1V+qPutlF/fttg9ZOBQjP8LOOHZrZ6RtBUchVVTbQEdE8CSUr
Vfg77MDw2OfTaAeDP9kQmGWxLK4N4pymwwMrqt5BgHjppwYuEEN9LsRL48emAS29yfHPuWCMOui3
nm7btzKEIPIHKzzI4cHsSFOUS20n5JwCrEZH4pdIylPRKJOTqOHI2GYrrnEmP8ELIy52MxHPpVU+
7+HiCz1IM8xCQxjDo5/fo5npyAnFrhCPAS86mozw+LZ9V/OHtDoe5jTEk2jDAbvpJWouegRF5Rn2
L+q/8va9/GaTCbdZ6++Q997eRruaOQpt/vkitEN4FCltCbSu3HLCc1Tt5D44T1UP2oXIELWQ4RxZ
1lFjmqVTF4UV8JJ6cFJVvC+UGopFiR020XHIwT14276rAPnSPrpOTGtIoqohqNo6oUGe86mqv0r1
c2D1hl2n1CgcKtnQaF4YFRlwGp38qOMoMKoo4/ZQGr8jaQqV5WFQQFw9QDkBkhd2Q7ovrilihnth
WUs5szrURkGYra04h2hWgZLYFq08A5P8fHUaIYmA9Yl0KMiVL5cNNBNSoo+YxqA4pKUzxGe4akOp
XgPWC/zqAl0gSZdIPafq2TQASScveEgCRWKGaiuwurexZvg9a8+vjiAIT5EOBw8I0hGXcBLXJ00I
VjuzKYEUClaKDd5M5KCga/q/WJoLqPlTFlsvquKCL0RAFarwqIGVLpKRieyVbSWzBC6vfOa8OhdQ
lE+pIy7LSINBlHz9DFpZ1L63H5JWMyxa3wULHMqbRBJe4/ugqNGAaouTlYFHjASFlWFtlMkTerFT
yHWhI5sVKrBmjfIqsRoMbV5hKEsRySGi50ZStaiBz60+k1ku5bo583s0wUwjQJZkHtjLiSvTvJip
ImtI8Ay/k0IwUTB10gZ/26Thm5elyDbW7VcEUpBYz+4CjUe9SG1FpWfhqfhVQt/s7YU0411cmC6/
h35H7zg1K/r2e9RBzMRXpiZ1RhIoYF9xOMUCR09R9/+Fp8Hpi7cD5F1w7FMrissTWRyyCjPN5xCs
yFRbykdrKioLRwrjnnudwoeBSzBqWSUdl2sg3a7RkrIXuz2YHKXwrk+tXH0G6WmivwZ4PLg9ptcZ
SQqTmuS0nBq0DAJTEnZZeEobDGRhNdFjjDCxtaT84PObOLJrkNc1h1HbCP0uaB7UEPHVPvRZFZ9r
O3gxBLTEHsdBGEZM8Dm17P/o4/pTIbFbDN6/3o6+rUYlIkq3Zwlsyv0JCLXFMAdMpKIkQ8neke87
3x7ZtaMD+ZA/EJTb031R8dB9g4GNaqOW9jUO/4m7F+IXj2ekYFhQ1CJV9GbWcsXGqCAYGKTnmiud
QgUVfYaLLWPk1ifor1nUGm3qwEsT1AOZcERghLd8DsV8EkPGZR1kJjNHuhEpf8qgeNC1sOaw6+Ia
tSxRAFp/b1+IGWOK1s5cMBn+gaFsqcIk98qprs0pOwzVk8LVb3V2zJPGUZASCUAYzojSVg+OJSK1
2yYImvFRA8Q2A9VtvtF/wzjxOBbGLuTMCaxR3b8TlsKpzCJq36TNoCy99OIN4tCmHTCWvN/cRSjX
4tTeTpojWpAbkcENf111O++rBRgVxRSJn/lyCPvCQrQHEPYGKYqpi8r0CqfzBUPo0FbykutndLtC
CLgVjITFSbE+xotvoPa2n00JssUwWFEM3fsxSA8gW0wbSBfgBIMAR18ZmnSq1ffb+52JS214CLkE
Kh4IsAtRF4SXB74752AVIU4BBmEuSY1CAeWTZAmIDG5Dr26XhcXUdsnSjouyEcgFXgX4bjcpg9ux
bjTz1NGnL56K4CwROCFHSkX+XA91Ac5va5NMvAXGBNyamvbttiHf8fQtECqw7/WqUfWhAeO0fgKj
WkNedd2tuLtUOoKl0SxfdeLWzVHLfzU6YxBXncHCPmqfcGUscZ0OaDFpQMnIGxNoUwK0NIBGWNE3
BaeyXlXW4hmIkMmQFMejKrhOL3emXGQR709A5IqnsTs0uqGGjlf0RiKWRtts2O3fVyXp8/b8i0if
rp1GknrMgNipbkNsJb8f4wmNcbmVBTODEfpSC7yNsbpVVtenCO0mlG6i8IhutUV7T5zJA578cu6u
Hs6xd8j87e2Vs7o6/0LQb/d+m5X53MpklpBIglKD1Scswj+GFXQZUSp4PZfMVsh4zq/i3PLHfRD8
vm3HegwoQbJolrqCDhu1DHlfSEJOA0oSB+/4f1eotE2lFnbkTeA5F91eOWd4X0Lgy+JEXt0BC2jK
eU9Vmk4oYAC08FIMgaEnndGH7bb13sX+R12ydA9X1/8Cbx7wxcWwRNlC1HfzgOqTK06DC3Z7u8iJ
kerdyS8Vl5+5FxIW7yrLTMpPp0M3iPwMS3TuhfM+uqQMwIA5Orn4Q+hSuycF6764unTw0P7d144S
XWpS20BK9WbCyIZkdAgZoCFZHEKwh2nadIyE51AYNwO0+Qx1DAvE2Sim1blXPtYNrfbcXGG1lK7u
lplwW0BlFFjbKc8joWa9jWStMqdycBPSPgyByNiQqzHpHwiFp7r6ugIX0ikAhNgavXzE5SWKXU1C
KzYjIF27EyO4+X+24O5wuYq4VlZTfVARYkC4IESJX4vXK7SgbDLmk936NP6Fok4ndNXnIT9PY9ds
OuWs9a+NwDoU/j8O4C8ItVYypZn4sYE9auojmwe9BBThxsku9PBYldloLic+rr81q5WFCUxtf/QX
tAVkMWEd34DDGuUQIiimNh26dyArMiobsTyWKiMEZw0p5QMgRhlrEQfQjFgqCtc931XrjhF2r4Kg
Mxt84viDEs3LJSJmSTpo87xlKM4YwsKVRsUGZY9523evLvkFDOVYSqKMWqQABml2oy0+KvRa+Tmq
1iLH8wYG2OqyX4BRMZ+gN2pejQArx8wYk2PRSebo/6xz1lMOC2h2pwsvrfhChTsSgMLsPupdAUap
GuTHGS9urDmiXJJc4ACIIywEXkX+w08fA3500rJ+vD1H6zAotEbrLNrCaHKzssiDtJ7glgQ0A/bi
iDz24wC2nf8NhXIUWVxUPp4+KnNo5I2gB0+QO3SjTGdck1dPMrSg/8cYylW0oZr4rabDx+LePwWu
5GW2HG4aXCdL35pYt1fW2FEOAmKQvdTmgENDY0DMgnRGFLJKAVg2UXsVyZpAVwYMXYqqNasiehBB
7yL9GSbaZDeos6zRAdWLtphM7dPtWVvdv4qIshxU5oGfgLKvKuukUXQP0PIe0fEgVJbYWGJg8sJ/
k8oE+8EfKMrKOkHTSVYAShDbO9EfIab2MKR4fuNb/6Orkq2IB8y+gODQbRNXp3CBS7koiY+HLoo5
xD5YHS1YilB67Q89I5G5OocLFMo3iTFIt8XZOk2ymuShADuKgId0UH8XlW4zSztWPdQCjvJQU9u1
upDCqMS3OySCu8IV6x+S0jIGj4VDuSgh6Tut5GEWKRtjmKPGMkTyOX5s84gVMc5Ry9VF+I9NAh0+
QRI29UINWHrwHPbbADyUMcQWWnPqPSOJHyf9a+CfconVMXndjj5fERfAVDg1cEqiTCmAw1pD0fpX
7em+ow2QnYIrK2POTYvHrhsNvdOsHsFq0YG9A6peRASndac+gGj9fkx51svO7SWFh/HLUyhrVAnv
7pjjJnpuur2snZs82EXJi6L8iCuWMt48k9ejj3516Bqhf5RuWBeFsSiqBE6oSngDyiBdPhihWBuZ
sB2yn2OCEuHgvznPv1tyoHKAHj7KIwyxR0hYwbnigo6eK7tu3mvxd8liSV7PsCxwKA/AtWMU1R5M
U8FtkG3TEER6v5Jqk3bnUXAFsh2Kz6p9LpMz2mas295nPUWGuwCPh1MkPeiaDanlgqbvsbiqxpar
/dTaINg2xPxY5Du9sSLVaMvK8EE4cht49tzX8/kH97uzcRHDZP5Ujl0MoyeBGAkq+r2BtWFXUyt/
TaM7MMeOa5JEAISWofgeVhTqRkEki27IGKJJY+soo5P4/1wX/71d/1pG7Qs1y1Dl3GHZyJyKqWtf
pipxbw/e+pnxF4KKMmQlbGseIgCmnh8qSIqG+ZOK4/82yPqO+wtCnb1gGNa4ESzMJt74DInb1jNP
ARGNGhOmDA9NvJu4zW1I1qKgdlzS82nWEkBmHmqY1WTn5dmP2xDrJ8Zfq6jNpogeijI0BLUlSomz
6pB5udsqhxBsVP8N0N94gpojiFn1niTCPUoqOsHTyDdJptndkBm5Jr3exlp1xQsPQp3uklaSRpmX
HIiPEgU1ZPFLjRfoVnNaH+1orA7R1TFcwFGnu1LUAhSgAOdDkjA8SoVZaqdMZrim1cWwQKHOdgiD
KmjZAkoXT1tZbj+FljCi9duG4Nnx8ghL+EgvshAQYVlZAaITTjQq7j4pndvzs7pftfkZRuAlSadl
QsDBTZooRfchGfIDJ4kHJeVflEp9uA2z7swXONTiRg9J3Hoi/ILYv+IpSxDtKHREwWhk3+YryMVt
wIgXgNmUgTuv5StnvsCl1h8Zubpup/kQQUlV1ZU7bxINXB4tLxuMLK7sQP9ZZ8GvAjIzRakaWVvf
qSpI7W5/x+p0Lj6DWpeiN2Vi38wRSdLuCqnY1yjqSofBIByrhXm26JbF1OJMdbnocfuqzDb9lLFw
qgiXO5QV96+gbWV4RYZZV6z4dexlKMTFdqscPwhNYOmjyUsMz7jqROazC5xjIMnRqEmUpEGJ1B6L
tBxdqf6NSp0CTZIhb8nNc8XXjN29eros0Ki50ls1btQBc8X3P0j1rHR7or/0XoCehX1WOGPTMvYg
C5Casbj2OAkqPTAviwxfMTPuIKD5osqPqWjLii2y0kGr/uuvhXTBshwEkCkiATa9BloEZBqmqHm6
veDXS0UWGNTVwKtR7pMNMIpP+LMe9vos59mhuZV0lpAMx7KPTnxT/6rEfjJVaXquvWnLaR7yh+Ep
rGZ2tyqJ7DwRPYilg16mH3MwiusQ6WV8KVnZMLOa5Fy4J89C5ZSr9biGTyFiZCYinvVr30W/F5qj
8mJDInRllvEu6BpXKmIwasJTRf12aHRWEuiaeABjNUvyySBPR33tdyi+iDr9AkrD7TwnowmKWbSB
muob/oNCMfUo10Zjv/Mfjck/cHeZ2zyDNSY5c3eje3ss1k6D5UfMC2fxEY0IJo+Cw1CUoMIcesHJ
JVMRVYYzXEMB8dR/trM+T8gCxUObIYSMsTQiftpxeDdKCunol1D2/ndrljhUnAOx1KiIVGxkZHE3
opfbpYreA4mVhF/3TmA4Unm8zio0bxBa7XKUtcEcVXnulMmoU6tt0Jg52mBv4RVWL/z6UYqmbSjk
gA8VVe2Xw+f36uDFElZKEpuJOhp5e5fiDRgyE0Nw6DPIK0YG14DCSGbslFW3sQCmVocf6lySo2DD
HNXSheKq27Nkt1bPkwUCvRWDVEYohaEcNITAk1MokMJUNzlkp28vjdVDElyB6LaBnB4SeJdjCFox
fch7LI0seJBLO0TBBY+oVLLRH82AWl3tCyhq1LyBdHyWzVDlWRJ6Q6l5kDtHjDOEhUKNHNTBoV4z
5+q48E5HYUCIak8mee3qQYXiZnAYqyKK/ykQiFlzpVhjegSQKfvh3Qi5DR5UPvVJT+woToxSZJz8
14zOs1ucO3qQYVVl6ChdTlSRdHEaq4BsMiM+yA/jvfJUH8m95/DWLEyGHv9u638hqLu9QNY29QKX
jmxIFWeR8H1HmraaassonI3uib9vBWuMGM9a1w2zl0bS7wxQ4I07BMI4K13d8G3VN3z4fwjI3qe7
FGJs+mS88kbyXDoQJ28MKKdyjOvG2n5YmksuhxmPyGKoSFg+0+C00X4ckVt+0ipLEX7eHtfVh8Ml
ErXz5FTPSO8DiUR7uOR2bC2R38syKkvETaU4JTSyS1Y/3zUnGjXC1CbUtM4nHYcRro38MCHMR1eo
MfiQ4DGC1+bZe9g3ooGeFuunZ/us122RtZiofUOmOOS7CB4bJHmO96TcR6+1pdqhjVc418eEniNL
syAuv5UfSov70YC1wq3fCqzuwqw3CJt0UIlG2434Xjn8mduHrHvSmmufCQ0g4EggqEI3GqPba4qh
d48zbDh64QDaBtaxteagllEWNe9VljYJP+LwyDxDBrsKl7oes1FhNWG5RKHmuUrkUJrmIyqFQ4c+
nZocwDQhBZ9ii1qKhIOWil3yzxPv9rojj7x9e3WzjJzPt0VkI+FVF4WLgBfyc8+h1RDlg2nGemRd
jQCWVtL3oSbloAeC9YT0Q6U5dX039S8KB3H55K2Onvl8I5fbcnq4bdza4bxEpe5FXDGg3juFcVLJ
7eJJ3ffJF6hoX+uR+7yNxBpGyulXHZ9nGVjfTXW8l4XnsXtsvK//CYK+AkVt0maqD2NIPJkkJKB9
nZwpyazbMKypovs1J00P5LafBw2sbMg+INBotW1FTp1s98JnJOxzweKVdHsblzGCdIjtB0Mn8AFg
ffmtQgq7E84yeb2Nse7V/tyb6DhU1sBNkBaYpbBHMWkHOq6ee9O0fl/J5CPSHmst3NxGXPdSfxGp
3T3qcZVIHhCr8uDxCHFTSIwwDv5VDAjJomETjdBX1VdZrdVCP3sQ0gbHXO+RCtKlvP1125LVsRMk
XZNAbqbJ9NjxqHaC8MaMAlHlkTNGyD0lo0U4ERJFJx+J8/8Njxq51J/GGORE8BjlQyWdvNiJx7tI
e0+98wBWnttgq4tvYdz884UXVPkwinkFYGMHeXRpW8U1WAAY1eOr3mgBQrna2O96PO8DxOtLGwRX
Jh/qyDVoJxS1MJYda7Iod6v4WURiHlDgNBV1lOfYzfQxDo8i2XMN4zV8dez+pgHox0S1qcci8RCo
qGCAHvudoFlhyeIbWA84FyjUcsgk3PJRMgrxvENwqjbTBu/t2/RQQLkqMvCGkhuhJW4zkzukDp8a
yUGzCWP+rkl35pBs8Q3UKmlaCSQxMbZA9+sE9SP/BfWLn29PRIaiX2l1puyq5mSOr5rdmuJuks3G
kRjf8H1hoXOly2+gFhHywENa+xiHFnwVVtqb8sOwr91uE32Uv4KzCOJOGw/3gn17g6yHowvbqRWV
ZGRU6hK4EMnSOAO5ln2zIZ/eZysaeA3nHWKUH6jrOBUonFftlPX+uLp5Fvjzil/sUE+S4lgPgS8/
HnRQdLx6d31kY+55ByJsD+3eeyBH0Mz4H7cNZ+FSB3uk1IWsZJhzkJmHyI9Ih4mzmeK+DJTvK8jC
OjVGP8Igwrqw+oi8PcQi4qgzppJxN50/9sbi+T76FzBErj0x0udBBClwEqi/RdwhIEth8OLXFPC4
1vDIUbPKg1ed0d+p+2bBWKBK2VQF3QjUtvjkPMlKYtDOJCC4e1KQIw1r5/aMXfkjUDnPiVGQf6HC
XKfb/adCV2KeA1l7lNcW5FRb1S1IydgP369MF0M5E0aTuZQEr/24glCXA4hS+kE6CwSCsna0pQOI
lbeile3xCI6L0QSPEFiDaeSZibfDzLV+7kzN3t229DpjTX0E5RRDFSQR0iz0OLpgdYUm+oe+96z6
EG7zrX4AcdZn/PuOGPGpsDRGaH0VdFDQlC9Ek09QxdWstKeMxgCGSbFnnGHX7paCmDfNYt2IZaV1
2iysDWokZGqkHz8iR3n/Je+007SBKPq5uQt/pOf8qTlOH3io9SVTsD3G7X/2a7fmmfJ76oTAlBfx
ESCxLaP7iHcEcZOmdzkUQhizyRpSysX5CZ9B8wlQqpG8o6dKGYziI32+6164L20joUjAVu9vY65C
QlUc4k6gdUUMeTnEcTZkozbOrCkCmJBb3SwCRti4wjr5TQ/0B4KexTDkM24CRJ5YwgkND6nbWJyh
np5QDvMLPdVfytNrZXC6WdmpW1p9YWhgoHbCD+XY7iOOMcpXnhaLSgFrkQTWLgm6JNQjT9xHaiEW
IpRlhB3pd5lkj9pXLrNi8hWzEYqDFBB/QzztqhRITtJ2DHkdizcKc0dv/W6ToahgMtRMVnxL1QPt
EPJpcPT1oM2tKk/LY98nyWM4ieEuSUmaux7UAyKjLJHkJYqXPBJOK+9INEDFm0hDCRotGbq4dd/X
nhHlYN60lTAcCfg9Q/kRjHYRSgZromyjukbBDpcIHOuyeHWgQAYI3fO4FYC9CBoolBf0xtj3qgpW
irHM22OfeaZU19y2b2bAsgERMuklVx7b3sVT9j83Bs7wmgryJLRe8Sgru1y+qdr3YVzgLAsJKZ1G
jf03bRQLJGwqVpvp9akCqJk/Bm9doLxSKEsHPRKiLIISRtKiOlAVsnAbFIqGXO7QM5boGhRmbpaJ
00WCbP+lVVEhcnmfgM85GIt6n2tKcSZRo31ohRgODKzrRzx0OypodwYPFQFLDk0kOaB5tq+LEseU
mT3pp3wzWLJgtQk0kOrIiO/QKuHEd76rWbKd2HBEr5nLylyvGHzxDZTjE+K26f0e39BFd7L8Eqjv
MUjpbns6FgY1qGPM+22uAWPKTl57qgInCh9vQ1w704uhpBPw1TDVDTcBQppGRxCSDWIe698hwGOE
zmz8AcPdbOXiSFR7KSvB9o1rDhg4Q0W977OYYcV1QvK7//UvBuWwuwZMmw0HjNJOAju6T5+1O35L
fFvY6W5gCIUxsSZnbeSWZlH7uA7VAExvgEymytDBUNsxAt/rsl/KKGqJ+Ugk59yMUN2pj4FJKrxW
yA+SpRip01s1Lm/aSd1lJs+6r82/+DJ+mLuJ/44mte448FnpQ1CBWvCc3M91BKb2Lu/JfWhqW9VG
RY2jvwgv3cEzWSVfq8gSAWsl3r4EEFFdrhVF7qCVVAJZyUNDyp6it1yNDXmw8ODLDx+3F+bKQQAy
AzDtzhIuCLwpMLgXPWmrBqIYwmnsZp4k1Mr55qBAY88dPfQ6sloM1jY0hhbt2qiugcQ95ZDbKMj1
IofucIbQjx92afQTzdu3rboOFoCwwJjX7WK7VWLFgXoXGFxmhF9d/cr7VhSwNtxVae38Do/kHZho
oFGIx4xLlFpuNCJLQ2Z6z/yueFTmZUGcUsPrzsi4Rq9M0wUUZVDQE2+oOND5oAWEUyIjDR4VEFIG
uiEoSIKa5cR4pVsZQWwtsKbKGgjlBLp7MZE7HVXCoMEvilMp9kYsIbOLkqiCVROzCgSuJ9R2iGgB
p0safKKUahZ3eDlBX/0YCoYOUmkQFti1VD7cXhUr3orHy+5/oOjLuldIOT81gBpnAqY6O41t8X4b
YmVxY0XM+q7gd9av7rCllCKmKwDRd76VeuJ9jHxTELOKZ9Z8PV7GoVIqztS2sOpy6bWoj+j9ZEzR
duG000OY7LnoxSdbGbocIWoyyv00mH10LJJ7ED/dtvE6pTdrSIqYKxkERCKC8UtwpZHVOPCk1CRn
PKsho3Snbe3YjV3kXkdjdPQzh3ssNFNa45lzPcbeXptF5PN4vB/iDk/oqw/PcWoXxnJqCuhDTVts
idC5beDaJKLBfS4BQNUGaMgu7ZNbOfcUXC1AFvIi57uJnJmh4jUhyTyGEqirkfMAgzWtAieF3aik
goK7qbyPe0s3MqczhnN4mM4Nihs45yfZlJvbdpG1vQaSbKicaFA8uWoynAo5b+QShqVGbbS7t9pu
IgNNIyB0a43UOHUWcfUjCpiO3qaC1Mw2NWNICxm+6Tusj7lOTM4jsPgYcjnK8ZRWRVLjY1DwIOgG
0maeiZoDo7mPHFwn+Tf1AeLVuCCF5vGTMRDz76YO9wtsynO36IUQQP0A5au3+GvcWYJvl4Z0377/
0j4nd9igBmTT3ymqEZ1VN88NwWTyW60usoX58zJfHFFtKUVFNc9FbuuP4ltn4FHrILtYdOZgc4cz
OReMfP91PQT0wOGScI/G0hZBKE1B4rDv/SqH0mzjgu53tOsD8l6nurbj+4EBtmLefEvXIK85q5DT
MpejH+fVVOFBvI83fMoZ07QJIWZ6ex5XXAH0+lCuAy+I0Jo+gDU5L8NCE7CERsFE1yAYhxkI12l7
hOtzczYOQYQskO2+HDMPqlp1lqsQ0DnWbvAq9YZ3R1qDf7yP3wLbjzZISNTGbbPWtsYF6LyPF2uD
cEGaaSlAe7N2/Y1gaIh/N/V78aoeyIacwHFTOcEh3QuzSgEDfCXUgHY0KFBRz6gQxH+X4Ko+DYWX
ahDNsDy3PERbbedLxvBB7hEWnrOX0JK34Xv8Gj5GbvN+G3zFQYHEFvJPKqrlAE21IqQldA4CL0Bs
mB284BiWB1X/6gnDD64sm5kRXgF1s4Ikz/f5thheLQ6zJs7QttiXL4L0piT/vvaRZxCRy9ZQ5HuV
csjqthlBsp2B9qg0+tgi2QndtLdHamWWcD8QsfJB0CPiLLycJZJ4ktJ382UPzXHpU6+5uQpqwy0v
P3hgXOSYL61r3gNUg/Af0MhE7yHdvhGm3Qja3zEzm8btbdB1/dQ7KzMisK+zbkBru+4Ci9oAHCqE
SFABC53H6TE9aJ+Bo1itQxxyMsEBf+A/eNZNc2VVXGBSIZWQl9B+FYCZ2wEkQXIckYEVwx2Lh+DY
GDvNZ23zFR95gThfBBfrkOMFND23ECRUcQD/4l9i32yMcTsataXb3qNgJrt2y1Igmc2gjr4LUGrh
9DX5P9Kua0luXMl+ESPoQBKvJMu291K/MNQtDb33/Po90N47qkJhiWjtNTEPE9FZABOJRObJc0ow
RbJl0qdFucLY0mh5Rpe7BSCW6z4qylJPbfGFlTIfiNVNsIVnWLuBSBJ6zZ75VFwl/r390D6F/rpB
4YaCPQFeigCi8TVi0G4WiGoqgmU/ewuum8R8rgG9+6IVpsjDmMYwHgISQJ4gWlUDdcEjBRC+LgUt
tV9pGIyVsZpdLIUzwvlGXYFII5hghARQyoI+sFHsWlmgunB5JvoD8RQDz3BMZPGPPFUbJ2uaoPqT
6HB2wx/DSuICFwH9twXYgN4NExfhqvZdX1VgPwfp3FRTv6h9hz5qGcATH1/+JMgAICYCVLyt6iZ/
S5dNhXdkBZUkTMBn9YQJjrfwy88CSL2YIEnSVHx1PEC4tShtGZHGBvF5ERkPRj/4pNB2eiiJQ4IP
f2ZFPw8KczYGfRIwK0Z6wFzvTov7O8Nud1/fMZMxrqGnYqIMz4WBYUJR3lrArT5k5LqbjBvbxkxw
3v+FGYIasQ6sJ5h6+Z7uvCi61RC0xVvIXCOhYSLRiox1m52Fs5CGDwN1OdyCkFOGOgp3W+hlXaCi
b0FNmZDtSOMNqPZ3Y2j5bZY8TsroR5Gs8n1x/XImucsicTDAN3U2CPdjE8D0TVz9CIPOTydU7LKt
2eygz7n+wS7iNqrGaGAgDYVgFYQqORe3l9KqSIeOquO0SKrxNBkrcDxUO2txHocgl+RIl2hCZg8Z
LwpbYF1AdevcD6PA6IM+h07HGNS7PttU1jGnuxIwfPslTV817SGKvtFQ0hkXrRJzUaaJkgaSJ16Y
C1nVGOcNiq1Gcwwjr5w6t42v2gnyzoOkwisITejuIc/Wmd4YHkXnC9SLNFvqEqaQBB9yI7jusxSz
r/U/Pe0e1r+dyJSOhBCTX7g1cDmdmzLBSz+SAd5CrEHF6HjV3zjR3F1Xba24XTj/RaSCwAumTcBK
Y7HW17m9UQewMNBxIBrd2mDiwXVstCNlhRjRt4KCE7JcFGMw0GmcW6E0neE96CGWWmpjdia0XaBa
H2ItMwGfKLdzUXxb30exRYOtjd3ufC+vtpsha2qHYTfIr2wGMZ9Zu0vYtG7ipNtWCiSX2WP350mC
1k5tV9oR7FV5/I8adV5bTMcJiuoYTnmwGlm+JAj94L3/szzuiM94Z9ZZig11inFbKc+aRbalTDta
aASvH7DrMVJRHg5alDOFci/WMKX6oTYeOqCDLS39+r1v6ydWuJ0L875JE4blmSJ9qzbBt76rb4zl
M4wbCRJCtB40WxEUcb+A25zzdWMBb8iSzIjEw2M2Ui9UFDeSBV/BDfN7CknDf9Ax569+MzHnJoCw
HsYINT9S39T4LUCXtQjahzr+kduSeCE0B95Vx1BBogV54HO/m6dIVc2K3ZpLdbTT68z42QB6av2q
xvAwGE/rp0qQBdqQqkESgMQGu8hF+kYde7UdkHGklH4qIFk1iljyIhYFQKRnBlo+SNMuprlwiFRT
bxFrUcY5qH3h9+P8jp4GEIhEck+K/AFZmo3WEmv58w2tWKvxhrMBW0nsPeYa3UzdswH49S27LN/i
djy1wl0elhnnBa2xoC4z85/KQqxjMBnNPUQc5xdNWew9uivVDqiVDMV5u71KKvTKQbWR0DudjsOT
lW/0cTis/yzRl8QWU9RuwNx7wbDQZ9VSZJGJAh8N7o24up/ql3ULwg9pQJobAQRvLH6YUQ9JQeeG
WYjrND4Oaq4lu8nQwDmVVCT40UWDrFIqMonCG1ROoJipwoXOD0PQGUbQEgRhTE5+G9W3JTUeKvTT
MQeQb9dXd1nj4D4rd/BoPJMgsuA8ChT2snFn9RtrwWBD5FqJX9YGxnt2reweFZ12oJpwVUMQ1NR5
cKemhI29ECCbqqY7xJZxWOL+Osim/YxQFjT9MTUbf32hMpPcng6lNQdFCJOQqnI703In57ML/CwM
NkBdFvFfxDO8LwlEo/DIvJisHOZ5MEMF8awr4l1vq98KtTqWFXqytn7TzeAlyu3N+gpFXgPRXIOJ
S0Jqmw9qUb1MJKFIuWw04MwFYOO8uDJL9FkcIinFCVNlnDcWP2EQ/z/3UN1OUlL28NAArRsjHTE1
CbvhNkk/JxtsKrd18GTrW+lksTDUwWPgMybQRjxrVQS47JKaDBLX2q5W5PdNl24DKYePKAtCdf2/
ZniSqtaZQ+iBwozahJuwe1XQtKjLbTQv7iDjlxN9NgIxWaDDoJ92QQAcEkVLdAjIIvMPBigPOz9p
Pdqe0k0RxMzS3bqTCM/7aWzhrr4QZHEAbOFrWb1xGzePpWOXblqOu4yEW33Jvk8LhpryO/AYSW5E
0bcDAgIdCSTOKJJxPmPXQxGECXwmrUnqVsT8h3b5EZ3lWpKJie4EYNIQqv+XM4ALaXFnFOUyKciP
+vl7WdPINWaZCLDwqxHoR2D4BYwSBlvsSZ6c9FM+AnrEpFZnF8NGbpkkuOpBmC2libvAXCBC462P
Eg/CCCOuPjfllMq8jAvgfFbXOdqxo0aY3SDZrCYXsqHU2kVD0jquNerprdmR6FGP9P7K6ZtIUqe5
XDOec4gs+CUooTh8G5oYIxkrZAEeOhmb0XLnAMTrHXGL4nHdSS+PHww56D6ZQKxjLp1bsTGMpDco
Kv1Be11Y7xPkjbJij6cqEGWStObSKc9NsTWffEdoGVYGeBILsGKCcZ9uaIk0SpZCyIxwDjkQ0tYa
g8LlmH9uP6gyuCmRJEIiG8AyISqiXoLZOu50xc7QqFMIuAwIb30rG/a5nW0NRVYkEZgB9Bo3moMq
goFu/vl+zRrShUpDvblo7R+gGtnZAeJHWIVfzmnx7vhjhxcRMBSUw0YDjQIrh4hApWxbZdoERJOE
Q+FyKGayfxNVANZ0vhyFosPT1hZ2bQ4GT3VKx6VWWbhdL5M5EgReiEciUUXdDpUewLrPTYV1gzOc
UZD2QXskdzaOjcGZG6eMfad5t6po62i1t8gw5JdpD2v34SWHIi5GP3hyJytuoySIYdXJsueqaV71
Cre0CoyKWrQuUSDHEtLN+vEVxAkNADGLSe5aqEJyPjIYYZL1S1x6ga1uB+Mjm8fdglxrJjLyfPaX
zsugcMQ/lngvAQ9H2E4TLHXOC3EortCNEpDNMr0TzBx3m1rWPrj0F8RiwGRQcrftS7wziSuQPKNX
7aVN94KSAhQC9MQvjEomdiZwF1hgUu8I/AiCPHwWnDcRtJ2QzaEScDScBMTzYb0J2ug9GMafC6QJ
MdPj6WVxr6EitP4BZdvKnYqsKwNg5bGtUVu79og07jYZt5b+FtvOplW+2ZbkxhZ6DJieLQpRkssc
qLfNnkxtWnqaBTRV9DDps68G7mBL8lbRaQDs8z920Eo4P4MNVPSqwMLCwD6CyvWbSRcvSDyFfMvp
m6PIePwvExENpgjFwWd3Gc88YmMMOQobBMvautJBhmGEX2/MaUy4FbkjugAsrTpf0FRnKDT0iF+V
o6uYc8acYdrl1K3tqpCcatFiUDsGA9PvaMI3w9FRy5RMtwF8DiuXkHtpSvU7q+ZOM6FoajFwKUY0
+ESnb9Q0bQLEqom0hVsF5MrOSbdV5uQuUpW7vDXJMdDHa01Rjo7THBS9fKnr5abSw9BXCsSaNrpH
D8lELjscSx1qygoyslA1hu36Afk9B3jxU6GqzNquyIZ4COfYDADRpVEJ1VNrW2n5Xo2AgLVUvxqo
F08R5q8CT50+w4X4iRZ6dPgyppi1CgzI0qBWhoIZ3zZoqwAdyBmycqV2DAfbDZtHXZPpil+GO2aE
agCooJhv8y2zPMvrvJpDBAIEoaBVd5aOp2WxX9/N301xbjfBQawTQKdwZ1xozLWZuSQ6xbGctmSr
3H5Mfv4DfJJgZalbdzd/Nm+PDPReXF2nd42bvT4pz9Gxerd9Kcj0MtfGgvF2xsvPxogJn9b3SV1o
RooFl1O6KfoXe2ZjUN20X0BO1zS9PwfNo1Y1jkuk+pbCzcark1lHDseLuCPtro2YwLaZ0B/z1HlT
pV1lkQzmLDjHWOIfM3zGWzSQ1e5hJi7Racqs2y6Kv69/UMH9wZqTKEZgcI1A1/Y8Kjl1taS5gu9p
NY9mcDsU3wyAHKdHp/1mmvs+kOSKgmqEdmaPhf2TJL6boYU8x0kJDR2/bG7TGVJF3qT543I0lXdq
uN34ogwSrxUURGGVFUAIA1RRfqIrHSpag5ocqvR7pds5D+qm9PTveA9Zvunnh2GXfv5c31eRh5xa
5NZpIKfKK8AM0ZxR72ajPE4huYuVb1+3gsYdALrAOqNIx93+Vk0ZFV1egqVx3jTdfKib1scQmeQu
FsVQOIiGYw/MMVil2WpPvxod0wnq1Phqd9H1tB0O4M/wtPfy2vzEqLyk9Sm1xrm9qqkBquSw1m0x
07m3dpDzugLv+W3m4iEt0ycQHTKDAkmtIvMGDIDbwzFxohr5PA4ZKOSN9hferusf6RIvhvh/akE/
3z3brkiv5rAAmt/s0H3TwWimorXqWpqfXkN40PuB+vHX+3VAtODG0QGmxWvpou6XYJh6sFrEKPVZ
I0dD34yZzC+YF/O3AUANGPFT8aBF6nu+soA0etBMY+kVh+TOuXm2fuoHersc1afU9xwgxTAXByI+
f31DRWcL4EIL4RfoQoQuzmo6RyUAAIhZeeMXjeWGBiocsrLRJeMePtupGeY4J04/F6EdNdWAoHFX
zu7gIyMsPecZ+Np0Z9+U182rta+v6GGRhI7fVH6Xu/pnfdxpIxVGaaoc69N37xMML3fF9YiotTWe
UP/7VV3XwP4NEB4H2Bad8zfluOl7L/sx+7NLDlIovOiKON0H7jhaSmKFqoWf07UbsrefQFRyZfnV
Rn+qSr/dThvqm/v6Or5L3zyQ8q1/a6FxgMDQ2ISX4QV5/hFCyykpSp44ndZVn+3yFuPe40Ma+UXw
qxn9XCbUK/BooM0wMIWHI4QR+awiG5rGpGlXeUasAvkIXuoRmhn3sRO7WRJj9EFyIQp82cZIDiAe
4DHFWA5b/4mTKfNAalSDSi8twBHUOZ9DiFTV0L88C4mbD8VcYNDYswDl+HM7haFVQRSr7PndKMdl
1Du0pImMT/mSOgJmgOlAnwEbiIybO5pJZIdWDoJiz3px3u3rzreBqgzuaewCITt5vb8cIRul3Dhb
qLGte4oozJ7Z5s5rnTRz3dewrXvtP/lrc53dG1d57TpwUlqBQscAXfaL+rZulv1V7rCeWeUOq5PW
cJgMVtv8ahpeyy9LPLAdRd0E3g/BKpXHKOog4S4Bxyk9pdlUKhpEKeAkz1p7DZ0+PdzNsuFEUa50
ZpC7rSoQ4nRVxQxeWbvuWru2r5YrulF+tf7sYwJOvWr361soOOOo1LAKFApfjD/h3DeBKSRjp8I3
7XI69nTaofvnWvQfw/7AO9MNNHsHAiWJcprwu4F62UZHWsWbjPtu41DUY4pnKVL4bm+H422umP76
uoQeiWVp4NfA9zP5h5/ZG1FJ8F+IMACRbr5m8SFWbzpUMXqvGV50UAwt9zoehPGPrN8NSK5kma9o
lae/gPuYKYFsZ12YOBPBohwNu9fvzJp8rq/zMmbqwP4hQEM2AR0jg/2IkxiWKyQIp7atMOTypBZo
Rh870DiZd4p6NM1f67aYL5wft3Nb3GcDZEEpcxaf5/6Hbe7AoZlM11p8QxPJx2N/6NwQUBon346L
ZI2RavAOfDtQuG0U/LMduoMdy+43dnnyZhgWBGOSQE8ijTrfu5mCCnSiLC7jFdlVjqdBkkGL7+qy
3K7vnGhBJ5Z+VzFPvhJpljiOcq0Eu/uyz03wL9Bks4zW47oZ0YJAkATIAPrpaLhx+5alWp30aDdB
CSG/s2n4MTXxjYrSC0b+JHenKENjFMwE3UMb8yb85gFkn2dGCFt6Ul31fXi/zNbOBhMiyhfbNO32
qnGvYTo9q3WXTre69gSdyeuwJeBn/mjSVLJ00eP29PfwW9zVqHK3PX7PQoK3ctA2ZqMdIVh9TNLo
vkUjIQMg30a5AliEyJ2KL59DZBEYHMIrXkdWzsfRcdDndOyAki9a6uYQ3dI88DeBXdHLFTzqv69/
aIE/QccDJW0AmzWM7XEZxWKFzZxXkPkqlgnqJbs5+7EMkiAts8GFLxKUaUaDqIIUQuEuwa6YQ7+W
UiQJXPZsJZzLhnU1qVqLlZjQ2u2+K5jwzvwo2azvl8wKFyWjivad2WMt1uwVIVBzB9Qfded53Yp4
x/BGN0DTg34EF08cbUlsuGEFNWqQaph7igHamUpCiXgp/xohXG0+mvpRXRr26ZWbwrzL7X0ye1Mv
ASFcXitwZxSwMUIOHh5gas9DY13YQTLZ2DClBe3h2B0qo77uzSpzh0z3Ri3Y6aOs6yDaPtYBwHQc
0mRMkp3bzBI7bWheVMCxQ4FsptdQu9rRTntZ/0rsW3NR30FahxlGh2Ggefg6FB4SiOXV8AVLv5kX
TPEGH+sWLu9JVuZCRgXSOnD+8M1EMNT3emPgXWE7ce6PQwTW+GjMN1pbvI9z0iMuhrkk/l1+sPO7
mbnNyQ3Dmqa9WeJu7sAu4NwmwQsNMOb/WBbXky6B4guabsCkgVkIDVqKsrrJfsyJMapixD/FaIUX
xc6hjN5Ug3hJPnuWDc68AuFo+lTD7Cmgsqzucmd1yE2g1gbAAxB/fPd+QbrTURP5cRf7A/1uGpug
P47me696X/2EMIQyOxuiRFjnb7c40Iy+LZGhVv23yfoeNIewf2304yIjobr0xjND/LUF0TibZCMy
A635Bu4Ed5p26yu5TPB1FNcAmUKBzcJrl526k2/VmsNSdp2FXGq6Wrp7q9gp0VsT7uvxqtKvwlZS
QBR9oVNznB+WoKntmx7msmr2ZvWwzM0uiN+Vad8lMqyt0BaoHgD6B3IYAJjzpQ0LdGwQT3Dlq6+d
k+xNsjyURrNRmt4FXEWS8VyGJ8YNyXDxDrQgQa51bo0oXRKW7D4cx9y17e3ovATVZv1jXQZ3ZgPT
VxR9PUjtcjdImQzOXI4psvnyF5kf6+Q6mgGFlJQORT6HgSg8+wCFBtKC2zdNq/PCsJkV7cEKYpT9
H9aXIQxGuDrwsvsd/7it6tW6Kqo6qbyy8K3qRQ8+Q/POSA45KPdTWa1V5AU4o/8a44IRartR32e4
EB0IBMfpgdgPhFSurR5a2ftc5AIYXsDjBHB4lFy5z9ONzliQCBtX12DHaHYUnNIEas/ruye0Al0d
sLggk8Rdde5oUVMSdGmzyqPKw0wrV6ePii3TWhB5GhKVf41wu+bUo4JICyMLDmd5aOPPRTuqUFRZ
X4vw46Clj6wYJeMLTtWiqlo7jWHGSclVDoaWPaoKrWuG07sNWUk9DHLJERJaJOhKItypGFvgvlFE
ooKoAe6mIP/JEonW9mrloIyV35W79cUJ9/BfU4CfnH+owSy6NilLuMO8b9NDDZ5LSpC8SswI/eHE
DHdcrYDUfT/CTJBtrOF7Hz1W8ev6SoSbhj6JjYaWbV/AsGkSmQ1A9JWn6w9Dsu3IUaUBsJqeJQN8
CxeD4KNiwgjRgZ/HjcDlNBo5FjO28baaDS8Bdn8yZ8n9Lfw0J2bYvz+59bJ8dKyEmUl7MIcnEN/a
zJrlduVfhFI2XPrf5bCNPbEDvr5M11LYaUh0MHrntVjCv/n8Jya4k4ricVig4QJJ5/CRQJWO3i2T
JKETf/4/q+DOTGvSvibMkVst3UbQF0p3dQiySrN0B2nhgLnref6NTPXPevgHDKhFx7Y2YawvIpDX
jWxEb9kp5N3qHb+z882wmNAf6BOwPQ/7dKH/v/3kswbLxgx1HcI+wmuvPw/mLmhlFX+JlxP93C30
DDxUTgUbWUN9O4LGIHVtGSZX4uP8xE1tlSNUx2FEC33abQZnS/SjLStdCX0D877A2KHW41js3594
uKHOUaRNsDJWn0Hh1vNmyB4gDuDZIHBej0KCmi1c48QW5+qRNsaTPcCWvtO2/TG+LW/LF3S59vbi
gmgGycN9v7e//GpnRjEchc3CBcUT3kam3eKRUyG8qs8GCDLzX7YsgrPffeHyJyZYQnayh0mYdYYT
YF1W8eoUH5P2I6Xe4Dw5o+4CGyzZReEBO7HGnPPEWhB1mZbVWFAFeirI3H8vrhrXvlF2sU93xs91
a2L3+LN7XKC1B6jxjSZe0w20gY2496NpAsmGO5KPkryu27qkl8PT7/RTcb6YdlNL2gjG1Hmfb1Qv
fjU9KJXdDsdmnx7oi+LSzbDpjsrO2DWPsQ/hgvVfIPuQnIO2YTiodYmtjRqyB6hgmN6gj7HTjO96
dTPof/HiOF0uF5YB/0ub0IQ1vTA/ILIYuwA/bedGO6yvSlA7PdvX38CzE4/BIFQFQCH2tQs3TfBM
Ct8GEmlJ9lPvl9a+jHGHRvtAtSXbyRawci544OeiTRGpwM7hBU36OtDkQKdnEjCbGLenCdjIEq9u
/uZx8ud4GFxsLoOljcIURvux2eYgU6tHD/wFevt9zCHmM0oKw8Kr4MQcV+DEHFadqiy8FD0GlUB0
0XTVY6bYklXJtpILMbrSkWXIYUYtP0niVd3R7gNUH/fR6M2QvZW9H2TL4oJMmFWRMhmwF8w3dndb
ls96/bTuluwnr3kHF1qGOqtqykws49M0fxizJOsRlrFOztcFKtgJQisZYMCZutdlVh41mriVFj2A
P3MzW+QqLu6qDLOIuSU7cZcAyvMTxwWSxtFrNYlhGrqtr0beXydZeAXJ72NmxseGqt4CGZxSszZk
UiX3gziGIcu38TxiNGfn10MB7o7e6HAZJYrpZeqnmkS7KF+22hL4eZPcgE5EUhMS+goSCIwq4dEM
ypBziwZGEacsYSeOjBurHjeFZoL9TAbHF15FJ2a4g232TkOTGXvaxcM2dxyvGeO7Idb93PgVURlN
jqABhk940nnlVmXh5RebOSquwbsSuUy2wjrUN80+BFvOATfQMZlc7XtykHXshd/vxC63TKvpjAGM
E0j7OijX56lH+10HuQF1cfXyLR0kMVq8q38azFz8MkmytLqCBnNQvirA8zpvbekv7daQ3a2idJZV
5MECYNmgoOAud2K1pF8AvvIgL3GYFHqFw/+QNNbNEEUyVxFFy1Nb3PGDakJRqgXOwKSnuyj0x/Kh
X/ao6myo4kLFFhzAzl/s46lJ9pNO7lgzD6s6i7G8Nvsnd66U/p+pewFZrhdBbm09cIo8hD2uIQIC
ZCo6hOemmn7opgz8Wt6Sbu0AnBfvunMdzOVW130nlFLyiWLZqTnOIfPSNqq+hbkaGZFtHrJIdxXn
wQHKaKHXTrmp8l+9ZUkWKXSXk0XyfhllnV0Z7BMC0TTthhKvAwBWLBklpCh4na6Ou1iNEjPcHepY
Xjm+p6qnRvepjMJbdNGx+jw0+NA2vNB+R5OoD60a8bF0ytuhCh6RL0guHJkJ7i4tSqVyyq5BelAF
1+jsbOpW9lAUbhSbRAX5M+OQ4RwcRaU6LhwECgNjy1r0vVUnN5GxrgoP7r9GLiaTUAiLnXZC8LPn
+X3pnmMaHWIUfKePVnlKYu3BAXnn+mkSbh0AoWjq2hSjLFymUwBS4QQtvk46vzf03vw6iwWaaSd/
n/s0k1rMg8ISxNiy9g6N76IUiIGwVDbB/De1D7DuOsAoAItoGNw3sqIhHsGDgm8EKgs3tJXcjfvu
WEey/pnYGf41ZHKl0d6eMj0lMKRWeFJUb/87LywJqcIQ8Gc1fF6hIm+yY7x0gcAHI0DmOuDd6V/i
SPIMEwAr8YVAio3PBGAN6BzO4yk63rozAI7szQ/g+wge/OmzPIJqP9jmh+It3E3HYjf76SFws6MM
ASyM5Se2ueBaKG03OwbWOLNpmjCLvCiPMVg2xd5CoSaVZvsRr6V1lxfc+WAzxHQ0KP4By7/AERUk
iTDfBsR1Bi163xxA3eU2pa/Q13VDopcnEOwgAAL8lnFkcIcrBROYlVsUSEDSb8w53ynZsg1SDLI3
y74zfwEUcEtQQEtm6zohMpSDaJ2ASwFrzGgl8M/zD2st6liMCTBDZl9DATzTi402ptTt07LzcIgK
X41AGbm+ZkE8wUAapgOAQMA0Ig9+1Iu+mAMNzbEsgCYPXT7GGdQL6zYEQFKIThisKv1b3Igvsw8L
aa28R6fKms37fAAsC9a6K0dziqMyz3heT8o96lL2lYb8w9OX5AfYNQDgsobUjUOIZyVfJ/BjPwlg
drADgRyBb0RXs67mk4F1D+ST1E9pmPoQesKuz25gUUnQFsSfM2NcUO3RBlYrC8amcAJ0SSGzp1sN
cZVo/ljfasGNBEvopOJlg8cHf1aKGsUK2iKva+YhhQIj0v8sjhVfm5VDPcdk22RUc0EY96ubyud1
26JVgssJggvoriF34AJTEQVOB8g6AqAdHYoQ3EAFCnC9bD5XZkbnjolWzEtpY4lA6zZ67pp96I6y
QU1BMD/bR3ZsTvLjrph7cDqiU6gslodZYFv3q87YmOVmfc9EZ/70e7HFntiZExQqW0hGe+Hc3trI
GmuoX1WNp4DXfJRp3Iqcg4ASmNG1YbqJD29RtzR6NmFRfdsOXm3oIAFVrem1LDD/pprFzziDAkjZ
DMmL2vS55N0t2lKgGR2M32GoGuzc50vtJtCZ95MCOOhSNW6yNN096draj0nRessy9RJ7oq0FgQJh
FGAQEeAJDcBdMIRmitXWIKMY+lfaHvtgr4U3cSc53qLSDSZQ/zXFMxosZW6S2ER8MycSuBoZvLmM
vpHO8lI9eEv75gDY6+dc6YdZlT1UfzfgucKUdnrsuKfHktIlDNnTg9zlt9ldt6VuvLkvtqAkXaC5
yNoU7cdwAwItImOXFaQDZ6a5U1IMVm3FrHlG5ntN9/ThoWsf9fQ6R0FcJhAss8W5TzbU2jK1sBVO
43XRW24D9WlzaDdDEt0nA4UG6yD5riKTp5+VD2gtQYEdtUWgyZL7QQNjCtHulLLx0gHzh4ttuwNR
7tcDguiUMJkrsIFpqFHxr2UnqZ1qZHCLHv+zVE8JXrQ49WeZ7LBwbSd2uCiKLn47JAbsOMHo3xR+
WWDevb5X0q2jS2Kc0BRuBaDAwZgLIP35wbeVPu0NgoBdgvg6hDwnCFjrzu8abU/MK0c2iig0x/Ji
7CFuQh4sF5AqJ79bhL0axvt6sTSw5AHtNeflfEtzqvlZHNxU2fh1WgdMwWPoATzEeLNeIGWMGhOQ
8YzkuMrvGKMjBPrUerfuHsLFndhg//7kvkjSwgjUETamxP7ohvQqiGMPL8InJNAHDCm6hiIj4heZ
tKG7Bv5d8HBfcBQN+Vg7C0Mrj9qzong0/G4vh3Z8ztEulBaLRFfUqTEuopS9HkQ2StHo5yZeNPw0
E2iI/daP/pGhrhmMVzH5MrIc0tGoEgBtgroiBtbOt7SK4kFNmElFW7aT1h2XLt72o7Vd/3KCWWbY
0dlgn4qNBNX8uZ0FA2ltzZJAfexdy3gKYzRdwU6HcQhfDz/R4kJlSoEMZi6bxRNtKkQAGHAUx4Hw
s7mJmmDopMJZV9ENVZx4k8cvqv3aW8fQfiyMGNAaSSooimK/afEw+MfkddgvOnFTMBWESatgT7VI
f+pBdtHn+ibCkGFTyLiShJfviS0eweFMEaBPKfbVTH9G0HDIoYXjAaD30oTxJi7Kg95NtatW9M5R
w9f1jyrKMRhRNiCSoHO/6NajiTa0vYqLn2bguggeKVIqgOVcqoReUUnQPTJj3NlYFkxpJhqMDcYn
DXd6l/lZ8lbXmwnjjOvrYn+KzylO18Vdts3SgtSFYTIH7VXPfoDD6C/+Ptr0QAJjUAyzQef+Eapd
6FQUf7+l+ZMWDR96rvh/Y4ICRgQRNpBwcyYqtTFoiaYdOOj9DIzbahVJ0gMB9Q1ONHRm/mOCJ5ws
KjVXsxTJu31Xxl51PR3S3XxffzO31pPl/qj+gVr4pty0G2enjK5xWF8g+wYX3wiQYiaubYN9h48n
QTeMCWrBnq12HincuYVyhWxqUBT8GW75v0a4NAE85obTsDaIQV9q+5Bnvr44GEo2vHy6yz/XVyT0
uhNjXCYLKs25JgWM6ZPiauD0M2VJpHDPQCINyDQ4ni5mn9FoiW29QXVzDoG/A90PlNuyFy1pJf4t
tgPCBQQF0Enz3wbiijisDCXnONG4U/HC2aQYvPA1rZVVx4RfiEJwAYEWSSP/zFHUJIU6HcIfVZtN
Zx0T6F51v0iVumrxbASPX/9EjO4L4w4AfFxwC9EFEhWFDZev5rcORU5FVgQT7dwfAxiDPI8Mc704
eebAgDX+sLGI2j5GsitDZoM7ORG63G2RwMZsbWnyYJBbJNrr+yS6AE+XwZ2bSu1VdKFgYhyuowTE
t4eq96UCbLKFcAeGQEVI7w1YaYx2m9fpdgayL++azfpiRBfPyQuTf7nbik67kQUBpoHuuBF9SQEu
Tq3Pgv6zbkm4oD8lJJtt60nekNB+RmoNSxXUhCwoQeTWLmslCZ+wHHm6HrbeEys1hiPnasS2DfHy
QBzFHWtc25HmW2b6MmidH9EOH25G7xesQEs3uEUZb7MsuW3qSfZjZJvLZfSZmrWFyZ7v/VG5o0/z
AzScoWLrarZLd+oh2M9+sUlenDeZtr0wcTrdBu6GnE3S6nOCzZ4c+jpiRjdeym0GwlO7jI6TaboI
XjvwQ/hR/hcQxLPCAXfKI7xxe5OBRcP4Zpo+ahAmjhsQsM2gONGe1n3q/1ing7oX+G8hIcWts6m7
cq4Z3hETXMEhm418i5rhNzsPD0k9IVnLeuKlJHkqKT2q9Vxt13+AIELj8YTXE+5ozKjxD9LBCSKj
BM7KC8sIp/NzLB14l0fGnTkcE1lwEy0X5kwLsAWU9NHLOPfurB4TaiUoHziRcmtqyItJh5pX7HVQ
N0tBQzlH1mZWW1eds/36SgXH98w0d3wzs+naJsNKc+0mqTZZ/VoEEhOC4wITQMcarMKMoaTz1RVW
FcQTA4Ak9UPS+4q5Seg2GK46Q4LHEq4Fqr2YrUG1EjLC54aGOdVIbGMbB2uvz8eofE3G5/XtEq7l
xATLh07iUKZYYRrEMFHEm6S/qUEJCr7cZdpTmeAC23guV8Rg35/FcLu2NCOd0gofBsTreXycq/cp
xGjFx/p62EG6sIIRKzYKDulW/iWd5crQ6umCSy9ztcGlXvHD2PTXOgRz1w2J3tLgIMOrHZy8GM79
zZt0snMpmtNZGTHfvpmP4eN8G4NwUDmEhxzWelnHVZCXnlq7AKRCB16NFBU9sutol1xX19E2vnGu
1W24W3Zk10jlRYUGMbZPmY4l0EdcxLLTookWG8ujUFAd0H/sRskxEnk3PtB/LFwgF1I9ppPWw4Kq
3A/QxW4PeeD/zUc6scGlWQ7URcZggI35YfHn2wx8ID+bzbwN3qJ3ZfsX7z0dvHcgUELwY4xD54cJ
bH/6sLDWdJirE0CS4OZHGp6764sSHaQTK3yl3656Q61GPCB681tnerl+VSRv3bJbtyK6MU6tcDtn
BnmvRDHWklBwqEOlarrKkq2SvFHjtlge1o2JXIGxdKDSzaQM+LPk9KDJAHXR/5D2XTuS40qUXyRA
lpJeKSldZXnfL8K0o7yj/NfvUe3udCZTSGL6YnqeCshQkMFgMMw56CKfGh05N8LpMFdRYGOgVbJ6
a6IcmLO20BQDCU9weJWhzSAegxsq0x3Ku1PyrZN1Hq9tkOMuU2OYpjcwcHtuBtU49CYvevSvRD8b
w3eKTcwxYywDa1lrFQBc0L9yRENgmB/WB7S1ASsw0DYsAMsSkmoPVhhkgXKsZG0/qyt3Ik6wiCqN
c6sBeKWncrTCVwBdXdrEJSdWJkR4tLit2+txs9xHw3M97DL+lLD9fze202UTblWlzJgTo8vZ0ywo
AO41PcKcvsTM1twnQj20fsGg0VcsLJbS4WGPqG8ptw8+n9ubSZW1Lq2dUBTZkb6ygUIPP3puZpYT
9bkOJHEvAtlOFY5eOZVbHZnbpHQfzei7Y+SSlVsLFgAZvcw9AY0CRA7nEls89Aa2pBTqEUj3fU11
5cnKGLUmhcaWBHBDJkywhNpAa1umLS++IiiBKDiNBz4nm0kD7c7mukUsKyUGDad6CRaxtAI66TIh
2493KuC2wftLwyTIc5+HLSZbHhQ8Oa+LXLXzk6UU3FAzpP3Ut3j/oe/2kBbuRwvsDcOMZH0va0YC
G0ERCmxlaG0XjKSf8RRnCi6LEb3RevpW228uWs3tvRbvwkjykFxfx3+FicnIss2n0tYhrGLRbsgK
zOp3O3Dz7mOzoIo9/9LJ2FFHUWXThase94+WIoJJpCYDSZYJltJyaFe/jkync3wL2hjJtl3SzQPY
9mQ9dcEquxBOt19UHPTqn0gzG6pyC3fJdLSrMchVw0/U6H50PlUS+qXzipBtm3CdtmS416sXNpoo
qcZUBSXuXxjUQmoAVGHk4S6aMg0lMyobZ3MkbMc54oK4/V3PjSQsWD2VqDN80bksBL/nLkDjaLQ3
FNzURH3h4XNr3DfFdv7Jpve/UEdHyKstsP4XiAyDW/dKPcN/ponpTUh/uDYm12WtSqvanAQDgjZ1
xvOoNiFFJekjvsVLwYIbAvMsz8pDq8lij/Ub+0SeYD1zOc9wZbjdkMTRaaP+nKNv5Zh7amduUPW8
nbXpJVRfbd54JJOxG60ekhPhgpdLR6XPUoZ7T1ezG8d6ztXwOY3mjY2V/e+bBwoXvP1xVFSgg5wb
CcvTLjRKSCrrI9jKmvoYyTjLVlMMaMiEJS6Q0wA0PpcRVyh72KOK28/50U0vLLIpWMwwoX3XwWDG
hOrJswO8zeuarV3rp1IXgzp59OGBO7kgaISHA+1Wq3oE0xHXJazsEhRCigjt4eBOFxukarQvYJNw
wMxRf00NPL5ig33vRgvtSq2sj23F/tFwaWooRmh4t4gX+jCRmbQc9q9oP4GD4JMp3SvF5DsWp0by
47pmK1femTDB+O2RaXo0QFieHbqxwSVEh0FSn1xdvROFBBsHqeNsaD1SMzOavGb9Vc+eUsyyR8rP
67qs3HRnugjX98AVlVf458X6+AqogI3dot/Irf3GcW+nzngFoVJAEpn5yZZw+fuJ+ZFZd/thmbBS
UOQlaCjJS8C576/rtmLjZ7oJJ8txOqZVDXRjgEHJnZoOrawvTqaHcIw6NGyNGYMeyWjcYDYH00Uu
FMkkfmgl+DnTZPn7yXJF4N8sQT0Oa7C3pD067WZs9OU8UavNvVJiE+vrBrRawEMjPhaffW2u5ZbL
4dwBV+sb/KaOZTmnr8l7IVCFQv+KEF98WaWAVVmBCGtj7DDGGpjeSIsb5fVOvR8+2RF9yy/ov7mt
tmGQNjT9nv9OZR+xdomdfYRwaVq8cZYREGSGItoN1NWOo+UBc8oG9QoQCTrNQ2mWyMSuu6o/qgve
I3J7pdVKSM1qi3LjMc8/q/HYRyNlo8SJSDbSFpyIMcYpr5e0KwHh1jBtHUX2dF93H3+UWb7gxDBL
BZAO3F0k4KXhDHRkwZBs83QhRAPty3aQMaXIVk9wHDHKmOOcQyCILjDVOs8P8ZB6XewPxrfr3mP9
aP9RTfAeQ+HmTa5CEkhfpg5ZPY0WmiwbutRmrp0DwX/UZsHbLkaAoU7ojvZJ/N4U31rM0PbqtyLx
J532MtQ4mVEIvgRjmphgMKGXob114TdpqlK2bkLMpNU9eI1G/H7rRv8o07AD1uN7W1mb69uzFjed
nl5HKHu1IIzr58W4K2ZiKHEDlDjOgMILMO/olhR+oR8sGaTfWrXzTKjgMuKGjHlH4Ihh6M4+DtSK
arviJt7Df5i6V98rL/AhRetfV3Y1GgBUOdDzLTR7X+awEfmEOsQ6A/PjXN0bSFTYyg8bQ0PXJa1a
x7+SLnLZjRareddB0tRg4rIpacX/5lydSBCWsLTtrlOXu6wB5rrd/wDpKpOhua3elycyRB/r1Dxp
DNiGlX0S93lmd2hNGDPg5hvoIJcs2apLWgiLbEw5WK5YI9SUwa4x+o4zrD8aGqo1jj/yYxffV8r2
+uasHq0TSYJLUt2k61Jz8Rb8SbV8Sw3cSuaR1g3gjzaCRzKYHpfzAG0GBQFTHyhGGxR6oFUtrTWv
bAYwN4IZBO2Wb2n+Wfbe0ElOtuwLBAcFAFfE1i205OVPYvzA3Mv1VVy9s05WUXBQc+bOYT4uGhZv
bHhyNRD6PYQdDq6fc7DHVbKRBomBuIKnsuYiNAtwpHsMQJa26oWzNzDgJkZeLytFyUQJh4sMjT53
2mKLSBwpy359xNNHnx4sGU61TJJwxAzM0Q02XyQNChqlb2Il8jROyfhjlDVXrHo/wP2jXxoIwkgA
ngcZ9TwBAnwpD6jOu9KCzo58b60HLmsHXz1dJ2LE06XHGWdLpma2/8HUWj8cSSjJK66a9okI4XC1
Tq919vJyHJznqP09mfvrpi1TQTg6VlITALdjpfQCBFIp89Vua4S//zchwvmZzNoZ+mWd9J6A+DMH
KMfWYB//kxDxds+bJmmRJ8C7FPdQogezYlE7lmFYStZLTBs0vZGYfEljafZrZH6L2TaTAfB9JVIv
Qrw/e+4IBwWclXWWLprYGnV3AJi17r/pD+B1etDuaj95B5ipn7XU9PnxlbUgeKb1jSJxqauH9eQb
hIdA7aAD2VliPoBveFb/Fve115THND5qmDS+vnOr7vVE1nIGTp4ESqxHqV1DFqv+CcFiOtfZm5oY
fjeoQeu6fl3nG4vkn9elSpdZcBJRWBYarkeEnRvtqGHQmM4bcHP9zr1k8Ml+3pbH8KYJijd188i+
88PbdfmrEceJ1oLzaFuNZPPyZmbDN7N6VUAG0Tdkk2kaCkzEoUWaxpKFXn7ymmEJzqSM+nBwliCn
rUCgFFE3DIBNSBXZ5JbskAhOxSZFo42Lavq0d0BMObxLKV1kIgSX0jazqeLOh326G3t8KrLv0tGG
L5CZK8sl3sITgABLd4YayZF75VZ7iina5B4QhDazz26tbaF51bu+CZ+Sd/Ku0mGn33We678a29zP
ZVkAicZi+aEuHGXq2NfmvWTdg8ufzFhy2ayLwMTIUubE20GwjzYzhlpdTsQ0dzRKdmn4ignf62a/
7lj+yBBsoyN6OGoOZMTZ9BrnLY1Hc5OOIa2q8rMwZX0pq6cMDSmAcwTMP/JT576lbsCMlxsIOmyM
MQElk7rdpm9iv64OUbJXZTX89QwRCt8m2rMx9CWOGeWk4PmYT8j0PvE3dGjDROIjBvssmj+Yd1xW
lFs90SfihKuiCTF/OtlQL1Y/zeng1Puo9HJnf33P1uCtwCP2RyvhNgAeRuEMJbRSds7jFKi38cEo
/ey9+tZQbZ9sk0P6YHlhcF3sqjmeSBXuBSvN0GVSQGprHNHPqI7vkSLRbHETF0ccU4MaCgAAjxdf
YkOT6SRnKGpkGE9Wd1oacGAE66PP2da0Rzqn73+h04lAwes3na6khgKdMmfSjwQhsRd2Fppx1EkG
1rW6fCeihNM8O1WajDP6ATs3fZyLyIuZfZONkjnvVQs8kSKcZx1Hl7MOUki2dQzwLzzk6p0lG4RZ
Q4NFA++fjRL9PQEDzeguzY0z8zGxnqkNJdFdXQVj+QZqSCe+wVhdHN70/GlKADu0cf/qLW0vM5jA
JFuwsc9dyWACGHsgSwEMlSljPFrTNyLzjqv2eCJDWE0DrQqmhRrE8l6PDD/Pv9vtP+0caOHP2gxq
GSTB6uadiBNWlSusVZsQKpnmhzX90PQX4t5IE2+rbxhw8wF9zETJTUQNdqbMKotl7/g0en39PQol
Nrhq6ScChFUbzMiMKxsCmnab5gdA/ElJDdfuEaSHgHm8XF2ozJ9vPtAHlMhhcLTGVBZPVdQeXAv9
OHOXWIcWY3R3TAVpkW7yfHfdYaxtEbBSHPQIAtvDukCIGYvRcosRDoM82fYjuhBH/SaVZVDWVtAA
N4gBOBb084q9MmChVKo6MpbjpfshMPeYNYMe3theV2bFEtDniOFsFHKQ9hLLCxzMAErsWJmnYvod
8GmhSoHr+RfEMGdShHujd2t77AikAOnloaqAXV5nG9DvPHOUaghqNdeVWlk7kAoagINaUNtAB3Fu
GkBYzkxntDPP7qKgbPgPox09oqiS0syqGAOJdmNBd7lgYbJBcgDMHCfz+qT6KHqMzWjNgyvFt1rb
IjA/YqgRxgabWz7j5DFmxyS3zEjJvNAprMCp0+RJJdHHnLIkiI3umIfVXZqQ9xLNvrSfyW3IcoOq
7VzTMazdfcotGc7b4liFS3oZ7jXwTbZFMDt8/km5VWnxXEc5Jm8jOoBiI53vrNbT0kPuvlzfy5XT
BiQ0NCAsSIkqSC/ORRUYRI94muQeJmQwRNGx0AsL3NHalIa4qbnSyupha+uNbtz/S4sBqjjBBWth
rjSGxnOv68eeqgnh27YquWScYg2mhFgYlMbRA5IANvZcMXXmYVNOKP1W0VZXD30TRO5toXh5vWWZ
j4TDtlEPpGooN3+EThCZn1GzD7uHWIYVvAagdvYlwhKnCYtZMna5l77x5SHVfK/9GqSwv7ptigzk
PjpaD1HgBN2O3MnAFdcsSbfQIYYeThDlifhMfa8Dd2OxpKWzf3DLmRYt0aiN96oH7tOILst/3aJW
RS5YjkD9wcn9ejCcnKdotFldaHnujePG7Q5g6sb/3yZL9yrZWNdagYt84Ub+P1nCa8CMSZ8QE7Im
QPLn0a7oE8pjT53v2tk3jMcJCEeNElxXUF87M6dSBf9HQpaUfMyAmJSnC/beaCe3ulbyb2HoTLdO
Gxv3WkisX+EwOtWGtR0vaEbUcM9UrX8cpqxAUVbXwKWtjOre1fqm93jD0X1RGZ1WeJniaj8izkgw
xAxXVIsJq5FmulHtwjRmr1FhTplfKy3mQsLekhSf1rSDxSwIybaF+THhAWnV6KqxHJirkixt0ztQ
bcfszZ0lYharF30cuKeBI2cBKQL4TOfn0x2yetKArQ4qdW3bjNrG4VEwhYZks1ZNBMRVmITTwYmD
B/G5HGaRng8N7sRhAmhCkA+R9Vvpmy6lU6gn4caNuzAAwmX7lMEF2l5fYI6FsjSPZBXKr3YuUWVD
xa2JfmoAf4hNI/OU9JbRgVrE2AB8OtxrPrD36Bj80HyGpv7ukQXGwZ6oklHdockh2YNjPch3wFTb
jzdTUGw72gXP+rF+Lry/mOvG7Pi/Hye2mxhaOSjKwnsyWyAbN547d4+PjMztYN8WvaTfe23zT4UJ
NjYwOCxlWQkAiOg6HZRG/aUB9+WpU+Ls8/pxvbhv0JeIIBw+EJRVGBQTDE0DYUGcsxIGoBrv9sQf
OSKX/y5CtzS0QaqAHUIi5NzG1HHoRjedEHdVHfEAzNN6CuOSqGutsH62Q4Kzq/LZJvmyQ+SxiQLt
Rg8cv0dfB8VYw6a4CwPV/31dL9k2CY5uipW0rNPFYNlTa+4rbRumkqVbA7U400q4p02rJBUfIMN+
/oiDed/76TeMBd0fNe9h3j2ENI+oeYw3RsA217WTLqjgGqzZbXitQ3T3236ZP/r778As3wLl+/CQ
b0cvrSQ7uL6cy9wTBu3gWAWr1ysD49EdLuPM+j0WD3p3IyV1XhWBtIGK4WPgGn1FRSeXb+eWSTw0
CGZVa9qmg0rRLYFyray9eG0gEshFrgtMlWU61hEsQ8+6VO++LCMu6TSZ31nxI++yo87hoqbsZ6PZ
nmYmnpWnuxm8qSyNHyS7t4i48KYnQbKwe2mmtlpjLMYJZroA7KnvqqsMG8vFrHOdJco2tMxntXEy
qqrxzWjFyqedZE+51pEA8JSKxJDXrk3ge2JJcKsRvIwEH+AUQ2osgXRi/Gq1YEDjYT3viKyTQiZG
cAJhl9SDVkFMWt6FiV+Ft12CHZCBVK1vMJjB0YhEEMaJ13M3ZGnM6zT3WGonmx5kOombHJNpenG7
96jIbpus82o1fu+IsimyeW/pH5INXslAEOPkE5a/n9iypiURy018gs386MWpaBLR7PcU1MG9rtD3
wWfP2kT53t33A00kN9RaFLuQhi4gcraD0b5z4T3jeW9aiCxbE0R6bzA2OpbbJv6Zy9qYV9U8kSQ4
QEMHF1y1xLBNa/lu+hFFHU1HlUZIfsXdsK/CQVL1uLgRAYuPJx/oUMHchoE1QTeFTX1jLPErMiMj
zdNx8pvO/IvyDVIr8HXo1wcy7MWBmGKzVdUCK4gSbvo6ojagzr7ERlaaA8EUqi4j+g7QDsRJGEyN
2GatILpTGfBLD+P01jmbZj46gF8HgZ9m+7YMkmZtLOhM5nJET+ySxSEoKl3I1MFYW6a+BldT/dMb
d0a4qXV/JvdR7U3wRMpHrXsZ0NdK1W/zPSn3binLxazen4DiWfB38Y4HRvv517gFX7K3S3xb3jCX
WuavcHwE9ZMS0kF/JiFAOQMNRKTNvZXeoIYRAlClPnRdUA2fWRyUieRWXXNQJoZBiAt6QxeYwML3
jCXyKBmeD5b6a+YfFbEB3u0AWkk6dbkqCbO9JsYhDXKB/2u7IYsaAkk8yPxyZ24RPmyAtnjs0RK6
szYfA9U29n1M3TuF8m0HWBVaep9RADApz6HjjRak++LOAf8F3bUfE4KM/m3ehvSx8sPbKHi7bqtr
V7MFSzVdE1W5iyCxSzkfLXNA+IY3Hyxnjh8cGQzQugxgnGkG3sV48ZwvPo+dssMcd+4Vk7WzrfrW
LrWdonGJc1xJ2hP4kCWxghwqnMm5mCHNSpa5yK0MvHBjOg+aet8DS/zQqHXuG02rPvad3h3yqVWJ
N+VR8X59LddfdbYNHTF0BCMTrAwXrdIgTYZH6g4ENB0dv4/Et5oN5vwLakhCjbVVBWEwCIOAZgyO
CuHO1ZK2s8O0x9No2LjGtyKnqiKbzlm7BU5lCEuaoou6jubl2DB/tmmq7/QMMOTlBvg4RDb1sdYJ
gtLEH42EOweF4yJKGDSKG7wwIa6mAJf9/Ci3OWWATSi3NohjMw8Z5ePsHayf005Gu7Z2CdmALQUU
JCCWkOU8t6EOwPPIEeITmhmHodMTmnSJxExWN+5ExuJBTj11roy4xCEjdDAcCcpzba/z6Ludc1nS
60KSs8CCwCBVVH1w7oQFjVTFJH3cF94c2ttYY55u537K5811u78Qg1MHhBgYPJr8DPx3rhCIq+OZ
dDh4Sr1n/acabnOZW10zxFMRQtRVV8aEJDlE1Hh4KeFxJkGM5o9exfyOAxqE4C80OknTCh7LqFOD
O80irtc9M3dvo9EKpnh+ui5mVasTMcIR7mq0H7c1jheg/sHgZDcNLZR3wl9cZV9J5xWXXxOfJqe5
Z+Ew6yzWZ3OANGQa2uxjZjaN8lfEzlH13jpBWarU+aXWe/A70Ot6LgYgSj49VYKBoGZsK6zAJZO9
8PKOtPfjfKsm9/HzdTFry3kqRjCS3BlqjMRBwTB9ZtykWelx0we/9WxuETVLlFq7bgB+YCw4PxbA
XYVjbPZjobMeo7PNR47CdwRSz+QQPk2M/kUDBsBBVSQ/dcQVwK89P1+N1RLQh0KSat04yTbTH8lf
IP2fivi62U58kj4ZTT3Uyw4N7/PwU+e+1ni5bHR71bv+UeQi1RDrqdENUKRVS0/vOAXS2XUTWHNF
mIMB/g1ZyEsuCMvSCrUFS0OoYRwtQETkGM2RVU/XNv6reKoiGY2cqXCO3BGOlqNfBXV0FBC2MyAU
cryO9IrRsdq2Reong8QfrUYWpzIFT06KVCNIGsPFMtDuFseWNYC/uFHzzTB5nN2B+gEN/tfXcuXU
LvcHZoANFbztYspdaVnSYIARLwqMiPULnm/+K5nQjNN8N2SAZl8VPcFFQBje9LhCLACaCTYOzgXW
xU2Imolnev3zYNI8pxMGGd7im3ZvbPLD7BVPbkYBVVc/uHt32xXU9QlNApN7snf2WhLu9HOI0PlP
yhDoUwp0L47OlnjFCwvS23BHldvoxjjEz+rT9bWWChRuHDYAMr1MoH9MKOaTqOOzx3ZnQ9T4FnrZ
vtr+lEhczPTKihP93KvMQx4afQqJA/rAqUJTbzwkm4cZ2f4CZM+p5GSuPQnPllQ4NlE3DJiGhzyA
3h+N49x7Lk1pSYt701P/Ke8YfSeNf4ctxiA9hzuVRCnSJRbOUBE1JeHl1wfwW65vYGNk84Md3lHW
CG3UzikoeCRTOSt2DXQ25KqAxO/CJYlPAotlXWH3wAXpLHQHApGDOD2d0qC3yaa1fjpAdh+sjwop
I5dFeI9ukLCnqfvbSObbHFnMju/M8ejaz626J84T64pAaTLfBtKpbPbq8rwvn+o6AGmxEfyKvlON
3amac3xqxoN4eNLyT6QvehWv9PHXddtbVvrM9EDMQ8DehghbBUKjmIThLvhkeEQyrytLvCVms6Vp
NlcSp3lxFyxSXGspHuHmvPBfwPiqSBGjUwPQXvOBl/x1dHWw2hfk9b+rY+tEB82egWYaMe3cG20I
+hEUDdWI/ZMjozvrzLsu4iK0gS4LgjIK12jY0cSW4KJVjAx5P5Smqs/JeG5nUGGhLMAYLeI3i/zF
yiHpj3QJBsl1WwRDM4pqSmerQeUobt4sjR2dqHlzmQzKfYmQzs0A7/Sl1IqWKogSEQVTPipzauet
N2abRPGL8CHl/uBKjqBMiuBZHWs0ozErWuSMd9b0u3UfksJn7iy5LWViBHfqVHYxaVrWemBgafcq
j38ofVG/A5P/l4aGGckOyaQJzjTPWseF724R6v4mU+DGL4QfMlkt6vKcYoMQryEEQKsKHsXnV4Rl
c8eNpqT1MhaB9qkizDenWGZtq7qcSFn+fhJ7xqOLEbssbQEi5/h552z1hb5AWao0m/96ihZ9EGIQ
mDaoIIR3SJnlMbA5IAmpSaSZPaXzwvyfFqbh3gNqUHLjXZ7Zc2nCc2Q2uwiA5bCIsWlvjLDntK54
TKteazdoU5koGYDDlLuuLGuzvqB/1BRiKUya2obLoGYzPVe5BjpJlxYz3g2GxCtdRMLg00B7loun
P3grAcx3vnOm3XdtEeNoFU5ISWvjDRnTSVeCFPcZep383HG9wZAB7K4tLDonFtq6L68oGH8dmyzV
Ghh/O4LKBuhoz0zbs/x7VE3gQ7IlSl7G3l9a/hEnxA3gBdN7tYc4wO4EqXVnY0SvVHeh8WANr3G8
yTsPMf9/t9RTFYWT11eoXmQZZLL2i7+3aBD5AqGdBar96MjeZZfjEl8qorEPnbUagUc+38hxBJqt
Y4Fg0Y1fLRW1yy1X9mnBaGIcNR23DhpCHN/GdXNdzcsuNEGwePaHOiRKBcF9WBzV5lvi/FNWr7XC
PZBOoh8O58NQ9lMLUA9SbV0EiKXVbfvc2PIIQySYIgmrxFcLY0PQF3L94xalxesJ7eX/Lopg3W3N
WWEosG4AB1M9fCrIRzJKZFzEXIv+mrY0illIOYp1kqZpSNhMkAFwzoZOLqaneDT0tCdZF0xdcYfn
p6y0d1kqEoQKjqnP7VkdGaalJ7t8TcZha0edXxUDjWPwUaNvtEfZLak/K1SoE+u3kc63pvaaqRgX
tnu/sCbfNOZjExbb6wu+boYnqyE4LpWwbkTA2XoGwJm48q53u77fZtMPEMvRYghYdWvnh77bX5e7
utHo+QQrF3qgULY6t/4C+OdRgjl5gHYVO8tud7oDALuikql3URb8Wne0P8C7g2bJEvwWZthylD9x
qPtm8sI+Q1NTH7TIaVsgLNBM/cWMSr+308dpjiSy127yBZrv/4sWfJg5oJveXXxYR/pDXNd7w5Jd
Buur+EeE4EOKQU+7KsXmue0IlCMTLgRkTqb2Vy7jRBXBZQykUPVkgio1UiB+ukMN7Xe8QwvtsdkV
u8LxHvRnh7oDxfNiNz39jan8UVIwlapo2ZChFdmLUwwnuUmQER4MUy6JWVcv1hMdhRNqh7yz+XKx
OvHemjdO+eTi6kmPwHpv1F2XPv5vWonnrnUNdCVjSTPN58MtIUcy/rwuQmKAYkIlScLBrZbwWClf
RuNeGkSu/j6ek6hlojkDvvT8DBvcRLAKqFEvK+7b5rl2d9e/fzXmMNF1gvQroPHEUIfkfWlnHD6i
VdPjkBJqaMmzVb0Qs9o1JLvpR/79usTFlC6unxOJgg3UOVFrV4dEMqFI703KQ63srPJn2EqMbfXg
nggSdn9wVZZiqBAws859ByhRs8MwqKxPcFUbvPcBSIxC80XnTjrMSmIaNRzQgOstz8Y9iBdKGqkf
6lR77axK9mstBkYD2NL2hOIXMPLP7cHsyjAs82ZRasfNdwe0Ju6mlTEKrFoFACAR+oIFSBNhJhVk
k5hDsHSMZH7TouEnq3F3c09jO+SbqFJu/sIo/ggUZ6GjtkTb6ACBdbl19LsGZEflL9V50YjkTlzd
rxNBwquZKU7NxnrRDGgypPUnYLml33XNc2dJ388Xh4Ro6Mj7ovsAVUrkTwT7y+2JsSlqEfIVNPIw
/nAg3rghE413Me1purduh81dcvh8CH3X6z6e+U3nZzfWtt4UFEvuIf8uORKXpWhc1SffZAr530od
msYgHJS89x9KwA7Grr0pH7N3ANvdzHfJe7yfg8dUpdZDfcPAS4rgXBIZXqYrl09YxmxAkghuPZFH
Im0qQHS4Hfcm5AUPxnb0Ix+EQ73XBhi9eTCovo0kHRSXOVpBpn5+aqYsBPaBA5nf2ewBVe9dfZge
1I/a/wQfjj95YJz3o4N5g1XfWRKLu5xuFoQL4dHgGonrFj0UPix9M2UQTl66VbxhMzxYWzxjj9kd
0MJk67yY14X5nayzEBoxPG/DKoVY1An9OrAo0LBT0HbwH8f6xbx3qOKTW9tXfX1bS5zU17jPNdmC
l2qnelAnA+uN2YzNTN/s+3Hz/YnQbkN87aA+qPeuZ2xNf6Lp+3O3QYQuA8pdfQycmpkQTvVF2wwk
xCcA/FuDibXB00zHjeJ9Hb1ik39UW/tgBNIR/dV1twHnhBIqhrzEaBg9EBNnPdbdpsDLQ7sU+i1o
/2FsAPa1AZHgTTKhNSqpvXwTosQlCSPX4gXjRLq46zzDeKID6aFuUrMPdHf6CwkmAA8MlM5AvS0O
OVVKFsOcR8xIZ4mHbmMvkVY01pbQRFMVGjxAz3OBuK0V2ZDEKkRwzP/79Q5Ouv0Oy7n5UbxV9Bfb
s5eJRvvOy94c2QKuXbCnsgW7MblmzFoI2W7aAzvFY4UfIXUAisfrN95qigB9eBoucSCaXlAQkb5p
0hqk157R0fmHS/lC8f0PQ73Kesyo1XhgkPXKTyRIBjptpV5pLTo6FS8YCkjR4pyMyxpP1PoxfqS3
CfBNAReDKUHqeOk/Bh4a+f1PidZrb0Ubc7igvjHQNS/OhyRtn4T1YGB5tTc7o076i9jHPn1J9bfE
8qP00JuShV69805FCgGnHRtDhHlg7jUxTR/7HQby7oHGeFPt091gUQIu5zsrxQUEQGhUJZMA093R
K2o311VfMWoLb2OMxyBHi/eqEHmEDc+jsUZRfSSvZem5+X1lbpFTBA8bgPXvHVlkurLByGwv8+Ro
+gIvmiBP1yenIFrdeOgS7LejiwY3M0x6PITANnNdtRWnAwK2ZXwciTbLEhulsriKe1MFtDqK7hun
mv4Beo4kmlrV5kSEsIlF3CPUBkAuIN1q2paz3w73/bS9rsfK2QenyFJSW8iiMcF5HiaQukuMuIKQ
2UAqlKVBB3XAqRV+Xpezlnpd2HgwI4U3g4bU07kgpuUGV7q2Aev2YUR4CLzf3gQwGmUKIF32TnZb
Rc/XZa7tkQPAeNNAJwIaEgTdmJFUSdp3jcedfFOE1T6zG4kZrOW5oNYfGfq5WrMVkSJLISOt0GUD
MEij8cqioq2xaVp/niib/ajdREwyfrxmHAv3PIwcvSvuxZXkFlXsOugVMaa7MPwVj89l9/v68q2a
BnD3QdGCQ4XmqHPV1LGciqnvG2BbvdQuRhYNYJ0muGHfrstZV+WPHMEtR0WMcmgLOeCbSI07s7vT
ZOiPl9Mm2CMHvY3IAGOiB5zh57oodpyNobpYX14+zkm4DLqWb81sdGgjN9luYvOMee2qOJZatG9c
49PFGK1fzCx/uq7tV3+6ECjiUwBsoKPMgpteWFbNBOO9lo6N12cjyyh3bf42lBF7sLOx+jGZxagD
Lq2ycwpOutTveeHcRWmEsb9OSWsPDq3Y4cfLbQHKAnTQIC45jg4fbNq4hJU0Bh4zczEdGCvVuI3L
tj5WEWtfLaKShmZDhaEtlVnxQzGa1k/mpO57O+moc46T/Ra7GP7xAf7RPcZhqsGAGzrqI6gQWj25
L7slZRVWk0P1uo83YCopfw+RgkeT4+hqwNBH/6AVNV7OtdbpB73rHBni2leLubB+LuaDTcxjgEsO
4OjnWzko7Tw5zdR4BVGAFP6KJQ5Ae7GZ3XnHHY0aEzBzkvg7s36rdfsMUCAa6ck7Lgw/t9CRgq7T
ovmW6oyafMDwsYZqWv9fkSXANb6U03Skh5cJMsHcMjSQqLWFPdbb+GZAd0pZjofRfr9uSivX65mU
5QCfVltnp+gsFVJcXg13gGxpIho56HelKonnvVrw9CkFUxSz0SkDIrGH6+JXzy3oVACdgea5i2gO
gwglUx2cWzSGHDMN/c9KcQwZ+4trEFuNQbGFWh3jROdaWiPLSZXMjRd19n2l9j7GrCOMoUhxOlbi
NBfzWMhbqGhlwDP9XNBca0Nv54u/cycSuF2G6tREAKWApp/n/0Paly3JqTPdPhERzIJbhpqr58H2
DeH2boMYhBglePqz2BHn31U0UYT9XdgXHjqRlJJSmSvXqmMEjWNc6r6ea8KznYaFesfil9tzunDm
Tmpy042COwuSNdffUPVDCp2v6ZxCvNR3v2vwC5hWKNf4Q9fszK6tumQFNwBS9jU937h2dVKt6C3N
nYOAIrZ/e0wL+ScMBne+A+mdKf6+HlMSSZ6nk5vWJdKFxnMKFWxonPYCykrD5ratpXFd2pqNy4wS
vEUH2FLcg1tvraQ9q/EpJ2ssZ4t2UF9CQI90IUBJ12NKe5zwI5RVoMqng79NR+hsKY3227U7NN7Y
Fnu9Pa6FUAaibCgu4hzFQT0nGWAyoyP66LDVC/ShGeKpEGuJsoXtfGViGvLFadK3ZuUOLs5VUZXo
MdU2rjYEbd/8xdGIZnm0PSJqQTvrbOZi6mjlMG1ns/6oC+bL6DlVPm/PljZt1S93xIWRmRsUcWI1
wLfWfkX+rbuomSezb0zda9qrkW8tRwK74Yv2rnO3AOjftr6QScZE4s2jgrlIR/fY9USOoPphwMAh
pLYbj5g7iHaCa/ouQzI0CZp+TZRt6RbQEFcDHTchYuZ0N0UPno6hnlyei32UmltNyh/AVBzLuD+Z
JgNZibm3DPF2e5RLHjlxNKEFE6g/HJfXo+RRrGR2g1GmEvw6enmHTts/P/mnRrP/MzELDPM+LQx7
chVLpY+9WjylyQRwXevxXHJ8rBYIx5C8Mq25uiJyVxk0DBjOwtoNoKq10fm4d4shuD1hZMkv8AJC
NDCp56GV+3rGKoKMrG6Wtd8lWlV6uYsF82qQ5ARqkdXWpk8se+P0lXwGmWd/x/M8C3K9ivCPFHyk
R1XaDh5Rk0b3UtlWxGtlXQaqVSuDXycpCCMh23ZWkAAN81Hn24n2gHuRqspT1JPxYAKU/C5HPUXn
uBtV723kFqGTaKAMRVsCPYmmHh9dU/CXJnXHQw+sW9C3fHQ85E0IWlHHFv/V4DwFHaBtFJYXI7nx
y4BqYx+WelnuFKa5QSyT6MEReoW7Uidik5uS+RY3+61RSRdaWujHQUkleQD1M92oWhVBJiraZ6Wi
74ligeZ+NDaMk2EzCu4CpuYO966ujmj8UMyTVeG15SV5VxahwTL10ZA2A0OnNI3dMDbj21DbWuEJ
kvIHY0R93Mtl0kYehOHz0LGS/kXmUtt2VZF9V2Kq+UNHbWCOlAjAp9srvvTmBZ4KQQUOOrSqzh+g
uguFnZzgYagSk5xoVPG7TtTtHiLQ5hugbVHq1ayTAVekcwcK15R5Mh36lW20dFeBYRF5GIQWIKqa
HYYgEExVpuAr2lT1yqH3TfFsOOHQrMSDS/f8pZ2Zf2MCjUEWyL44dQyx3U3pZqAhCirx3PfOytSu
jWl2NEAPN+/bDPGLWlCvA3lRAqxzEVbNSvVo0Q4k4aC7a+MhOD/Lu9htDb3BmIw2CUoW1NaZm45H
tN1tV1k6TS89ZbZGOWpqXFhYI8RfJ5mRp4x129smlu6JqZ8GGSVwZINe6vr4EXjGNSYysED4af7Y
gfStRJtLAgIpJS8/SrTxRKmz5/Za+XbJLcBHgkwZXA+9i9PfX8QVriuU3pimkGknnfqlEns60o1p
vkNp7i/c4tLWLGVWdKksSI9p5GA/9yD5WmwUW31p86p+AlTd+JuddRGtzzw+LqqhyQmSZ5Ybfdh4
/XoxoF9NnTueKMnT7fVbdsX/ngYzlx/AllKBaGoKbSEpGXu1nYVcf4mStUn8umBoeJ5wFyjhTvWc
WfxSUwh/QrO38LUcaXHxYgC8EltPimkgSbjCM/p1UEB4YEw6koLIkM+dg0ZF7w65iQDJAZXAb0UL
ivGhk29/OnXgGdEmCgxwzZpoJLh2wcESoMAorYnEQT6mxgcE486cOUFlr0HHFyLPSbxpYqWYcqpf
HpGVGdsFIzAF5p9AdofeQKZp5+JqNI+a5csxtEGZkIrvKTni3v3zcSIpiLejBf4vXDjX43Q71J95
j6BaxY2YkC1x9uiwRyJoTbPh63GFhwjQGED8myb29sxFHIPm3B1gCLTm/pB2dzI2H2+PZdkEYiWQ
CuJJPucA1Uu1TkyLMb8a4j0iGVQqev7rto0l75v0TEBDh8z0F9BznHTUMSNom4/WhwNSC/K9rqDZ
IVbMfA0w1WlJVHgePB28d9fLEndpJoB3xWyZx7Jyz4VJAmjfriz+mpXZ2QdWImFoFFaANtiOtD6l
lvlPwYqVW35xztBVj3kDbQ0Ymq4H01IrdcseZmL7G2UfMo+8qglWxXQXEuuYtP+zg4acazvcbksr
FbCTsyZQqu0ofxjlYUyQzbMzz3LvSnRYV37+5ziga7sz19YrF9FsNNk12xBifT7rXVxWTthLVJeN
J4RS/h97oaviALTREjyJFM92LZMRbWWbIUZ2TT+WyOACfRQZb5FceXovLN2VodkNYkMeSDMGGGqM
vHhGkVDfg0mwPA41/5GRZK0R+et7R0VxApr1LjJqaAOdjatToNyrGTgkGp69qRWSCXHXeVCi8xCP
ng0QC0Sm/hdziccw2B4AQnK+cEtmRFMcmnYMsGPbFz3Q10ngssGLqj+uv6CfFgnef/lfcXPNBkd7
UVcOwdEBpp6DU7DEszUwAhl4Jv25d1wSP8wMuYPKe5FhRANYLKj+0ruPRh7Seg3zu3RzXTFMzC5J
GSUA4BUwFI0syLLRN8SmIaE9+Nw+aEig8MSvlKCBrmQ3Hqmx4pwLx5erQ9cPS4cuP2uexmBuOfGC
guDChdKQpmShPpihppcrUdRCcHNpZq5pFJmdlis5zMQJsFjRD2FUz6ZaBq2u7Uq+5iWL1qYbcqI5
BcfX7LCkspKKcEYMCuul8vKomh+UfsZ9EyRozbztKQs3JhLkyMODPAp91/8u8EWgrSmNCi5eDM2g
7EEpjBOpft62sLhGFxZmB0ilDnVcuLBA0t5ngE2MWvtkZvnmtpnFgVgWGgoNFx5hzmatpWwoelXg
4HDiR5XIZ4OuPOuWnR3NTqC4R/OoO8/1lxR/XJQWnF1GT9HEWly+EDAMmNxznhlS+/0jMc/kU8W7
khXt9vYAlw5iVCGRAJ1iD6TGr+82ZjZVZA0D81PnPrXxMhK/aBdG6rhyGi6dwAb4hKZhOjraFK7t
1FYhNJ2C8Dc1yBnqFYEsbS8aAIlz822PWhkt1u6YBegf8FHojkZdCAIxyDlc28xHwZiY0o7oFH03
Y7m3adH9ILlx5K11Zl1j+6OZvNg1eaJCCs/KEm1fm0I9REW1t8za2PC2AkuQZrzenvXJ8nVSGFUq
HC9TYxQIneb5t5pbmqADSmG1QJWw8ZGdjasNLz4jtKQM7kuXrPjx0jJPz20gcfAkwCpcTwX6xS1q
1zHzwS7iRd0HIUhrjeg3WFnmxYFd2JlFfk5FEsUpFZCl9K+tfOjZXrUkip077p41vuHiL+4+gB6Q
TZp2DzLP1+OicF4lEglCcydFMglMFoCKNbW2Mqyl0+bSzDS9F+eZ2bZpozmYPtt9EKT0WuiUOO7L
badY2iLIGGCZJn8FnuLaiEObAshcynxN3kXJuahNzyE7YHpaFibD30zchbHZQiVqXTZFnuLUMVWv
qo463TY5X5m2r8T04GYA2grPsonFyZzns8GdBvYcA2dbVTWelRiesEGPgMyPJ2S618toYwkTgHZk
SKw08zUQq1rsnEH2q4eKTl8Jr7J+W9WatOOSlyKcRAs68D/o2J15DY75SKQJHnSsJQEI+bHDf2e8
2ZbaKxvRS3LmRXB7bZccCGlPE3RSKDVh31+vLSdKC/7GHGtbFemuUnMT+JJEnksjt//GFOYd0bur
orw1O/VM+FHEXAyurMezO4AaUaovNhHPt0e0gCRHYyGsQFgEZONfe2NAD1YA0I4XK7O2JEte+5ae
m/5ziP4xhNg7SYvSeKf64AF81qgMLb3mgaKrXm91a+1bS8HN5daZjTlr4gbqDdg6A2jxCDpnIbOX
lKeWvur935yk/22cOYa/B7hO5DFMxdp37uxk9ljrLxXf357dxfP6wsrsWrZdkcnGghXX2bv8feD3
0ATpxcrlv7QPpi6TCQungrZ05pVmjLoWLfAKi404cLtPFUlRWCMNdJ4VukEN2HeGtUB0aSu4SD+4
gD4hDTbfCjQt9aImOHkQxYcu8DkpcvQOebw9gf/2rMyv2EszU2R3cWS3WpV2igszCqqVr11m9QBa
NbRNw94iw7MJobpogw50ZnmAP3RFwDW3/4mzSgDVocXQlHP6XPEREmjlk6Mr7ZvsNDpxjQImBUEC
wH42QwIiUrcuyUcxjO5Tb9c5RyZAc57TKHUfpY3e+L6Imu8VfgpI/4Cf+5ZXjty2CfCNm1gx+xYM
T5DY9pIWJFOPtUCmK8CmbaSfplXp+LqhZhuRSIOFAuidZkOa3PbEOBpBUxP+wKNqLADgz4FU7nhL
fCItvqlAMlfELVQgG7NkaPJOOu6C+EhUd27daqNn25L9o3SEfhvUDEQ9lIDf2IN0Ol5V0gSLDmuq
uPPNlOv2IeuJEegkVp9F1cv03JmD/aAlhStD6DILVFiknt9nOu0C8H7HtpeY0AszcxCDQolSjd4S
7kpyTgoQBQJPZpB71ITrfRLXZCPTHtHBYPJU3ZrMbW3fHVLyKtIK4qdd1+dbrW7LTWE6nG1St21A
8UVNcQRpsfwZqUna+UIqPEwsnecrJ+nSJrx0odk1UY9irPsU26MAVVUT3XXRE0HSx8lebvvqQnEO
9TCQi7uTRAQYxmaGmlQ1E21KMA7ynpW7hISpuhmqVwdqlDw9RmRvKLvbNhd34YXJWUQj0aRAmIKM
SA2Odq5XgMAm/DHm4/fbdhbnEEwf4JkDRQb2/PU2dJtq7FkOOygQ7wQkFsoqfU0N+4l3YmW5lqfx
P1v//v3FlpcDE1SbUsGjvdOcD3V4bE3qD85Pk4fjGDbZY1qvSUksPDImcB2YP0A1g0jCmZ3UIDON
a7CHI0nnnuPqoRTnWv6Kk58DkCvWZsCGpS/Y5x7UB9F26ZV6QLNvbf5xe5q/nuTXX6FfTzPUopyo
TfAVfYYOgui5HrKAqdKPpu6u94T6dK0c+dWBYHHCnE8vfKTfZ+NmFvQHadIyP0NrP6+UjUmdvYjW
zCwkX2EHkRqormxQLs1ZgyLR2zwfS9yEwn423f6R9km9axP3YBu09Ao9E35i4JHX0npPy6oKHWDq
Vlzra3yhgfYPLUWAUULDZU5iNQKZyumUiaVNc0Ysm2yjwumCdlBazx0HZGOtRP/zU2EauY3J1RA5
4wOu1zTSQFuuZTBaVADDfmbJ4Bk1VlL5rhQ/++EOEpPDuFa3WVzWC6PmtVG1iPK4NuFI0hp3qWZ/
a5NuU6Lv/ra/LuxVDG4qQYDSGHpk86yHCuGQqDQb5ANAzVYUd7X7UiDaKNCJAThWWDTnIlrjD/96
Fk02J2QNphR378xlC8A13K6GyzbFZ91kfgpZgQjtYGuYr8U5vLAz24wRuHcG1GJxtjaHMv9oi1AT
K+HNtAzX0c31UGa+UaduBz5KDKWtH0e19OSwJuCxNlkzR3D0hlgJwyAyEKzjpthn1Hkk+dGBFoZ3
2xkWD6+L+Zrm8+LcLriTosSCwTDnXiH/KI3tjXJv4OkSaSehRV7T6isml0aHHTUR9gPICC6qa5Ou
UXVSOMgw660ZJMX9QO8YUOTGmtz7kitc2JkrDYmkMQY1gZ1EY0dbY2GLlu4xj4PbM7hmZu7ZMu/N
ToWZDnLfLiRCkqIOeLEqNDd57tztcBIRMNCDZArhw/W0iUpwCpw18zkVaAKKRWRu9LajAzCNrVGc
IZSCnJlTKXdAiPWhARKaH44o+qPegM7ZEzWIPv985OAVRJO8gXMZd9H1F/He5S5Vwckb2+hAqIu8
8eNKRGHHtc8/t3Q59mluLryUGLWJZwLG7kT9cxlp/zTEDEi58qxe2guXVmYbW2PNyIcIK0nEu9ty
TyshXlc9Au2QqCNCz28o2//FuBwknJAJmYKnmcWY04wnOlLclDrRJq1U61CCwhO1zdxaWaylU2vq
v0M7Pi5SBLvXU9g2eQvYOkx1nQGmn/KBMtu/PZrFiwXVMDylEE6j2342nCTKUvA+oM5Ryc6Lp6ak
na7u2n5jtKHmPuh24rXdH4Nv0JGrGaAqR7oLIeDMpqK46sAlktvoEAAgC3Qh47AvTDO0WbuyWl+T
hDCFND0gdCjjA+59PYUkc6t6pDpDRbHwRiUY+9jT7O+1fmbiwOrX27O5dExeWptlCUkh2rEoYC1B
2thhW0NtkVdpvJKuzOBCV9TU1IxfoLwGinfeSqOMdd6waVyDpQaO1W4MtwgoyJzbRvFTogVieIeO
nj9U8hzlZBOlw4rnLI0VH4A0MhgxJ++5ntmiAAZNQuQBOnDNJip+dU4SFCAuV126soZLe3ziDkXj
lTu1WFjXlhSg3mxXAb23mxo9mEpGUXuR0AiaZRoTVGX20NxbNBagtUF5Es9BxIh/8QnopkMkhOr0
5LvXnwBmfYeBU3SCtNz3jthMPMztg+WcjHQvJPUIqVf2/pLjovwDmXm0r09VmWuLjh1Lrclp6Uvn
56ghin0oQKbeaIlHZBA3f97pgVNUxbtk8imU72arqVclhyIH2gf0zqmO1WA6B8hoAKAmzZSGBrIg
27Z1mlWc7XQDzm9INONCbgL4U0jVzG5Ii/YYaEaQfWWRZxgCAgnPletJ9sMa7mmGruN7296OVbu5
vVOn6ftqF9k0G2L3IH6bTa/mkM6MwWLlt8pPxdSPDNkRFq/VKpcOcATsyFEAoG6gA+p6EW1QaesW
CIR9oidePWzL8kGmj3aBnNo2sXdqc9L1zUhNXyCW0r4X6kqcs1BQ+LeSB4Xp6cWNbq7rDyhHTc1c
RQXYdts8Ob4I+6N2tPfMM3fRCQKBINRQj2SvP/3p7E5mAR1BQhCgtvnLQcRRXwjDRI9N5bwDKbjT
SvvsJNba8Kb5u17FazuzGEOzSqeqc9hJoHffVK/g2NzbaP5s9AEXGQDzylbvu+eGgrVONB5vKRK0
+evtwX49nq4/YrbIJik0KlQ0D1uDcd9FiU/NJkxz86TYMYTRnRA1m6CE+dtmv3rwtdnJ9y7iqz7T
walbwWxWG4j4DY9rJCzWGIjWBjfbJ0gZtHHvwkqd+w6GIV8B/DeMb0P0M8+OkVx723y9Va5HNXNY
tbSzKkHs6NdmmICnO/GZ+66uEcgtWrEgYTZxAKKPd7ZkLE9UnHZovIFAgSq30NURHYhXvt1eoX9b
u76454WZ2RINo0Pw6IQZ8zx+I51nfADGj1j/0L7b+/aRP9kIRj6VtV3x9UzFHE6vdkAUJmDuLOah
MWkIJGKw+9AnbQJEeqh/Ezsg+n1feiQPZI9s2+72WKef+WWoFzZnkU/cNgYZOGxqcpOlv6XVeVME
kt61yVrK5evNCIzuBOFCXzjAznPgcZm0pKgbbHrLOdfs3CXn2rxv+ZsxPvbmylwuOcqlrdmwOl0Z
h66ELRONq4kd8igwS+4pYn97+tbGNLt+qWbS0kYXMDplc7REow5Q/kNtfZOy1rOZ4dudE962uDIy
awbSHEXcVXU8zSK/L+NP0r/SMfXctRtoyS8QnqGHBckrdPHPfLFmuSoUAn4Yi2Sek9/Z4gC+TQ/0
eehyuj2ipQPx0tRsraSZy7KzYSpL91H5UyV7K/7830zMlomVHJ2WFkwITaKu8qDwXxWeMLeNLK7M
f1M2z4G4DXQtI23yOdqZqGywGpBjC4ifyLHvNTdaE4Zb9D0DbTLgHAa2Zp7bsVvu1FBygT2pv41p
GqMeIINaDEc1Z97QGO+2++dgT+xhZGnxdEFU9CVAcFG/iWsRgXejrIFYxEUC3tckyM3nv5hLdHAh
wgTe8wvkOS61Go3ABM23TOxzpDBRZnCV2OdrZCxL9yROczwPgJBAD+nsnqTCTJtmxCRW/c+GH4Hw
8IxyKyExUQeoRWpyxdkX99WFvcmJLm7/grNY6BL29HFXCs/Qg7j9TrQz4z9uz+AC89PUEoFiAjow
bDzX5ztYpwInO6ZQnN075CK092zHd/RcH/JXzW8UDwRXD5BJ/3S7XfahbFbML11ml+Znu9pokkZ1
J/P9przrQJqB7OpHflS2NGh2SenfNvd17yHTgm4ndLwDUARFv+tp1QsF7Kg0bXxwSwBBK9pzNAaD
vnLaL1oB9zA6ujCtZF4LgnCtpQ8jUm9VupPWyY5faxko7tvtsfyLPr++kw3QfEJUEjlbwHfmL/RB
aKMs0MAFKj/Fo6GO35utdjTu9ANYOGOv3DaGpyKF5SUHsqcBJHyONKhWHkFfPRVfAZVcvO+Am0Rj
0mxKTTeFrjJ+dg7WwjFQNK/gm6R84PWKp04/6MtwLwxNs36xJYQTJyg4YrjS+AVmoqKHPsvHypSu
2ZhtBrtXnVbJMBj1sT1Vvr13Nsa2x7RSv911m3ib+DzMtsxDjBCkobVXt05ontfeVwuRpYHEC6D5
U2fK9HC+Hqs5jJFQQR3jx2/1L2hWg5Tt3t7GnvJJQrYDZcpZOwwrMO8F5O210dlWpJYrqT4ZbX8B
WR4Qb9zVJ+qZ+2aj/Kjvht3tyV6a68sxzi5bzcnUROlhLh1O4Gew+1/lGmJhbR7nUVDHdb1qRth4
43vnTLziUfE01YtO7y5En9qzdn78nwZlzfId0u2yVp8M6sM+tfaGulXWIruvV9HVMlmzR/FQlCSK
cpggz8Y7wseAe/SFbcmKOyzRlF764BfqSBU95d0wrc++Lj0NvHi+tsk35gv2Qljuh023e3VC5sXb
3IvoKmWo/jVuuR7n7HUV23FkNpM7ijDyk5N5127S70WI19VRPvW7FnuQYC+qe7q/+y0f9HvoL4f0
I4Kjrimvr87F7JArVZYaEfJj2I9daATJKd0wkOVv3BB04R+QOn5Ttundc3IWfrpde3stZHmuZ2J2
8rnWYFnZtBLDwQ6jrYPk5HEINXAHfp6Av/mFdvlHZ+euvI2m+Z2ftyglTbcLGqDQ53d9BnGlGtRW
c2qfUHWbt8WxjssVKtylI+DSxOzEAQ2cKifKKB+NyDvO4x3Fbqk6tgLuXbqicDmhSdwhUx/LLB1A
jLxFPRXRaCmsn1lSIJ9SEIBNE+tJiNbZMEtfuUiW9iiINwhqOmAWxuV8PXfmEDmgh5jee0jo5vHd
6Nrbvg+TcZ8A9YtO5CJbOXiWYo4Li3OZp6iy1KHrp9dR+RaXVSgr+qNnk4Zrv5ZLXtqYkA+cWu8d
EKXNLydkkDMaTQ8KdAwds7h9sosM2naV/SJF9NSBBwop+9fb5+riHrg0OnMVNNBUdaEiTiTx+ACU
XWAXzi8nHX2X/Big7pDFdDPU2BrloDzaZXOHNsmtSl7VHHzWZn9gFtnwLH66/VkLnoXsPZoh9amn
7cvzt7Ti2hlTCgJRBUCccwr2TsIDGw96Z61KsoD8Qe4edS6kfDSovc+fINDVU92SI3ZNUgiHgKSV
K4HWc4/TYUPxsCdGqaFDdkBaaHxiVhreHuriXr1Y9ZlLVww46qjAAmjtuIm6+k4K7pdJtbLQi86F
kdioi+LxOH+OAK4NZjqJI6GQP+wWSKIh9tXUt9WHUe4aoni3R7WwgOACmt6pUzsz6JuuN2qr1qOa
OhhVXnxvDbZxtOqxGH+zHk0x1hoL9uLYLozNbu4KJICk6mEsasDuwrJd1qCc5tvJsWn3Guprt8e2
uGIX5mbHXg0gnlXXmMoxAuq9F2EK6mBJlZUHwNqoZvd0BxoHpY9wHEgIrCjGT0h8KepPLX3vnSNR
/rk9psVj7mJM05gvHgG9dGuXNpjCMtc9hKtB1f4TS7bP0Zf0v1maXbqNwmqqTi9+m/0uQb6q6F7W
vDDwU922s7xKaEIEpQPqn/MCPSgDTJJqLjILhukB9nfXAriRNNnutpnF2xxn9f83M1ulCrvNIhx3
IG8zNYhKqu0GERvhbSvLvvCfldnyMAriXafDYOzmBBKujUG+9WLP2y0IISvn+21jy76AjjEHcFpk
+md7F8rDoxsp8O/WUaAyh/cg+sYMkC8lTF8JVBbHhQIxqrVAR+FRf+12lS01I4KIFJKCIAayn4zq
nUjFG0uwwWi+tgY2WzqVkJYGzhOcBCiezqfRQD3aSnDUs9rysvquBnVdyR+H/ltt/jHNx0QCjRwd
4Nbog5sDkpmJEB/8S8iIxJq16+sYcbSe0i3j1kMOEqmX22u25IagFUGRf8LWfBEl7VlZmkUbg2e8
TsNCj++GWG5um0DiD6sxi1xBDARZUijXgXV/TtWYlk4xWFnW+A6SWwcrTZPvJIYcrNYKgIZyPcte
WKSIUDXicq9Qo/jVlo7t90ZUPvfcSV4iIFkf44E1YcYU6Aim1EIix1FOwqj7u67VBPNQnMQ0cSOr
fkmnaL5luTR8q9H4N/DIO4kvNa74kVPKD1VRrKcGPel3de5GgK8WyU7rY/lJO7sw7mRkJvuYTHFa
Pqr2b1u2ZRMYeaLv+SiVUMRjvh/VhBRB62ZWdDSzJD1ZHPUEr5CFBX2MvtWHYJCDDQUFxYTGWGaX
rg4lNx1ds9FYmEkI6S2DeY1KGjwjRCLCXLX7EC/J/nffSbeBHnAKXLSbdq7hR2Jk+0Ez5DHVlOLU
5IV4cbKRvzVK9QpW1QeY6neyZOipH9Rx7L2WuGD6SvQCoLNINzbows9/dKR1/FHj+VOH+ugublwN
+HMdPHtMomIMilha89C0M9H7Q6HaoBHLjdBO1XSv5UwPc23qcjckOcCTlJD1dbNX6r46WKCt2g/o
me9Rc5AJ2i7AX/0rizotPpj5mPv4au4c6tamZViZNQHvbCJ1vxgx5R5CtgjnBVOhepDX2cQIPfBn
s6YpgtcMtxf67d8KXg9eq7juRvYRqD4rYneeYzbqD4mGDDAY5eVgB6YbS+jQoL1lA3xAyv2K9/Fz
Nzat85znshv83mL6OxNtseOm5JpvgyxyIzRt+EclMdiCao3zsAAz3OvgYs0CjUV2CUCECZt6bSXv
JqiFnYMZV+4LIu9iN7Rdo0ceRJ6N84hGNNcDv6/t7JjWtSepQyH10KC8ADmLifeXVSok/ErXiSwP
bEFD75XMJaPXUY4MjyHKftMxZr7RIs4gAJEzdlAKVd3xKKt3sgIvjlOPQLyik8fEsynTCfOyOHqx
euhY9FJtz50BJbIEJ9mhSVi1i5TWPRkipzpsx1kaELWNdy00FJ6AyR/3hkBBFXhWqoVl1NKtKUcQ
JnG3Bx+3ZYk44Dnp932dAYwjqYTgArgHfhu0j1Ov6SnCi16X0MGMZXQyFCV/VkkpPqH6RsPBHaHq
Jsp25wCU9pkoEix+MnXGY8bSCMRMlvFYNZri0wJ5cM/AmDdW1UNgZlTi+gf656nukYLH3/U0RS2L
U+6Ih4ix4lBHOZh6HLXNH03RuM+tXsUPhcGG72JoBrJRM8PdjkKP2G4kSnNKtJzgAgRqKSzazH4E
KZraBcJRcu3Uqjl/spSWHXXFTn+XFoIndDC5KAOa4D0O0VcLKVE7c3rx3AoGSQsQzx7skQwB2LhT
iGNqZFi5txfaNvAwRkM/WMuRcEQnw/UFJ1xSWE4DtWvIIaqBMgKXJCETT9zAtUmIW+/Vqj7NvEYf
IU7PzssOH0NcBqw8g+b44/YBvgB+u/6YWazSqCpv4my6k3JQQfcvoMoJUvJDSiMYu/h3Wf2qYuuU
RAjH2tajq2CpxafW5WzM7t9cU3KHySmBL9JDyrqgq6DR0Oh+XZjoeNN2Jhho7ByAOJRz0Y79vjIB
U+Qyv8CwGMhWuBO85gv6T6lS0ObjArPrjywBIrtJNgZrfnT5e6miM7/uSyCnyzjIeeK5XK5c0guB
FVpYJ5AB2uPRfD0bPvTLDZmTCubb6t5Cezy2yqFnB4aK9cpIpzL0l5FemJo+5SKeL5VuJG1XQxeI
VwF1QzWtQuQ3vVr1h/7NpluZHDp9JRZeiOYmqXK8LoFtNBF0XxvN0G4coZyH8Ar3oDWKN7RE7sZR
haAhIz6vsydl+Hl7oAsRHRq+wf0BHli8bM1ZrJrEijLmHUzShvrCrLxYT9Ccv49ycD9ub9taiLFA
zeogt64hqoeO3vXwepY0JjcGJAqMX8Cke6QNbhtY8o9LA9P8XiwajkHgCR0Y6NqKQrvMLO6YiL7l
aTbgtZRXK+Ymd5v7CDqrQAKLvAdqdrPlMq0UV7g1Yrn651q8Jel7bK9kCBen7D8Tc+HEZFAGrgiY
kIYMbAnWrDX135VB2DMHYNFoCluHha7+cPpdR17/okYN9khUwABdx+GBXuLrZTFGxRqyTENsTZPC
czrc9aAZUDTtG9P5qU/axzFJPF6JNUTD0n4Czhv1TlAGovdvtkCZkYMKSdUbv280Lyo+1CJEzKYk
6DHMX6S6km9YvB5wT4Hie0q82fPtqxRyUNCnguPpBwvQCpPf1+/aHaKofflP1XrDir0lb0eHFPhu
CNoqsKOup5V1VdcY09WYaS9VCf7eD4Uc5dpJuGQFzQZAzYNPH8f+zEqX4MGnGvCPlN03tT9E0qsM
hBB/DsAzgHD+z85s71rcbQXNVIwGagtqSXbNmJ9KBKo5U1cKtkubCpwukNQAGx2SeTO3kEotrDSB
WyDcOOXOeBqytZN8aVeBlQqnwvRcxoPyem2GXjURKsAV0Lsde73N0IouaQRaF5Tebx96S+oWwKFj
byENDepwdzZzeG5UilW4iEpC+Q0PH8B8j+22Ck1/PHJoqdnP0YaE5BX1d28ovfrAVpIQi4O9+IDZ
fAq3zvKcTB+Qg3JaHhj7zNYYt5fy7BejROfI9Yy64CeR2Qgjyg5hfxWei7D9gIDbNt/Y+/JX9NI8
iHdIiK8AM5aKz7AL2gz0LSFHNc/7WsTsaqagxvX/2PuS3UqS7MpfSeTeQ27mc0Ophbu/kY/k4xAc
YuNgkAyf59lXhYYWha5Fb1pAL1SAgBbQ2nUt1FIK0BdVpP6hjzEjkv6MXs87UhsJKC1KSDDI62Z2
7dodzykL88OwBseK/8Ejlru5ykWTruPQmm09YcrBvytjkdyBSiCWaUMHSxWtZkPWbm2r+wYDrAti
CffqWr4MtvRM2IvruQrupLfNIB+Q2zMwtcIXpKiS9Z5UORjtXHU7+h4ppMD2V84afQUrIIjnoP4q
Vu3JzXENnryPI6ns56NnuydRnRsBY33v9qGomA6dmVphCvh2Q1+XxRR4JGDQG8TGLgQUO6DuNSfB
p+TGXxqY2no6vpLJJ2C8gcyajiQliVqGvowNjMGYelbdJTt/IaCxcqmsjG21Cm+Py5u+ea8L48yM
67l+UwGFAvx7ha0SxZQBxRO118elTEDISLgDr2I4hUR8nGmkgZjKjs8UU7TyxR3GmsSNcyUuH8q1
P7OsieGwQ4GcRZHVzm8a8GBb0iMaeuPTQbRoa9Z35TW4saS55U35+kgwIq6QX1houRhTVlISaDnU
Ax381V25ovdoZznVz5WtMqcfU68pYP2wm8zBRxBzqB9lUObGAMQPC5m1S+mqsdHpWO2CO33jXWIO
rT7Rl9VDsJrjr5682GO5nF5ifk8KXZRELfIYLrybxPY7IEOa3SX6sxWLnskfAsEUQSk7RxEyqTsa
8MNlIGWh5Z1/CVXfz70UtA9WHYj5ukxCJKuVqu9twQuEjZe2WP6QoxCUSUoMu6rLwdWQi+X7tMU0
mROTbp1KQ3KaFZmYLo4rtjxhF8bfxul1NehFAtwE2IWksSiA51KhXR4XManKSPaCdQqRHetoPDzx
XAzArKhr8GsGGTlA6Yrk9y311mHcWFmC7oL4OcvEi0bxZrIV04v7RTBPFg1110u/x8Y7AVm2mrdM
SLSaWdykOr8ujmdm8VRk/tgIvdVusx0mbZF+wTMpvgdZo/u8E06Hh+iTaEpzxdEpez7aU4Pl2UdW
thpSj2SqAn7mRLypMrp2nXI1aOiB02RQg+aupefqvszk++PrnTK3Y7mcoYikAp0/IrY0Bh179DEX
tlr2/riIyR2VMQpHQC9CAAR4uLQk7ztdc7CjMToKkL9UzlX0k4t3x6VM6sZICqf4tS/IIH1n5+Y/
6dmmnmuJn/Sa2FgdghPMEr6Z208CUBv7LrwmCZzGAIHNTe1M3Oe2+pgvjU297uYqU5MrQogJv57N
nL1kzkYqMagJ3PAUL0ZDb4R2F4oz93jy6AGJieEyNtXLV0MLzBIAPQkLqosUzccdQJoumuHbAbkR
zKEzF3OQiOmQSjs8/bb1YAkBzmL15WXaLvJ+X4QzUePkQtCkgbgEmQuRVzCX6FVTtXjs8v4lFj9z
MBsUtOWv0eORGE7D9CHG32UveB4AoTM0Y2ctqzdiPBN6TF6XkRhuw4xIRGqevad9v46zXahtasEO
54IA9rG8/8gaW77smczFHq3hJ8CCgBSqWUOwE4sPkWYbYCDtFmSOOHr6wUTYCNQtgMxK/ACuECmN
3OZeZdUPer3Im0W31RNTWkVb3wakeGDqjQ10A2nGtk1f2ZFcttWjG0SSAjAyBZO7bVfauXCJeO40
ra3qtFpUVnVfr4/boMmjY5yMmKbCHDcPdCyLtdpJAHqzArLzB8UCsOQmKJ5CIZupJE865QwG44sk
/vgUlHd0vMM4vt6qs6WunijZLelvvWQTJimSDZsquIgzs3TnOl2m/a6RaC67JhWk1cQaizRA02ka
t94VuQT8hmsm6w7QAFYoWN6peAJKJs08vr2TOjuSzL2RoHTAtUjCCsh4aC+8jKudVAMa7ywOdl0+
N2011c8MSlnYLhGthegBYFZnpDxi4IFnJMc6S80uTwHMiyLZdlj0e22VrVFyPJUyMz6nl8fXOFkP
0QBPiFoPOkEBpHkoVkqTPFQG6GxlN7ew/aZz5W7uvVNjPexnRE3u56soXomCVjdcZ8AKs7t6oa7y
M+Vj+Jye9uddYfZLeansw6X4wb33zNl8AHMr3pifkWheifpWSmu2ysYmpmHGq+hEO0vW9+8dC/Dg
c4ozrbMjcZzmkAYAqMXLpi4Nk6z3jeWfNqZmSZeR6VraLjqNP841MjO35tgSec+KAWwlmLDE1O15
IZyE4r5oTUFFP9Di+DlOPn8sk4lBVACc8LwuiI+DOAB7guUbGNeWidkaHxtvc1zIpDMyEsKZ0lAt
qtoIYHAExTFJd4kq5XEBU9vFun5A+CWy0TlOIwBBGce6i8s9oFpT9Z41uNFp2hmWC3TcRCtmqhBT
pnosjtMIt5IwqpdBXB04ZiS7y7o4FbJlPDcePZnkGwvi1IAWXeD6FBvXLaVNkJr5WjE7uzsB+nZx
guY65UN9IqxbM7no5u733JayMx1ZsAzU78ioQ7S8Uh7RI5Cagx0ujIV8XmSWcSEvo5W7GRbOIpmL
ZuYk87ZTLyqpjrG7hv4Qe9tIu+4jND+s6zkC+indH+8up5ZG3SptVUGQgvbEPDFTb0VBknNcNSef
AoPomJ1j/R1vp8DLuNYr5sPmycIVUjTCnLjRbSFvQPtSByeiB1ooMEMArWAX0GugdjreTLpvakPH
X8BM+egoRQCNay3LYlbxedRfoYPARC8Liq6mEcxxS0/tKfp5YE5Y4UfnM6aaGMaD3sE19PtzKjzl
8VKaK5vOieA0UyjKhgpMRJ+SiyRAAkx1lgB0tWYOjhkN3gaPl8LpYdiA4Bf0xHhMwXAaPdTCoqAL
N/0kKafoQLa93oqN866ZcQMn3lWoCUAbgRkJF4IfTBq6NoLfDamkyE1CPjbAEopjUyZXnYOW8Xp5
fJUTpuxAHGfKmtSPIvSOITB1i32eJLZcBcsGw7II7mY2dOIVOBDFGbMB0aLeqizSauJFUYVbt1QX
/77VcKpRNIIm9RVENPH5QG57cqUPV8mvCBmxEFWVwKmNiWZ+aCRvgQWVMoega6/QhKP4m2QOFmcq
TTaWwY+JEKFykirDu9zrkY1JadtwYxOzpfcVYPypmy8Yievgd+vc7y+Ob+JUxHUgm3tNe0o7Q2kh
W5TvgmzRhtsoW6f+zZAvSu+9q6wr6arPN21my+KFpM4YzAlrdSCd00jAy8tyDr5RAEHLlic+FYZn
hh7YH1LxJs2aGY2Zk8YrJYjQo5BFXbWxJ9Kz3ASWngCKNj5BR+fMvrIv5wwKcp5w3WQM+ctIaxza
YQmg1I3uYGVKD3c5F3YiSrtt5e7zwEOZ17lPEzScVuQS1a5zXfYZbN7xT2Am69gXcC9BGuuCQUKs
NujQmaTrLUGDW0EsjeRzmECTGztaLBeKqBLQwcUEi6195cQT3GUmK1vJaMyQRoAJevo1C0PzCV5Y
0MLw6SjRHbwoIViYkm/kDhTEaFpcHRcxvaBXEZxtifwmd4QOIgj6QjvNzMDvNCS7sFkF4c1xUdM3
EPD2X5fDznH0YhPqAVSAwPnqtyicOadkWZ7qT6jE7AGKrmzldXQx96rSSfPMerFVcFGjwZC79Qbp
QtL4kFld14vABlnIGm2wgmv6Fsq8C2kV290iXmamt1XP8IMddPdE2pdzTSoTQAd4/UYfwhmAPIRa
thE+RDmPrJvwBIgvsWrRytZ3GKKy+vVDaGe5KVwn76WNN+PaTz6/I+GcPRDR8esXCk65j9ZFa4nS
SeVYMl34yWWm5jOmbso3PFgqp1NpV4RGm7I9X2Y2AA5WdwDQb9aBbVySy2oBjLl+5cw8w9PKpQO1
h6K3n1FhHCoXdjdvqRjh+VJVs8S4UaqyfujBBG/yaaSA8ARTeVR1F6rvWhGhwP4O7Vp5xGTdTFw4
eaVGX8KdtOeRrhwaFkdhhqw9lQ2AlMqYlC7sdo5IaFqrRrK4g/X1LMxIj1XL22R3iqpMsw/21Vq9
RiAVmqopWf6yfhLsiwCzu8ev89wyuVMWaQt+AA+iBQ1dCyrmUKrQLgDpHjTPXivPKdVE+RbAga/n
yxmPLEh8XckgrhduO08x63xTaOvYAcaVfG2oe8BqmH4+s8ZJP1IHLRQQ9lBu4IcehYGqdVpAqAOY
5R7pel3NLoAuQdI5NGz2+W/esJEk9iUj26goOTCnZEhyUXjyAWEBhhFRmzED00KAtAKKLR2TKdzr
5etlFSpiXFltBVcYBM9BqS89sbSPa8ZbMQAFwQwlmq8wFiW9DMiM1uJkTuA6ERp4NTBQoUFz0BcF
KL1Mr1FmCgMTqUGIwpgBI0JEVlvl9D8mreBrUoFCWqWe+u6TEdVbKtYr0QsXQfhJUwJLAPuyRutN
Ks4xgr59W17AT4BeBPhFzHWzGzJap04CQErmEJ71wdIPlMuwGb65jnMognNtaNAFYjqgcbdWw6WG
1m8xiuzUy2b0fMIxP5TDaYaU4JReGoSDaCd571t0anbqRUntMN+qXmBF4p3gzkGtvb1dTCirtanA
GQE90uH+JbmBfrayQidljf612FkmQb3SUmoK+lyyYE4UZ5NrRe17V4YoT1cXXdfjVWB97MY5utBn
ckxv31q2KgzO6SoM1hs6dQxiGY2r4MiEyIqDmypZJk1pOtr7Iv6o6HN+xfTCXqVxdqNww1KGV4H6
PzlV9QIEJRvD881QmTEdb6394ao4XUdGQdSiHqvq3Rhd8a3pZ58Msdx23m0jzBG8zS2K0/rUS3Ma
pViUUC18MHmE2sfKac/LObVnWn1odA8XxWk9TfyK8eQgsO59w85dJ0T/cHVRae2dS9uzum/RX97L
w0mkBmg5OG4lJ4UD8RcVR+ad8n3lDdJNIokhXAFTjwAKxu5RKDdG7JtpeRVln9y5xOCEX4blvkrk
jeWgENSL6hZNKg8Aw97ShQz00Mts0S+TyxweMCz0SjyZC5kmKg2HYjlHwUVNRdEzJvYG/cueLawd
gBa1N/JzvErWPVCka6v4hOdbmbmJk+8QTAuDLCCoG3H2Bc3UfopCOxvEPDVIBa5fu9eKmcduou6I
5Y2kcKYFveC+REpICYqVAqhoFxk0zUI3vy0C9d9NF26/ygPDhBU1muvjOjR5UUayuecvibXGx+QA
OgMr+aSPIETMdyALWxW+uj4uatIAjERxpxijQTvIXIhKhHYlxMOK9mjQjXUrVSMTOv7+uLi5s2M/
H72tXeZkdZRAHDHuM3KRgpt0dnBgbvc426lERl94Pdu9Apxb2UVcrV1tqw8zF31yKSBVARw0JiHf
JEgAnlt5QJuC6UxOIsEuskdvbox6+v1m0w+UOXdvcCtyJIpjncIVUapboqO232YIN4b7QShPFYMu
miG7Swjy8HMMCZOv3UgwZ6p9tPolKXvtfGlZGrmVDjAkFQAf4JirSLMFqjKDDDWpiCOJnNHGoCD6
3XT2vooZ6kZUWwb6fec0FyQXrFgWZ/oKmF6/eSNexb2ZzUlEz2vYAxtUgpXVLrh+hjnaqjkZnKFK
CkxmxxgJs2ScGtxZxxR7ca7lZFLbRwvh7BSCREWu2dhZXWe234iK5VB9MWgEPgNoLY5f34k+E1hF
NAloOoNBRl/k4f3Ny5z0tMe2YRIiHVZ+ug+ce6fcye51JcngGr6lyqYO9pm3Kb37GeFsv96e2atw
7mIDVSlN/BrC5QjzqicyPXXVWyVYg+8kiq68fEcU9NfMvDaT7zmbj5BR5YA7xK14yDMwNfoQCnoe
RKhkhbl9u6V0kSlA1geLTqYFlhjP9g1MLnYkl1tsV3p6pzJnafB3Q+8j6gfus6P3iy690crYIv1N
4tVWqt8ogN74NTs9Es65hXUZSdrAXPgKTGeCfJomZ5ry2AcYKNC2tbbKHdst1o52cVzupC6PxHJW
R3AH1/AaiBXoogz0ixxz9YqTL4l2c1zQpO0eCeKMDWZ+2gIY04gbNG/TIwLShWQph8bMEzGznhfz
PnrtgkoJukxhYjrDMfO2u/WkAaO+qJXVc00Y0zHz65pefj4S5oWym4U5hAX0E8kWHQAX3I2DAfdc
MADOsBTrZVeaDe7I8b2cdgTZkI3IWohA9ntoE9IYvUqaC4+3QtuH2zhW2Lm2HAgrXYpBppauaYQx
/KbYyGKwkLHRwqBdRQCBj4ybXnrO4noz80XTd+f1izibmBUxELiLBgEA0joAZG3Om8hKcm+rgMFL
k1ZCCYLkamG4M87US6HrjYUabQXnuIHcWVYSHVsx5PeFK60qFW36nXqu9rKVxtoiQ4aaBBdV3G8b
vQMElbhRvBiAjldA5gDsv3Odqx9b/Z5NhYs1hZp420YLAxNN56sqJc9lVCxcF8ARKQHHb5kEJkik
rDbXLo9v4eRrPFoI5xZiPjIEPiAWEjWYXtq4wWNOiSmLttv1M6c1bWBfD4szsIUDeimHBUw5Pano
Vel0KzG7INW5jJhC0EyqXR9f2/TlfxXIWVa3ECNVbqEdmeyYuPTrUgSCRtctjov5ExfyVQ5vRBMZ
FE+oiLNOBl1b5LrlpuC5F6222IShFde13QwmygerGcFMyw61EEzDgINhLa8aQ1k8vJCZAQooKsIB
zvxd6WAETN6q0HiEL3XwMUQupgusJtl1sV1gnNdpZ4zrREAK+WxOBshnEzizggr4YIlFhm6OFHKJ
pMwyFE9k4Go5uQ6e+t7S0j1m8QtQdQ8linqSHXnnYp8sj2/EWyU+/A7uOQGdMCCOcnyHVw3ZEhmB
1gw6T7TlpDh3gLNjJlTrZ2S+VS7IBPUWEkyA9UZl6nDv24FiVIfhCdfGWSSv3fw6nEPuZJ/95nhZ
c6iCOT/G7HgoohlKogMqB7khlEL6xl2hd35R6wDlIR61DWdXeugOP76VU8sCwjUG/wE/DfxgTqUE
9H+IrYxldf2ZCryOuF8Caui4jLfuMl6QkQzuXnaq4VKXjd2iJU4XoDZB9O9cBbdzfp9HTscOJ/as
Bonl/iyP7o4vgn0kfzjjRXA6VyMzYAgCRGgJaBZrM3IWqrurypkuqTkxnAPTsn4cds2sLj+Vuqe0
vXXiC12aycNPn4gBiAlwvOFx56TEvdq6fYQTqWlrVu4yrGaOfHoZvwjgWQscv9dBjQ0BWX9VFKtY
u/GcK9rMEUa9fWKgWVTFkDXmcoDrxl1KV/NBKMB2y2lcKTXBMQfDO2SO8qQGdXLrKkL4NMhZdT04
AWpQZRQ6M1HERMEanwCIfxG5All7M1M+BCrV+wGdUgUQ6fOVs3E/KK5ZKla8WUQ3ipVY6tnJ8CRd
aXZ7p5vIZGPeFWBwx7VzopzKPkPWwdzA3gceRF7KAQIHMkIUFiObbjvb/6De10uQtpvxLkzNZGFc
C98+3XMokx7aK11oZC830FyB50htrukcLcSkbRqtiTvdohICYGXh73vSrsjWqvHeCOzj+zYngl2U
kW8d+0YryDpEqPqZoGxcPTTlORLmybsANkWw70gs4cNdtkb3gdMWQEacFxgJfkB42aWAp9KXx9cy
JQcgLhhTArUXuxSHaxHDuoOWszp2AwJ5fQibq8jRvdaq9Zp+7EIvTWe0buodRqoWrElgjATuM7d7
SCeEUlWg0c2IAPldf3JVDC2l0HqtMRW5uz2+vimjJdOfMe4VFeMFh+tDESdvJUYdIHfpKtZVRD1z
Vd3JBVE8wcA2hOLxY6Ea0F2lWMULTGhnJ+oCuIBmAYoC6VGuro6v5uXY+QdFxSAeQHqBhvL2uMos
iKKyYkPHxrq6o6eS3YGK+K49C9F8a9JHEIIvhzPVfJ+cquf9vj+/B9DH2lhrJjChAStx/Humdnf8
OdxlzlvQfnoZPocdYudgAKe/OS5hAhIDyJujFXP32U9jiToVREhL5cw5TVfivrK1tXYWb+t7wW62
2alqRiug+63jHch+nfXxD5i6IGP5nLpWtMxRw4F8hpYXRTvdP3NSwU4RaH27IABxQllxLQDIyWlq
EsitmLIJZup6FhofYtEs0d4Ry5vjciatlwIBssGaBDTuxndaHvfloCGL7H3QG6AbOpHZqxfHhUzd
CRTLfxHCKYbqaUJeMSEyjIq/H9qrqLlBJGLW6Ak+LmpKB8eiOAVJXYdEgwxRurNTjWiR1PHMybCd
5y/dWAKnAg5IcjKhgYRWvov9deefw1ck2fsSAB7BXdrOtANMefQwyGzMDW4W5Rkfq64s0kABZkiU
XidSaApUMgvvycseZe2Dn8yow+T2jaTxi3OMqEVOCPX5fo1BaCGbyeRPbh5oemEcURzBaO2hAQ4B
VtC6Dcy90txW7k4Sz8IM+RbjXkOHbm/l7eNxdZhU75FrxX4+epyTRuxjnblWQSMvciS+YTIXgFGc
eTfnxDCzMRJTaLERtxnERMoGCJ3gHYWnOBdnTZ3N+HHmbtGQS67gxuixS9rbJtuKxvvjezVl28Z/
n7s6Q0iyuGEzOqRcZ82nFnzhRr9q4rnSx5Q1wHgTni3kARg23eFm9YQEIhC8gYLT2aT1TIWuG3Gj
tyUCohlzPXUuY1GcOgteAuC9HOeSSUhvDqEtebe57tvHN25OCvv56PSFRq2AWwwpuriNCfjfw1sV
8zG/RgjQ1oBsBdxunnd6qKmhVgZbCn1yckuTqVV5czM+kyqA6bmvQrgItXDRWQXsGQy9VJE5SL6t
UjSWhMT06uvjy5mUpDGODFYiVQ3OENAM2e6AwNPU0CcpO+dBt3bEBcafj4uZqJIy7DGM7yC+UzU4
modn04W9T33UK6xGk61c0W4CWTNlaSjQv1iaA7JMfaysULpcqqVwd1z41IUdy+a0T+8rKW0dVIFp
Mli1UuwHg8xE4VP2FPhVmMmSkWPXeG/T9QYvgb6wHh0XJqdOGlsuXWoDVBltcKmibarCCW2qF7eJ
3NYzhdIpxUe0CIWR4FMjNjnc3Eajjjb4eC20AJ6Dm1ptpu8cvZoJkKd0haG5yRjGAnA4D55QRwJA
Szu41KqzoBFmVZvUrkC5Z+TL4wc2uZ5XQbp4uJ68T1svY767JJakNUnhVFeYnWpFJDli3Ijj0qZ1
cySO872Qok8ZtxLWBdCe0BfNKAD0V4dHHlioZuCDS9rwbK07r7Nhzk+aciuQiGQcFASpQo07Oikh
DunQHWo5yMPKxmWWAfC1zndeSG2ZPFVAAzy+2imrPw70OIGaUXdylTCrr7RAkqk813IVP1nTnO6D
BtXTfOb2TXTpsFgBoP8aQ7TFk3t4mkGE/sOybTD9I6GVETc97BNAbcpbXwW4XAx3ra4Ck/riIo+e
0RNii2k91+84ecYAncc3IEuGvApn5yKHDLn8AoYQ1lsHE1axqptBUS9r2psd0Iabfh94sU28p+P7
PaXLY8GcKUcxPkeKB9mczk0Avr1OhNysuhl3cepmAgtRISDDxIjMG3SADAiBqgqXQdBWg7MSg5Wu
flSGuZNkusG73OgqAD0vOG9UzBIenmRYt7JcM5wH4u5VTKukvWj5YbRuSLlB1/3aV/orNbsPCZhH
XBBK5mRLk7mBism1oqkdMx26iP5VZorHr7xAKYPUZZ3UYK5WF0HqmnGxAGbh8YObupnAxP4qh897
dolYgqklgcuaBJeSHyxykn0YHNFuqAss1afen2vXm3pE0GYPuirMaqIrl1uZPMRRQ7oMLe++FNh4
HON1kSIODDpnL0npadeCKYCmgmMBSDH95i5T9Ixj2AnZTxFhFW+I+i4ug6JPEdErH4N238TPQ2t1
5RKg09++r7oEBFcM9LJGS26VPukEN6QI3VX9Nis3QXBf+o9hdl+Lj87lcVET5T0sSpYpyE2BQ4r/
f6grQZvUPcwcdhQp5bpZ9qhptUvinRMFhD9LHcP9Gb2lc6HpZAp3LJfzOLowlASxKdnA4/Kpsy6E
dVks9Q+Xwo1eLPxyUdzMWJkpq64rGoZvGB8nCnqHC1WHCNUYWsP1jQZLV3YyQMHIgxi897oZPZm6
fmNJnD2LlDbVfSYJfp5pUDMTH9rQkp0Zh2qiiwlHN1oRpyZup0mdzuQkFTplyboxIzPZShcVMvJ2
vs8dS7k+ri0zK3t5QkaGxWmDL3voIyNSOedFepuCIsCI57Ry8rAQchFF0SmQjDl/Yyi1tJHTjiEh
qBbI/K6XqSVLpn5OPrhXgxWs8n2G4NIc7o8vcOopQnbyF7n0UEmqCBQNqd5CK8uPLqgW3FPXWB4X
Qdnf4J+IsQzuxjViJKWhABnNEjxN9CbfOna30Tel7Vyl16S1AaxkgbjEdh8i6wRN89avCWvHX8Dd
vSjQBEmIsLsDpftwEJdZPFgqGjoGfd/kxeZlwX/x2P0X9znd/7y08q/+Ev/9mGZ94btoOTr8z786
z56T7/bRw+Nz+ZfsF3/5h9y/Wz2nZw/x23908Dv441+E2w/Vw8F/LJLKr/qL+rnoL5/LOqpe/j4+
k/3L/98ffvf88leu++z5h+8f0zqp2F9z/TT5/suPNk8/fM9m+P5i/Oe//Ix9/w/f//Gff/z8d7/9
/F//5+ff/T3/W88PZfXD94JK3jESRDBnA4MTCVQNitI+f/2RDow3ZOY1igI8oqXvv0tS9HL98D2h
74C4D2B+1MxVwFaxieYS3h77EXlngFMRDfvAhkOXLQqEX7/v4JReT+075BT3qZ9U5Q/fH14FeNsI
klQG6c0uIEWZ7fAq9EC3SDItD2wpEAKrlHN1IZCmXCtdpdmjrfkieiyKozP9WRY+F+UOKgMOju9O
JGnsEVBKBHauGMJpVGO8zHFk1TbK/gMNPYSlYeQtwFKzBC9Xto98KbITt89sve8aU1bcwAqrfNUC
oeiEhgnmB+KhXPauUK/aOF3GTRrYWVgYZk8xy5DoIeLpQZYtKQILiuplsRUZ6XCaRJU0k08+dJFe
VsbGJ5AFMTBzQ2XORmuJix4kdGnYA9i1l5VkiBYGMNMFVQA1IQmybEa1oZpDHSszdoZd4lcz81Wy
rqE8CqUAhOjh+and0FSGkwQ2IYm7UDBcYQ+iPNe3+5LM4cSgLopXiFKZzdRxljptwVtUGwaaSZUA
EBaFIoIEuvZqWwRfBOqxhVTYNECu3iLEdR4rTN/d99lwCxCkXsNct6BeacKw1YB/vsriGPSfSpRK
n7xW9y86Y6hAJiW3RY2e4NQ1zKAGfEuH2bYPQdFpNtX0FHyhqSqdSHlYbYAu86UO903W69R/LNIy
/VQdtV3nzTMwlYrn704fsvI7oOM8PVSwGfzv/Ac0ZSwb8qdN2ef//tef/8+Pn3/325/+5R/Hpoz9
1qspw8UFYiQLHMH5KcJxeDVlsmagvwfRLVxmkYH3fzVlyjsEvag7okoG/cSr+2rKlHcUXV/Ah4Tm
6ozo+1tMmfTmFhLUpuD3wfdD3w9i3MO7QMQWFWmf5DatYnE5BDq4HiOZwsrgGfTRwyZVg6llXl+a
ctQnmFRxo9JWiKPaeRhrGRAjRP0ZTElbuemFHNYi25Oko6u6VNUG/g9NPiHqEGvTCDPgiiqdVug2
NVrVrGOtPPFVoc/BTerKu0Jv612gN/1tltKULjy5iW/UmgDpPI/rVZ2Gw9bI/e7E6bI0N4usKHwr
R3fcovOGs4xU+Rc4mj9r+OixZs19f1rDf/qb//vHf/7t59//61i92a98VW/6zgDsPuieWRpKxwP7
qt7SO4rNh/4iY0KRv8Uj/lW99XdIdCPY0DFggNvBkAG/vtT6O4K/BgRuICAj0NPlb1FvLobDF+Ea
4W8g20DQt4z/O1TvIW4SKKIr26kkRrYi+reuIUWLPksfU6P6qPv6RZ33ZO3RMNuWTe2avSzMoVBx
+SP2FZgWBH0PiPPQmQPg3cOvkKMGTBStLts14veTWm+AGQpXLwiuOwFXIABpmR5oICFO0l05xLP9
oocxw8/y4UTA1rAkFmA8DuVjXCojZZ3Ldizrgm+jN0VCb2yYn2exgulBB5ztaOQWyIBheVUTMWai
54JiDmXYLtsIkGpV3PqK6eauAcciDDxbzesIRHNpsY6iLEvtFx37870b3TvchmPX7u//7Xd/+OMf
fvPd5z/8j8//9BvOVcbvfr1/5B1m2AGWqIAqD/abtQK/Pi8AVUbyAiV7kIkho/B6/7R3SKeyMR9Q
kuAaslfh6/1T32H+B5cP2UAFZJiK+i33jzLNHvtAuqqCHA7/Q/DIGZhiOtS8mmaJniE1ZEdNrF35
XV1uK7QEpmgQHsSPUmbQGjyUobNsRVKfJgMoOM2q7XPZDBtP2wD6Kb9QusLZ9P4g3+q6VGLUoerg
+/iVOHwMqROtnAGsjKbWJfpMZURi9+Lg63WKxxFNQOiHxY7w1kMQkbHrU6W1vVrpH9pOolehqvTo
izGG1PQMo7ghjQdIksjB/E4fU1sFJFovthRt+4Yob4oO7ICmoOkEZRU884C/EELpveuRRQha8jO0
M/b7upLaO2DR9ooJ1kJh33T+sNRSZ1ioWlQAlyMWkrvBtRPx3I2SAvw7id5fqOAn3Tk0CTe43hHY
wWK5882qD/NV6YsNNUf6NxGIsJiG3wpGdA3Ua/jqALU8PEhS4zGO1LRDXUFxwAbsaWbdiYJlZKJq
HRf1xlph11+Sbph5xig+jwiD9iCZVHEIRi2tLxZRkonbUnAEixqNbmqlo63cOvk5GPmzxRlZHOZf
HjE5//qbn37/j5//9z/89Hd/C792/N6zX/xibzQDlgNXAbAq8GjZ+fxib3Tyjk3QiXB0v1qOX957
/JYCEGAExiJ4PF7MwFd7Y8BLwKMIdGKw6qH5nHyTvYFNO1BTkFgygHaUMdlXKCqnpknXtEmSeWTZ
+GG1CqibnlPAmnUD0Zak7FzEmcS/l0X5SW+pu9fErl8VbOQ7J4OVhY0DZLvUWIsVqJjcog8kM/N1
jOHGg7Mv5aazSBNsarW5j8SQPBpeTzYoRs01iXAdcvCnsAwAIsno4gRfGRg/D2+bl0ehj/AQDrmE
fJEbvtcyDDbRvA1BINV59Vnf9ysv7ytqUS8DGmqQYRwsddNm7YWFf57SIVtFpFN3udBJW5EhOGbg
plRMEjX1VaGH2WU3ZLdiNAfG/sZmopPcwNwCgR4gSYLo5vDTqR76uQu3bFkCV89bELm41ku3u0/l
HKCYRkFEjOJk6UPaywCxytv3Xu6Lp4lL6jMfqNgSkplJsG/EOLsJ8gGDZbQ0HKAwqbVoumjQefZo
Y2wA5Xbfp4WEljqveRCkgpam3sfJRaXXKSaMQcJsd6K2KYyUaqbheaiEpBW6GWXYk2Xv+beiGjmu
jYfLwQBkr3gGmF2r4OPLFfoms8ISfFdV8fxcIfrlQ96DhN9/3jCZEhzzEdvy1z/+9Psf/+2//fj5
f/3DT7/725/+5sC8vPzyV39GfIe8jAIiFpERVLBE3cifgQsBMHFwoyAuxsm8+jPyO8Iaj9F7L6Pr
GX0Ur/6M9O6FrwEhrooOfPgh32Jf3obLqF/C7rHGYFZmeylXj9L8Ra9UgEkqI9vvpaXaB+AeLTuA
LYsppvvyTnmMVSW/aj2j2v0/9s5kR5Ikve+vMi9gBd+Xq7tHRK5VmbVkV9XFUVv7vu92o9AQBF1I
gCLAAyXMYaC5UIBAQoAI8Ymmu99BP8/qYkdE5lSw5jicS3fPJDI93MLMvu2/5CpGdt6id/kuW6rL
xLTLT3liGpVn9/ZyW8rGMTyzMOS73oniq36ayitpKWmOXmDDPF8L4+GZNrdXeuEaN5nQ3HdlmCQ3
0RLK5yJJVjceM26uuwXbxsbBtNrrdJRAfbVYlG0hxgXorNmMd9Ipb/HuGzJfycPibO6j4Nt3+Z97
Iwj3w6/t8B9//zck7HSCfv6rf9wPnfe/tre3VbY0vRu49RSkBKdfc3WiKlqcsKwwcUSZan9vUyUz
0NUZV2OHtLe1jSc4PvIj0lMaqHAKvmVrO490gtbqkMa5C1+Ho3R4cefdoFRpFSMlXCJ46sF/C8/S
pZwHDw0m+bIYY+NcHzKboa4ugzgapu8s2SEGY8Xhu1rYZ4OxjGWg1amLQPCsNd+putiVbV3djNks
XqDi5FzJtHVfJqkO9m1K8x20IzeYs7p82wyd8rKakuFTV5u3UWQ3FmdHGYO5HJvLdNTiZ11hhhex
MGPfqvBm97SlM546DLk9kJtUBPPoqB+tYjBfM1Fob5ZRj2lmz92LqNYYys09xa4nE71/QcGtzR6q
dN8vNeIXHh2A3vSS0lDuVK3RP8oUgRZvcs30lgx+8CK9BjikzYZR+Vqu61ikmk7h5f1oVlt97Jzz
vFKXTYg34GvLChNPcXLcORplfBsWDfGnnQi9ihvb22Gxo8XL+i4+r9xM+5hX8PuazN2mg3JTh5P6
yiq7+qOeyP5OF1VGXR5hrG5rpesTsVsN82bM1Mc5bc5dJ80V2N9YVzljnCPIM8OAjOMs+bC3lx9J
/tljB1kVxeA6GEYcgakHY+L153u3XplJ1SgjtwxMq3MDbjLlXFmE8ydcI/8hguU6YP93BMuf/9Pv
fvq/v/3Njz/87sd/+eGn//q7/XsF1a5/y8kt5l7Upxxbel3k0muh/+Ve0Z5Q4+PKbVmODfdyHaR9
6cHZT9ainIx9xaTrhM1fY6b9BHdJfrjyW+8bBN9ysWjrxXFQOvJ0wO/sHnrNNlK7h7snrZNFTZxI
CVLRp9dWZWTP9VJXlqCwI2Bjc5bvYof4aVaJGm10s0J2Le3CIfEmmzzOm0Q/F7CY1Q/VECdbZVaz
u2RZyHqdylyear0KX3XSZFN4hVmIy3yu3zrROL+36IQx04qbzKdkaD8R2IfPe/ZggLs/nzvCp62t
tXWABOaF9j3Lax/dmkhvcy6mWQaRaSXvXFxKv59VSyCeryGZ7AosdbEHV88FfZIXrlO4eIToMnkt
m/F8ZQD3n4vnv2ScRzNmkr+vHKG/+4FMk9bZ/pHhN74EYpdTwZGhXXY/XFlD3S8HxlaeADeEck27
lvnu/bjmy4HRngCQw5TEwv0J0sM6z/tSxGr3Z4lIvFow2xidfdOBIcc9ODAcFwd/KSajq0EDvb3D
AyOctF9skdlBOanFLVImGWNQGZ1NdPvic7Qzi3NrSoqXgyOiC3VpBrkzC7v0ayGzl0lXjxdKUuQI
uACKNBDUx/W3UZ/VSVoPwSryf0HMTJ5aIrWfa5NTvhiRwq+2moV+0f2qf9Nm/LNPDNcS5atbkbYK
ueHBVlx/50tHhQ4uuR+3MLM8ap9ft6LxxKCZAVJ69W0ytJXn+MtW1NilDAcx7VRw7lTRLvp1KzpP
FGCcVFB4TWM8DpH/G5AO6wx+/+o23XVDK7Qhuej419FOxIFTF5ODwko5jhPakVVS7ZLMcc+rBR9d
L9Lc6toeR/Fp7rL+mTW30bcRc9fJ0voJuGA5ruSlx9BbLW2yqm1aexOVVbZtG50GAWj5jYYo/d73
cvP5rfavcqLkg3elq0UMBdPB+h2FKbNpRVgok7UpVMahSi1NMuG8OBEwHq4ob4Q1EGrqJpOg44Z4
7ORKpQ2YyYoxU0CJLTALmqqKCHlKD+BPK/L+DPsX8dSaB/O7ca60ZPv1FyVTOHpRGvvAZOAlUjTg
i3J4vbh22dhpqhmbpW26TW111nW+hOTheYdEqGUCslJCcfb1h37muB3uJQvELQ1kZ+0N8RGOHqsV
YZMrrblRyjqNsLdJYuVc4LkK2CrWanfjzmobQXVQJ+nHblPaDKbMhSBaZ9WzqBfGq1oq0+KNWW5e
lbWVk1KPVvMOBwHYWnkVRQmgbFe/pJeHMGCdygx0tiw1cw25yBElcSgtvAhJZT0+qdrvWic2XipO
Vcy7xESSzmvtNDE+4pfGKNupRTltQ3UKX8VAeF/zZaXP7Vw33jtZk4EHhYjfnxWpauS+1bjW82hx
k7fSnk3rtjfjvHhlZHNO+MdgIT1zBmG9icwlNJ7quRsPrzJjyXdGlcpxC1RY1XzVknoHqL4Yv7On
OCk36my49dNwyLUXkWWX8EMSO30lLTmoO9fIQchYdBpobLWGJTelFg7vrCZVP+iRqQSKVUz6ZTUm
MwO+2bVGXxpKb/kUJWrtG+qIh/Igu2UD+rWNPDuNQwMHoB7RgtRhqOcXbAodaV/BeK+uM9EEYz8P
BUCBXsMursIFMehpTp6XLQZ+4IoKPfVN2yy2iWO3amAMi8TuOhzMp06czC8jVChxLCukdMHMS+fK
noqk9Vtyww9FPpvgQB2zLXwtUY0Akk26U5IsVJlIymWGyqh0QJby+pOADfFCZhryLlRBk+trXVF8
37iJga3tMjMEYTnHm7Id3yMBszQQMipj8FqaJZFnOHPzIezDwkdhUT1rxTTam9Dok9u8t+Mrt7Pc
1200xp+mNik6ZqKK23u2I/XXuT42uxrhnZ1tCOeyyBYbq3JILW+aWuQ3lI1V7SWdhqD74NpgJpgW
Xc+z64TEbtW9HUkkcQFP0Hzz1DnStlFWJUVAe7LbhP3SWP5UKob0R8eYns5qPDS+UcylGrjVkCTw
60R8R4M6vq3zLBebxKjdAWddx0r8vMujjZM6c3pXjCxa6UEBy6yLYYiBUtVwF8qL2UhDeeVmc1oE
tVa4zxPbbQY/FggY+lWXyV03twKf5cUxm2AIS3BkchBSBl1cWdWZMeXReyAeluGVbp7SjA5rx/Jx
KzW8xq3SD7VNseqDFlGKTW2OPZVyYQn9Wapj9oSEJljCTQa+62lqlP3sJwVdrGVYqjdOL7UPUV8x
YJ4bEd4uVeo8i7PUtjzVrKNXzWCzx9NJ7T7ZlVPeuAkQeB8USnq7JGofbdJQyUFSJSgxbh1TmHeG
UIq3rTaX37tlLxzPbfLxbSed8L0aKTNoE1eNVc+cSiwUOoNB3FkNhiFEQ6xltkefJgFliuDZ4Kd5
Nased3nu+Ioyo2TaVhnnRLVT98bCFboPtLFU0WYJ9cxXyyFiDxZmVfhdUmpPlT6FB2Q5vToE2bD0
/HcjIEzG2rBi3CiXtG2iVLURaAi+GP6YuPJNIywRe2PeoxARVXPpaXFfpduyGGYw0zrU4W2F5VTN
YXVoBySOHsdBOLSL6smyc4XXQnCInuk1dua+jpG1E1jI+Ba7YdRr/A8npaT7ohGIdrKeW9DKnB3p
LWpDu8RVy5hrQEk0LhcUzN7NA+a6QVbZtbJR6NsXfm/rQnpE7SjaNGmrTwFDFyW+MJiBmn49pbhR
TZlTvnMio7iR7N4YBd8YxjNScRKlNFGqfu6M4Qd3qFNjy3Eb3uSRUF42wsxDTgSlrDebdpd6LW4F
ICzTWo0CelatAwtv0XF3bbGqCKauNF8WGFbYZ2Wlpy1KDc5YXUxDz86cs9Z6NWCym4IyL50CMaUu
U09EtePSloGoSjfahjtj0BQ21p7aXmPEqbiBhjI3N6IZzNu8u63U0LxIZV4/N2zW6usx9LGnobGh
AlokISMrPHyarCZZWV1qoq1diZtJK2QwTcLZjnpuXMfpKe2eB8N7cAP0FyFdURFB877/+d7btW0p
0ddqDVRoo+E2dpIy9mJzsNG1a13J4D4t9daf4jSdNqlYlPKV1jsiDPqRjb/p3YY+eWNY9RL0uCRc
K0PZmV4V6VHoi7FcpmudYRs4slx0i28sUdJ/Kol89ucq5I/X6Ou67Gce5B2AjSwi+tq8f6CJQ6mF
x6uInE0+TCLyjY4xw3sjHjsCkcxc65JcadbOm7TAUmFWlQ7PUKkJcwvYzPqlY/CXmmhv0kw9s7ez
V4D5Lz/8jAD/+Yf/TZucjtZvfrofOv/0/353/z8eDJ7v/86vdRIKT8x3dHVFINyXQ1+KdspvB6wZ
hQ9gNPLLX7tcGsBvUFfc2WCNqetXtfZfinZ+xBCHEkpB8Yx+APyeb6iUjrvn5LMAzGyOJh2hFbd5
eDYXsQgUimS01aasv1sKAx3IqaoCK8deu+uT78c2re90tXq3t3KPVC1rBba/t++fy0xsHXkzkj8m
tMnFLqdaKDCf4YUFY6e3z9OOGJcoJdJ/X3/WwwppZQkyY6M7wWKbR7cdSzmM47hE2xx3U98pkmjb
WZr85gqJ6nX1a0Q/gC/0uA7rOsMuLJWnUC0Xm74rptVAIzvj4isvpngurkQFhdjYtR2NkK+/4cPS
iFsV/SK4pivF7FhIxZyGSDo5z55NU9/YMaBUIa8rPKK3Wpuom7ZmAvD1Rz7yBXI30TmEVsAkdB0z
7YcQ3QzTvlLyaDuFTeKHpaKzvKnEOsw8ZabxsPYkcAC/4Diss8vjWtp147qdhBAb0dXJjRbOSuDK
MjkPTTu75A5+i9DwpSPH/CzvLffEex7R2tZKfu39rlMElJZt7Vg4EavFjGebYlOPlePHtS13ytLo
HoMl56yY1DbQNWmTvC8DpiyS+U4/ikB1Jk+X2Ws6q/ySkpgnqv7Hll9f9fzW2TFoVa6O/eWXqhl3
VaWLjWHk7tYCceBTX9Rk0MMpYvpjKwA2hSaiSccYA+Kj86M26ZTkRhJvx8itKM1C831cOflbJlzm
q2Zk2OVak18raXk+ZFeiKRRfH8J0kzRzs4WzIG8zCN+nZO4f9Of5YoDv4rSwzhFNpueHS2AWCqIn
Hb7B2qzTdG9zu/BmZXGqIKldFZtfJ3de5tGiPtVHqUNfndBvLMJweepW+nQxaZP4brBmfmtRsYno
KEaRNyvr5koboKWUuk1KUERB1zrGVRKJ92C7dD+OY+ZYWNjlZ6k1mS/Cuac3/vWzdeRYvO65VT6T
fQdmgNHpseRaZlexRR8Gr9TYzrbmKIdL200p7LpKmRU/rGLlezSuLLAjYp4D3YAy77sL6LlhhuLj
tXO8XBezoE1fj7X7XVF01oLhSBSDbNGXU9pb947oh7c5wYtmH+eTOxbgwuFXMTehuVSzGW5kFSKP
0KZUgVVZIhlFZXyZxpX6vMtjwIQOhiDXMjWcm1QbphEF1lBkntqEhWcbeq/z+TXIjlMGjZTSjf+j
11x6GrMmRsVzjOhFXcnpJmmU+LYNI0aWoprtyyTOzJsEs+XnSW5SY5XbKFGcnvKiN3bUB9oFGHDz
Odx7xI3BUy0ec0/Xm2QpX2VwaF+loJA/9EY/bNWhPYUtehh/ALQqBGowiNihGEdnVR/N0Yx0I2TQ
moyv8npRdqVz0iry8acgQg+OiQnAcZSrZZyGwlVC1KOdLpi05VNVW6fcZx+mC7wKbC7uQgb4bNTD
L1pUTSIbcwo36mT1gZlK+3WroaYdRSXYktGOvKGekHlrS+1EiHvkyeTBJAMqUBqS4bXI2Evq0653
UVPp3M1o6mnmxUvmx1NG/deiohfZr6aoje+EU57SQrsXJT7c2+sdswoGKbC+UHE5fHAbW4mIU93d
6JWyanTOTninj233TuvSzGBGboqgUBWxzZKpAKuyKPKsmovaRNRYqztvduwaZQtl+chw8KqZii7Q
Qm4NLyvz9mWopeISyLD+UoqoLjyrLLGyzsrig5ULg2rYTW/mITtlw/kwpH6+OKHvMENlcx6+1Fzr
zVLXiruJa3fcGljmvKjN5jndcC54ex62VFhPmfTEO1fM2YmQ+viScuAo1OAG4nV3+PQMop6gKnY3
VVYPu741Yj8UZYuTQW3jA9qMz3JRVF69TGEg0ooIq5rZVuaKflNo4bJpSucus0HFzXRGoQXI2WMY
UJ7VlWFt3G5q/KKdtKBW6k+RbtJxKNp3eVKHT3tNP6lcun7/R/uD08BdTVscsPgx3T6aZ7DUo42O
dqTZzyXXiRcabnIZF73ae8vUgnVEWeY86UMjyM3GPZ+LtroJ2y66OxE2HvsomAeCdWakx/hBP1zX
uQTjkWQVZ6TNWgLy0L4bB4kxij50545UxTM7liAvDFyQm67FRXaxr1S97Z+f+CDrjXa8Jit038TZ
GfmT4+3l8m3mUxfzQZr2qhy0cylN5RzgZXJFhtZ7Oeh+P9ejq6UTxhktH3enIrwZ1Ilmnthsj+x0
rGy5qdZpvqrdw4f27o0YycZCkNhtmq5aEeyZc21xUi87tWyC3IjsnR2p71w4yJfC7poTAnqPXMo6
3wi3JTUcs9mjy6Nqwt5OG56Oz0J4HXaus9ULo/2cL3xTbf4fAYHydbTmSjn5p9+uYPC/PoadrL/4
Sz1uuivcm+t8r+j+pR7nRyvflZSL+57racWPfxmi608YoatIhWFkQUvJ5Wh9GaLrTwCccN7YY0zI
oOZ+Sz1+pCVA5gcIfQXZrUwCJpfHeihl6nalVhvCT031CrhL1Ad4wSUbmZnhsLFcds9GhBqtTOKh
TPyuE5rwY8Nsewx+tfYi7pfue1OOA/dOlk+fRiGZobSVEW1i025UDyj59FENHdNru9p6VZllet1a
udR397fAN+3KP/cpOiPXvavxYccI6PD//EfglRChfvzbf/jNz//5t+zSP/zzb/en6vd/4wvEQ3mC
7b3hMmukmQfwiND4BRNFS2hF6+AqDZxjvV1/3Z3oDlCawe0HMcW0eR25f9mdjNwN9NHWME/JgBDU
t+zO4+tsrb9J7/lDoLZWJtBhgAEHGs1NZLqkXtOwG2nbbKZ57oO9NXqkN+SscWovfFiKjmIeg3uN
Hu4Kjz5KmNspUYU1Z7RbwzR8mehDPG/ybjRbz5na+E0WG0J4SyIaK1CWdFY3EtqE4qn9PD9bzDJZ
thK1K8WzavRoNtbafd4uyZDGnm71HJlY0earWjeGZ8XYLPlGOs783ijC/mJCRiPbRXPR34ERBfeo
gfgyg7HRltrvcrV7I826vWkXpgiXnSVDgr256Ld5MmiNN+QDsjskzgucd1UUjFOUKDXPwxx4/3lq
N7glg6vOvXas56ejw/B14wKiFIyvF8S1m9Aor4oyyhBgK0uYipUMY4YnBq/nK5Mrv5/sqYl8LYUf
kok4uUsU1UiZJFrDHRaWxuS3Rpm0HmY2y9WQ26l+vnStca6lcJBxl2S+ZxXaKDegBJrJKxgwZZ5D
qWT6VRZDEzEz+A3Mc7B4GcFOviykI1EYJrQ9janpO6+ZTEZ5hpgyL5N5uNXLssH+aTZCxzf6HDO7
BH716Bsi056CFdDeZ5HDjKmwZufj17fJ0WZE0JeLmDt55eesKtRHOWxWzL0G00r4uuzwSpmlxpgp
/oVL/e/uwn9+DLocEIFIrUiuDvf8UqIp6A6d8JeunM6zxH7ejaoWVD1C6w6pi5+EYXhJ+jL4HNv0
ChHzU8iHNR8+OA+86doiJirpoDDWaLZf+0RpzSS8qIVv0/W5zudWP0u6RPOkgTPvkFjaiQO4rtzx
87hkeCpHca22Dp/XG/qc4YmE/1wxM3OXZh/kfZf5ZWmrn4PEH11ewN4PnmWvLdNVKoQ1Pm51NHUc
Jp2TMmrty0TsGi3pXotltDRviUXfo2ZbmjIQyBAzhTS7mwpY8aepKpJsq+epfsUkJHb8uazGZ83I
54ZW6fYuKptj4vdTTwcEeHOTBDXHx/EXK3U2M/OoS7DV2W1cuvZ1Ciz7MwPzL6Fvf1jydWbBT3//
V3/4P//rx9/+y29+/Kcffvr9D5Bnfvrv//rj//gH4uBB9Fv/zJfoZzxBHGelwnDtw/feZ+UbT+Cu
QLznCH6m5f8a/ZwndJ7oAuoQ7xn47QMcnSc6SRTxlNkrBAHrm1h6R8eQFtFKC6Y0odl4DzI+PBaL
bNt6BmlBq7DlWEwz3nv47I1yN+TL91+/3I6O4P2zQHM6AI4MpISOtc2ULpf52KV0IEtz8GQUpRur
QYjFjbu7rz/pQca5vhZp69p0hEAI2+jwtUAauW6Y8Fpyiv1Sdy9H564s5ilQFyPbFqhVQFEYz60s
FEE41a8Xew4gGN/ESVS9LfTvx+i5IAptTFEoQbh4XUhrTdczzR8NvdjEp6B164W7dzvdLw050tqT
YaTzYHgNeqAwp0l1g2FBJVp2De3mCRCLPdGGr9VwCQSDuM3XV+m+SXfwVPrf7DCkAk0as7jMH65S
DgUqH5bCDeqUaOk01W3UjN/nmpvfgh+8nsIY8yExVddxImZ/1tWNsVjuNZpnHvgYM2hqPAqRbYiN
nhmUovt6N8LVbK7r8W4WCBYkqrr48NrhXkkb4EwB3MGJ3LeLialAVlcvpta6ncdu3vSG0LkdpeEP
lhMDhEp2makApiiQ51HrcPHb1u2CIqo3XVXn33VrjJzH5ISc+iMYciaUKIuyRVfqzzFpFXJINEFX
dYPYGeYAHXLT15fsI+BD7G1pmQRDF70uesBbKp0vJXQvcgSxvLqOrBNR5Eg4b4Wz81E4J4RHPhIZ
weG3s1SZbRR0utEoSipvXJtsS02bNy1AUMgmpeWQ0+3C6SuLVXAwq2/FYgACMJvvptFqT5T9D26K
w49zLJzhGkNlZ2PlBq6oM2g4TRSMeusyFrlrJ/mt/eX15dmX5MwuNGUSlsOXT+aoINy5TtA00EXd
qR83UW2NJ04Ad+XRueMxJnwaZBtAknMLHj6mMOolV5PRDUQepmDY+rf6POe+nQzXhUC0K0plsMyO
foG8Njo8qnmxQP8NSDnt2DzrrFzxYwSHd9ZcPK91rQSlNJ6RUnzU0TrxRvd6yNXwWk5K5At92Ial
Nm7qKtkJQ1j0ezvhueNTOAij38Tuq9ZUn5GQGpcAKpsAyY/aayI0yd2krjagecDfFf1TdQnQoR3O
m6gogjCmlVigFls6cbExMDfw7Tx8J5T0Y1ZOb6IIM2snLzzhRjJwZoUk3uVKyZJXY1JJz7Eonq2q
Y0oUp/EmKxEwdsfy1DDl0b2M3BuEJZVZJ8t9uM7xnDeTleVuYOf5sgFDWKURwKXSrM56U7yMx7i6
VJXY2lpkSJ4NGdjB7SU3HX/k1z63lv5oframekfXHrpzcAMskjNdO25g2W4NKikMnQD5I8qnDv2j
QqkUT/ngTl7dTZ1Xx71yomf36EPpmoGbhj2IfPrhCihyKrgkeGgZ3Yx9724ja0Qoum2uZdIyas1S
uG3pm6/f8I9eZ5DvqTsNKI3GcVe6nBhwjTinB505nHc0iTZo0WU7YLteNWJVKrrhLfIfwhsr+y3u
YMllMZpnTifiE69/D08/XnR4NWRC0DZQIjq6zcLelBXWzy5UiMlAI14Z/VDRATEBPfWVJq59iVK5
30RzexG26Rw0Xe9sNFs8rclKLhyLfHmgOz636dnXF+neI+P4o7EvV6A+lQEw/sOvJktytN6RQArc
4o1uN/mzfHm6ZD2oRGsLLEvl8Cj1rjL0cxDv0gqXa2PAJnQ0k2GTFhQSWUSMUpXRW7S29arafdMV
ugkWNC78VH+eaJiKx13q7tAq4a9hsIBjneXrzuCFY3rdoEe0qQvxZk6WIHLb2rOyd5YyupDh2R1z
fpVN6Zk7hSEgWOSYhypJvV40CH5Z8TuqScWL5bLtKlVe2dGzxi5nn0Jd88qouxRKMwRTgThizkJH
0ZwG1OV2kEhwI2qTQ0c2TszxH4sUeN8gsWZDqaKfd7ieEKHrcghtJ5hSdwz0QcCO7jdan7xKNK39
fIX/pSzZK0tcVviP01r+8M//+uPf/g6S1c//7Yf9KmT9rS9FiPoEMWjiKPjIlci/3hO/tuCQokIJ
hFsJbcT7+uRLg9h6Qv26nlmwWatQJ3fWlxac+YRJGSNZwF+oKXK1f0sL7njD0Osw4AGv0AAedC+B
tN8LsGqwVIs+DsFcgN9tNelVwMADipHZi9G/21udm88He59c8lA4gMdBp3RRhITQY95jQ/bGJ7ST
wqpAuTpoUe/0IGGtu9Nwp7dRsQwXcupoIyVOqkJLjuz4YzUsNXO4VlfPlUz2tODURIm9xB60Ny32
CWdJGYrnY9UswPWpL241pkN6UOpmnvkpr7yjm9YykjGVbY4pq0Y7KbmQS1Re5LmmvYxNIoMP5MJP
3FHrvblQzmF5U4kBhO6HYKHDTbRYgMwXcqmRBw3H7HaKY4zxdHdMb7++PMYxRHP9NuDVsUmoTvlS
jmonwSBXLeW6PG7evC3bon5lTWjDbixBiq81CK4ifDLalbeU4i3/tcJVjBxhEFH2ONCiSaZknkxZ
AntWUIPKrLREJLWKXqV14eDmkiT49OZJu4CS5kJEpoHuYJKOQ0HhOaobtbLUj904pul2QHf0YmrS
5TxvUhPF/dI6m5XeBFtB2+NSgWJ3Ni26uKrw1dlKW/KX7EnLS08WanSL+Ur2Oi3xXgkTpQ2+vlL3
7nb7gYOVIm+87+qCWkKY/PCik7LNazrYSNbM0vHGMQfJ7kTotwFwdYgGalpfmU0ndiALPIDnyLgN
0aaPARPBrNAuS3WeX/STYu7EwuYZuwFBqUy5E1kR7Ypuzk+ku/dz/aMPDN1oJVYht09pcRSE88ie
6kzL+6AsSXf50OHZOLuvkxZ3CtswO89UxwQ4AIVXCet9W0jX3OVZO54QBV8j6oPPgWzwmhCy09yj
LdbnpgSgzhhI9r1OkR3qfql2pwR7H2Q/fD/8fQYINPbpshzDHNK0AS+VpWuAjnL8P9uZFBg6TB7h
A9f1+nxGZ9LarF0EgG1ReJF1qeablRX5ah6eTIIfXnMgE+DvrzgTJuvKUQpoFmFpa1XVMaJdAGRV
eX2OQ6o2+TG1vxfGU3Gr6KGpbcqir9+lGu1tph+XQ9aWz2yt3+mjI8ttyl+PvWksw+sJ6sJ4IlE7
7kQgAMztCAUSWSkbJbujPT33ja21eOzQOaEHm7vJtVTLi96alIvBedbLXvtLAH+gwr32p/54AGd8
9vPf/f2Pv/8v+9F7/ZVforetrRKB61dCs89dlb7+LXo7CrojNPAVffW3oJdPrvWFmGo/QcULhrT7
izoYP/oCt1ae8GdW3h/CPqt4zjdF7+PDDHyJM4xuGO0KjtpxZm+2U7cwfa53bjxWvqmjtFO2Vr3d
W5JHovbxvvz8FO4tcnSTbPxoX0bmMNDC1+tdFIb+2IcujES38DNhTFi3YkTTl0Buvv7MR98MJDlY
TERQ0QY+ut+rWMoF0sSuMLQKiibFtVDq7kQYeQAdWl+NWSeJGeBjxqNr6biXjwxR1XeU/ZQYakFX
xUD8hCFg7FZBBeWtCCK1UmqPjAhsSd4LomYk8gumVIm5bdXGPG+UZgYmmRfvE0RcGm8qq0F/kVq9
Puy02kb8YG01XC1xKbSbQTVhvA2oNqSXBnOS6wEyzbNaLfKzruvFiZv+wR28ZpXESMgr9GG5U/TD
l5sq6RLDx2rXSWHc4PmC5IpRxppfOLH2arCGEDxRXXEdu+E2bZXxzDDqdLtA4AKS2tjTidV+IAC7
fiBkOIDZ0mMireVY7K+25cJ2deym2knhWBcGrrJvElhTnlSq5W4Rbn4jpM68FBc6cG6lHsASM070
0h5uLLgR9zPvlSZwr2yw/xnMygjHsbTLnR3m03eJ1RXXo52cUj1f32Q/ypLCrUQLRu7QIGhlHr2p
gHeg4A6Z75J6XHxnqvILxYKDlyfiVCr04HSuVvVUe1w2PAjM7OGiGmavqZ1SxjuDFu8lU8z5u17X
1BJZkPKVMs/ioxq147c2CRmwMU+Au73SPSBQH53PZUX8sW+iXWTGSuQp6ZxfDFlXnGoQHK8jGFdw
VgzwaaWsMNTDlwMCNzZqrza7hGzjIk76bJM7nJ4+b05hUR9sjPtHrVoDMOyhrhzdcmHtZvTwpmYn
+i59CQ34shN2+431OTCM9XuiL7DCXfnH4fukpZZPelrXuwR3Uq/t5+xM6+fxWdG6LbYGpv2tVzeY
di4BHkX/i5zi6ApICF6utczNDs+SG01PrqSRdsEgxg1w7g8m6G7vG+9tHgiJyOALo6XDzPfwBUNu
QQn/kHvbIZUrFkZOpR6fQuE98l3xFPArukXdTCp7+BR7KGHV6na9U0vN9aQ2dBtVhc38J7wL77Ma
yYNTvpen3AsOdtKzorlR76a2CTdLOr2fVRzuvv6QB4UBW4JMAScwdS3EUSE+fJewb8aGXcm74Fbl
T+pUYk0le6+V6l2hLtaVE6bZWaNJfKtyGDiNhltDNSnWidv5sTW1gUNTntsYitxP1vfeVivH3NRC
vrmp7lZwiqtvZWmGJzbkg2bk+rpUbpxoBVMpvsPD1wXOYTmdyuu64aqi3VN1p/G40YrpxVKML2lg
Me3RYckq1S5KmvOwVt/OtM7QITVzH2IpffuoPfGpHn13LjLWH80ZesSHHwp/kCxkPljvFn14ucLh
tgaA5j/hIRReXNLsWkKhdfgQ3ewSS2l5SF335U7A/cQw1IhO7KcHkYf1ZayIt5ymc827RxlN1zlZ
lTZzvQvbUjkbsjp5mXGrXcydfap7u/6pgyC3PmqlwKEghSDkff6xt2MWvoxxaId6N1Y9ExrYxf+f
s/NqdttKtvAfuqhCDq8kSJAn6ijLLyiNbCFsZGAj/fr7QTUPIsghSn7xeEq2m9ihd4fVax3ocxd+
padIEo1CoetYT4dGBez0p5cG2TpIBcmTlpFGZ10oCe0oTM2qrAJ7aPtvqWQmrmgjJahkW/kG0dmj
dIbyn5YT/AyMPnvITCNEc9P6QywNfhUoHHyF+Ad6+cQVl5uqQKNUdqVXBnpU/1RVJT1UU59BZRAa
OyF7sXFJrx77JWWgrMzn45cYYLs014Zu1OaZUgSpmadi34CWAlrF8X1Jw244ibwEz5735vTp/oJf
XRDskj7zbFGUpDy1sttZ9tCkgyyCgWzpmTk+OqBetDWFtnCXXp6oxQxx+DLZSiHsV8/wtxM10iVk
WmDKg0wq3afadSdovTN5ChsIzaaKjNvtpuEc53EcdIqTvTitaxzynGDAlvn8jYWbzqabWxXq1QOs
Z+aQjodoKr2PjkTiHO2ON6HwDJK79IGtt2ySqKEQTIfOh7anejAUdDMLdZQ+Q3ryjWGe/iCiRuyK
rFcfi0U/KFSbznfRRzgwYRTvY7dIgq7DJ4lIhgEcHuKlymfbn2b82h9vA7hLFZZoPANpy8qFIGae
DYDUiiCeJsuHOn3w67T/dt+ItvxXLu41OSXpEOEWJLMAZFYuZEAbMpvEWARNmP2IquR1tO1inyQJ
POcUqXzRF+/oyX4o1PmQaiAMhtAOYkkp0oB0Qyuqp3KkGTNW3lZ0ceVxll9G2swMJeh+0rbL4y9D
RH7ceub466M8z1rT+HNleDtdT7V9r0XcAB0vYCbaf1kZ/2fj8sqtriyv1oQ5i9SVcEYE+ZAPe9lb
w65g3MHPE7lVrLpx1xjRBl3EtANX/Crm7Wd9UOVQBG4zWgfYOWLkXWLrTwO15YOgxqIWQSPNXSf1
wqiMMEUxIBhaeHSMnH015vDz/aN061MYIAbnAmUmQe/KbaiKBav1qORBo7l01SXUQiVYmw2neOtU
UJdYRt/Ju2A3uDwVttFETlil7A3BxTF0TfE1DgfLn1rwM7AyUMWOOqZTGsUs/sUqwuq40HItoMM1
72FPPV1mxZgHcWEmn81MLXwFvuPT/WW8dSGX+ZsldyCYX2jTfs9ZZyBQquUmeaDntf1YZMXwgleM
/TJKzH0TmfH3+/ZuLCgbRvEFg9ZSPbi0p4/DWOt2mgdKTwXd+jUO20dGkJa0TTtZSF/vHd6ZAmDy
fctL4L5yPcwEUxljnkwlD1tZ9jI364eyz4J5yhvfapeur5yZ2BJN+sFmUw+RUzR+1CY1zd5K28Ag
3TivF+YXL/Db+wMRS1EpEqpqpTbHfV5CmTnazbgRvdzYzmVmhAEidg25kpUVMYY65NkWVgDrnUYi
z1NKoWmnQYhztJif2ng1rhcVZ4lDWdBtDkRyq1x9VhCkrso4C0r+zC/S8isiHNY3103tvSdt3sAy
Nl+V2Cn3OezB5/tben2YGH7hboI9wNkAwbhc0wHi3r606eLDYfeKj/agxHKU11o2zT6rihwSlFZ9
cbL/0nH/T499RcFPygufBaES+AEyrIX09ffN1Ix6iJIoLIO6Trr2WeRNWAJ+MR3lEUyM8Y/O9pKB
NErdvo0SJDRpAOrzwxSq5SGPRu/Lws+1h+gFt2FPjf2tabUeTTnGDb9D2+ykO22axmbXgSGEhE12
VEGdeereq0Jxkn0lJWmLHoVatEd2uNOOupu2nwurk2dDAHaUkZMw6O5WFYP2Q+u+kuf4OsRH7jeD
LhYkRWi4/yXcvPnn/pZcH3MmXgmcKRaR7MGdeLkyQ5ePKeiHKnA8Rf3G6Fq165Km/HbfynWsisD9
L8DNrz7QWlOtYEo+V+quDEBzvYbR+KQNNHtCo/joosS001vX2/Ae1wVGNFOWlIS3BvJH/OXlh9X0
JGO3SYqAsWl5hvotfJhU1Fq4H9GDp9N4C8VQHBinBdnWNHr62jrDVpB2/d3Lj+D5JkhZcpTVgc9h
9xJ6G+ZB7y3Reeb19YOsZ/cM39k87aD71R7V0J3/vr/ctz6eB5CDDs6XbGTdcoNxO45my8yDDtqz
Y1qV6gtPv+KbTpP649B1L0mcun8xQtjunLKlnVWnc3D/R1y7GviNyckgVOQlpstxuQGeEjdIUcy8
HIVRfcwMJznDZ9QdmDNJ99CCgd2hlp8yw98NR1MIZ8P+7UX47QesTkDZEsnUoQ7NlzGWb3U3p2+j
aYlD0g+Kn1pW9RjB8HlEfigDT1wquwSZ041jeH29Lhdhdb2gsVOdcDLyoE7k96gr3PeWObcbb/Qt
I4A/AFFS3eN/V069aylv97q6nDIjftf2JgNLem6c7u/nbSugVH7tKAfrcj/jSAyygvydarmp+p2W
6++acHI3HqjropCr0xr4xWnAhBGRx6UZo/cYK3Jrwqg0h1TRHOIPYzt1Pl0E5bmzkmJfyxEyw5B0
vigygKHtKP5xYc08zKNivxSVJU7RJIVvii7946Dg8set1kDacZl6GqSgtVvOAfiG6U0JnS0K7eXR
v4x8sAI0EoweE3HkdpdLEMeDUUuNJSjMKvtkGDUyGLVIDqm5xX9zHX5gyQaG+WsACA99aSmsmkhI
M8uDaUY9w20KAySgFx+qpPmrc4qtHGDL3Kr1rui8ajwumEN3Y2+Uhu3bTRSekSxMz4x2K/79I3vT
Hh2ehbKdCNJejvRvMVzbRUOd9HkeqH0YfcqNUguUNrb9uHY6qtJl+MfRHMvpuPBxLVI/9EQu7Q1h
brvRhL2wkMpTNkTOQUwmGj9uOwV6OGyhBG58HzOC9JANoiqaaCvvUhStGg8TrSW4URHltmV8cK3y
+6zN7aMzI2Z8fzmvRJiYYCYdXeBhjDgjt778nt/WU4lKSIZLxhh56/qdnYqfXeXuo647llHxqqgJ
6Blk4LREPKVK/ZAs4N689BtNHJUyegLh6sL6mB4Tu/CzsmLMqgwIxfw4A+py/7cubmJ1hygrL1qX
IONoPqy2og/pPfQVHUQzc6B3ofxgGK906qu9OzFXkDfaFp3TcvevLDI2wrtrc3HXjsuJIi3uPFsE
htoMgeFAHep2y3Rlmz5HdmE/RM6sUjqx2w2XecMx0/Kj+caIub1QFl3uSh+VcwFXjQimQVq+UqW1
35Zxt/GSXYHH2XxoBoiklsvk8DeXZhQH8HQZxiLowKfvMxpaR6eI21cgc85paObkQQ+d+XvWJYbv
aVJ9UQE1na2sEX5l9u5LksF0fH+Tl01cLfnCxb0AEWgKkj9d/qTWa4own1MROCUkEAbUpr6pJppv
wBe2cbVvmsKTgP8AIEkucWmKcVaX4i5fLzozCQo1JfEFY3buhPfl/kfd2E78Fe1Ugtel9LN6AHO9
BgnK3CK5SggbrlE3x0646cbSLb93tXRQAdCBIKlfCD1W39OqkznlVZkGec/JcXvN+yDTXoXnNpyD
ou7jj/e/6sb6wau9UHS6FEqpW16uH331nnzQSAMv0swHGiDj0QF6+ODK4r9aqf8z27tpii+j7wG0
lN7jpSmpQF6d6F0axHk/88rEzW6eDP1sy3QLY33FFLZwOsC9QfeRk8Eow3qzWq2UsvcSivDa8NGr
Y5PBDVEGVrXom4u8PTVqo57mYoqPdm2bz7NiF2eDBuKj4cbhW5xAfD5REfvbAJlaw/5l/dNMUe8X
Y5P4ag/tD9NxtMAyJX1kBgOy7iLsX8Wsh77F6O6+ReryT2ERfJMDeQ4pM912pjNW66faom5nvmmk
2eHbfYXukIVW1v0Dce2gqTlC6QUIBNZ1EMCXVrQ8bJOsr5KgrOH7Lq3Khn/JlQG0zGVg20p4rCm0
He8bvT4aPAq8zstX0RhbsxkaU9wh2hknkIVD+5MAOj7UJXgdx+k3zvuN7GMh0WNy7Fd/n9GPy+8b
FfC3kC/FgWxKJRikax41o9MfZFlDbRDrCHWXdfdqDXQQhsHT93bUFP79z712JfRnAITRhGHA5gp6
Aji4RZU4T4IGyNHRKrPuYI3WFl/jFYsfVxqwMsVdPApjcuuZNCkV8BJwKQYZ2DhCgEiBFzJVYVia
QbRGTWicMhAiT1VeFuc4bKLXySv+isLKepqHnoFDDvGjMc11cP/zr1FP/DC2mdKDRdmZ/3O5Bxq9
FwOpiWUPlPCsJMO4r8eoPVk5E/1TUYwvTIJ1hzztcz+DavE0VyXo4CaZD2ELQur+z7l1+Ci6wVO8
+HZym8tfY9njYNalHQdRa1vfwglNup5kyI9HYW3o9F7HIuw637uoDC0Fr9UVtlqeZ6OzRKByvKmY
ttUulXSupgiZeLswIb+L4NGmALJVart17sldAOqjb0ShbQ2v1WWX9JNRi0BPPeUwjgj/4kBN6i79
cOrm6smclOfQgpZvqiY9cGOj+fDH67yM76IHwitKaLz6eGeQ0LzrEfP6RV0eDHp0J6Oc5L5hgmLj
gt1wYoynMkoHkSJrvW43oIEQ29OvV03X2wcltt0H9NU71M5ccWitHuKObpP0+satRvcOZjD6v4vA
4+ocOXZRTangKZ3gHNs3CjyhNCk3470bxxX2MGqm1ImRp3BWz6hRMGIAUX4a8PC9zCMU9FPuqmcv
dqN9pUHnhsRqN/hqqBHIq0pytltj8mVitrsijGoan67yROvgUau06vOfb7EDwI26Eq0/PNvlVYqN
KLPdcU4D5FBfhGvWT6nbV+hPl+bDfUu3Fpu3YmlBgw5VneXPf0t5TKF1jIHmaWDUdrpwnOQoLpuy
jTecw/KLL+MxUHR0WBbOugXkujq0BGPKrFUFoZgxaXsmYlBmSNp/Ul19xW9tzV7eOrdLpw99bZOX
Yd1b6RpdjaHZFQEZZHiEj4aYOamL3WTm9TF2oszvZWZuvPi3DhRABVIUoKgIvqxe/DTzvHoYPULO
okyOVWVDaOwR3Rq9sdU3/dWXXi8nOQFzVPQZMLd6fZnV1uJBDTkgivYh7uxd0nQvBKBPC7AfUsQT
UyznVlAbRU/D6J33al0DYG5f3KRlNpSq+9C8mOH4yan60/0TdetVQmOG4tYvlSNmIi6PlOMIBclD
Kw0ySp97kZjOHv1fbedoyeDbubCOQ9pUL7Oll2c+MTrIcO4DR5E2cJpoq4ZwI69bJG9+oZ0IlmkE
XP6cuiUmEg13Ke2n6pBA0fQIjeD3TFbiXdQO74cU7RTQ4DQGgK3uhd2NDxmMSQej7tpjjPDLxjlZ
DF7tHcRSZLSAz6hdXv6gAtwHIgc4nrRyEIzPFW+H4nm9MEHr5yo36B7Hnv2l1OP+NM3VvwiaACRT
OGBUz1xQRZfm4VuEA7dnezymdAJDq819CZBrIza5+ZEQkYA7JmKinnJpJSwLol9lwgptE0jW3Pqz
6k6aTzXaQp9FV/eTCy9tOpj5S8vQ68Ya//qKq0UmzaSzuoz8rb07oieR4pU9WWamkbzEb7Kfd7K2
z4Mm4Hd0D6i37C022Jbeq1Hggbw6faUm+LEZqmDWwmOlOn7XajvU104iEQ/oZzx0pnhswaSYRfqj
ExVzsP0TwEUkdsSbWg0/ral6Khi1qfTkYFnRR9Q83k1q9KIVxh6MzB7UjLezszQYPcEksv5uHMWX
vC5/LFGr09RHkuMHkGhHUrlnw+V+TN1ZKGGgDuOuBpCDggkZknsWdXUcDAsi5X5fJeHjGHkPDLM/
D/Dwylw/54r2rrJzRDujH1BkPMYD+lMyftXFpO8whhPMfN7u/WCXXzvFOPWuFYRjcQ41Ca/VUJ+V
tv5w3zHc9I8LzftSPoT3b3XuHUNG9QCHAwAC+qEJ81/HvIsTfobnfbxv6tarRvIFWo0yHuTbK1Mj
qirSE8v7qWhuEMP3t4tktgXyv20FphneM5zxwp7z+9sJ/VgKCk1NA+Sl6oeBk7SzFb38Fy80LDxE
nMskAVC4lZXRyPTMHtLAlBqik6Ga+ko+Zuf7K3Zjc5bRXF4UigoUv1YrVqHGlBU0cQNwUogxVdUE
WUARHkW11ZFd/kurm4klOvQLFR4m9cvvsXpIa1MTzzDZ7vzUK8Lcq6J0z0YpUj+FrmUjV7ixS8R3
SCuSEZMYr8nOckp9ndT5sowq/KMcZPoy2eEWtvm2Ffwk1eqlM7vydxQRZK4SRQa5bNAJzhn4i3re
3Pu7dNMKLAtwti2B//osOESpA2N9nDim6x9tJnl98r18A7l/8yxQd2TWCwQOw2CXO8SLPevQwaWB
TLXoaHb55A9RUUGXU0WH+x/0q1h1dRrIrCHuBDDMBl3a6lGvQu2VkY50wj3s6GfkkPc4STucGq2K
XyV0xjPsM45ojkDDOms/UyQeHhozd1ELgsX40VFUE0Xn0SgTn5dVfGlivf4oZu9vK5zngzJ21ucx
sevsIBwFsF4xedmzNgFw2NWV05sP0qp0xKDtuvsQqYNUdrE29EMwQnlGrO+gTAFB31z9cECjwlXt
MXqmRqZXPHDja+0t1BsPxZw+77/aTZLKfdbkQxfUVi8d2HzyemDstLeDrARfvA+bUv+mkrenO1ma
OeKevU4700BIfuytcWfkdBQKpIRem3qCRBFS1X07SvSaING23g0ucAyAh3r2V9V5+vL7pvFkRzM/
tfOsXuxbN7e/ZpWqvu9Q3kUbreuaL3Gttf9BUbQr9rGEudrnzRZfuTJn/s0CYZ/MMg+GmlkS8T0r
7fae3tvfDAGvBComnQUKahDQ2PXoz+1q4YhxNzl2+daA/jzJXIOiqZ2l9sSayfmhQe7vUy3c+jxR
7n2HXnhzkFNc0ouf9ed60ORRtab85CVOgrBXoo/erqk0qpkOegxfjHZ0aS6ESrylxXgjL1iaV9RK
aNpT0lmdbKXRwrpUrSRAsSsNKs/9RxpttHOb9J3aVPKhbF1zIxC6dWUJvOHgXxCOtOkuD3gTGwV5
JTV1p8sVf2yV+RAndrxR07zlVLlFSB9Q9Fu0Ji+tyKhjPekeBwO5HrGMbvXBXFnjUYfVC2YgbUva
4paPoIQKjwJ/IZxcJyDqoA6txWcZHdUweGXanVlSkBly99N9F3Frz8gXmd+mCA1Wb7WARZ/PFKvG
JEjstDsqkeG+h6OT8no+DUFNpvefDDbRDb90az0ZhgFWQw2Y8HX5Ub+lxZnU+zCpQDuj9Kw/cD77
s5GPZVCm4w/6a+rGIbmxmhSJ0dsCqMR465pquwmloxUIfQXoteVQF1iLAGPy98z40caH3crOMEWT
h8o0YId1z9jV56YVJQm/DRvcxzDjMVFdptVroDT7xKydnQYM4GC0aewPYWQ/NnrVHqKZ4DPq1a1p
lBube/FrloX5bZ3dPK0dNaSXMY7Dvi/Lbm/lZu73kQAJLJT87Jm4u/sH6uZiG2B3liYvgdvKZgct
kuU03P9WZt7BtOLKl9VkQetQGv59UzeOESpNBG5M2pg0alexDm4/cnndCHlnkZ2AoavHKE2LfVeb
7UFtqdHft3c9YUUR53eDq+d0cFNkQAAIB84MTi9KR6BHkUmVsAlr3yrafk+PUzmXkOQe9WowIMhw
vANjcxtB13IpV886BXMAF5SUqK+5q0s7wIBsC41EZxnu8PumqyhKF3/p2ageUu+XypNZB2ojlJNe
ya3rdKVjRy3cXPheqbxShGCK4/JYAXsai9TR8RkqUirKWB5Kz90PooZEX/4zOzYUg8nRFs3ncEjP
4FGeCOD2HAdf6apvo1Z+dfTwnNn5qwOD1JjJj7r0po1Lf+NlWCgQaK4tVUi49y5/ZM9oFESIdIgG
u832TVp4ByHLYeO037CycHAsjSiwYoxGXloRQN7VQonokUwIK0mpl4FwxRYZ7Y2Dt3Br457haPYW
sP2lGTVDOLVKSJsbBUWhofbygy06ccrnMTzTD3aePCWt3pdFFh7UJrYOut2osI8kP+/fgOsbtzQq
SfocfCOdkdXlHkLZTk5YU/SL9fJJWG15qhVDD0gJy+91bTgb1a4te8uf/+bAVKkjug7G4+hM6eSb
KUgueHXRyYwnpDF1iNfuf9+vwfHLm4VWGdUsSis0f50156jucWhoqJhHpqJi2ADj2YKjQDAEDduy
4exgwBzkS4t40UdwGgm17NYqPyZha8AIXIbSONaaU6QQEk3IWDhlYTx2cevCNgimsvVhmIQmLO5T
kCTz1DoQcRtWriLBHGrvw4rrssvaZEz3Xlam+pPbTDVKVa1E3zmWDYQerRyN79Kzym7X5kUD1QxY
5L+9QgzfGXDOvyZO2RHwgqcod42ZNr3fze18bmJTr49pO1NyL9TBzfYmFDIIwirKfJzGTH2/kE6h
EprVnfvgFqHIT6FV1tAZsVRPfdJl0o9sJSdLUax5p2WmVfk2VGg9wmoRChnIXlaMrOWjLfyR6tTb
KByZHKYp+SIs9NEOKpREkDKGivoV7iPzbXQTyM+qAqrGR1pmI6R6pT84fasdM8NWc9/25kXat8/H
Z359+tQ3eWPuxVTAvy6kamyhbW9gBwlZF8wpdElIIq6ZVHUlS8HlOR4MBvpZGBKySMVsPGjaEEPd
m9PUHGAhn450DKCKa4Wz43ch4oKc8Ktbh/1D4ilz5BetrCF92EKj/Spwr44mYAv6YtCy/aq+XN6F
dGxgX6td79g67QSnpLoH3YjuT2H5Zexo0PG575lvRGfWGBTQeGJnVZIvMMEvvLcnEMth+1g5xQdO
5uH+tblxTRlqppsEvQYvkrV4yd+uqVPVkxbyFh2dLn4aZsOZEM1V34qkNL9oCtf3vrmr549YlSIX
PMyoUlAcWj1/UVencVzPSWBGxYBCj+qieJ72z65JIXBMI7ATYXtIhPZtrOYtEYCrmGoxzifSZ6Fv
fYWam8fckH3cQv/pcP1yI3pnD8VnTYh8V8nqp2X27+5/7U2DtH0JlaFcpCN7ubiJghr4UPU8ZH0V
QuRUdB/sidEVb6LOataw8Eq3++OCC6B+moO88gtrnLcuIxUKs3EIuiaBKm0imCHz9kU4bZ3pq3Oz
WCGG4S2BrpcJ/MtPQz2buYGIT6sjDR4lS6Vsq2TxIW4neRhCITZe62WpLq7QYo9CFUVrivTQeF7a
K1CkR1GvXvI456UumfqlqOQ+h3Yx7Wj8Ovter6ylbbHVtbkKE1aGV4Fj3UfNKB0SnjRPVBjgov4Y
9u0W8vfGcvIyE3aD3Qf8tcbYjbbZ9noyAVgoCxkos3CO3TwmB1udxmdhbU7+XYclDCsTCS4V5wWX
sIaBKVGk6Cla1EFY6frJlpnxvopGiHYjTmrrJtW5m2QWTL2FEEHklH6YwBaaeqny8f4dubG+EJIi
67SMkNPXXoVh1ZjWSlxEMQHx9KOwjOglQXj1fN+IfuP4XFhZHR9Ii6xGcZkYDmO4x5mGQeFCaf+h
SsN0Ds/Hjj7M2avHYxrRkKDE50/llO4REDV2Xpju485tDvTSTPS81UNoLyNUU3yYEjoOCS/6qKpv
Q5u+63KaJgAe4Rh0mh3wh0eKKvah7bp240LcOjFAD5ZeIkgP7uDlhahl1YeOLuIAtR5zN5DCHISt
fgKW1vswjG0N5V2nxxyYhc2NqTXKG9q6H46mpZLOnRMFcV//7SSZ7qeTabwTjJz7eWi9t+DpPoAZ
i59wwB2VozA7TjZzVr1h/THGd/ktsMsvSAhc3EL3//ujVRhuVzLpHwVeZaQHxRgiWIIgUQ71gfJH
ZptHN5u3CgQ3jtDSAYBzYAGvMV1zaZSMMcq1joOatN1bEaX6Ry+S+QcNjMBHLTbr/UI7Ge+yygm3
Tu+NdwTTlFy4p3SIrNXppfgza1OSxMHglI+RNsc7EYY1KJ6MPrZDCbETCcPp49fRkfip8C1znLNh
1z+oZ/xdWwRdQ91Te+9/2rGgnZsR7in9d7oepwhZAr9t5DMjFCmET/V3xyrbg8yLDsZvZX//Ht64
7AwAk/0uOMOl/3m5hlKWtjV5rOFY6N3Rczrn6GkQNfwLKySP7BOgCgSvLq1Q5EwSpguiYCCN9DnR
OvOFk7txAW9uCpg3WkKIsHAtLq1IIQQNRNiPAMPMe+gIVD8WmXZGMavDeS+ZBBW0jaNwcwGZ21hY
JsC/rDtrQk1yr3eMKGhN70fdadrBipJ8Iya8rhIQSHPLdSJ/Sn3UKS4/rYSYNXWBHMD0kFavZm1r
u1ab1UNUoIVTREbmU00RB+B/yielqrt93WTqAexm8gFw2rAf+tGk4m1ar/3cmT7dQI0YtnHmx7SC
DHQUkr8q2SZJ3c3VAV8CYQFV7CuhszRNkrBDARwKEKjEbQRe8Ujxz39xuqi7LnXyxfOuLmMlyrBx
a4yodgspJAzUB7spKv/PrRAlM3FByYZS3MqK4XSQTrsDGz1DUFFMTrOXS1Rw38p14sROL1CZheyH
kcl1hJpL4Zmh0+FJIzX9XA+zec5Uukv2nEDBQ43GBx/G6MQAqnmuxjd4XJA9NIBSCpDwp2Gc+l0p
UKgSiDadNn7c8oStYj6K9ipWltka+quXx1CPaNRHTJ8feUvkd9Bkxg5N2Hmv5nP9oFptSiLN28KQ
gQk1f8aoobSPaVq1W6u0GLr6IYy/LBRNNDLXVeh5LpNCik45TnnpvUbJ+FRHinua1dw8WqmRvxYV
5N6xF/6kKZX/DM2IAGDux7fKKrW3+6ty44xD50dkT8dkIZxc4oLfErbIa4emdUvlWGVT7UOwpe3i
kNGaP7WytFGJtoFQLaSPq8cOLnMmLGaYn+xMH3dqlzbnOBNbhBrXLhQrrOfiQblP68lCU51sUWhz
eATwp/tNNU2nBGa+va4n40kHX7JXC3QI7n8aJb6r7cTsojsHNx/MQWsGlTaZjMYau/CYScikEg3d
trz6QS/IVQ+qKYagApfs7SqvbIy9zNvsvRU6qFEgEjNqu0FF6imqHPU9QLvpDZyYwiOsvtqp532I
elP8NZYg4Q4eIFu6QLOef4yRDP1RG/Y07ytHTvYecTn1L7Qpcnj2TQS3qSJ1uXkem1FJdh4N22wf
hkKXfmbM6ce0mbKQqcbEm3ZJHofRzjHADPqtlnqjn1hlFPphb6En4Co6/PypnUXP/dQlT00uw2/j
oMRLwaf6nkRyyiCIZpBxp4OVfetlZX7ShjH/WXR68Z+0imrkbyLVGmhLWj3H2UvIC5TkP8LsvJcE
giPbbwsVUyFl7pFTbo9EYM5QAVmxGXifexH/SN2aG1CKNvmuDJ6W76AfSL5Eeik/2/PE5DvDH5+1
cq7mXWNwBoI01oug1zsJQghc64/R1OSrnRQewEvLbk4T0i9vKCIDkco1XXnSGjMJDwbgnVMskQHb
6Yqa/RUr7vClqMz2LTPRhq+h0X1z6R5B8Js/CZkrEKq5Ekrseq4ouBRD+NHua+sR7+J8hBo8fKvT
NDzklItavym86RFlsME7dUqamDsBHZriN25bqf+pHNG5O3PwkgSK8dRqoNMUpArwtSktmj2hNxyZ
847+gsm7r32pafIl7WMxBY1VKeb+/7IuhVyn1sGRJE7MLHZlem+KsIuXXi2sT+g0F+jpOkP4bqy9
7n0E/iraFa4APa3lCszjJNzRJzezlbchyfPP96/Icrsv/R0IoUXaFtg+wzRr5sqo8ZwxFGl4jFqo
QZEhyhE90PTAae1Pf24J5A4BFOAEprlWfobIotabKKc6DtnIY9XGPzsp6hfVa5ON0PPWNwEQQ9WP
IB50+jqmSVGq7xF3PjakBkfEW5rHuQqtfSuVr/e/6RoJD7wWZjIYb/CddGdXpoRbua7CAT1WUQtN
kzHnHxWHTj++wTjxkEx+bLZ0+gEY+3HUMycp8i3XekWOTquBH8EP+CWBxxDI5TsxVAZQuiH0jnlk
z8dstPOdNXrjsTSLT/okHxmUbnaI1w97K2y/F6lLcUN65WOjdP8gEZUqw2PXhd8S1360Y8P+Kas5
OrWpUW288jf2hULSQosOdQ8uebVYY+3Mplpy1jql7YMmdv/O2lwemI8Od/f35cZrY9LXBabFZAit
t1XG7KL+IgoDgcnQsku/zy3afdJxfArZKkwQmTHuTJAgf37uaP4sbFULnxZ4tct9iMJkQMdxKU07
kfq177RpF+npcOKftf/FUjLlRP2Iiwvl8+oyOVpnenGBKU/E6k4mIt4BGKrhk+zmja+6ecaJSjnf
iHED6l5lP54l5ACXh3fsmwGYTIlQ2MFTrPbQzrp3yIBZnAce34Niab1fu1VxrokkNp7yZe1Wfora
Iy8A9FKQcK+Zm+0oiSYqFd5xTrXsSNGQBnk8usdkpmENJ27zsR7JTjKr2NrVm5Zpq0D3hEPh7F7u
qqXmcaog/3XsGO4+FEVT78y4dh+UHmpVtMCjT1OZNgddWPrGJl/HfwDpHEZPkG2j5rmO/9wIOpUm
YgZXgnI/TFWl0d/wttimbt1KlKIIzSyH07RGCQ81bZqkGL1joYSJ36Z2+J1pryfQdc5GQ/zm95CF
gJihqHJFUG0SBNWZ0L2jmdj1C13DkpObbIGNlv24Oilg7y0eGY1S4/IrfouaLRATHgEHVgqonPrG
aI+GNmbPapU2zwWV1w1fs3ittT194S0HmUNt7moKvUnjEZSRd1SKuH71JkhvoqqrDiU6GXiZXvf7
zsgRvzLi16IZtvr8t1wd3pQ8gbOC/tTKqSbWnMVqjvnQcIazE4/eOz11lJ3UoWWh38UwmJqMX+77
11t34jeja4qpAZ1EkG4YRTlD/dHaYfpoOHlyZA4vf5s8s2GmuTF9xbE/3jd882uphILLZDSIrPxy
czt7nBtwSWwu/TNIQ5rSdw2EYdQOAeSpi8sPUHD9uG/zRkWZEgzCob+oMMkkVh5A2lYaQuXEDdHi
72VG/kJ6Hv/dm7ayl8bUHyFKmZtdX5j60UkRm2ng7N1FSpsfEePCR095C6ZRmWieOF8spanftVZn
v+gzBAU5R+TIsK59qhHG2ff0h4+07/VzRnENWCbcqtDBFfyrhvzRFHn0/v7X3Ty+C7cA+ErgOWtE
upmOZVwOrKhVKKLdqeCtHmXrEcijlPAjyeBRFVoUP6pOZOw0L2y26FZu+B+quzwuyB8RwKzn6+Jm
dsi2eF66sumeVTXJnpPRlc8Nmoz72SjKZ9Xq8ye3c7xdC3X9ro7r4Z1CHucXmlB9WzjZOZejexqg
FttNsg8PWc4UtZhqa9+rICq72R0edWVWdwOUWyHknaf/5+xMsuRG0vx+lXq5bpQwD/26agG4Izwm
BhlMkklu8FhMJubJMGOllVa6gm6hpW4k6Q76WXS3REe4HM3c9OssZtIcBsNn3/AfUNlCR3It7ce0
0OIj+hbqB8sdZ79rcEfxEPk7qnGXHFQdNMrMbwnsVdfukRhENU0zGC3P6cqE+zgYDFFMFL4YoJpJ
39645VphW5Yuv2lanN9ef1sXQijKh8j9Anug8bVNotWhaBVVcKasvhwfG3f0jmqaGDsh7cLnLaXe
mVCheM08c3Pgk9JKI91tSSgtxTnG5YzYaaNlh1h0tIqWvDjoZV+GNZdJeP35LuWyEreCWCXRm8Jk
E73rVBunER9JaqqsvMULsh3vIarrA8bosxqhwtksXwor026bmA9CT3J02YrZOcIEm5cA3If5GQ/z
4X3f4IIQIPmkPrhqUleoTHcdEsyplt4mqzP9NKNJsiwkk4m4hBH1dlCRL7mrFIrcs0ozTkpc9IGj
zw3w7LY+rLo5HGzLQG6OXD5UvGEPRHjpK8JrSN53ssu3xaLGYD3mRdQkaSUQ20WPTL9vuuJkadFO
CL50BAFs0SoiAAHmNc5DMHbbDjJ4PChunnGYumjoxWqs7hzB15Q19pPkXSZAFtDhlyHVD9f4nJZp
2a2CDE9MUxpqXeoKH7wtAnwzqVoRpGM2vu+EiN91nrXeTVGRYhCmFCnjD7Cd1ED10ud+P3vp++uH
9AX5urnyZcMMbBUdJRpL8pb64bfVnqNkkVN44dTbh1bxvswZSEN1KI9VbJ2aOr8f6+INtsjBGpvP
5aT+Ix/Xx2Yp72LRvBva6Tg1aWCp1fuRxnjTG0HuzCdFq486UsZ4IEaHmAMzGOMBDo/wdaRldvb3
wkVK00/CBiBr0o/bFBBpYQ85FAc3pEAC6TqATymbwQw603rQvL4/OBIYurNv8mhs943BPngFamUS
+U1cKbC9HNbVdsPFGbpfozSznjxgExVN7znncVus17ErFf+AuK7/BuJ6En43eF8VQUvKb8d0eVog
m3+LwDaKgznPjxnd+dJPrDT7rCsaApcLSqmfitzCKVjUaKgGSxTpv+VRpu2xeS9cnOwgoxNUFYE6
beuCeUDDPqkWN+y9r0VRrvdI35a3VQOizB1RahZqjvFsK/KjEcN8uL6VF2a0UpvJAq4DohZCsQzh
PxzBItIip4FPEmbMg30na++1qLtRMvGrGruMvrUqVIbifeVpz4mt/IEN1r2edntSvBdPkcPoiPro
5fo+/xUacshxDhgtXGPvjTYlsn+/cl9WaXz0orb3nej79Qe/FH1A21MOySwQONP5itNQoPVEXRw2
2oQGUek6QZ0Qgq6v8oKc2Z5UIhweDNCLYTJvv/BURcll4Hrr4+ULpF03rEoBMQWA+EHPcahucobh
DQOV2zmvxAnE8RB4WmJ9cKMZ8mrqmDe2Frc36yoHt2k1nRhlJw8Lio33iBEaYdHQvp3tpHiDqvvP
DyylqLrEBEmQCd5C57vUrYZSdY3hhu2o5/eM+PRQ1afOT2Jd3HhrpjzGijLvhJSLr4YcWZdyOQBN
NpUI/fAVZZbVDenMZHQwWxuwZWvtZAiXPjsalbClGFdS5ennj2avohFGNLlhobl1CGvJpi06eWG7
1tkHy0q7h3RNvfuyGt33omiLneUvdUNogkiBGZQJJHn4fP1IjK1XKKyfLxlSK6Rj5JJ5eluDjAj6
KPHeO0U6kQVMq686Od1ze9B3fsTFnZawL5B83I5baJ3SpECvRrofbmJqmFQ65qlHcuNw/SO4vgqm
xudPaoFXnOmcu6FiiO5h6CoUAzyl/zPPAl5OA2AGbN/d7Cddm4UGS8dR1QasBgbNOcQuIi5/4lnA
sqB3REoLlO38WQorN0pzGDmbaRITkO33FWqIO0H50tEEhAdfEJ6T1EA/X0R3qx7JYKLhnFT6U+Gu
6ZvVIxFTFjc7GYWDZsjcIfzQ1vrRA22284yX6lRmXfwCFPzglm5Z/pFj5LWJ2jKfRuKgM5WJFZ53
PmBu0Lrul972st9MI59rH1MldfVT1VJyxrlxa2K2rueej3VPE+OyU0V/DCM9N99T6tE9ADRymHVU
Fsqj2sJzxG2tobYnPJi+dmYWY5C3TvO04hMXY1PP//WVvJWTFMcrnwmf8bPhFd2X6y/1UplCrs3c
mBwMZP/mDgSVkTRjW5DD1NDDgbhbZA/cClA0p1NGTX3sjcEKZtVZ3l9f+dK9J0nCTBSJQTAszt90
ruutzUCdW2iNk7cCO4hDa+e/aUK8dwf3OcEcdSe42vyN2wvpxxU3B9gsXAAuKvcQWsoHxijfCkdf
TzC/gnValZ1v8lLyjfcGGDBkfeG1bQl7rRjSIR+4ZYtJqX4rRT23foOu97Ht0KpIyDweVoy3T9Wi
fEzs3rubUKc8zIabB4M7/A66/qcNAiGXc61Ldh9ICfDE5zsuPMUdFIYgYYzq26mqzPHuP1B1XHiv
Z6tsvuB1TEQcy8C6IEpwg5q4GaIKaDNV7Lq3ebykT4r6J+opNNhcEEw0tSi7jfMn4+xOiifDrFGv
E4XAugS2bG5cP7GvBbzYQHR0pMbNC85nc4BsfAm1GqgizSV9fGcNXkK+UraHOdGSYxdr7keR9Uu4
dJE4dOZi3NVGZX5l/jg+aVZU3CW5ogTrAOzi+g+7EDQpBCQqlOpZpal4/vioxZr9WKNQk6y28AmS
nfScpFIaVCsoc6yGVUPRwtEyPrmqGD9cX/21iIyHpJPcEyQSYORvLStKCpGVYUYUUjKOIvCyeHpM
ImtssIiGgVjN+BsecreLn7VWaqdIUj+O1Iri3K99a+H0CGbYdysKlIPC1PiIGVORhFmdYkk9wP9H
bt8tzJ2ffSHyQaalNpakUICRm/jjzLqlZJPsOHn69LgMQ3nXKu3w0SsS5EVG9FIcGl+h2kX2Dvfm
QlLAOIJZMVR1ICPb2WquajTOBkQR6B0Nv2vZPATZuLo77PsLq7xAIPnSHal8a50fCi8rstFeXSfE
5Nu1fM9tDByTzabciaqvv3fopgAtJU+PKLdtJ6uFI4y6G50w6rzioCp58pxkIgssc3ZuZsoev/Si
/Pn6mbuwqBy2gC4CCiNBMecPx3FsmlzDusSM9K71V9db3tYeduy2Lh7qZq2+CWe2d5KDCyGdtiEk
TNmwQFdsO+bB0yil/5Q4IeLZ8R0N1+55segtuLFmoK1Kv7TVmuiN8MCczLPtvUE+pAmxB1/8zmV6
bTrNzxcMtMn49OllSqjrFhOUDG4Uu51hh4UXFScjb4cbHG7b4/Xtfn1zsgo8V/T4wHVBszvf7qYw
kxTvMjvE8a44CfKJA0oiBxT1ZoqUek9Edm+5zdHtDK/rOVV2CAvIDjq1EUdvBMGrOkN00NPx57N0
Pn+KPSZqBkKUL+/9h0ZAWihCWZXFDmejETdzzwy2aJRp5/i8DjisIhN0YjRmj9spk+hsA0uHzg7t
SM8PRtTN70YjNoDgKayn2vqDA+IgWNN5j1wo9+s88aHRCBabW5+mMAPv89dXxI1XFktjhyCglWAp
OuTwzKK9TXNn3BtFvF6KxwPOwYZCHNp2NpsCeRwSSCtM60m/hZEX3apz3mY7QefCE0kBIIPzKCUF
t0BMegZlDOnKCotEie/zNNNPIzCisG6deidaX1gKVi2DGolkhIW1uVzNIUFsokrgdadKjXTe2gY4
j3iHpl73WkEXl5LCdtKrDHjW5j0lXZJ2YvLMsLLSOlQmJHDjSZ9uNHiEO4fxQgDFE8xWcb2QgIAt
HJtBmuiT1TRDXLDh2eYR4o9JbL1Rsbr/pAlNvaFlt+68tQuTCbaRr8CEUQ0JakuZVzWKJtypDXRs
KYLbCWm7uXEPUeGYd2ORC3QwR/N5ivVvmWek73MDGCFeMGk4r553k+SWdreiJXKwC7MPYzcvwqYT
qt8jZvTgRNPH61Hvwh69NMnIl3GPQ+js/LOhIokoAldmDaXpEuyIDWFggkQ7iTJKTtcXuxDzqDsZ
P7M3Eictz8YPMYgZneci/2SGuKIb96Qe1o2yKCM6hxigLEo5/TTqnzQLeA/VLtKcICzP15uKZuIT
BpEbrcA2hQbLuXTLdOepLpzoF7YShs5SlmL78TjZmLVNkbKKvZjPtlcsx7hYe+T+CefXN1D+4E2Q
o5CFoM7wCAj4FqaKI3lRGZlDV3AR2lPkdTGiBOleqn0B7I94FlEcEW6G2Yy0z/etLZ3ZQrJVDzEr
Vu4Uz42euzxumEqhY5L7qanUR7dt5lvcx+bvZS2WsJrN+VagD/HEiMa692zGoVba1iuiO0WBPoWW
472SJv7gJGsXAIq031pFsoQ/u0EMh2lnyp4vH5+zCWS90da93bh6mFs02Ysm+ua6Iv4zi0gpF8RA
DZkRnm+P1q7lgIiyHuLnPQKRq7svdtxWv15/lNcfCzbJlHloS9EkYu5+vopZxnmGGAGtZRT2fOYw
SbD2PWUCMApUotM9578LJc75gvr5gsoEyTubbQexC6W/WwpR07tMyu9Tnad3yUMC108bxoDyzEHq
ZaASS+ckRBZq+lzidAUb3PGeu65uj05Kj5MasrrpGgT2ru/L68+Nn8lYTbaPGahsB35GuraA9hwn
XNK8DdqBRLCZ1MEHC2DsvOgLlEjWQjuAJi7xiqvkfEvwLfLAcGG/ncZIIUI9EwetrrVAabM5jKqG
Tjny3bdqU3cHlJqWw5ibSmBXbbUTY15/+PwQzA1kJ5eCbkvtMz0qNBgfTogj2XiaIrTljcXbax5d
aFqzDEwCxgEQZl5hlOJqLbqI8TVThxi6P2SlUxwlg9+6LdWV1aD+siDZWOBCdt+AhkYhUtN23u+l
R5UmlHLeCI5ui8uqs4Syh5l/mMSOiedqUgeGOpg/HUlJ9CXIGPgCpcV2xKg2rlZLQ6Yw7SfnEC3T
csoqpzpeP6uv02FWgcSLhJAU/NieH3UQMywaXVLaHECArjaftNX5PiUORbeuwXia8vJOJwfYSX0u
fSRS5ly2eKV2j/xhP9y0SMr2UdGabOLaOPd9Z0XHLiqwCteqvaUuxSmiE6k3EFPESYzzpfBUMJRm
4X1Nw1wdxoyJlqalGa7KPZe6Zf58IfNSojEiAkErCTjn62koXXfKPDmhrS/1rT6khV+MibuTOlx8
KuK7/OplAN481agtErg/01moHDdgatJQhqfVKS2nD8bcFm+vH5QXitj5zc5TyUEcrRrSx+0HntL3
S8AH8uUBajrWVTsHkTfoYJCXKNRjI75djZEREp0IwKvpfKfjDQnpoylO5YweL4lif9DU3rxVMwPV
iHIsDr2S/g4TUX9kkqcB+bXqk9ZrzV2fj5/XAnqFp4FNGKNyeKoqxzhCeoh9tEDig4YU+6HXwKHE
WVSB9F+Tm+sPfGl/6aKRnEmqj7qdSxvtYDTLSkdFEYUeFkUehbQdWA9OAONHQ9vDlMoXtt1gwpr0
1mQOgNT/+bHJGQCqUeLa4dLXFTr7gxc47OMhwVMjiGOj8TvoMSc0d+3TRP4VwjzBGGASyVNqTu6p
HUbDV+J1Ca0VQ51iMKdgUWGSjF2p+Wjpj48Dpj8PMfcjcxO3u/Midz659jgdhlWCPad4uXVWTwRA
wNTa91ATPjUiwh8ZZw+jQ7XWrl2fVVy7nrHdyqwbfTGy+3pGW+CfGk30cSqEE+YlBMpGWbu7IuPe
Wxkyfrr+ci6FrR/3anP4G61NOGMMiDpPb33Rl8ZHq7e0pzbKjKA1dPsGeTkr8ABNBddXvhD8wXMh
JOdR8tJEkMfmh7g1x7Vndk5KWB6t9mGY0VbXiq47XV/lQnQEHceVjp6pjJGb1AqU7JzbsJvDseix
fSys5pQa9cNszd1OGHldXmHH9cNKm1NXlgZS50VMGIljKzD0asISA5C2sgI5chQsc4WqiD+ziXAn
yIFlkrp1NlHgc/Rtl3HrWNV8U3mNwswg28MzX9pEuvGMx+QAyNo2CpM2iRuzoVGYiwGFGlWp0Eub
9LtesfYwcxeXIlpIAA1Y3q3RcaKINLa0wiHZzNtD6+nvYftmp64GpXD9ZFwYf1Dy/LCUPKA/HMC6
LAYwu7YdKrblPHpO0oRdVOcPJhyscPai5otSF39k7tz79tgmd6lLrjdUwvHbQhX3Q2V/KwD87+RE
/5+fxfwDnTip0rb5Lvqx8tK+LPkujEpVbxwN08zD4ta6fkxr1fZduF/IUqTT8tSUqyn8yGq7e3cy
m+7Q4oBxspca6Bk6R+1vea/Oe83TCyUj3Xc55AQejJfUVjQIgSte/sgrMhMb6YkkbOr5fvWcL5q3
PiUKqCpVo4AxYb4l2VtjmE+jnjxOEvE85OnbpVFuba36WFt9sBjqm85RgmlFgPb6630dXsj2aNxx
8cCGQRzs/O12jB97vbbWEEH96BaVtyFQ0QHcOUSv7za5ChW69BmmSJSjrB/OkBup1oAY2RpaXdJS
DRSPUR690cbODhwVqufPPhO3ES1rQEjwWl51cJohSi2ISno46EYbQiYsILF2yofrq7yk3Zv7U5Yf
MNzJiOg8bB6KJpGzdgXtcVdRIpABw7Tce1Y8Hvu0R/kLP6qw1LvmFON84jdrPZ2wt2sP5MXFcZmN
6ahgGXDMyyU7KUVhvvGGbH2wJxvsO9frMbNX7dM/QcfQQMFb2LU3mF6rlTMdwbWYPoypPWTjBWgc
R5ZuP/pgEkG8leFb1naJndy0Q6mx921putpHX2c8ZKqJtns094FijPqNopfr28SrAF16Kc2PsrRO
DPZ3efevzyY/hyaVZLbD9Nr6cOC/Oy9Z5tlhIrEtnShRMdJj88aKzNLPihXBX1dJg1LqE6qF/V2M
1QjxvMh9MvvRn4Q6hAIa687xku/11XunmQKUnLqTC/P8MHsKqJ6CZCHskuiBlKh6b+dx+74fETNu
VPW7nTrNqYTyGxorCpXXT92lPaFKY7yHThdMnc1FrU9jntlZZIeUistBS+cVs6J0zx/69fcKXw0l
UPpFZKOoMp4/4qBFU0fzm0FbjTuvFQ3TQ7UUH0x4Gses934eycRyuMSBx3QI5VuIgqRqDKlw7HBI
IucYzUZ6aHWUtK9v3YVBHsvgWWHSi6by3Ip+lV1iaMrEgKnK88FHRqkIaLl/WvXWOyz8/1+mBckN
Iaw7I67RnXYfXcU6JMP88foPeb27WMwjM4kUEgw1hF3Pd1fonWbHxaSH81J8pljVA0uBAB17hQsk
rep3zuvrXIHl4IzxPmn7o7B2vlxrjTgj25UemquiDD4NpMEfizK51+3a/OlB0Pla2+PJnYrqY04j
MFLnB9sef3d05DT/xP5hOIRaNV8f5m3nD1TUUW4JG2TmssBRdQdPPRpLUx8d0VOTOsteZ+TSBlqQ
r+UmAtw3ZUr7w+2FJe8iAcNaODtN79fo1T2RRlbHztLm4/VHu7QUDTyVBgk9baYP50tVaomiBNpe
wBMq9TikQMjU3sV6zYnynaUunUJbPhZBBKrkdvyJri8EclwhKDVN88mom+YOmd/mGAMDvI+aqt05
hvJUn4dN7mKaIjBUJDlzi/EjXC95ktY82qrSEpxo6x1TrF+p+PryGKlteVBgJR7mwtv7Al4HTZbW
mRHAxCX/2PpQAjhP9S4utBCje3FT42DiVxjc7Gzo5VX4npE5Qn1v2/ZZe2VpNTfVcPPVzKAf6DCh
fVDubOOlE8IMlFIQ2SHIbZsT0gyiQb6U1yZdAWB5LSvWnQ0mMmYrdh7o0gkBlMPNS+EEYmXzMSOl
rcEsa7VQzbrCz+LZPohk0A8xlb/fQyLeKQ0v5B/AgzVs1ZDxspCcks/+w4cmUXrrpCBzXWh9+lZx
EQwy1djyczwZjiUHKPEN9MQPthfpJ7VV11tTb9tAVE4XRFNT7Wz16+fn51D7ICMjRd22o5Ooo0xl
qK2GdJLs41K7Ayi+HFM3aKNH6FZff/bbP19ucy1Uaq2NhCB8DzsXCpTapuHEfRnCMv71+kqvTyr5
Ph++VIwhL9sGtA4lhbKsWEnqfdx4bTQdC61qd6xnXp9URoncPPRbqSBhpp2/TberkNitvRWxua66
JSWPwwr45y2tt70R8wtC/jy4gETDvgD9WGBBjKDO1/KqtoypNtVwGLrICCZ1jr6slW4Zh3ZC+ccf
lS7KD1MRrWRluKrfZwBNmzAWdTLc8a9M8bHu9ES5UaK8GREmVMS7ZXaNz6OZGW2w1s56SPDse9Mm
01BhoLKCBe7tXqBSW6Vu96wrwzcrG5sPeIVlmh81w/opWyMx+b0YoEQmo6IzocimonhK3Ik6oNSy
VvO1UWFbcgH0dXbqD2oxafDdjMn8YnUDMXiW85bDz75+m3oeKAp9A8lc34QQXJ2YmdqjGs5d2d+I
OVWpUZPk8/VVLshmEXNlP5OJBU2RrfpBQnIKFQ0N+WhWmPumU/KmqlaBgB6qCNmD1SxKBs+hsrID
VmYtFFN37N962WDQc42M5SFVrOk+H6L+qV/zCGYgOKu9wlTGsPODw7mh5SUHK9g9bcEXK6SnQjRa
T0d5RlvebpKA+YeL5vDkrvNhrk1l9S1Fd9Wbdiyw64wiD0hvV9jWRB9kMvuDBy70npZI9NXqRFpK
c6y+uG3syChPjteTI2R9a4BtSLuj1TnIhBptk35lUDx6N3FqsUCCiOzqdwbOkVCyXIiZNdiryqeY
qTQfCELTBmZXRyejpwsI81nX30DzWR9Sp3OeVXPGgUxt+6o7RA6OYT5qZUkVoDY5HDUdsZJAiyxv
9rNaHWF3jXr3sGRNEWTwVWEKl3n1tbMqzF07VdE+pyQoj2mN48ppKRe6NyjM60cX7fcayAhI9SDK
0CP2u0SY86FwrWF8MLyyo+IyEvRSEsaRdIJpy18/UK8TCJA4JGCgFkA0mVto46TmqT5X+RIas13d
S07rwZiS8o3oFQAtpZdABu+qJzuf94RnX8dLVgafQQeRwuEV0wK3VMbAHqN5YanjSQeWejDcatw5
ixdWoWo0cFfh5nNQrTiPYSSZpjJlNEn6IZuQkl2xPjBn+6cBophWyG9fsi9J/DZRWbNaB2G+fg3j
uk/vbTBiQWqX7p94lh9X2aQOeQtV3BBihVzUDoeyXerQM+BzXT8Rr28YngXQB7kCG4aCxPmOTW4+
KShfsWN51fq1SA3fzKs1iIlwO8Xji+XgJlAApAMrSMw0qNs2RUdbCGNsFx1chznQXEjmsvgkqKrE
XaHoKxFBKdqHblbj6l7JBazpxJjwmYnVpVb8zFBc+9ivZv+1aZLxwXPNJLoxo6X94NH3TgLRKHDf
GkiBaHm1nuJ7Yh0w7asr/U0fwZk9jK2W7XWRL3xRnDbZSZDGC+DdzvcvzzGIWuiOhoubu3fL1MeM
cTpJrFX1KqjcTjkq5UJHPkmcn76DJKqOhcFYkcRsiVhFNWU44mS8uthUD0UGPZ4WsvpnVpGIQQl2
cykVzx8wBtfrpIu7hBRC9FmtcjooRrRXXrzOEyUxgHrt35Ep56sIVZSQGE0oAIuRfFytsb8Bp1jc
1AgABaWH8Nz1Y3+BY0mHj0GN7GKAF9wmptNqF2JgFhuWIJ/vi14f60BL10+xESG8zcftzw3ZsLdo
1kfYUt5bXOSbGwespG+4Y/UsqrW7Vet4xAoM7wZlVJF/S2swTZPenkzRkoE32e9mryYfoA9VOyHo
9X7J6EM0pQMCbGE7Sba7xhnU1pxDYWpTOIkqf0iW1H4fWbOOse9g7yTWF0ArcrIF5xBhSpQfzE2c
ILkZI5RdZjSfPBDcWRrfpUkX3c26+sGejSxEpAQCCZqHJ2qOMtBqc3hMG+PD9fd26XcwsJFJt5zU
09U8PyjtEmW2OvcTgNWq+Q3YVgE5iOnf27qJxR+KQlMGkMBUVkejnZZ3leYIBz8452tlTuWeVMXr
4EltJ7XeSAMlF3KTMs9FanE0XtS8mSkawhkeLITmDuVS6D99GwAXoqXBrS0R5dbmznGyBNOogqXG
cYq/jIsyHDrgOzv1xqXtpXtNP4jcQHLLN9uLD5Znj3YxhTS4f0VUJwqKkWntsiIYMxcPa2/dzc5k
Boo+3lp99g/aDXtAuAslLKUiRRVlFbk1oOjzV6wvljMWS8KxztFQsjhJeCzq8VNhGq1Pb69mCOAZ
4VwNZdBPS3cXZXg51GncB2U6mjuRQh7s80uLX0PHiukO0xfK6vNfkze0PkbFGsMytY3npmvWwzTU
8Q6b8MJJQuMdNTU586Rbv7lGtNaFHtGxitLqLUL8cfe+X+0h81XF6Hae6NXURVIWZbNNSpJSum57
OdMEJZx8uoXOVrZ4jXpl+qlojOUPW08TMuZYrLVvI6E8kLI2A2r5+M/oZTmYR7jPGbVcW+cmwL14
Lf0hNqaPoho15Q43wUyglFBUZLAwWd7Vrlo/Oyj8/F6MNfZOFYa42ahyZHD+sveKpe1VLB+LHhzh
SY47AOeevym1qRQT3TBMbACbHak63c8z0szfhsrAhq9P3HdFZBVfXCWPb816ch7NRml8ZJwZHqXI
XDfmKO5F6eiLn+Wqx0Npzgn4LQjpBE759UC2PVbyx9IGpUMD3EgCBs5/rGgaxY7moQ0ns3KCZF0d
spZp3cnuttcEq3CWEDGhaY1y3XZoHzlCCgRkbQhoDJboQI1TJE3tR+nypQJIcv2ZXoE95XL0dyGW
gcGXKLjzhyIZc/tEopqQL/5mxXYfri2piaYpzZ0h5uLkrlYHprI13plzYp5UFVNTr8yUU2e1/8jE
xG2qx93Rq+F5dHPp3JezeusNyrIX5y5sv85UWWJ60fFm/n/+SwsAdslINhrWiZ28cZY2fTCKxHun
97a41ZSa4VBvRAIjClE/Q8dcnjOnlk3/BYhKZmaNHqxdbbxbPXNPFf3STyMA0y+juqANswk41YId
utWUbTjj0g6Lz0jCvI73bB0ufCykP6wCr4D+0raB4bQqjjBRgw/1Ioo3qLN3j9hMjcGQVtZjE1X2
IzK0+TFBV3enBn2FB+WU4CSAixJ4c8DgW+ZVVOqI72F1EhZW+bG0a8+PDRUdFpGrw/sZh7A3UQf/
1eyiz01uI86cz9PO+9+GW3Qk6dmrLo10KEV0WM5fPx7Olj45xhiOKy7kqbC7u1bQukJJY09d/OJS
clAlFYsk8Pp8KSRQlbR3kVlbc/d7ly/G7VKnn+yy2eNBvNpX+VA2xQDFFRUBqqznKyEVXpeNU45h
G+FDqia48jh5bry3FxEf2xyllhnVvEM0FeLXXK3Wo2n8NJeA30BRLDMzj1Te2F4tdsxua6M3hKsL
6MJIy57Lot8Lnhf2VJberkn3VcUnebOnmbV68CajAaZrlYOj7KKACmm4Lyn+D9dj2qWl4GTh9Awc
CXzHZlOTDjSeU9sD0JOCSGbGxV1dL+3dPO1p4W2/SLl1QEL5LmiWY4awOZOrZcxTEjNvTxy1CmKF
McvgWvlJ4JrtG6vRPWPe24eAhPZMMl/5hsml0ZOi08xVwdhs85D4tRliasQQxuky4BlmaL7VDHDq
vVj4WrJWNGqTqn3fJbL4VtcbewB4NmiiuV8SrzlFOsUtn5sVGkaZY29orr+2UZXtFD2X3oU0YJdA
Gwm1kX/+42yDEUaUgCcN1QlEgo1C/Y2Im/EIVtjaee3bIAxiQmKsySUIEYzxN1Uvqfwy4C3fhl7f
qMFikhANU7R3Yb4of/yYXLKMRV+MvqmEu8HLPX8iGp7gI+JadtHnPDnWwmu+RADLV3jbmXbHfL2t
gjy3vPhztehC8+llZymamsYUIYNrG4ekzZcSlTwjP6pFot9MU6z1vtUOMEmaEQq7X9bFCFGNHvsM
PBTXFV8pnUqBe9uln3oroirKEPp/W2c0mmmv9xZYq0ykXVDYlfs7f4f63TKH/kNjGnF8yMZurBir
woHzOU0Emk5RPw5W35NWZFYC2NScleyol8IqQy+yEO9wK214Z40a1rq6Oo+ar2hpfd8qqwi7qrSC
lrfwUA4dhoHMCuIsSKHVNX7J5/DUmyOmHtc/6m1axLYjmCrvfsnsfB3+vcyczMxqwqIe54Nq5M3N
5Pn4MDVa6uysJWPR5hWTftG+p1gHSLXVOEcjZAGaXTYhEFdxKD09OiDjmwOtYUTdOEp0QPNz73Z/
0f86XxWKmo33quwQkfdtkoihgeIJtDvlCTsFeGhqFvmhtIU0Hh9X78lqC29gKDhlYH0j/hiFQ6F+
s5wEL+l1gZeS2kv0BRGedToudrq8aYe8tm7Muu+S0NRRuI1EZOcMpoq1Oc5o5i+3tifS5wWi7ugr
CSzuY9r2ke5XeDscIy9BK82gPp8DJTNmfIQo/vQDY1o49k7Zx7CiyRiH0JniNEcoQlNRn+f85z7m
YPN6nNzUWG5FPi/fVLMcmS3Z9a0pbS0XFSssljGHXxU+apzk19GruRcsWCbXT87L/PRsYz0SM74S
BPi4Yskgz7/Yqu3VUmm6nH4HrzNTMuam5TCsb9O1yUtIJXXu66owKr6hPOlPfd8YPR2zXvmyFshS
3arrWH83hjUF30ar1B/KEp2mJckcx4/acXgegA4/qdrYHr1u7fqjqUW2doPiFftUjkY+weaW9g1T
tdTl2+uP96r2JgxxWKQVjAEAkBdw/nhJMhh9Pog07PHDhpw0msN6MA2lfRstnuLgFZl6TZArCfdE
AWtOHMa58YqgmSGPHWvX1OhUR/W/poz/6dv8z/F3IkuxxHXV/f1f+OdvdbMAvE36zT/+/TH9Juqu
/qP/F/mf/d9/7fw/+vvT+F30g/j+l8evTfeXcKh+/9qndbX9b87+Clb6t19y+Np/PfuHYwXQcHk3
fBfL83dq0v5lOX6z/Df/o3/4l+8vf8uvS/P9b798qweEmPjbYn7WL//2R7e//+0Xmh0/vCv59//b
H775WvLf/e///N//53/7H//rv/zXV//N969d/7dfFNv9K7eVxEzz4TNzl1yE6fu//pH3VyIB/zOY
N3JEbNV++UuFnm3yt180/a9MS0CSUGmQEfPOf/kLPNmXP9L+KjsfMpujUUCqpf/y709/9sb+3xv8
Cx2Xt1jU9N3ffnlRkvnxw4HHKk0AGZrKGQBG2+cna0lBrKCyoh8oWJXf13ZM3hB++uZ+bIR6ykfd
PtQ2RUHTmHZQrern1dWz+7GbHS8w1jZa/ZiJL+hkjbjSjca7VLHh/GsN82FTQu0CYMnifayNAvFt
wo0/ZrVz0hIPIdJKC4w/RuLh7VqNkcVBrQMnKdPjmGme/dgn6X0unNxvlXT97AIDaX3Lm/4Pe9/W
2ziWnftX9JYZIKyReOdLgBJFS9bFdkm2u7teBNpW8X4R7+RBgADpAEHmKcjkIcBMMMA5QTDACU4Q
TIA+QN76n5zHVPV/yLcps0qk1JbLZLonnQPMpV3uWtzcXHvtdfnWt0JBwbS3kYC+lQnrDXBR2fCN
7GGaxLYzMrU80OU8QScoZrzEJyKU5hWFjwWcFGJ2mBk0QjVnEsWoDiIL7dIjEClOPRFDTNOEv+0b
fgbu0dTftep/1gG79DfuKgo2mwhnp3lgakfuv/AhIx7YLyo1Pjhk7//PN//+r//0/rf/t/f+X77+
8I9ff/jbrz/85t/e//2v3//Nr2vnjoipzh37itTOwM8PhxFGmGTGq3PHvYLPi5o4WFUYjDghl0l1
7sRXKKmQsZion3AAUeCCrs6d8IoHogD4J7jj6FfEQa4W/Jxz13A/QM6JWRcEk0yCF1iH+rGjkGhN
NRdOh2SB6dvIx7m4Vvb26PGR+0ebOKn7J7v5iEYqi9AWSEyKRyCls6D9bGz4FOahSaunH9M8EbvH
kOHm2BM06jbqoRGVWFrUR8V6jfS0xzpzxGEjuMa3lBefP/2oklS9+UoDxNKor6D9AJn3+q6BfCkA
NCpfj8QkmemDaIYTOLQG/dF2nY/hksgGk8y8XBuzujU1nPwiytlJrjETsrtSmo/7FH/i9ZvhIXl9
UmvGcCigDcEQUl/SwGQHtodZ7pjkTC19xp4QwI01iGca+bCBeKPZ2Yn2tlOPJEHSXrzF0lqO4lm6
Hjl97QuwrS39yJCRdscEShNOnDbE4IHPBL8237IREEWixXPBFm/p26Zs9vWpzlqTEx+XKErz48IV
R+ILVyEaXxqKZAp54olahI+79q6KvotMKDuh8CwUPxe8wy4SPp6FESasR94VLsZTzyc+VPP5wFgh
8iM1BXi59W0NWC6mLbTrjfjkrc8Gl0XkjHJcUpYrzcW1Mc01Y2py0jKV7MnWEW/0MDoRSB9U4sk2
I/HPiPBlgZRtunkSErUakzjrUe5oZ3wB/uLAmfuCNkSG/cZFiQPVFFBKpyCrZKbwghHC0cZU1G2M
mFor7jaWNQ7fBwcPqjBHKDGzJHeY9K1J4oOiIfZO+KXkvB1sGQGgIgWDVEyzkXULwCbP6h4+WY7b
OjRlm9IUFqy3TCqtqDCcSSy3cPvh3dOqcsyyITWCDinQ3SOgavgszlrAgUtdaKOb3kmBc+V7iRLw
+vLpx5QIqebriegZZEBiAniv1NAIRhMH6yACQsHqX3uWf+WyIhgvC0bxIw/IUW5qJux0q2lnfYua
ExNjgjZbyqk5nUvz1LXf+G4Bsl9uCPdllAnaG95KFSfihhEVoy6Zwx7l2Vg0NeBq7Ynkby99rRjx
RT5KoXv9jJki3lDw8Jw71ZJburEH3w6YQhSrgZtH00XjuBW6KFoU5idgYIJ0rQvOFZ0lM42TFny4
HtlrfoQRTIiZkIwtjOg8431tGFlqHILE2TGnpO+Y8oyvsixFF/Fa8ZFWTLPLLdQvA8W+jwEYLHgh
EgrA1rWZAsDuTFw0wgNrAgvJT4rCXOYB9DJAI45FISMay+EgH9OCPcnoRMmYYqSF2hhpiCFGMChk
J/toNF/TsKwhDkSY3glhqmRbbhJgRzX8uS6lF9x2e7l23m6F7EJnwnMzc+Y5TZ3Fmb7MUxZ8cVIx
WnsOYuzElC3NmUtCoqxD9Lduza8yUVPIA1nHu8Ipn8e5Jgshe6Fl6K/m7a+2eTRzBPEhZaizMMzG
WwPc4ro5LTJ6Sq3d4bookLWgwYAZn3H9QKVZY2qY7lViaI5M6cEl5m0sRC0fJ7w+5lJn5oX2WNDW
q0LaqpTPMLIfZBd0imPLirfOwFhiztylsbW5kV9Y16Aa9IaBa1+ZEjuRWE2hNF2JtegS48bO0Vj3
IKLHA5fR2AOfg40EnCHQXxgmvigv3prkXuDYIWbRKJEgo4apcGOOWVgBMkMwHsSQePw7HXtL7C7Z
ax8VI8bFoPq3YMMB96GLP2K4h0xjJ+4Wk+hw7U0E3l8OTGeOEZ0jpxBWVJrObAOU3y41J7K8pBhr
RXgpWfpU0EFMENnzLAFSIUVeSuDycUyx14g7lUTTp+E2xWRj0vZU3KwZbsFzUDyqOGeMZBFpsUyx
9tyX0OVKS3PTxXAUSnpDrA6oWcZgrFuItj6meSTVTW6iWQRvoS9TN/GGjC+5cpBmd7mDYY1iQv47
9CkX12YYn6Nrd4UY7CbE/PosAqN30oeCpANnDib5sR8jvkdrmjMIz8MtL/fXrGyb+pQC2MG1zCnP
aUoqJDPGS+RBmI/8dXRuJ9wwSItRGGFjBf4cgxeXINyWxW1wKeLDeWw+YnIbcHNn5Kb4O2itWwsp
oNHS4B6pN2vo9VPMXw3O45Cdkk+t2/iZh2MlUrdUEp2nbKoMttakryWyvcWYWEwEZTXAEHRBHIYS
9DiJzyMkw+EcT628GEnFutSBiMdNxmrvcqsYY/6gYuuIpGhtxeu6wtq4XXCx8vS1OCCzMc0pN0hB
cKSPA/JpNEseBMZXoeDiiKRDB3qCyRITjJO4cehs/LT1PWbkyTgFsEch7Y7ke/06LoItb4sRjcSY
GFwKgI1r6G+OT87TOmhmJXcu6l1oWoIHiwRkw7Ux16ztb8EMMUol652OUxzwmNNje1c2utDCATs1
cgdNv7wxzD2g5Cn3CuTIX5I7tc+tv9ATaBJKoktejL4QAMVACUs2s3z09GYcNHjtVglwM9LRcLSZ
hpsZMSamMK5F8IkOcm7oDzCxLpeK+5RjQWrMTDP8PyUNpgM+visYesFy2VgwkaPTTnIZHuSiyqWg
klQ6ShiFTvyoPfeT5uzUZmwejWWpvkQN7Zp1iztMNRyjZ3nEC5FCM9HMTbeqIWAyNGjIXZZSnt6O
o7qxt4TGbmSJQzkhWhtGKM5cCFvNHOqer5qhcP30c44pByYHYDgFUHZAUDcrWom9NSg6YqRRkdpf
+X12gYn2CsK6SVRI5RlB2kIRhHwUwwxtGf3LPLhkJbTgwwphLNI5BcLVQJLmAHBOnRjHVo9PdZYc
cZtxfyNZjrZWlGCazU480h3gCQEhLdAvYBVH2SWA4aFAOouUJG8nZ4NgTUZ131AaxtOjoXX49B4d
if8E9D2hDRyjQ0iJs64OyLQy+jbrS0D9vwWFgyKu6XsDfpDtngr/jsQ9aCtkBoAxIAOLjHHjST4r
eJaNjkbaxGwnRkGf3AhDuEY+nY8Zn4VFPoH+AXcORDY8QDyS8Cog7kd3WEPRbD7InMjAIwFCUSxc
HDHHyYRkjDi6wYDWh8KWUsgvSdRpFNpZzIj+cJ1aE6IROYIydstNc7RE5yywSgU94XJ7wvPAbEnc
FLNszsNI+xIUmShk9sexkyhbDBQ0eWdE2qidLFEEeEEgoF6IvDN3DOrWd6gVKUqZ2/BygNpIIkpz
w8Llp3PTKEhksCdMgfebhg6lsAD7OGY6FBJusuXNt5gZ9jbPhNs+AL0BFk3+fpQlZ7mpK0iITyLc
NiLA8hjQq6Qs7rhM/5J4YzGe54bxjNvqim9H54mrLTLTlAdxdMnmayWBF5gX7BSTHsYiwmxySmIJ
vw+DS3BFXEk2OyHOUprGcmxpX2ogCqI8RCyROdV0610iWhMGsTIbZ8utVFyhraSPOcXJGe/DRTTC
cxSvFeJpCbhsowQTFxN7stYpRe9TS9HSxtxAG+O2m7J5ds/S0azQsgtiv/OAna7pt8Z2vSx8W4HH
OwslC3c0eGuJK7JOxDljaud2tuB19y2YFsZr9F1vvfVtP4QLzotzpCGQTeRk4o2ui0gOfWiBZLzR
4H1u4fUKngavRprnAju0A32aMpFM9jCJtpd9TGaT8kwGg8WY/D2jgGOIG7WfcZMkYxaUhP+m1Crd
Gu8y7J9nolguXgdJjkiPk1kU7KO+gcxidE5jbGyxtt4AbQjmRmlZCJISRPCfbHuU9vMxcWRYU7oV
WYfGXFdmAd4kVG6EmzXikbUUXQpufpEYyYy1cOGb+KbQNU1Khn3LmXN8dsE5l4VgLs0ATjc47gYo
/6XOFckZiWu4VRxYO31mmjrJuZ/rUwa3UMSic8iw3hS5IWteOsOAl6HHWW9cBKwA6IgjCkRxoBQb
64kJJ9nXVyQXQnSEz/Ix0GyjJIV5gg6SK9aRwvNcsOZ5WIzZvgN9TRWJjc55WFeM0FAikR3SQYER
sZxMvk1AxQrvgGVBp1aChw2iEHYaGG6VWZNBAE8uvcaRvnna2B1efqDARwoYoGiAvNFu2Qg9gXtA
E0/OSdhaakXiAZqNZwW8SqIGrslODEtbgT0BOJl8DHo1DLiWToSlBwYXS0DSEk0bHPCg6CWtm0Gv
v+0HfQaIETTxKQl6qm2aBQWIjZaWU/BvRLpNA0iSMTypQoCpivSg1R82cCXKJcSEI5Yzp1SBCeR6
HmG6fagvhX4xYgq48SFrvaE4XdnCDqPx63arZ2+3W33p59t4iAzsdO1T8wTAUQQyQ7B53fGsIYuZ
xmMSG0JO2IaBiaspT+CpUzw1N0FBmBR2PIxE4uaQzUWQ5mMIRWxwk0GOoMDwkPlIxykfyyTZhfFR
yTArsjHv5yi1s+uh51iT9Tqeoetm6gnMwrOYKccgfyQYS8QfyxBHxwnSC4mHRuXpeqhHKVi3t3D+
c3bh2Zo7MsBtETpCIce69oUpFvqQ54sLd5BfpBGJQG3YKIaOMkw2ghUsnDkb8Is00r90GQOzvL2r
KHDcoZitlYBDUOHDXsaOABsLXXURONLrZTBYr8hEKDelFNjh8u2jHBG1S60oXLYy7ehLzEQFN1Xf
nrBsdEcF+gYVVkIgz0x4178S+fg8wfGlkIoINWppmRYP2Pt65fGcPAD1FuZyUHPH0r6IGESEiBzd
BOg+lDQVWIKpZjjj1DCna9G9IqADQBQ40PrrU9pFDOwlZ5gwkcmhpi1RYT2DRWYs3HWROKdoaWXh
mUiZvRmso7N+Yc+3fWaKloyFiHjapiSFnIuQoRQMDZhkg3wENZvmCPYZHkcUcUYMYG3k61PfTEEs
pC2JmRV84WYA1JkQxZjTClIYoEFHpXCQABkZGDDs2JCFCNHs1p5ENC7FIpjwIX4Rh5a8FaMV7XPk
CgZjOyM9CDzmcACwcz7QQwpwmS1qRpiYOnQ9S9bEd7EtgAzMx8dl1zr6XayJFWYXDFoHQIIlh31X
tSxxhdmBF5go+oaHbREib04CbxNGuUAg5fejOz0AvwHlUMHQoop86uf2mygSbjlaX4a0uNzCOCtS
jLHWvOhcaeH6hoTYuolpAJlgyBQQPgNYNDrTZIq3FH+tKbyNm9IDmCdNFdFHbO1RiusL533EyUMp
fssbCOPhb9sDyRjysJkY0rmeeQNmipT/1Bb46xBNn5h0n11gjBxmoAiCK5tbVMkAW/pKchP9jDGd
UYwSyYzc9IGrnfCdj1gOEUBJlFngE6JW2cjVR0hvOXnYF0ailMI7wmbi4uXJEWTdOTpRT4QEh48j
I63g8wPNB9BUs3m8b/B6xkQuGbgQz4h/oiNqFl1XJZqOMviJxx25CFhkH4EJR38RMqBNwv4c/Qeo
2oJO0oPRtxFgB4aQDNFDOEbORjYG1tt+rq/QxzU3dGdihLGcSeab8jb6rPLgtefgP0/WBZ9Xoh9v
PFLSDpui/gBr8oAx713bB+XCD3/+m/f//Kv3//D77/7iV+9/+5eoHu4XCcu/XBUJ6VfILMDBRzQL
PhhccJ+KhPQrMMaBkB1IcGgx4CmfioTCK1LnQtcBmGQQ+pD64aciIVq14QVgkjUAKSjuf06R8DAB
TSADkI8MO5oA0ddev31DjNwR0FJMj/K+zoJuM4+GGYge8U83QOCM+xo93kbCRjLX17zh2EPEKpQS
BNlUiCNJjmjjej0XAxGTkXPpSzRgCiNXYs4BZR4MzTi6jfq+JluOt5BwMQuUhRp2BGa3JFnHI5NA
34MBCLsx8Gs7dM0sUHImc2b9wppaa+rh81X5v0Wlm+jR91e6P/zyt9/91Tcf/u6bD3/1v7778z/7
7pf//OHXX+OfP3z9v/d1mCZSPukwqihIDIGer9TUPR1mXqGJDm1suNFQCUdnw74Oo7xNLBha1dBu
R4YGf9JhlgyRBFgFFyHR5s/R4RKzXQuhYQZRS0diDRxpaDNuhNAIWXNwWw8GI3+7FtA7vZbZTNUy
LZq4EhimQ/TIIyPJBOh1SQmUAxVaGqykNOv0Ryby9whD2C8H6G8Bsbtwp9maMw7s8GqQgiY/9qiR
KHgres30x2AgeOOlGOxsmrn8/7XzGNiJ3NQIN57Qz6+/+fCbb6Civff/+Jff/fL3vZ9996uv3//9
X0NFf76voI+C9lRUKCMmsPHtNOojFoN5hXFHJKBCAZHQs0F7P2Ex0NcI2l9oJ7QHLQGfVFR8Bcoi
QHRhuVGyRYjyOSoKVa8necC0KAJMjOoLB8ZZjgRcewlNK7PCKMNBGuXFgJ54W4eVdaYA8xKB5u7t
1tVO7fcxGYcJRTwL9wYZVEoIlJskZwwg8oMMsyBGZlikEyFUnCC0MD2UcHx7GQZxCPnQTQC1DXjJ
HYGTSc8z+0wMsBJk4dhx9M4AbcwkstBCL7KRA8yxPmIDdy5Y/VNTNcvm0frRLQNNxJsgaUDTIdm4
vY2hMV4diC6GGYWecKtZmF+XJaI9ByH4wpMw0dVP+sOtL97wNkeNhO2k38/dsZmtkWYMAaHkQKkn
+7E1GG4Z8c4yttcCnCTZjyjZQaPLMONiZkSjcQ2XDTWyEKKdgZIvGmu6MIWzlw1ZCjkbLnXFkXlB
RxjU7WogcRKDLegiIYhzPMyAps2p2DdnYM0aMYbxoGN+AbNFkWjNUdfidj3l1h6n/Nc2B3swyQPw
4w6vCTAg2pzth/LXxibcg06e/BcqlNOhgD2YJDoXUf2v/asEWLkTvvkItPyT+32cZelq7v2SAE33
fqz9uzu/dO+35V+u3uvxWY8bcbjS2sIUshxsQvWHE2MTqMG9npe/yGv4ztf2neoa6r5tg3n4tIwD
5OhH2/mkVPfBC4KaVNi91lLjMArqayW8EW3FDje2ZsROJagExaII0VqsF2Jje6r70JtsgmKjeYnh
1raE+NWtn7Kx1SAOK0Hl4nGPtBYb25ra2GvSJdJW7mjjOmpgVYLIcklk2VbseYBtcOGS7wSVYjtQ
OOS1vcbhIAnCtquVi829Xtfj0t/9aEVedujODLe5CaSe13a1Z2rgbXrnIZFd0zMC524tPFDd+00l
h3w3MteordSxcReodqQGlSgimPTztxYMRL4bbvJKUimXrn46irR/lr0cbwJHdetiu9gHoKrru0tm
Z7TdBDnw0NxQs2SA57WXC5ABbE5tE8qIru16z+8PjMOAJFhay41Uu75a0pjeVup0EzQUDCTkHYhV
XfSm5Jta70eZ2Wm74LkaJQ1tIC3ArcUakR43XZMSgdlW8grddarVXHIHezw3YNejjRtGG6O+z4SR
oO2yMSBi49x5IEyoZBHrgwbv6seXmx/Uex6wJ5WgUm7ZatDyRlp4rnrv1cV2cEQWxLbXpJI+2bb7
e7GJ9E1wcMsh5d6BbC9AO2Alp9zfLq5mBOQNrweZhOopL1eHK/RoxZpqV5LK9RLgf9stXnq45eoH
D3RK7eWSE71pCiYVjbYLXpVWMzDcmhIjNd6BaF+tGwnQaXUgNVER0AU1T5gmSZrWO5FuHuqXR9kJ
016sERW7U1etkWgbmOSrH1+uxjdWgC2uOZeAuXcg1zWizUNvZrjag1cPGwlWsO2W3MK5uofeoRZR
sxho1movHBYZF9QG5LiVrHK7u4hqVpvgrnG2Ce9P2+1A4LHpee/gvNSvVCQzuzHMkQ7Z95uHZqSH
Bswu/Dlg3L2kttsS6e8i9PBtt+bbvyDm/1hoJpBx1QxgfajvEb5osMWdetyx1NLHnuTDhFO9Lfnz
f//48qX2gRb2p5hak1VXfaj5KSTD3/ajjxHTHcT5XVzOi01mNJw1VHdbr3cFGxz1rpCCRHc8UdeF
sY03dqMJnVRl2u7Mzc4uryI12oSVuFLBSOK/rXQZApBU6L12NgHscyXw0XyKTxl+LOZZWQAZGbe7
u03D0KEwAxjGU1f4Tv6Pd4DBZYULpMo2l7aA3NpHcuOIJ1zs44m8uHePPTjx7/xB5M7fNTUBhehK
MSq/5fGVn6kCr11kre6JA1DJIQqGttsDy/GZcsPG1QxEbvWEl61UiQPPrzlXuxJJ46B93jIvCDvE
0SNW3hGtZL8m1QPVbuwDQb+324gVoa04tmaAa8jIx7rh+bz9uCQnob5iNM9igDYtsqBjAusGAxRO
u2dcgfIDNCiNp4BaAFzmGP4AzivwzmAMefMp8Sc+kecaOOiM2lBEsAMQ/lEJnjkNGjIyPbWDBw2R
ITDue4dXAenkIHRI6HUBOATT37guHrfYhJ7vRapT30QBABQJECp0eIEYD0TWT2bMn7uJC1XTg81d
tUvEPmCOIuAHUAcy7aRsrX7K8X7ugz5eR73vSY2I6BsqZ+gxiF3RmSM9GaH82LcU2GZwSz/nltrT
7INbaP+Wfbzk9v9Iwfkmpdey/lx7VvWb6g+fKp+iImkUNdtKiEI3RHZeWeu9RT7zbpG9EOQ+y8bd
QoZbtpWs2L2Vaicqir6VsFItDy7Dz1/0OIY356h27T48vA0/X/DEcx+IOdpfMEjZqx9fvs0X2OBA
1eLaigdPOojP/IBXCCiculjCz/P01zumnT9QXEd8jErdn/IK9z7ewXn7A0RMvNN0XMo4S7WEBHPq
Q+BNgOZ46ti/RibsTjXMuuCnLqhnKs7rwGmmR5+6zp8pdai6mq0+bEK9evUyGOpgIxa5SmACNbFd
LFiPmx+tA+M3xBCojbG/VtJk9PShPK0Lsopaz0Pdn+iirLYKjN5cda2aGTmMWvaO5DO1AQe8jm7p
ouYFI631ZuR/Vq+X1aaWERHpCmu7x+dAKbmbhkM6ILMJOpBc/3RgV2kvdar6ddMAlrb2UmegYc5B
6NgQTbD4bbdhF87NvGBTU7cB08EW78KuI7I7UIyZWqgW6I2aW9LBuZ6rXt3lYDopiN6r3sERIdjb
tl8Q9QLNa8TMmKvYgWDVfjCSep6u5KZovWL4innzTBM+8LaCLzZ+oyRKhsC0lXoFXxH4lGNJ/AHp
1mkv3zpwVUCj0IFgwG0N30c+r6bPoDVuL3uF0prqw2xUokrHgvBut92Oa101mjVzUF12IFg1jcOd
pgncv/WaVSOtW6Kyjbm12DiwiFvYNHN0FxbpprjbHNmOLsAqt8YmQhxU7WupGl2YukukB72kdw4a
39jv/aKnRF7gRfHjydx/HPqGyDiFth/g8YGzGCMadSPAI6t/NI49lPDmtX/oyg/UyM6P2Rtkxrrw
fRbGwwNKtgrogavlkm8Eiv8npcOKPKtI8rhrKxAvIOPmYtc+/uMOo7r/UOTNkXg7SPDGn1KXz3wq
IEdqruIDBYb9//7s70KL/ITGeRT4sIKJegdkS/XVavYQSSdQvneQVrg2HC+g5huAy/bfkMzfw8CL
6o9enrZYbRAUWJW6h78YGaqXI14yem8Im3W9gg2mmJJwr+0RGHnWg4cNvFYthJFGPbmBCdlI0nbw
8WZqbARGDXSOWTB9NMR24MhcqRT43u6B5wbfY1x9h12MUj6jg28PGJJ2RHIHNmiu+pHecGt2W3Py
4vrxEkukyvYTzCvZGirLtUCpA/V8Tfz3mtAODtQQ0xbgktTEklEPbc3BEO5ILanWhfs0xH3uPhjV
6sjJ7MLDkXX1YV9mF8iy5caP72wUroB3Ahi1J5Poq/aQDgz9aON493AC8JjTz+tAA5HJ2gReHe9B
yDLaKovs4UKsB9NkOmVrsRBQ4jzK4r77cY8qyUR/niwaPtOjkFV/07vdBA+16/zJMuszJY9MAzDx
qKbxZCpD251RtNyPKjFkG7qIqpUtCjxgBwSyBuxGbj1RREhOWq86MDBcoGaquoAlKpjN4GHUe7VA
sh9CB6fzGsd+jNxvXbLYgRMxhpNaM65kbGzb3R2jFFLbg0M0RfzZzvahIoBvpP1a5W9/H216D390
nnhGPbUw6OLymm3cvLYVRyA2n78Xc+Ou6RUMukjXI5DwIr12uQCV2n6Tsd7GLpA5i23VbIE4S1ND
FFYrWeS8gaGm+vHlcQ+aoryoHlOBsKELubaa1mwwZuN0IrYhtINTvMBFet/AfnYReC1UxMuREYfV
e5dfjdDZt1cIIrmJjRp0cc0tvILYX4BUq2XuVt2BGl8YcPFrUru4Mkqp9fsCg8Kqx7z8ZOzMMAWu
w1CtB7aHsLbPN2zLb38Xu41ZVOAaa7/sJSKTOuwac5/ai11t8nt9Y9vNdHcHK35EEB6gSTGLp4t1
o92jHuHTXXS/rgiiW+3NNyihVqskB6UkaG57vFdIpzWqTiAwqx7zcpVexQ+NTHoXN/+1V4/SMEW5
g6V++z+9Hpjvvv1diZq/Cr79J/feqCNuMdm3/YOucQwb9TI0jHQgV3WLpoEuCajbKseNdnDAu0BG
IE9gAcLQO1PDmltEdwFkAPOg0fDp6S7KqAryMMDU11wCMOe2/3pvD2KQchht22/31nDu1Lu0bjHI
8L+2gnc29PB8d9G9O0Rx5hrOXK0hFsjr9qt+fZfXoUMCKoYDBmyiIli0gIg+gk6PG/HUj5eHLdsS
foKJ2KM9GNxpbOiP9yUItvknibU81rPRRWM3kEnvPNs6UmclLHnot5J4MoaPjMY+nSb58b77rsXk
J3gEA41cCPXU0pPl42fmRocAMzXYSrpoIx4GalG/HrpwAWVAbGo3ZRcJGtmzvWZ6sQv4hHIfN/H/
XbSPngUb914nueFGorGLi/1Mta3vbaHuIPYaxwAy13OCncCjkPsAAqamGoMne4ueeToIGA2NC3nl
2JSJD8KK2dY7u9oEcSVlJ7SDrNVNEDcXC9bM6jEvDxJvQZBQoEW59uHQK3ZK8o93DSA9vusRbnsT
7L8C2UC08O7/kdJJd9PrIL6r7e3g1M6ehsujbxYz5nZsi0M1uEOcXwktkxLVDy/XChTSY8OuK0UX
iESyWhjOeoq0g6QSKSQNVR0NQzXRXSDGZTUHj88xCFkX+D65oR1dZM1HnoMgud5U3QWarpJ7vExM
Ru21tZyge2iySHRB8TTGZQ0ShrieT+oirztRkfGv3ru09V2g06bQ48b3A3d29ZiXn+qFGpD0STPZ
3wWQgFDthCRHGlXLLHejC+zAFWgoI4+0ctYzVf0u8o4lX8fMiKKwTDxebDB/bP8NOsG+7lhB5vF9
vW4BDu7qUS//ptfwjowH9aFc/rV3h+72Smh5F3RBu3uNZOFuf2TopRceM4b0IcVC3MjdnL7Ydht1
a4AlFTQqhD+FAIN2VuEAe99FqXVIKnah3rs1As04auTpLk7HzerJJ3SgyEOQDzbq/DQZON7WIsvo
Gka7TSWoVKkuyngrte4V0UIH9g2dFFFPQRYFWeJ6GXY3YqNlS/lOO+HCRPq3v7M3Ti1y2A2iafsE
8gILFU+os88hR9oF/Gj3ArtboPezs5KN+Of7n7Ya9PDkaxzzkZ/wnDvkzjpGMfHDBgHH3r1kP+jw
LTFh5YCN5Cf4lkeYXdq+JS6YT/auPpzgxxo4sOPPcsEY4Xi1IK2LqvQQRNrN2K+DatiKJM28o7dh
F32yskdciJ/NNuD9cLWfH3Mmurjay3ZcEJjDngJwiVLnEVL3Lmh/Zc+rMus1z5HrwLk7M8xadNFF
D+YZqE3hpoPTc1Vyx5V0k8Z9cNgc/iQN2zOTbI8ZTTJM56D5vAuWkEf5ZUGUfGziM36kFSO9/w0W
/y6C1Ljej3dISfX5ju9kAxrbRw0t32FxP4JHZ1d/VtMsUI9Vl/bL44YZmoTu4CdVkspwrQuEhawH
6LJEIubxdeoP6GDlF5u0J6v2EQ7TLohdL4wGFK4L/PSt6gL4Hde2oguH9wKQw7rULs4s2eC3G/QA
1meMgGO1eoGXq92VEd0jUDl6uYAQrYMHqD4yo+QVjgCru2mBs5sAwQ6UGpdUiNa0463xXTBA7Xz/
ycZGhu2Pe69DRNghAIm7tAE5schxor1Tjl295qeAp679R7n2LFQYappajr/85K29bAjMNVqG6qvt
gmzjOgaveGOxHWjmF/i8xi6NchZH6IOu9rUMqrtI/B44mZg1Wj3k5UdWJswHJAVXHdpKJFk3By48
QQAxHgeiZ4xJ5bpg+r/Z57YFha7rBb3LGI3c8BePunECaZ7t99lyhiCoIk+30hwL5H6YIPYYB2Tb
wGf/bciH/k+pZGGkMJJkNa3tgrNjGYdNQGYXOfTrb/8NCMd8s6+sYPisfvy+47C/kwpJg5ST5Y79
addh/zGyzh9WL36QtzxC3vnTe8tjXKE/vbfckVz8sO+1qyEQrNDH6ZfVAp4iG0RtmIzHqE5/Gex0
AMqQc78xjrCLC3cMQi4E54Hh19bbRb3rHDnfmtAu+gzOw0Dd1ODCgy6mu2Ct29pa6UH14/dZ79MV
pqkXNJoiOpmsMYtTVIKr5e1i6Q5cxvnmTnXrfayg2a4e8/JduASioZJSLrYLUPobUGsHNaldZEZW
avxg9F4HarOhoIskyCpHanB/yXQXiJFH95Wsuac4Bkm21fI3dBe1/C/AjQPIi1sjegEFd/U2L1eO
rzYgyqrEEO2guxhaeuH1oHR/FPaaaQVMbKke9vI1j8lssN4qvntAJIs5BbWjyNL9LswyWofujkUf
CHtg77rAqby+i3uLOKxp5KP0DvbofyyVlbK8VUZ/2iPKQ7KlB/qPChuiKAbNGJigLoks+58GBDzh
bD5GMPc2EqN/8h8AAAD//w==</cx:binary>
              </cx:geoCache>
            </cx:geography>
          </cx:layoutPr>
        </cx:series>
      </cx:plotAreaRegion>
    </cx:plotArea>
    <cx:legend pos="r" align="min" overlay="0"/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잎 1</cx:pt>
          <cx:pt idx="1">잎 2</cx:pt>
          <cx:pt idx="2">잎 3</cx:pt>
          <cx:pt idx="3">잎 4</cx:pt>
          <cx:pt idx="4">잎 5</cx:pt>
          <cx:pt idx="5">잎 6</cx:pt>
          <cx:pt idx="6">잎 7</cx:pt>
          <cx:pt idx="7">잎 8</cx:pt>
          <cx:pt idx="8">잎 9</cx:pt>
          <cx:pt idx="9">잎 10</cx:pt>
          <cx:pt idx="10">잎 11</cx:pt>
          <cx:pt idx="11">잎 12</cx:pt>
          <cx:pt idx="12">잎 13</cx:pt>
          <cx:pt idx="13">잎 14</cx:pt>
          <cx:pt idx="14">잎 15</cx:pt>
          <cx:pt idx="15">잎 16</cx:pt>
        </cx:lvl>
        <cx:lvl ptCount="16">
          <cx:pt idx="0">줄기 1</cx:pt>
          <cx:pt idx="1">줄기 1</cx:pt>
          <cx:pt idx="2">줄기 1</cx:pt>
          <cx:pt idx="3">줄기 2</cx:pt>
          <cx:pt idx="4">줄기 2</cx:pt>
          <cx:pt idx="5">줄기 2</cx:pt>
          <cx:pt idx="6">줄기 2</cx:pt>
          <cx:pt idx="7">줄기 3</cx:pt>
          <cx:pt idx="8">줄기 3</cx:pt>
          <cx:pt idx="9">줄기 4</cx:pt>
          <cx:pt idx="10">줄기 4</cx:pt>
          <cx:pt idx="11">줄기 5</cx:pt>
          <cx:pt idx="12">줄기 5</cx:pt>
          <cx:pt idx="13">줄기 6</cx:pt>
          <cx:pt idx="14">줄기 6</cx:pt>
          <cx:pt idx="15">줄기 6</cx:pt>
        </cx:lvl>
        <cx:lvl ptCount="16">
          <cx:pt idx="0">가지 1</cx:pt>
          <cx:pt idx="1">가지 1</cx:pt>
          <cx:pt idx="2">가지 1</cx:pt>
          <cx:pt idx="3">가지 1</cx:pt>
          <cx:pt idx="4">가지 1</cx:pt>
          <cx:pt idx="5">가지 1</cx:pt>
          <cx:pt idx="6">가지 1</cx:pt>
          <cx:pt idx="7">가지 2</cx:pt>
          <cx:pt idx="8">가지 2</cx:pt>
          <cx:pt idx="9">가지 2</cx:pt>
          <cx:pt idx="10">가지 2</cx:pt>
          <cx:pt idx="11">가지 3</cx:pt>
          <cx:pt idx="12">가지 3</cx:pt>
          <cx:pt idx="13">가지 3</cx:pt>
          <cx:pt idx="14">가지 3</cx:pt>
          <cx:pt idx="15">가지 3</cx:pt>
        </cx:lvl>
      </cx:strDim>
      <cx:numDim type="size">
        <cx:f>Sheet1!$D$2:$D$17</cx:f>
        <cx:lvl ptCount="16" formatCode="G/표준">
          <cx:pt idx="0">22</cx:pt>
          <cx:pt idx="1">12</cx:pt>
          <cx:pt idx="2">18</cx:pt>
          <cx:pt idx="3">87</cx:pt>
          <cx:pt idx="4">88</cx:pt>
          <cx:pt idx="5">17</cx:pt>
          <cx:pt idx="6">9</cx:pt>
          <cx:pt idx="7">25</cx:pt>
          <cx:pt idx="8">23</cx:pt>
          <cx:pt idx="9">24</cx:pt>
          <cx:pt idx="10">89</cx:pt>
          <cx:pt idx="11">16</cx:pt>
          <cx:pt idx="12">19</cx:pt>
          <cx:pt idx="13">86</cx:pt>
          <cx:pt idx="14">10</cx:pt>
          <cx:pt idx="15">11</cx:pt>
        </cx:lvl>
      </cx:numDim>
    </cx:data>
  </cx:chartData>
  <cx:chart>
    <cx:title pos="t" align="ctr" overlay="0"/>
    <cx:plotArea>
      <cx:plotAreaRegion>
        <cx:series layoutId="treemap" uniqueId="{34A3FC7F-E578-41D4-BFBC-442A6527738E}">
          <cx:tx>
            <cx:txData>
              <cx:f>Sheet1!$D$1</cx:f>
              <cx:v>계열1</cx:v>
            </cx:txData>
          </cx:tx>
          <cx:dataLabels pos="inEnd">
            <cx:visibility seriesName="0" categoryName="1" value="0"/>
          </cx:dataLabels>
          <cx:dataId val="0"/>
          <cx:layoutPr>
            <cx:parentLabelLayout val="overlapping"/>
          </cx:layoutPr>
        </cx:series>
      </cx:plotAreaRegion>
    </cx:plotArea>
    <cx:legend pos="t" align="ctr" overlay="0"/>
  </cx:chart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잎 1</cx:pt>
          <cx:pt idx="1">잎 2</cx:pt>
          <cx:pt idx="2">잎 3</cx:pt>
          <cx:pt idx="3">잎 4</cx:pt>
          <cx:pt idx="4">잎 5</cx:pt>
          <cx:pt idx="5"/>
          <cx:pt idx="6"/>
          <cx:pt idx="7">잎 8</cx:pt>
          <cx:pt idx="8"/>
          <cx:pt idx="9">잎 10</cx:pt>
          <cx:pt idx="10">잎 11</cx:pt>
          <cx:pt idx="11">잎 12</cx:pt>
          <cx:pt idx="12">잎 13</cx:pt>
          <cx:pt idx="13">잎 14</cx:pt>
          <cx:pt idx="14">잎 15</cx:pt>
          <cx:pt idx="15"/>
        </cx:lvl>
        <cx:lvl ptCount="16">
          <cx:pt idx="0">줄기 1</cx:pt>
          <cx:pt idx="1">줄기 1</cx:pt>
          <cx:pt idx="2">줄기 1</cx:pt>
          <cx:pt idx="3">줄기 2</cx:pt>
          <cx:pt idx="4">줄기 2</cx:pt>
          <cx:pt idx="5">잎 6</cx:pt>
          <cx:pt idx="6">잎 7</cx:pt>
          <cx:pt idx="7">줄기 3</cx:pt>
          <cx:pt idx="8">잎 9</cx:pt>
          <cx:pt idx="9">줄기 4</cx:pt>
          <cx:pt idx="10">줄기 4</cx:pt>
          <cx:pt idx="11">줄기 5</cx:pt>
          <cx:pt idx="12">줄기 5</cx:pt>
          <cx:pt idx="13">줄기 6</cx:pt>
          <cx:pt idx="14">줄기 6</cx:pt>
          <cx:pt idx="15">잎 16</cx:pt>
        </cx:lvl>
        <cx:lvl ptCount="16">
          <cx:pt idx="0">가지 1</cx:pt>
          <cx:pt idx="1">가지 1</cx:pt>
          <cx:pt idx="2">가지 1</cx:pt>
          <cx:pt idx="3">가지 1</cx:pt>
          <cx:pt idx="4">가지 1</cx:pt>
          <cx:pt idx="5">가지 1</cx:pt>
          <cx:pt idx="6">가지 1</cx:pt>
          <cx:pt idx="7">가지 2</cx:pt>
          <cx:pt idx="8">가지 2</cx:pt>
          <cx:pt idx="9">가지 2</cx:pt>
          <cx:pt idx="10">가지 2</cx:pt>
          <cx:pt idx="11">가지 3</cx:pt>
          <cx:pt idx="12">가지 3</cx:pt>
          <cx:pt idx="13">가지 3</cx:pt>
          <cx:pt idx="14">가지 3</cx:pt>
          <cx:pt idx="15">가지 3</cx:pt>
        </cx:lvl>
      </cx:strDim>
      <cx:numDim type="size">
        <cx:f>Sheet1!$D$2:$D$17</cx:f>
        <cx:lvl ptCount="16" formatCode="G/표준">
          <cx:pt idx="0">22</cx:pt>
          <cx:pt idx="1">12</cx:pt>
          <cx:pt idx="2">18</cx:pt>
          <cx:pt idx="3">87</cx:pt>
          <cx:pt idx="4">88</cx:pt>
          <cx:pt idx="5">17</cx:pt>
          <cx:pt idx="6">14</cx:pt>
          <cx:pt idx="7">25</cx:pt>
          <cx:pt idx="8">16</cx:pt>
          <cx:pt idx="9">24</cx:pt>
          <cx:pt idx="10">89</cx:pt>
          <cx:pt idx="11">16</cx:pt>
          <cx:pt idx="12">19</cx:pt>
          <cx:pt idx="13">86</cx:pt>
          <cx:pt idx="14">23</cx:pt>
          <cx:pt idx="15">21</cx:pt>
        </cx:lvl>
      </cx:numDim>
    </cx:data>
  </cx:chartData>
  <cx:chart>
    <cx:title pos="t" align="ctr" overlay="0"/>
    <cx:plotArea>
      <cx:plotAreaRegion>
        <cx:series layoutId="sunburst" uniqueId="{A1E58683-BFBB-4970-9D29-C451CFA57CCC}">
          <cx:tx>
            <cx:txData>
              <cx:f>Sheet1!$D$1</cx:f>
              <cx:v>계열1</cx:v>
            </cx:txData>
          </cx:tx>
          <cx:dataLabels pos="ctr">
            <cx:visibility seriesName="0" categoryName="1" value="0"/>
          </cx:dataLabels>
          <cx:dataId val="0"/>
        </cx:series>
      </cx:plotAreaRegion>
    </cx:plotArea>
  </cx:chart>
</cx:chartSpace>
</file>

<file path=ppt/charts/chartEx4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Sheet1!$A$2:$A$77</cx:f>
        <cx:lvl ptCount="76" formatCode="G/표준">
          <cx:pt idx="0">1</cx:pt>
          <cx:pt idx="1">3</cx:pt>
          <cx:pt idx="2">3</cx:pt>
          <cx:pt idx="3">3</cx:pt>
          <cx:pt idx="4">5</cx:pt>
          <cx:pt idx="5">6</cx:pt>
          <cx:pt idx="6">6</cx:pt>
          <cx:pt idx="7">6</cx:pt>
          <cx:pt idx="8">7</cx:pt>
          <cx:pt idx="9">8</cx:pt>
          <cx:pt idx="10">8</cx:pt>
          <cx:pt idx="11">9</cx:pt>
          <cx:pt idx="12">9</cx:pt>
          <cx:pt idx="13">9</cx:pt>
          <cx:pt idx="14">9</cx:pt>
          <cx:pt idx="15">9</cx:pt>
          <cx:pt idx="16">10</cx:pt>
          <cx:pt idx="17">10</cx:pt>
          <cx:pt idx="18">10</cx:pt>
          <cx:pt idx="19">10</cx:pt>
          <cx:pt idx="20">10</cx:pt>
          <cx:pt idx="21">10</cx:pt>
          <cx:pt idx="22">11</cx:pt>
          <cx:pt idx="23">11</cx:pt>
          <cx:pt idx="24">11</cx:pt>
          <cx:pt idx="25">11</cx:pt>
          <cx:pt idx="26">11</cx:pt>
          <cx:pt idx="27">11</cx:pt>
          <cx:pt idx="28">12</cx:pt>
          <cx:pt idx="29">12</cx:pt>
          <cx:pt idx="30">12</cx:pt>
          <cx:pt idx="31">12</cx:pt>
          <cx:pt idx="32">12</cx:pt>
          <cx:pt idx="33">12</cx:pt>
          <cx:pt idx="34">13</cx:pt>
          <cx:pt idx="35">13</cx:pt>
          <cx:pt idx="36">13</cx:pt>
          <cx:pt idx="37">13</cx:pt>
          <cx:pt idx="38">13</cx:pt>
          <cx:pt idx="39">14</cx:pt>
          <cx:pt idx="40">14</cx:pt>
          <cx:pt idx="41">14</cx:pt>
          <cx:pt idx="42">14</cx:pt>
          <cx:pt idx="43">14</cx:pt>
          <cx:pt idx="44">14</cx:pt>
          <cx:pt idx="45">15</cx:pt>
          <cx:pt idx="46">15</cx:pt>
          <cx:pt idx="47">15</cx:pt>
          <cx:pt idx="48">15</cx:pt>
          <cx:pt idx="49">15</cx:pt>
          <cx:pt idx="50">15</cx:pt>
          <cx:pt idx="51">15</cx:pt>
          <cx:pt idx="52">15</cx:pt>
          <cx:pt idx="53">16</cx:pt>
          <cx:pt idx="54">16</cx:pt>
          <cx:pt idx="55">16</cx:pt>
          <cx:pt idx="56">16</cx:pt>
          <cx:pt idx="57">17</cx:pt>
          <cx:pt idx="58">17</cx:pt>
          <cx:pt idx="59">17</cx:pt>
          <cx:pt idx="60">17</cx:pt>
          <cx:pt idx="61">17</cx:pt>
          <cx:pt idx="62">17</cx:pt>
          <cx:pt idx="63">18</cx:pt>
          <cx:pt idx="64">18</cx:pt>
          <cx:pt idx="65">18</cx:pt>
          <cx:pt idx="66">18</cx:pt>
          <cx:pt idx="67">19</cx:pt>
          <cx:pt idx="68">19</cx:pt>
          <cx:pt idx="69">19</cx:pt>
          <cx:pt idx="70">20</cx:pt>
          <cx:pt idx="71">21</cx:pt>
          <cx:pt idx="72">22</cx:pt>
          <cx:pt idx="73">22</cx:pt>
          <cx:pt idx="74">24</cx:pt>
          <cx:pt idx="75">24</cx:pt>
        </cx:lvl>
      </cx:numDim>
    </cx:data>
  </cx:chartData>
  <cx:chart>
    <cx:title pos="t" align="ctr" overlay="0"/>
    <cx:plotArea>
      <cx:plotAreaRegion>
        <cx:series layoutId="clusteredColumn" uniqueId="{B6CEB106-D3DF-4A7C-8851-61187BF2CA29}">
          <cx:tx>
            <cx:txData>
              <cx:f>Sheet1!$A$1</cx:f>
              <cx:v>계열1</cx:v>
            </cx:txData>
          </cx:tx>
          <cx:dataId val="0"/>
          <cx:layoutPr>
            <cx:binning intervalClosed="r"/>
          </cx:layoutPr>
        </cx:series>
      </cx:plotAreaRegion>
      <cx:axis id="0">
        <cx:catScaling gapWidth="0"/>
        <cx:tickLabels/>
      </cx:axis>
      <cx:axis id="1">
        <cx:valScaling/>
        <cx:majorGridlines/>
        <cx:tickLabels/>
      </cx:axis>
    </cx:plotArea>
  </cx:chart>
</cx:chartSpace>
</file>

<file path=ppt/charts/chartEx5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Sheet1!$A$2:$A$23</cx:f>
        <cx:lvl ptCount="22">
          <cx:pt idx="0">항목 1</cx:pt>
          <cx:pt idx="1">항목 1</cx:pt>
          <cx:pt idx="2">항목 1</cx:pt>
          <cx:pt idx="3">항목 1</cx:pt>
          <cx:pt idx="4">항목 1</cx:pt>
          <cx:pt idx="5">항목 1</cx:pt>
          <cx:pt idx="6">항목 1</cx:pt>
          <cx:pt idx="7">항목 1</cx:pt>
          <cx:pt idx="8">항목 1</cx:pt>
          <cx:pt idx="9">항목 2</cx:pt>
          <cx:pt idx="10">항목 2</cx:pt>
          <cx:pt idx="11">항목 2</cx:pt>
          <cx:pt idx="12">항목 2</cx:pt>
          <cx:pt idx="13">항목 2</cx:pt>
          <cx:pt idx="14">항목 2</cx:pt>
          <cx:pt idx="15">항목 2</cx:pt>
          <cx:pt idx="16">항목 3</cx:pt>
          <cx:pt idx="17">항목 3</cx:pt>
          <cx:pt idx="18">항목 3</cx:pt>
          <cx:pt idx="19">항목 3</cx:pt>
          <cx:pt idx="20">항목 3</cx:pt>
          <cx:pt idx="21">항목 3</cx:pt>
        </cx:lvl>
      </cx:strDim>
      <cx:numDim type="val">
        <cx:f>Sheet1!$B$2:$B$23</cx:f>
        <cx:lvl ptCount="22" formatCode="G/표준">
          <cx:pt idx="0">-7</cx:pt>
          <cx:pt idx="1">-10</cx:pt>
          <cx:pt idx="2">-28</cx:pt>
          <cx:pt idx="3">47</cx:pt>
          <cx:pt idx="4">11</cx:pt>
          <cx:pt idx="5">-24</cx:pt>
          <cx:pt idx="6">-24</cx:pt>
          <cx:pt idx="7">36</cx:pt>
          <cx:pt idx="8">10</cx:pt>
          <cx:pt idx="9">-78</cx:pt>
          <cx:pt idx="10">47</cx:pt>
          <cx:pt idx="11">-24</cx:pt>
          <cx:pt idx="12">-17</cx:pt>
          <cx:pt idx="13">-12</cx:pt>
          <cx:pt idx="14">-11</cx:pt>
          <cx:pt idx="15">17</cx:pt>
          <cx:pt idx="16">14</cx:pt>
          <cx:pt idx="17">46</cx:pt>
          <cx:pt idx="18">-18</cx:pt>
          <cx:pt idx="19">19</cx:pt>
          <cx:pt idx="20">-26</cx:pt>
          <cx:pt idx="21">-20</cx:pt>
        </cx:lvl>
      </cx:numDim>
    </cx:data>
    <cx:data id="1">
      <cx:strDim type="cat">
        <cx:f>Sheet1!$A$2:$A$23</cx:f>
        <cx:lvl ptCount="22">
          <cx:pt idx="0">항목 1</cx:pt>
          <cx:pt idx="1">항목 1</cx:pt>
          <cx:pt idx="2">항목 1</cx:pt>
          <cx:pt idx="3">항목 1</cx:pt>
          <cx:pt idx="4">항목 1</cx:pt>
          <cx:pt idx="5">항목 1</cx:pt>
          <cx:pt idx="6">항목 1</cx:pt>
          <cx:pt idx="7">항목 1</cx:pt>
          <cx:pt idx="8">항목 1</cx:pt>
          <cx:pt idx="9">항목 2</cx:pt>
          <cx:pt idx="10">항목 2</cx:pt>
          <cx:pt idx="11">항목 2</cx:pt>
          <cx:pt idx="12">항목 2</cx:pt>
          <cx:pt idx="13">항목 2</cx:pt>
          <cx:pt idx="14">항목 2</cx:pt>
          <cx:pt idx="15">항목 2</cx:pt>
          <cx:pt idx="16">항목 3</cx:pt>
          <cx:pt idx="17">항목 3</cx:pt>
          <cx:pt idx="18">항목 3</cx:pt>
          <cx:pt idx="19">항목 3</cx:pt>
          <cx:pt idx="20">항목 3</cx:pt>
          <cx:pt idx="21">항목 3</cx:pt>
        </cx:lvl>
      </cx:strDim>
      <cx:numDim type="val">
        <cx:f>Sheet1!$C$2:$C$23</cx:f>
        <cx:lvl ptCount="22" formatCode="G/표준">
          <cx:pt idx="0">-3</cx:pt>
          <cx:pt idx="1">1</cx:pt>
          <cx:pt idx="2">-6</cx:pt>
          <cx:pt idx="3">10</cx:pt>
          <cx:pt idx="4">34</cx:pt>
          <cx:pt idx="5">128</cx:pt>
          <cx:pt idx="6">22</cx:pt>
          <cx:pt idx="7">-12</cx:pt>
          <cx:pt idx="8">-28</cx:pt>
          <cx:pt idx="9">6</cx:pt>
          <cx:pt idx="10">31</cx:pt>
          <cx:pt idx="11">3</cx:pt>
          <cx:pt idx="12">12</cx:pt>
          <cx:pt idx="13">-12</cx:pt>
          <cx:pt idx="14">-13</cx:pt>
          <cx:pt idx="15">6</cx:pt>
          <cx:pt idx="16">15</cx:pt>
          <cx:pt idx="17">41</cx:pt>
          <cx:pt idx="18">16</cx:pt>
          <cx:pt idx="19">10</cx:pt>
          <cx:pt idx="20">23</cx:pt>
          <cx:pt idx="21">16</cx:pt>
        </cx:lvl>
      </cx:numDim>
    </cx:data>
    <cx:data id="2">
      <cx:strDim type="cat">
        <cx:f>Sheet1!$A$2:$A$23</cx:f>
        <cx:lvl ptCount="22">
          <cx:pt idx="0">항목 1</cx:pt>
          <cx:pt idx="1">항목 1</cx:pt>
          <cx:pt idx="2">항목 1</cx:pt>
          <cx:pt idx="3">항목 1</cx:pt>
          <cx:pt idx="4">항목 1</cx:pt>
          <cx:pt idx="5">항목 1</cx:pt>
          <cx:pt idx="6">항목 1</cx:pt>
          <cx:pt idx="7">항목 1</cx:pt>
          <cx:pt idx="8">항목 1</cx:pt>
          <cx:pt idx="9">항목 2</cx:pt>
          <cx:pt idx="10">항목 2</cx:pt>
          <cx:pt idx="11">항목 2</cx:pt>
          <cx:pt idx="12">항목 2</cx:pt>
          <cx:pt idx="13">항목 2</cx:pt>
          <cx:pt idx="14">항목 2</cx:pt>
          <cx:pt idx="15">항목 2</cx:pt>
          <cx:pt idx="16">항목 3</cx:pt>
          <cx:pt idx="17">항목 3</cx:pt>
          <cx:pt idx="18">항목 3</cx:pt>
          <cx:pt idx="19">항목 3</cx:pt>
          <cx:pt idx="20">항목 3</cx:pt>
          <cx:pt idx="21">항목 3</cx:pt>
        </cx:lvl>
      </cx:strDim>
      <cx:numDim type="val">
        <cx:f>Sheet1!$D$2:$D$23</cx:f>
        <cx:lvl ptCount="22" formatCode="G/표준">
          <cx:pt idx="0">-24</cx:pt>
          <cx:pt idx="1">11</cx:pt>
          <cx:pt idx="2">34</cx:pt>
          <cx:pt idx="3">-19</cx:pt>
          <cx:pt idx="4">4</cx:pt>
          <cx:pt idx="5">27</cx:pt>
          <cx:pt idx="6">27</cx:pt>
          <cx:pt idx="7">-3</cx:pt>
          <cx:pt idx="8">44</cx:pt>
          <cx:pt idx="9">50</cx:pt>
          <cx:pt idx="10">91</cx:pt>
          <cx:pt idx="11">-8</cx:pt>
          <cx:pt idx="12">36</cx:pt>
          <cx:pt idx="13">16</cx:pt>
          <cx:pt idx="14">24</cx:pt>
          <cx:pt idx="15">46</cx:pt>
          <cx:pt idx="16">14</cx:pt>
          <cx:pt idx="17">-6</cx:pt>
          <cx:pt idx="18">48</cx:pt>
          <cx:pt idx="19">23</cx:pt>
          <cx:pt idx="20">23</cx:pt>
          <cx:pt idx="21">-18</cx:pt>
        </cx:lvl>
      </cx:numDim>
    </cx:data>
  </cx:chartData>
  <cx:chart>
    <cx:title pos="t" align="ctr" overlay="0"/>
    <cx:plotArea>
      <cx:plotAreaRegion>
        <cx:series layoutId="boxWhisker" uniqueId="{18197FA5-386F-4203-BBE8-89305EA7054D}">
          <cx:tx>
            <cx:txData>
              <cx:f>Sheet1!$B$1</cx:f>
              <cx:v>계열1</cx:v>
            </cx:txData>
          </cx:tx>
          <cx:dataId val="0"/>
          <cx:layoutPr>
            <cx:visibility meanLine="0" meanMarker="1" nonoutliers="0" outliers="1"/>
            <cx:statistics quartileMethod="exclusive"/>
          </cx:layoutPr>
        </cx:series>
        <cx:series layoutId="boxWhisker" uniqueId="{0387ECB7-6D96-435B-9A9E-0701D8E6CEFC}">
          <cx:tx>
            <cx:txData>
              <cx:f>Sheet1!$C$1</cx:f>
              <cx:v>계열2</cx:v>
            </cx:txData>
          </cx:tx>
          <cx:dataId val="1"/>
          <cx:layoutPr>
            <cx:visibility meanLine="0" meanMarker="1" nonoutliers="0" outliers="1"/>
            <cx:statistics quartileMethod="exclusive"/>
          </cx:layoutPr>
        </cx:series>
        <cx:series layoutId="boxWhisker" uniqueId="{421C32B7-8E2F-4583-B6F9-29531F86500C}">
          <cx:tx>
            <cx:txData>
              <cx:f>Sheet1!$D$1</cx:f>
              <cx:v>계열3</cx:v>
            </cx:txData>
          </cx:tx>
          <cx:dataId val="2"/>
          <cx:layoutPr>
            <cx:visibility meanLine="0" meanMarker="1" nonoutliers="0" outliers="1"/>
            <cx:statistics quartileMethod="exclusive"/>
          </cx:layoutPr>
        </cx:series>
      </cx:plotAreaRegion>
      <cx:axis id="0">
        <cx:catScaling gapWidth="1"/>
        <cx:tickLabels/>
      </cx:axis>
      <cx:axis id="1">
        <cx:valScaling/>
        <cx:majorGridlines/>
        <cx:tickLabels/>
      </cx:axis>
    </cx:plotArea>
  </cx:chart>
</cx:chartSpace>
</file>

<file path=ppt/charts/chartEx6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Sheet1!$A$2:$A$9</cx:f>
        <cx:lvl ptCount="8">
          <cx:pt idx="0">항목 1</cx:pt>
          <cx:pt idx="1">항목 2</cx:pt>
          <cx:pt idx="2">항목 3</cx:pt>
          <cx:pt idx="3">항목 4</cx:pt>
          <cx:pt idx="4">범주 5</cx:pt>
          <cx:pt idx="5">범주 6</cx:pt>
          <cx:pt idx="6">범주 7</cx:pt>
          <cx:pt idx="7">범주 8</cx:pt>
        </cx:lvl>
      </cx:strDim>
      <cx:numDim type="val">
        <cx:f>Sheet1!$B$2:$B$9</cx:f>
        <cx:lvl ptCount="8" formatCode="G/표준">
          <cx:pt idx="0">100</cx:pt>
          <cx:pt idx="1">20</cx:pt>
          <cx:pt idx="2">50</cx:pt>
          <cx:pt idx="3">-40</cx:pt>
          <cx:pt idx="4">130</cx:pt>
          <cx:pt idx="5">-60</cx:pt>
          <cx:pt idx="6">70</cx:pt>
          <cx:pt idx="7">140</cx:pt>
        </cx:lvl>
      </cx:numDim>
    </cx:data>
  </cx:chartData>
  <cx:chart>
    <cx:title pos="t" align="ctr" overlay="0"/>
    <cx:plotArea>
      <cx:plotAreaRegion>
        <cx:series layoutId="waterfall" uniqueId="{9810CFE9-5614-4C91-9876-1714DA2C1268}">
          <cx:tx>
            <cx:txData>
              <cx:f>Sheet1!$B$1</cx:f>
              <cx:v>계열1</cx:v>
            </cx:txData>
          </cx:tx>
          <cx:dataLabels pos="outEnd">
            <cx:visibility seriesName="0" categoryName="0" value="1"/>
          </cx:dataLabels>
          <cx:dataId val="0"/>
          <cx:layoutPr>
            <cx:subtotals>
              <cx:idx val="0"/>
              <cx:idx val="4"/>
              <cx:idx val="7"/>
            </cx:subtotals>
          </cx:layoutPr>
        </cx:series>
      </cx:plotAreaRegion>
      <cx:axis id="0">
        <cx:catScaling gapWidth="0.5"/>
        <cx:tickLabels/>
      </cx:axis>
      <cx:axis id="1">
        <cx:valScaling/>
        <cx:majorGridlines/>
        <cx:tickLabels/>
      </cx:axis>
    </cx:plotArea>
    <cx:legend pos="t" align="ctr" overlay="0"/>
  </cx:chart>
</cx:chartSpace>
</file>

<file path=ppt/charts/chartEx7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Sheet1!$A$2:$A$6</cx:f>
        <cx:lvl ptCount="5">
          <cx:pt idx="0">항목 1</cx:pt>
          <cx:pt idx="1">항목 2</cx:pt>
          <cx:pt idx="2">항목 3</cx:pt>
          <cx:pt idx="3">항목 4</cx:pt>
          <cx:pt idx="4">범주 5</cx:pt>
        </cx:lvl>
      </cx:strDim>
      <cx:numDim type="val">
        <cx:f>Sheet1!$B$2:$B$6</cx:f>
        <cx:lvl ptCount="5" formatCode="G/표준">
          <cx:pt idx="0">5000</cx:pt>
          <cx:pt idx="1">4000</cx:pt>
          <cx:pt idx="2">3000</cx:pt>
          <cx:pt idx="3">1000</cx:pt>
          <cx:pt idx="4">250</cx:pt>
        </cx:lvl>
      </cx:numDim>
    </cx:data>
  </cx:chartData>
  <cx:chart>
    <cx:title pos="t" align="ctr" overlay="0"/>
    <cx:plotArea>
      <cx:plotAreaRegion>
        <cx:series layoutId="funnel" uniqueId="{9BECA8C7-5BB4-4F98-9430-E54C46BB72E4}">
          <cx:tx>
            <cx:txData>
              <cx:f>Sheet1!$B$1</cx:f>
              <cx:v>계열1</cx:v>
            </cx:txData>
          </cx:tx>
          <cx:dataLabels>
            <cx:visibility seriesName="0" categoryName="0" value="1"/>
          </cx:dataLabels>
          <cx:dataId val="0"/>
        </cx:series>
      </cx:plotAreaRegion>
      <cx:axis id="1">
        <cx:catScaling gapWidth="0.0599999987"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49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31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3175">
        <a:solidFill>
          <a:schemeClr val="bg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38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0BD6CE-47B2-9385-C4DA-5849AB5A5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34D45D1-BC95-8A31-2412-95E896E7B8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0942E2-3429-09CE-078A-41D307D34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F2607-B770-48E4-84E1-7F698E57CD42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3FDBB5-810C-CF70-F231-DCB1BE467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26D61F-57C9-8EEB-1345-85B114E6E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36E80-02CE-466C-8590-FCC2DC26E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644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7286E1-40D9-D2A6-66E6-82E188048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96B089-3CB1-13A8-3881-0C50EBDE5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E2E683-732D-C6FB-D660-5E8F974A5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F2607-B770-48E4-84E1-7F698E57CD42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D127BE-2D43-5E7A-7AFB-F39517775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E18663-ACDE-3DEA-DCEB-E384E41E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36E80-02CE-466C-8590-FCC2DC26E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632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F4B63A-E224-1B59-35D9-F1C2AA921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E22784-D667-5AD0-C0EB-7073B217B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040457-0964-E3F5-F504-84F958B7E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F2607-B770-48E4-84E1-7F698E57CD42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51DEB2-AE88-BADA-B954-F7D0C3652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FCBB45-599D-B4C6-05B3-8DDCDCF33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36E80-02CE-466C-8590-FCC2DC26E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8730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6565AE-E357-A462-F8E0-435E99371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1DC6E4-D131-69BC-417E-C74C7E759F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24C377-5891-4125-1E11-D0E61E94B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51BD23-8C41-45EA-3D9E-F8A0471B0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F2607-B770-48E4-84E1-7F698E57CD42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DE9DF1-F4C0-E851-020C-84A39636B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D8A977-A56D-55E0-9A05-2E7620FF8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36E80-02CE-466C-8590-FCC2DC26E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168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8EC7E0-B4AA-3DC2-3222-20B7E248D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38D9C6-EA29-D57F-B61D-C62054750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571701-F877-E168-AF81-4CDD60144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527697E-8991-CB03-CA6C-CEBA89B963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31310E5-3502-5B4B-8EB4-2B7E2569E0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1CCF9CC-AC5C-5570-BE61-E29467C0C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F2607-B770-48E4-84E1-7F698E57CD42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62D8263-8A28-684F-2F48-DCAC4620E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B8959AA-B5AF-73C0-F02D-A28DFF8C8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36E80-02CE-466C-8590-FCC2DC26E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7716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AA997F-FC49-C081-1852-6A66E9D70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D4CEEE6-07FF-9494-3A2B-40EF10D87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F2607-B770-48E4-84E1-7F698E57CD42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12569CA-B49D-C24B-B35D-4A11D9D50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A7DBE8-DF34-2511-A670-89DEB3950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36E80-02CE-466C-8590-FCC2DC26E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8775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152F103-A364-C2D1-AEA6-E48A41D18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F2607-B770-48E4-84E1-7F698E57CD42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36A560B-17BE-7623-57CF-6AD6D3448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40062A-87A1-FE59-823C-1835AC28A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36E80-02CE-466C-8590-FCC2DC26E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6476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F3CEF5-4D57-06CC-D2DC-467C3D501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207345-9742-1835-E09B-3FFE468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315EE3-8C05-9DA3-2063-894A0E6B9B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C19E36-3954-E04D-CC37-E8587730C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F2607-B770-48E4-84E1-7F698E57CD42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8E441F-DC26-B01A-0542-EFCD61F8C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2954A0-5E08-1391-8971-CD1725E3E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36E80-02CE-466C-8590-FCC2DC26E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2689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89C34B-94C3-6888-1AAE-B3129908B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E898210-FA02-F367-5757-B636262785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3D4E75-7CA0-C54F-EAA4-471FEF82F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FEE1B3-F4F7-A4E9-A436-33EDD6264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F2607-B770-48E4-84E1-7F698E57CD42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293E9E-4CD8-DBBD-E21A-196EBF934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F0993E-6CC8-B646-A8CD-FFB065267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36E80-02CE-466C-8590-FCC2DC26E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118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8577EB-7BD8-63EC-5DA5-17261303B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FA0926-8240-E07D-F2EA-969902DCFB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61F449-6A97-4620-3E57-CCA00FA20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F2607-B770-48E4-84E1-7F698E57CD42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EE8757-2DFD-440C-88C4-E1869F4BB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367117-A2A8-2965-F7D4-9D5CBA526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36E80-02CE-466C-8590-FCC2DC26E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0532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15E2E51-283E-804D-FE69-AAEEB87BC5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1CAD174-0D2D-C708-516C-1B659DC24C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23E261-C173-3A3A-B20F-4C1898C03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F2607-B770-48E4-84E1-7F698E57CD42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74D504-D126-2C41-1F35-E09DD671A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B13F70-E29A-5F10-C8DF-E844F3FE0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36E80-02CE-466C-8590-FCC2DC26E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5537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B8C6202-7E4F-B3A1-8F3A-AAAEF3738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33656D-3505-BE39-BC2B-85CB7C857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2E16FB-CC7B-2319-4681-2B8A9D1741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4F2607-B770-48E4-84E1-7F698E57CD42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4A0D71-29FB-C2D7-DF45-3D42702922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DE8E7F-4C59-AB06-0F38-610E80EBF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236E80-02CE-466C-8590-FCC2DC26EA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6894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4/relationships/chartEx" Target="../charts/chartEx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4/relationships/chartEx" Target="../charts/chartEx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4/relationships/chartEx" Target="../charts/chartEx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4/relationships/chartEx" Target="../charts/chartEx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4/relationships/chartEx" Target="../charts/chartEx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4/relationships/chartEx" Target="../charts/chartEx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F42ABCEC-1A90-5DF6-7C6A-541EFF0A97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9596028"/>
              </p:ext>
            </p:extLst>
          </p:nvPr>
        </p:nvGraphicFramePr>
        <p:xfrm>
          <a:off x="1815615" y="796448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65314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F574994C-DB28-B1DC-AA71-2716D8547E0C}"/>
              </a:ext>
            </a:extLst>
          </p:cNvPr>
          <p:cNvGraphicFramePr/>
          <p:nvPr/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06211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9CCBF-246A-3E4D-60C3-EC49AC348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DBD7692F-ED59-EC1B-CB94-A083FBEDE2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347068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56666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64883-811A-BB5F-2AFA-41FFCB087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0F254B61-16D0-A854-670F-1BA40C3A44EE}"/>
              </a:ext>
            </a:extLst>
          </p:cNvPr>
          <p:cNvGraphicFramePr/>
          <p:nvPr/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31722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4BC89761-E545-33F0-2BA9-F891BC68E6D7}"/>
              </a:ext>
            </a:extLst>
          </p:cNvPr>
          <p:cNvGraphicFramePr/>
          <p:nvPr/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60842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6DD1B-D00F-2A73-3425-AC2EA61E0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BE6529F2-83DE-042D-11AE-BAB5A395D952}"/>
              </a:ext>
            </a:extLst>
          </p:cNvPr>
          <p:cNvGraphicFramePr/>
          <p:nvPr/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45551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3CD02-E126-565D-A0CE-29ACD00B3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cx4="http://schemas.microsoft.com/office/drawing/2016/5/10/chartex" Requires="cx4">
          <p:graphicFrame>
            <p:nvGraphicFramePr>
              <p:cNvPr id="4" name="차트 3">
                <a:extLst>
                  <a:ext uri="{FF2B5EF4-FFF2-40B4-BE49-F238E27FC236}">
                    <a16:creationId xmlns:a16="http://schemas.microsoft.com/office/drawing/2014/main" id="{FD2CE591-AC91-CC84-F321-5165B2B8965A}"/>
                  </a:ext>
                </a:extLst>
              </p:cNvPr>
              <p:cNvGraphicFramePr/>
              <p:nvPr/>
            </p:nvGraphicFramePr>
            <p:xfrm>
              <a:off x="2032000" y="719666"/>
              <a:ext cx="8128000" cy="541866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차트 3">
                <a:extLst>
                  <a:ext uri="{FF2B5EF4-FFF2-40B4-BE49-F238E27FC236}">
                    <a16:creationId xmlns:a16="http://schemas.microsoft.com/office/drawing/2014/main" id="{FD2CE591-AC91-CC84-F321-5165B2B8965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2000" y="719666"/>
                <a:ext cx="8128000" cy="541866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1089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D4DA9-550E-BB7A-CCAC-D3719BF5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A2327F3C-7A15-B314-842C-D1736B40FA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1544664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5488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A8B31-FCE4-A7D3-DC65-55043A44B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788E3557-26F6-2EC2-A2F1-5566840D8F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6997095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94925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7DE23-53C5-9473-5556-96277D77D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8306AAD0-AEC9-3956-E517-55AE9EDED56A}"/>
              </a:ext>
            </a:extLst>
          </p:cNvPr>
          <p:cNvGraphicFramePr/>
          <p:nvPr/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90498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AD3B3-D623-CCB5-3090-891A7B196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4" name="차트 3">
                <a:extLst>
                  <a:ext uri="{FF2B5EF4-FFF2-40B4-BE49-F238E27FC236}">
                    <a16:creationId xmlns:a16="http://schemas.microsoft.com/office/drawing/2014/main" id="{1D1423AD-F7AF-F8FF-FB44-6D41FD51EEC9}"/>
                  </a:ext>
                </a:extLst>
              </p:cNvPr>
              <p:cNvGraphicFramePr/>
              <p:nvPr/>
            </p:nvGraphicFramePr>
            <p:xfrm>
              <a:off x="2032000" y="719666"/>
              <a:ext cx="8128000" cy="541866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차트 3">
                <a:extLst>
                  <a:ext uri="{FF2B5EF4-FFF2-40B4-BE49-F238E27FC236}">
                    <a16:creationId xmlns:a16="http://schemas.microsoft.com/office/drawing/2014/main" id="{1D1423AD-F7AF-F8FF-FB44-6D41FD51EEC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2000" y="719666"/>
                <a:ext cx="8128000" cy="541866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1245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2C4B1-DB79-1404-6680-14E583DA6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4" name="차트 3">
                <a:extLst>
                  <a:ext uri="{FF2B5EF4-FFF2-40B4-BE49-F238E27FC236}">
                    <a16:creationId xmlns:a16="http://schemas.microsoft.com/office/drawing/2014/main" id="{2D062F60-C870-B1C0-5D3F-B0D9AE0F02C8}"/>
                  </a:ext>
                </a:extLst>
              </p:cNvPr>
              <p:cNvGraphicFramePr/>
              <p:nvPr/>
            </p:nvGraphicFramePr>
            <p:xfrm>
              <a:off x="2032000" y="719666"/>
              <a:ext cx="8128000" cy="541866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차트 3">
                <a:extLst>
                  <a:ext uri="{FF2B5EF4-FFF2-40B4-BE49-F238E27FC236}">
                    <a16:creationId xmlns:a16="http://schemas.microsoft.com/office/drawing/2014/main" id="{2D062F60-C870-B1C0-5D3F-B0D9AE0F02C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2000" y="719666"/>
                <a:ext cx="8128000" cy="541866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8781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C04E6-3851-7FB8-E412-0BFEEA89B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4" name="차트 3">
                <a:extLst>
                  <a:ext uri="{FF2B5EF4-FFF2-40B4-BE49-F238E27FC236}">
                    <a16:creationId xmlns:a16="http://schemas.microsoft.com/office/drawing/2014/main" id="{7DDC3E0B-BD0A-C631-3BA0-9F51F6573CBE}"/>
                  </a:ext>
                </a:extLst>
              </p:cNvPr>
              <p:cNvGraphicFramePr/>
              <p:nvPr/>
            </p:nvGraphicFramePr>
            <p:xfrm>
              <a:off x="2032000" y="719666"/>
              <a:ext cx="8128000" cy="541866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차트 3">
                <a:extLst>
                  <a:ext uri="{FF2B5EF4-FFF2-40B4-BE49-F238E27FC236}">
                    <a16:creationId xmlns:a16="http://schemas.microsoft.com/office/drawing/2014/main" id="{7DDC3E0B-BD0A-C631-3BA0-9F51F6573CB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2000" y="719666"/>
                <a:ext cx="8128000" cy="541866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3210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245EE-9A8C-6125-B3C5-447ED840B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4" name="차트 3">
                <a:extLst>
                  <a:ext uri="{FF2B5EF4-FFF2-40B4-BE49-F238E27FC236}">
                    <a16:creationId xmlns:a16="http://schemas.microsoft.com/office/drawing/2014/main" id="{1FEB08D9-5557-37D7-FAAB-06588E8B667D}"/>
                  </a:ext>
                </a:extLst>
              </p:cNvPr>
              <p:cNvGraphicFramePr/>
              <p:nvPr/>
            </p:nvGraphicFramePr>
            <p:xfrm>
              <a:off x="2032000" y="719666"/>
              <a:ext cx="8128000" cy="541866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차트 3">
                <a:extLst>
                  <a:ext uri="{FF2B5EF4-FFF2-40B4-BE49-F238E27FC236}">
                    <a16:creationId xmlns:a16="http://schemas.microsoft.com/office/drawing/2014/main" id="{1FEB08D9-5557-37D7-FAAB-06588E8B667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2000" y="719666"/>
                <a:ext cx="8128000" cy="541866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81478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77891-192B-1DDA-E61A-330AB2C88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4" name="차트 3">
                <a:extLst>
                  <a:ext uri="{FF2B5EF4-FFF2-40B4-BE49-F238E27FC236}">
                    <a16:creationId xmlns:a16="http://schemas.microsoft.com/office/drawing/2014/main" id="{FDA4DF20-59D6-5182-0980-CBB76E24EF86}"/>
                  </a:ext>
                </a:extLst>
              </p:cNvPr>
              <p:cNvGraphicFramePr/>
              <p:nvPr/>
            </p:nvGraphicFramePr>
            <p:xfrm>
              <a:off x="2032000" y="719666"/>
              <a:ext cx="8128000" cy="541866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차트 3">
                <a:extLst>
                  <a:ext uri="{FF2B5EF4-FFF2-40B4-BE49-F238E27FC236}">
                    <a16:creationId xmlns:a16="http://schemas.microsoft.com/office/drawing/2014/main" id="{FDA4DF20-59D6-5182-0980-CBB76E24EF8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2000" y="719666"/>
                <a:ext cx="8128000" cy="541866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0407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F2B58-A1B6-DC8F-C85F-DC8734A52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cx2="http://schemas.microsoft.com/office/drawing/2015/10/21/chartex" Requires="cx2">
          <p:graphicFrame>
            <p:nvGraphicFramePr>
              <p:cNvPr id="4" name="차트 3">
                <a:extLst>
                  <a:ext uri="{FF2B5EF4-FFF2-40B4-BE49-F238E27FC236}">
                    <a16:creationId xmlns:a16="http://schemas.microsoft.com/office/drawing/2014/main" id="{C0F227F4-3A44-E30C-6764-259A9296D3CF}"/>
                  </a:ext>
                </a:extLst>
              </p:cNvPr>
              <p:cNvGraphicFramePr/>
              <p:nvPr/>
            </p:nvGraphicFramePr>
            <p:xfrm>
              <a:off x="2032000" y="719666"/>
              <a:ext cx="8128000" cy="541866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차트 3">
                <a:extLst>
                  <a:ext uri="{FF2B5EF4-FFF2-40B4-BE49-F238E27FC236}">
                    <a16:creationId xmlns:a16="http://schemas.microsoft.com/office/drawing/2014/main" id="{C0F227F4-3A44-E30C-6764-259A9296D3C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2000" y="719666"/>
                <a:ext cx="8128000" cy="541866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0074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A5674-E787-D3E6-200B-B558134BB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4E9648B0-6AB4-1731-D3F0-3391E0E9D4CF}"/>
              </a:ext>
            </a:extLst>
          </p:cNvPr>
          <p:cNvGraphicFramePr/>
          <p:nvPr/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31929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33</Words>
  <Application>Microsoft Office PowerPoint</Application>
  <PresentationFormat>와이드스크린</PresentationFormat>
  <Paragraphs>17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이인성</dc:creator>
  <cp:lastModifiedBy>이인성</cp:lastModifiedBy>
  <cp:revision>4</cp:revision>
  <dcterms:created xsi:type="dcterms:W3CDTF">2026-03-27T06:18:46Z</dcterms:created>
  <dcterms:modified xsi:type="dcterms:W3CDTF">2026-03-28T18:09:34Z</dcterms:modified>
</cp:coreProperties>
</file>